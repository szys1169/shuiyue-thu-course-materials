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5061AF-67B0-40B0-A402-8D1A943BAB3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5B722F5-918B-4842-A63E-B4E4A5BB7F57}">
      <dgm:prSet phldrT="[文本]"/>
      <dgm:spPr/>
      <dgm:t>
        <a:bodyPr/>
        <a:lstStyle/>
        <a:p>
          <a:r>
            <a:rPr lang="zh-CN" altLang="en-US" dirty="0"/>
            <a:t>混凝土</a:t>
          </a:r>
        </a:p>
      </dgm:t>
    </dgm:pt>
    <dgm:pt modelId="{E623A13F-5F4C-4DF1-A852-2CBF786BE1BB}" type="parTrans" cxnId="{D6E0E431-6435-4817-9709-8E23C58FE4D9}">
      <dgm:prSet/>
      <dgm:spPr/>
      <dgm:t>
        <a:bodyPr/>
        <a:lstStyle/>
        <a:p>
          <a:endParaRPr lang="zh-CN" altLang="en-US"/>
        </a:p>
      </dgm:t>
    </dgm:pt>
    <dgm:pt modelId="{9A2604A2-3DB7-409C-8EA7-37DBC927E91A}" type="sibTrans" cxnId="{D6E0E431-6435-4817-9709-8E23C58FE4D9}">
      <dgm:prSet/>
      <dgm:spPr/>
      <dgm:t>
        <a:bodyPr/>
        <a:lstStyle/>
        <a:p>
          <a:endParaRPr lang="zh-CN" altLang="en-US"/>
        </a:p>
      </dgm:t>
    </dgm:pt>
    <dgm:pt modelId="{F873DE7F-A1DB-4847-87E4-5DC57D8F61E8}">
      <dgm:prSet phldrT="[文本]"/>
      <dgm:spPr/>
      <dgm:t>
        <a:bodyPr anchor="b" anchorCtr="1"/>
        <a:lstStyle/>
        <a:p>
          <a:pPr algn="ctr"/>
          <a:r>
            <a:rPr lang="zh-CN" altLang="en-US" dirty="0"/>
            <a:t>材料</a:t>
          </a:r>
        </a:p>
      </dgm:t>
    </dgm:pt>
    <dgm:pt modelId="{5D813159-5348-4FAE-B9BC-10AD336509B4}" type="parTrans" cxnId="{16582C3A-096B-417C-8513-B9C80032A2B9}">
      <dgm:prSet/>
      <dgm:spPr/>
      <dgm:t>
        <a:bodyPr/>
        <a:lstStyle/>
        <a:p>
          <a:endParaRPr lang="zh-CN" altLang="en-US"/>
        </a:p>
      </dgm:t>
    </dgm:pt>
    <dgm:pt modelId="{8C41F71A-B7E5-406D-B89D-2F8A5027CAE2}" type="sibTrans" cxnId="{16582C3A-096B-417C-8513-B9C80032A2B9}">
      <dgm:prSet/>
      <dgm:spPr/>
      <dgm:t>
        <a:bodyPr/>
        <a:lstStyle/>
        <a:p>
          <a:endParaRPr lang="zh-CN" altLang="en-US"/>
        </a:p>
      </dgm:t>
    </dgm:pt>
    <dgm:pt modelId="{F497E422-9C3C-40BF-B52D-E6FFE19704D1}">
      <dgm:prSet phldrT="[文本]"/>
      <dgm:spPr/>
      <dgm:t>
        <a:bodyPr anchor="b" anchorCtr="1"/>
        <a:lstStyle/>
        <a:p>
          <a:r>
            <a:rPr lang="zh-CN" altLang="en-US" dirty="0"/>
            <a:t>截面</a:t>
          </a:r>
        </a:p>
      </dgm:t>
    </dgm:pt>
    <dgm:pt modelId="{E3F616DA-5878-4C51-BA3B-0BC0670C54CF}" type="parTrans" cxnId="{9B9D9CE8-F287-4730-A04A-7EB0792F398A}">
      <dgm:prSet/>
      <dgm:spPr/>
      <dgm:t>
        <a:bodyPr/>
        <a:lstStyle/>
        <a:p>
          <a:endParaRPr lang="zh-CN" altLang="en-US"/>
        </a:p>
      </dgm:t>
    </dgm:pt>
    <dgm:pt modelId="{29A37477-5B9E-4C4E-B07A-6A6B43638D24}" type="sibTrans" cxnId="{9B9D9CE8-F287-4730-A04A-7EB0792F398A}">
      <dgm:prSet/>
      <dgm:spPr/>
      <dgm:t>
        <a:bodyPr/>
        <a:lstStyle/>
        <a:p>
          <a:endParaRPr lang="zh-CN" altLang="en-US"/>
        </a:p>
      </dgm:t>
    </dgm:pt>
    <dgm:pt modelId="{ACC7B9F5-A3D3-4BB0-B683-7905A86067E9}">
      <dgm:prSet phldrT="[文本]"/>
      <dgm:spPr/>
      <dgm:t>
        <a:bodyPr anchor="t" anchorCtr="1"/>
        <a:lstStyle/>
        <a:p>
          <a:r>
            <a:rPr lang="zh-CN" altLang="en-US" dirty="0"/>
            <a:t>结构</a:t>
          </a:r>
        </a:p>
      </dgm:t>
    </dgm:pt>
    <dgm:pt modelId="{5B035222-C7B7-4259-A837-77490D24ACE5}" type="parTrans" cxnId="{72E19EB3-389C-4C38-8D5F-5E6334D29F13}">
      <dgm:prSet/>
      <dgm:spPr/>
      <dgm:t>
        <a:bodyPr/>
        <a:lstStyle/>
        <a:p>
          <a:endParaRPr lang="zh-CN" altLang="en-US"/>
        </a:p>
      </dgm:t>
    </dgm:pt>
    <dgm:pt modelId="{CC21B006-EAB0-41AC-9F41-B8FDCED68540}" type="sibTrans" cxnId="{72E19EB3-389C-4C38-8D5F-5E6334D29F13}">
      <dgm:prSet/>
      <dgm:spPr/>
      <dgm:t>
        <a:bodyPr/>
        <a:lstStyle/>
        <a:p>
          <a:endParaRPr lang="zh-CN" altLang="en-US"/>
        </a:p>
      </dgm:t>
    </dgm:pt>
    <dgm:pt modelId="{05314F01-B9AC-4924-9DDE-52559F7759DC}">
      <dgm:prSet phldrT="[文本]"/>
      <dgm:spPr/>
      <dgm:t>
        <a:bodyPr anchor="t" anchorCtr="1"/>
        <a:lstStyle/>
        <a:p>
          <a:r>
            <a:rPr lang="zh-CN" altLang="en-US" dirty="0"/>
            <a:t>构件</a:t>
          </a:r>
        </a:p>
      </dgm:t>
    </dgm:pt>
    <dgm:pt modelId="{3E56E2E8-DC21-4B16-9FDB-AFAA3C14B4F3}" type="parTrans" cxnId="{D0C8C1AA-EA74-47A9-A292-753019EACD3B}">
      <dgm:prSet/>
      <dgm:spPr/>
      <dgm:t>
        <a:bodyPr/>
        <a:lstStyle/>
        <a:p>
          <a:endParaRPr lang="zh-CN" altLang="en-US"/>
        </a:p>
      </dgm:t>
    </dgm:pt>
    <dgm:pt modelId="{6285D515-E075-4CA1-92E7-54EEC1842664}" type="sibTrans" cxnId="{D0C8C1AA-EA74-47A9-A292-753019EACD3B}">
      <dgm:prSet/>
      <dgm:spPr/>
      <dgm:t>
        <a:bodyPr/>
        <a:lstStyle/>
        <a:p>
          <a:endParaRPr lang="zh-CN" altLang="en-US"/>
        </a:p>
      </dgm:t>
    </dgm:pt>
    <dgm:pt modelId="{A80D69D4-6B2F-42CA-9BCB-79C9FED1334F}" type="pres">
      <dgm:prSet presAssocID="{475061AF-67B0-40B0-A402-8D1A943BAB3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760CAF8-7D59-4DA3-B591-2FE5EE610069}" type="pres">
      <dgm:prSet presAssocID="{475061AF-67B0-40B0-A402-8D1A943BAB32}" presName="matrix" presStyleCnt="0"/>
      <dgm:spPr/>
    </dgm:pt>
    <dgm:pt modelId="{96D299F5-22BD-4A47-BEFE-BFD6EF6E9592}" type="pres">
      <dgm:prSet presAssocID="{475061AF-67B0-40B0-A402-8D1A943BAB32}" presName="tile1" presStyleLbl="node1" presStyleIdx="0" presStyleCnt="4"/>
      <dgm:spPr/>
    </dgm:pt>
    <dgm:pt modelId="{61FE6284-C370-48FD-9952-BCE91068E55C}" type="pres">
      <dgm:prSet presAssocID="{475061AF-67B0-40B0-A402-8D1A943BAB3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9061735-9585-4E52-AFE5-01C46B700C78}" type="pres">
      <dgm:prSet presAssocID="{475061AF-67B0-40B0-A402-8D1A943BAB32}" presName="tile2" presStyleLbl="node1" presStyleIdx="1" presStyleCnt="4"/>
      <dgm:spPr/>
    </dgm:pt>
    <dgm:pt modelId="{5EB58AF7-0052-4869-B52D-6180973C2027}" type="pres">
      <dgm:prSet presAssocID="{475061AF-67B0-40B0-A402-8D1A943BAB3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FBC5C92-EC55-4F29-B6FE-0D646285CA8E}" type="pres">
      <dgm:prSet presAssocID="{475061AF-67B0-40B0-A402-8D1A943BAB32}" presName="tile3" presStyleLbl="node1" presStyleIdx="2" presStyleCnt="4"/>
      <dgm:spPr/>
    </dgm:pt>
    <dgm:pt modelId="{502BC6FF-C914-4BF9-A0B3-BE5F4AB90BB8}" type="pres">
      <dgm:prSet presAssocID="{475061AF-67B0-40B0-A402-8D1A943BAB3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1AE10A5-4D8C-4BE5-A533-ED8B7E428122}" type="pres">
      <dgm:prSet presAssocID="{475061AF-67B0-40B0-A402-8D1A943BAB32}" presName="tile4" presStyleLbl="node1" presStyleIdx="3" presStyleCnt="4"/>
      <dgm:spPr/>
    </dgm:pt>
    <dgm:pt modelId="{B736787D-64A1-4DE4-81B1-64D7159A35FE}" type="pres">
      <dgm:prSet presAssocID="{475061AF-67B0-40B0-A402-8D1A943BAB3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1F4C451-D11B-4A46-A614-87902F616339}" type="pres">
      <dgm:prSet presAssocID="{475061AF-67B0-40B0-A402-8D1A943BAB3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02BAD108-B471-4541-9A40-46E07F2B06FF}" type="presOf" srcId="{F873DE7F-A1DB-4847-87E4-5DC57D8F61E8}" destId="{96D299F5-22BD-4A47-BEFE-BFD6EF6E9592}" srcOrd="0" destOrd="0" presId="urn:microsoft.com/office/officeart/2005/8/layout/matrix1"/>
    <dgm:cxn modelId="{D6E0E431-6435-4817-9709-8E23C58FE4D9}" srcId="{475061AF-67B0-40B0-A402-8D1A943BAB32}" destId="{A5B722F5-918B-4842-A63E-B4E4A5BB7F57}" srcOrd="0" destOrd="0" parTransId="{E623A13F-5F4C-4DF1-A852-2CBF786BE1BB}" sibTransId="{9A2604A2-3DB7-409C-8EA7-37DBC927E91A}"/>
    <dgm:cxn modelId="{D06A7F33-5E8F-4FAE-9474-2B8D1EF1A851}" type="presOf" srcId="{05314F01-B9AC-4924-9DDE-52559F7759DC}" destId="{B1AE10A5-4D8C-4BE5-A533-ED8B7E428122}" srcOrd="0" destOrd="0" presId="urn:microsoft.com/office/officeart/2005/8/layout/matrix1"/>
    <dgm:cxn modelId="{16582C3A-096B-417C-8513-B9C80032A2B9}" srcId="{A5B722F5-918B-4842-A63E-B4E4A5BB7F57}" destId="{F873DE7F-A1DB-4847-87E4-5DC57D8F61E8}" srcOrd="0" destOrd="0" parTransId="{5D813159-5348-4FAE-B9BC-10AD336509B4}" sibTransId="{8C41F71A-B7E5-406D-B89D-2F8A5027CAE2}"/>
    <dgm:cxn modelId="{8659553E-663E-491E-9EFD-4A8E1D3867BD}" type="presOf" srcId="{05314F01-B9AC-4924-9DDE-52559F7759DC}" destId="{B736787D-64A1-4DE4-81B1-64D7159A35FE}" srcOrd="1" destOrd="0" presId="urn:microsoft.com/office/officeart/2005/8/layout/matrix1"/>
    <dgm:cxn modelId="{7C325342-3EFE-430B-B192-BA199C76E940}" type="presOf" srcId="{ACC7B9F5-A3D3-4BB0-B683-7905A86067E9}" destId="{502BC6FF-C914-4BF9-A0B3-BE5F4AB90BB8}" srcOrd="1" destOrd="0" presId="urn:microsoft.com/office/officeart/2005/8/layout/matrix1"/>
    <dgm:cxn modelId="{C6D5E684-D8BB-469C-A01A-63FC58EEB873}" type="presOf" srcId="{F873DE7F-A1DB-4847-87E4-5DC57D8F61E8}" destId="{61FE6284-C370-48FD-9952-BCE91068E55C}" srcOrd="1" destOrd="0" presId="urn:microsoft.com/office/officeart/2005/8/layout/matrix1"/>
    <dgm:cxn modelId="{02BF779B-A161-4F66-9DE3-03AF4C1F1213}" type="presOf" srcId="{F497E422-9C3C-40BF-B52D-E6FFE19704D1}" destId="{5EB58AF7-0052-4869-B52D-6180973C2027}" srcOrd="1" destOrd="0" presId="urn:microsoft.com/office/officeart/2005/8/layout/matrix1"/>
    <dgm:cxn modelId="{6D66269C-23AC-4C50-9A4F-AE8607BBA4D8}" type="presOf" srcId="{475061AF-67B0-40B0-A402-8D1A943BAB32}" destId="{A80D69D4-6B2F-42CA-9BCB-79C9FED1334F}" srcOrd="0" destOrd="0" presId="urn:microsoft.com/office/officeart/2005/8/layout/matrix1"/>
    <dgm:cxn modelId="{D40FD0A5-DD0C-47A2-89FA-6C9CBE783F2D}" type="presOf" srcId="{A5B722F5-918B-4842-A63E-B4E4A5BB7F57}" destId="{B1F4C451-D11B-4A46-A614-87902F616339}" srcOrd="0" destOrd="0" presId="urn:microsoft.com/office/officeart/2005/8/layout/matrix1"/>
    <dgm:cxn modelId="{D0C8C1AA-EA74-47A9-A292-753019EACD3B}" srcId="{A5B722F5-918B-4842-A63E-B4E4A5BB7F57}" destId="{05314F01-B9AC-4924-9DDE-52559F7759DC}" srcOrd="3" destOrd="0" parTransId="{3E56E2E8-DC21-4B16-9FDB-AFAA3C14B4F3}" sibTransId="{6285D515-E075-4CA1-92E7-54EEC1842664}"/>
    <dgm:cxn modelId="{C0B1C3AD-B18D-4FAA-843A-CF389F9CB282}" type="presOf" srcId="{ACC7B9F5-A3D3-4BB0-B683-7905A86067E9}" destId="{CFBC5C92-EC55-4F29-B6FE-0D646285CA8E}" srcOrd="0" destOrd="0" presId="urn:microsoft.com/office/officeart/2005/8/layout/matrix1"/>
    <dgm:cxn modelId="{72E19EB3-389C-4C38-8D5F-5E6334D29F13}" srcId="{A5B722F5-918B-4842-A63E-B4E4A5BB7F57}" destId="{ACC7B9F5-A3D3-4BB0-B683-7905A86067E9}" srcOrd="2" destOrd="0" parTransId="{5B035222-C7B7-4259-A837-77490D24ACE5}" sibTransId="{CC21B006-EAB0-41AC-9F41-B8FDCED68540}"/>
    <dgm:cxn modelId="{21F110D4-810A-4C36-83C8-B24D0DE5EA7D}" type="presOf" srcId="{F497E422-9C3C-40BF-B52D-E6FFE19704D1}" destId="{C9061735-9585-4E52-AFE5-01C46B700C78}" srcOrd="0" destOrd="0" presId="urn:microsoft.com/office/officeart/2005/8/layout/matrix1"/>
    <dgm:cxn modelId="{9B9D9CE8-F287-4730-A04A-7EB0792F398A}" srcId="{A5B722F5-918B-4842-A63E-B4E4A5BB7F57}" destId="{F497E422-9C3C-40BF-B52D-E6FFE19704D1}" srcOrd="1" destOrd="0" parTransId="{E3F616DA-5878-4C51-BA3B-0BC0670C54CF}" sibTransId="{29A37477-5B9E-4C4E-B07A-6A6B43638D24}"/>
    <dgm:cxn modelId="{856DAA15-4B94-4845-B523-8E1CE55D3F3E}" type="presParOf" srcId="{A80D69D4-6B2F-42CA-9BCB-79C9FED1334F}" destId="{1760CAF8-7D59-4DA3-B591-2FE5EE610069}" srcOrd="0" destOrd="0" presId="urn:microsoft.com/office/officeart/2005/8/layout/matrix1"/>
    <dgm:cxn modelId="{843F1A6E-6BED-43FC-AD52-11218793BA9E}" type="presParOf" srcId="{1760CAF8-7D59-4DA3-B591-2FE5EE610069}" destId="{96D299F5-22BD-4A47-BEFE-BFD6EF6E9592}" srcOrd="0" destOrd="0" presId="urn:microsoft.com/office/officeart/2005/8/layout/matrix1"/>
    <dgm:cxn modelId="{950D1591-2092-4B24-ABA6-859269F3BFAF}" type="presParOf" srcId="{1760CAF8-7D59-4DA3-B591-2FE5EE610069}" destId="{61FE6284-C370-48FD-9952-BCE91068E55C}" srcOrd="1" destOrd="0" presId="urn:microsoft.com/office/officeart/2005/8/layout/matrix1"/>
    <dgm:cxn modelId="{42C3C178-1FC9-46C0-B803-14953040FFBB}" type="presParOf" srcId="{1760CAF8-7D59-4DA3-B591-2FE5EE610069}" destId="{C9061735-9585-4E52-AFE5-01C46B700C78}" srcOrd="2" destOrd="0" presId="urn:microsoft.com/office/officeart/2005/8/layout/matrix1"/>
    <dgm:cxn modelId="{32B6D938-6B38-4458-8897-0E326F574740}" type="presParOf" srcId="{1760CAF8-7D59-4DA3-B591-2FE5EE610069}" destId="{5EB58AF7-0052-4869-B52D-6180973C2027}" srcOrd="3" destOrd="0" presId="urn:microsoft.com/office/officeart/2005/8/layout/matrix1"/>
    <dgm:cxn modelId="{3927796E-E877-4D02-BFB8-7166C26640FD}" type="presParOf" srcId="{1760CAF8-7D59-4DA3-B591-2FE5EE610069}" destId="{CFBC5C92-EC55-4F29-B6FE-0D646285CA8E}" srcOrd="4" destOrd="0" presId="urn:microsoft.com/office/officeart/2005/8/layout/matrix1"/>
    <dgm:cxn modelId="{A3AAADB9-2D56-43AA-B5C5-09AEAEF77A13}" type="presParOf" srcId="{1760CAF8-7D59-4DA3-B591-2FE5EE610069}" destId="{502BC6FF-C914-4BF9-A0B3-BE5F4AB90BB8}" srcOrd="5" destOrd="0" presId="urn:microsoft.com/office/officeart/2005/8/layout/matrix1"/>
    <dgm:cxn modelId="{FC00C502-AE51-41C2-B9A0-3200D79854D0}" type="presParOf" srcId="{1760CAF8-7D59-4DA3-B591-2FE5EE610069}" destId="{B1AE10A5-4D8C-4BE5-A533-ED8B7E428122}" srcOrd="6" destOrd="0" presId="urn:microsoft.com/office/officeart/2005/8/layout/matrix1"/>
    <dgm:cxn modelId="{73B4C2FD-5146-44FF-80B7-46240D6DF879}" type="presParOf" srcId="{1760CAF8-7D59-4DA3-B591-2FE5EE610069}" destId="{B736787D-64A1-4DE4-81B1-64D7159A35FE}" srcOrd="7" destOrd="0" presId="urn:microsoft.com/office/officeart/2005/8/layout/matrix1"/>
    <dgm:cxn modelId="{A2B73A88-F564-4A76-94E1-C7E0C16FE4C1}" type="presParOf" srcId="{A80D69D4-6B2F-42CA-9BCB-79C9FED1334F}" destId="{B1F4C451-D11B-4A46-A614-87902F616339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D299F5-22BD-4A47-BEFE-BFD6EF6E9592}">
      <dsp:nvSpPr>
        <dsp:cNvPr id="0" name=""/>
        <dsp:cNvSpPr/>
      </dsp:nvSpPr>
      <dsp:spPr>
        <a:xfrm rot="16200000">
          <a:off x="208066" y="-208066"/>
          <a:ext cx="1405335" cy="182146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b" anchorCtr="1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材料</a:t>
          </a:r>
        </a:p>
      </dsp:txBody>
      <dsp:txXfrm rot="5400000">
        <a:off x="0" y="0"/>
        <a:ext cx="1821468" cy="1054001"/>
      </dsp:txXfrm>
    </dsp:sp>
    <dsp:sp modelId="{C9061735-9585-4E52-AFE5-01C46B700C78}">
      <dsp:nvSpPr>
        <dsp:cNvPr id="0" name=""/>
        <dsp:cNvSpPr/>
      </dsp:nvSpPr>
      <dsp:spPr>
        <a:xfrm>
          <a:off x="1821468" y="0"/>
          <a:ext cx="1821468" cy="1405335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b" anchorCtr="1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截面</a:t>
          </a:r>
        </a:p>
      </dsp:txBody>
      <dsp:txXfrm>
        <a:off x="1821468" y="0"/>
        <a:ext cx="1821468" cy="1054001"/>
      </dsp:txXfrm>
    </dsp:sp>
    <dsp:sp modelId="{CFBC5C92-EC55-4F29-B6FE-0D646285CA8E}">
      <dsp:nvSpPr>
        <dsp:cNvPr id="0" name=""/>
        <dsp:cNvSpPr/>
      </dsp:nvSpPr>
      <dsp:spPr>
        <a:xfrm rot="10800000">
          <a:off x="0" y="1405335"/>
          <a:ext cx="1821468" cy="1405335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1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结构</a:t>
          </a:r>
        </a:p>
      </dsp:txBody>
      <dsp:txXfrm rot="10800000">
        <a:off x="0" y="1756669"/>
        <a:ext cx="1821468" cy="1054001"/>
      </dsp:txXfrm>
    </dsp:sp>
    <dsp:sp modelId="{B1AE10A5-4D8C-4BE5-A533-ED8B7E428122}">
      <dsp:nvSpPr>
        <dsp:cNvPr id="0" name=""/>
        <dsp:cNvSpPr/>
      </dsp:nvSpPr>
      <dsp:spPr>
        <a:xfrm rot="5400000">
          <a:off x="2029534" y="1197269"/>
          <a:ext cx="1405335" cy="1821468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1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构件</a:t>
          </a:r>
        </a:p>
      </dsp:txBody>
      <dsp:txXfrm rot="-5400000">
        <a:off x="1821468" y="1756669"/>
        <a:ext cx="1821468" cy="1054001"/>
      </dsp:txXfrm>
    </dsp:sp>
    <dsp:sp modelId="{B1F4C451-D11B-4A46-A614-87902F616339}">
      <dsp:nvSpPr>
        <dsp:cNvPr id="0" name=""/>
        <dsp:cNvSpPr/>
      </dsp:nvSpPr>
      <dsp:spPr>
        <a:xfrm>
          <a:off x="1275027" y="1054001"/>
          <a:ext cx="1092880" cy="702667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混凝土</a:t>
          </a:r>
        </a:p>
      </dsp:txBody>
      <dsp:txXfrm>
        <a:off x="1309328" y="1088302"/>
        <a:ext cx="1024278" cy="6340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B622A-55EA-4470-AE19-5E5FC5B0B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9A14E8-A797-4073-B74B-FEE5B0E4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6C844C-B3B9-4DEE-82FA-393B62B0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76B23-418E-45EF-9A30-EC18E74D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B679B-7222-482D-B720-337B38F3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72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8D026-1DA2-4954-8435-9FC2F65B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08B31-6B24-401C-A206-C9A8D466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AB5B0-AAA5-4B5A-8D98-515CF3B4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B9D53-D993-41FE-ADBC-14E973F3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13A39C-9116-411A-9CA6-9029A87D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4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C230A-0869-4A64-BFE6-32E4E3AA2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433F7E-2B92-4C54-9E21-76EDF3157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3BC4DE-CA68-426D-8D31-ADECBB00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8DE51-B313-4BAB-9801-B94EC14A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07D2A-6F2D-4C40-A9B1-C0242D3A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93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9B7BFF-C483-40B4-A277-D35D717C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8521E1-B21A-4CD4-A81B-5623B5D8A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1DFE1A-52F7-4E46-95C6-81AACD152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999699-84B4-4EF7-BE09-C06695C5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81781F-6C7E-4763-BBB3-1FFC98C9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FFC1E7-DD3B-4809-B863-0CA7B3FE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14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1BA3E-BFB3-4155-A805-3292D404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AF78F9-A1EA-430E-AFD5-AB336A43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452638-7BE2-4485-B852-B0C923C19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A15A4F-4877-4D12-8EEE-40D808530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2B639D-7086-4D61-B789-E28064FA1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36D0B5-BF43-4D9E-819A-ADDC6F40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A4D3FC-CD1F-46C7-B38F-2C70CE49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3BEBEA-A52A-4E7F-8641-3B758F31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56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BC603-EFC4-4237-8AE1-0677103A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E62920-949C-4A9E-86E8-902CCA34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8EF187-BBE1-4B54-9C5F-287DE2D5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64BC34-0D0E-485F-BB3C-CBF74636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551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752EAE-C6A6-4126-907E-721A212C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1F6036-0729-482E-8B92-72FEECCD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2A524-55E3-40DF-8470-8C8E393D0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910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3C700-7A3F-4999-84F2-895CD0B4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C26018-89C3-498E-9FD7-90E673C9F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A2BB6B-0EF2-4163-A086-9D89DAF89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4FFFA-9B50-49DF-A9A6-D785E22B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2ED9EB-70C7-49A9-97C8-B24109C5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969332-5EE9-4B28-A311-F8F1B42E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17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A6080-0ECB-4DB3-9CAA-B4A00DEC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432C74-FE61-4966-A03A-BB924B201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34F491-6F56-4FC3-9EBA-C5FA54AA2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01614F-F280-4F45-A9B5-4B57B053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1B733B-E166-4C2E-9EB5-EA207A87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52D3EB-52B3-4737-9EAE-E612DEAC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3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6FBB9-E8F4-4365-A926-9D994ACC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05DCAC-99A6-4951-A085-90DDC5206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FF60F5-CF8B-4980-A27C-809C7DB2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F9C9D-6197-4F04-81AB-BDBB4796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8536C-064B-4639-8368-492185F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62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926C38-8902-49E3-A5D9-1B13506A9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A7FE4A-42B7-4D0A-A93C-E5FB47688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8CDE9-3C53-49D9-B07F-F3F51C0C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90319-0A6E-4BEB-B600-21377060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D4E5E-64AB-4BC1-904C-368ED1AE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24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29114C-2AAD-4382-A1E1-B3DE899B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B11964-1C52-405A-A1C0-A6A0BDEC1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45E9A5-1245-4FA3-B8BD-4CF2B5B93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7D9A-3043-4A81-97E6-C2E52D1B3C47}" type="datetimeFigureOut">
              <a:rPr lang="zh-CN" altLang="en-US" smtClean="0"/>
              <a:t>2017/9/21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C6E70-5574-4C18-9136-A93B899B4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DA844D-1BA5-479E-8303-84061D0E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E90F-F68E-4A35-B74F-BB47F208A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192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297CC828-67AC-4DD9-9B26-621350514AE5}"/>
              </a:ext>
            </a:extLst>
          </p:cNvPr>
          <p:cNvGraphicFramePr/>
          <p:nvPr/>
        </p:nvGraphicFramePr>
        <p:xfrm>
          <a:off x="4274532" y="2023665"/>
          <a:ext cx="3642936" cy="2810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195D77F-E7CD-440F-851C-BE3B7C66726E}"/>
              </a:ext>
            </a:extLst>
          </p:cNvPr>
          <p:cNvSpPr/>
          <p:nvPr/>
        </p:nvSpPr>
        <p:spPr>
          <a:xfrm>
            <a:off x="1188720" y="533400"/>
            <a:ext cx="9814560" cy="5791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30C5B79-3172-4129-94D0-3FF279A470B2}"/>
              </a:ext>
            </a:extLst>
          </p:cNvPr>
          <p:cNvCxnSpPr>
            <a:stCxn id="5" idx="0"/>
            <a:endCxn id="4" idx="0"/>
          </p:cNvCxnSpPr>
          <p:nvPr/>
        </p:nvCxnSpPr>
        <p:spPr>
          <a:xfrm>
            <a:off x="6096000" y="533400"/>
            <a:ext cx="0" cy="1490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562D57-A3B3-47A0-B85C-6673139D1981}"/>
              </a:ext>
            </a:extLst>
          </p:cNvPr>
          <p:cNvCxnSpPr/>
          <p:nvPr/>
        </p:nvCxnSpPr>
        <p:spPr>
          <a:xfrm>
            <a:off x="6096000" y="4834336"/>
            <a:ext cx="0" cy="1490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0E4D301-79D8-4F4A-97FF-478AB92745C3}"/>
              </a:ext>
            </a:extLst>
          </p:cNvPr>
          <p:cNvCxnSpPr>
            <a:stCxn id="5" idx="1"/>
            <a:endCxn id="4" idx="1"/>
          </p:cNvCxnSpPr>
          <p:nvPr/>
        </p:nvCxnSpPr>
        <p:spPr>
          <a:xfrm>
            <a:off x="1188720" y="3429000"/>
            <a:ext cx="30858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A34E27B-0093-4552-A31A-958AF6DD8571}"/>
              </a:ext>
            </a:extLst>
          </p:cNvPr>
          <p:cNvCxnSpPr/>
          <p:nvPr/>
        </p:nvCxnSpPr>
        <p:spPr>
          <a:xfrm>
            <a:off x="7917468" y="3423920"/>
            <a:ext cx="30858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0A98886-BF6D-4CB7-9AA9-523F9EC48E58}"/>
              </a:ext>
            </a:extLst>
          </p:cNvPr>
          <p:cNvSpPr txBox="1"/>
          <p:nvPr/>
        </p:nvSpPr>
        <p:spPr>
          <a:xfrm>
            <a:off x="1498862" y="838986"/>
            <a:ext cx="26017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混凝土的拉压不等强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混凝土材料的离散性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和易性与耐久性要求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钢筋与混凝土之间的成分配比和相互作用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6C1F89-2D62-4319-AC2A-3C858C366AD2}"/>
              </a:ext>
            </a:extLst>
          </p:cNvPr>
          <p:cNvSpPr txBox="1"/>
          <p:nvPr/>
        </p:nvSpPr>
        <p:spPr>
          <a:xfrm>
            <a:off x="8159475" y="1254484"/>
            <a:ext cx="260179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不同形状的受力性质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基本受力状态的复合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配筋位置构造和箍筋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A5C572-248E-41B3-A52E-8F698C937F11}"/>
              </a:ext>
            </a:extLst>
          </p:cNvPr>
          <p:cNvSpPr txBox="1"/>
          <p:nvPr/>
        </p:nvSpPr>
        <p:spPr>
          <a:xfrm>
            <a:off x="1498862" y="3980280"/>
            <a:ext cx="2601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混凝土结构的整体性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荷载作用下传力路径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结构的容许应力设计法和极限状态设计法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FB08F1-1D1F-47DE-9B94-3119AF968ACB}"/>
              </a:ext>
            </a:extLst>
          </p:cNvPr>
          <p:cNvSpPr txBox="1"/>
          <p:nvPr/>
        </p:nvSpPr>
        <p:spPr>
          <a:xfrm>
            <a:off x="8159475" y="3739083"/>
            <a:ext cx="26017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构件的主要受力形式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钢筋锚固及布置问题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预应力混凝土的性能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正常使用阶段的结构裂缝、变形和耐久性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6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86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刘泰</dc:creator>
  <cp:lastModifiedBy>刘泰</cp:lastModifiedBy>
  <cp:revision>21</cp:revision>
  <dcterms:created xsi:type="dcterms:W3CDTF">2017-09-21T09:38:39Z</dcterms:created>
  <dcterms:modified xsi:type="dcterms:W3CDTF">2017-09-21T12:32:53Z</dcterms:modified>
</cp:coreProperties>
</file>