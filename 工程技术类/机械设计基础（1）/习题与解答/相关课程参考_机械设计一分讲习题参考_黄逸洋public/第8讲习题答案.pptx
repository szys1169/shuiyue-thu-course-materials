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392" r:id="rId3"/>
    <p:sldId id="480" r:id="rId4"/>
    <p:sldId id="308" r:id="rId5"/>
    <p:sldId id="481" r:id="rId6"/>
    <p:sldId id="309" r:id="rId7"/>
    <p:sldId id="482" r:id="rId8"/>
    <p:sldId id="310" r:id="rId9"/>
    <p:sldId id="483" r:id="rId10"/>
    <p:sldId id="376" r:id="rId11"/>
    <p:sldId id="484" r:id="rId12"/>
    <p:sldId id="377" r:id="rId13"/>
    <p:sldId id="485" r:id="rId14"/>
    <p:sldId id="313" r:id="rId15"/>
    <p:sldId id="486" r:id="rId16"/>
    <p:sldId id="378" r:id="rId17"/>
    <p:sldId id="487" r:id="rId18"/>
    <p:sldId id="379" r:id="rId19"/>
    <p:sldId id="488" r:id="rId20"/>
    <p:sldId id="380" r:id="rId21"/>
    <p:sldId id="489" r:id="rId22"/>
    <p:sldId id="381" r:id="rId23"/>
    <p:sldId id="490" r:id="rId24"/>
    <p:sldId id="305" r:id="rId25"/>
    <p:sldId id="491" r:id="rId26"/>
    <p:sldId id="306" r:id="rId27"/>
    <p:sldId id="492" r:id="rId28"/>
    <p:sldId id="311" r:id="rId29"/>
    <p:sldId id="493" r:id="rId30"/>
    <p:sldId id="312" r:id="rId31"/>
    <p:sldId id="494" r:id="rId32"/>
    <p:sldId id="314" r:id="rId33"/>
    <p:sldId id="501" r:id="rId34"/>
    <p:sldId id="315" r:id="rId35"/>
    <p:sldId id="502" r:id="rId36"/>
    <p:sldId id="316" r:id="rId37"/>
    <p:sldId id="503" r:id="rId38"/>
    <p:sldId id="411" r:id="rId39"/>
    <p:sldId id="412" r:id="rId40"/>
    <p:sldId id="413" r:id="rId41"/>
    <p:sldId id="414" r:id="rId42"/>
    <p:sldId id="415" r:id="rId43"/>
    <p:sldId id="416" r:id="rId44"/>
    <p:sldId id="417" r:id="rId45"/>
    <p:sldId id="418" r:id="rId46"/>
    <p:sldId id="394" r:id="rId47"/>
    <p:sldId id="504" r:id="rId48"/>
    <p:sldId id="396" r:id="rId49"/>
    <p:sldId id="505" r:id="rId50"/>
    <p:sldId id="397" r:id="rId51"/>
    <p:sldId id="506" r:id="rId52"/>
    <p:sldId id="398" r:id="rId53"/>
    <p:sldId id="507" r:id="rId54"/>
    <p:sldId id="508" r:id="rId55"/>
    <p:sldId id="399" r:id="rId56"/>
    <p:sldId id="400" r:id="rId57"/>
    <p:sldId id="530" r:id="rId58"/>
    <p:sldId id="509" r:id="rId59"/>
    <p:sldId id="401" r:id="rId60"/>
    <p:sldId id="510" r:id="rId61"/>
    <p:sldId id="402" r:id="rId62"/>
    <p:sldId id="518" r:id="rId63"/>
    <p:sldId id="403" r:id="rId64"/>
    <p:sldId id="517" r:id="rId65"/>
    <p:sldId id="404" r:id="rId66"/>
    <p:sldId id="516" r:id="rId67"/>
    <p:sldId id="533" r:id="rId68"/>
    <p:sldId id="531" r:id="rId69"/>
    <p:sldId id="515" r:id="rId7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54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48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49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50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51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53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54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8C00442-8B78-4824-B48B-D47014E7AE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06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7019A-8638-4ED0-8562-E990FDC0A2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259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28F82-E1EB-493B-B41D-9A8C215376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28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5CD30-EE58-4455-A6BE-0570AD0B1E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619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30114-CA02-4DAA-B5EC-756B54E87D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679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8F6BB-8BAA-4348-8A3B-3DFF55B66E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089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C9479-DDFD-436F-AF9F-7540546CA0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24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7FF21-4E46-4387-ADFF-3967250A70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35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4A164-CE7A-4ECE-BD60-8475D47D6F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92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860-9433-4AB7-A6BD-D4054F68C5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64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63179-6601-42D0-B7EB-75C6E7383B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155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A0391A1-5B15-4BB5-8B2D-13CCC69739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45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42.png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39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41.png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44.png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png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38.png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43.png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48.png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41.png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44.png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png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38.png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43.png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49.png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41.png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4.png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png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38.png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43.png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50.png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4.png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52.png"/><Relationship Id="rId21" Type="http://schemas.openxmlformats.org/officeDocument/2006/relationships/image" Target="../media/image42.png"/><Relationship Id="rId7" Type="http://schemas.openxmlformats.org/officeDocument/2006/relationships/image" Target="../media/image38.png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39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3.png"/><Relationship Id="rId5" Type="http://schemas.openxmlformats.org/officeDocument/2006/relationships/image" Target="../media/image51.png"/><Relationship Id="rId15" Type="http://schemas.openxmlformats.org/officeDocument/2006/relationships/image" Target="../media/image45.png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1.png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0.png"/><Relationship Id="rId14" Type="http://schemas.openxmlformats.org/officeDocument/2006/relationships/oleObject" Target="../embeddings/oleObject41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41.png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4.png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png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png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3.png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53.png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41.png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44.png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png"/><Relationship Id="rId20" Type="http://schemas.openxmlformats.org/officeDocument/2006/relationships/image" Target="../media/image42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png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43.png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54.png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6.w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731838"/>
            <a:ext cx="91440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 smtClean="0">
                <a:latin typeface="Arial" charset="0"/>
                <a:ea typeface="隶书" pitchFamily="49" charset="-122"/>
              </a:rPr>
              <a:t>第八讲</a:t>
            </a:r>
            <a:r>
              <a:rPr lang="zh-CN" altLang="en-US" sz="6000" b="1" dirty="0">
                <a:latin typeface="Arial" charset="0"/>
                <a:ea typeface="隶书" pitchFamily="49" charset="-122"/>
              </a:rPr>
              <a:t>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组合体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1870075" y="323850"/>
            <a:ext cx="477520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3-4-1-1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3-4-1-1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51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181" r="-23463"/>
          <a:stretch>
            <a:fillRect/>
          </a:stretch>
        </p:blipFill>
        <p:spPr bwMode="auto">
          <a:xfrm>
            <a:off x="1520825" y="631825"/>
            <a:ext cx="5561013" cy="3254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910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3-4-1-2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3-4-1-2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447" r="-33641"/>
          <a:stretch>
            <a:fillRect/>
          </a:stretch>
        </p:blipFill>
        <p:spPr bwMode="auto">
          <a:xfrm>
            <a:off x="1484313" y="962025"/>
            <a:ext cx="5448300" cy="307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996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3-4-1-3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3-4-1-3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053" r="-48947"/>
          <a:stretch>
            <a:fillRect/>
          </a:stretch>
        </p:blipFill>
        <p:spPr bwMode="auto">
          <a:xfrm>
            <a:off x="1511300" y="973138"/>
            <a:ext cx="5459413" cy="3294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6726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3-4-1-4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3-4-1-4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146" r="-48021"/>
          <a:stretch>
            <a:fillRect/>
          </a:stretch>
        </p:blipFill>
        <p:spPr bwMode="auto">
          <a:xfrm>
            <a:off x="1651000" y="923925"/>
            <a:ext cx="4954588" cy="2670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202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3-4-1-5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3-4-1-5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398" r="-52995"/>
          <a:stretch>
            <a:fillRect/>
          </a:stretch>
        </p:blipFill>
        <p:spPr bwMode="auto">
          <a:xfrm>
            <a:off x="1530350" y="763588"/>
            <a:ext cx="5214938" cy="3267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529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3-4-1-6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3-4-1-6  根据组合体的两个视图和直观图画出第三视图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grpSp>
        <p:nvGrpSpPr>
          <p:cNvPr id="15363" name="Group 6"/>
          <p:cNvGrpSpPr>
            <a:grpSpLocks/>
          </p:cNvGrpSpPr>
          <p:nvPr/>
        </p:nvGrpSpPr>
        <p:grpSpPr bwMode="auto">
          <a:xfrm>
            <a:off x="1511300" y="823913"/>
            <a:ext cx="4833938" cy="3576637"/>
            <a:chOff x="952" y="519"/>
            <a:chExt cx="3045" cy="2253"/>
          </a:xfrm>
        </p:grpSpPr>
        <p:pic>
          <p:nvPicPr>
            <p:cNvPr id="1536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657" r="-14598"/>
            <a:stretch>
              <a:fillRect/>
            </a:stretch>
          </p:blipFill>
          <p:spPr bwMode="auto">
            <a:xfrm>
              <a:off x="1752" y="519"/>
              <a:ext cx="2245" cy="2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5" name="Rectangle 5"/>
            <p:cNvSpPr>
              <a:spLocks noChangeArrowheads="1"/>
            </p:cNvSpPr>
            <p:nvPr/>
          </p:nvSpPr>
          <p:spPr bwMode="auto">
            <a:xfrm>
              <a:off x="952" y="519"/>
              <a:ext cx="800" cy="2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83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74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6" t="15068" r="15250" b="28976"/>
          <a:stretch>
            <a:fillRect/>
          </a:stretch>
        </p:blipFill>
        <p:spPr bwMode="auto">
          <a:xfrm>
            <a:off x="1651000" y="968375"/>
            <a:ext cx="5281613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529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795" r="-23073"/>
          <a:stretch>
            <a:fillRect/>
          </a:stretch>
        </p:blipFill>
        <p:spPr bwMode="auto">
          <a:xfrm>
            <a:off x="1520825" y="717550"/>
            <a:ext cx="5224463" cy="3481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8164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3-4-2-3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0484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7"/>
          <p:cNvSpPr txBox="1">
            <a:spLocks noChangeArrowheads="1"/>
          </p:cNvSpPr>
          <p:nvPr/>
        </p:nvSpPr>
        <p:spPr bwMode="auto">
          <a:xfrm>
            <a:off x="5122863" y="5553075"/>
            <a:ext cx="3408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注意：点画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线的画法</a:t>
            </a:r>
            <a:endParaRPr lang="zh-CN" altLang="en-US" sz="20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5376228" y="1934083"/>
            <a:ext cx="736600" cy="5746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098" r="-24707"/>
          <a:stretch>
            <a:fillRect/>
          </a:stretch>
        </p:blipFill>
        <p:spPr bwMode="auto">
          <a:xfrm>
            <a:off x="1585913" y="762000"/>
            <a:ext cx="5038725" cy="3157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3-4-2-3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150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942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3-4-2-4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2532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3-4-2-4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6" t="15437" r="21898" b="27324"/>
          <a:stretch>
            <a:fillRect/>
          </a:stretch>
        </p:blipFill>
        <p:spPr bwMode="auto">
          <a:xfrm>
            <a:off x="1546225" y="673100"/>
            <a:ext cx="4918075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202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3-4-2-5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4580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3-4-2-5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2" t="15758" r="13710" b="26239"/>
          <a:stretch>
            <a:fillRect/>
          </a:stretch>
        </p:blipFill>
        <p:spPr bwMode="auto">
          <a:xfrm>
            <a:off x="1581150" y="796925"/>
            <a:ext cx="555307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83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3-4-2-6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2662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3-4-2-6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7" t="15240" r="15959" b="26904"/>
          <a:stretch>
            <a:fillRect/>
          </a:stretch>
        </p:blipFill>
        <p:spPr bwMode="auto">
          <a:xfrm>
            <a:off x="1485900" y="866775"/>
            <a:ext cx="540067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1957388" y="446088"/>
            <a:ext cx="4770437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3-4-2-7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t="14352" r="16078" b="28532"/>
          <a:stretch>
            <a:fillRect/>
          </a:stretch>
        </p:blipFill>
        <p:spPr bwMode="auto">
          <a:xfrm>
            <a:off x="1647825" y="733425"/>
            <a:ext cx="513397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3-4-2-7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8790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3-4-2-8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0724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207887" y="5914323"/>
            <a:ext cx="6829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：结构存在多种可能，只需画出一种，不必标注。</a:t>
            </a:r>
            <a:endParaRPr lang="zh-CN" altLang="en-US" sz="20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3-4-2-8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5" t="16054" r="12408" b="29347"/>
          <a:stretch>
            <a:fillRect/>
          </a:stretch>
        </p:blipFill>
        <p:spPr bwMode="auto">
          <a:xfrm>
            <a:off x="1285875" y="885825"/>
            <a:ext cx="6715125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1738313" y="446088"/>
            <a:ext cx="47656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3-4-2-9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4" t="13959" r="48479" b="33736"/>
          <a:stretch>
            <a:fillRect/>
          </a:stretch>
        </p:blipFill>
        <p:spPr bwMode="auto">
          <a:xfrm>
            <a:off x="2357438" y="1319213"/>
            <a:ext cx="3679825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3-4-2-9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57737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3-4-2-10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4820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3-4-2-10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5843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8912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90" t="18213" r="16484" b="26660"/>
          <a:stretch>
            <a:fillRect/>
          </a:stretch>
        </p:blipFill>
        <p:spPr bwMode="auto">
          <a:xfrm>
            <a:off x="112713" y="976313"/>
            <a:ext cx="4625975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2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4" t="19173" r="24739" b="34082"/>
          <a:stretch>
            <a:fillRect/>
          </a:stretch>
        </p:blipFill>
        <p:spPr bwMode="auto">
          <a:xfrm>
            <a:off x="4894263" y="2549525"/>
            <a:ext cx="3594100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1738313" y="446088"/>
            <a:ext cx="47688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3-4-2-11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686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3-4-2-11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78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8" t="13316" r="8522" b="30382"/>
          <a:stretch>
            <a:fillRect/>
          </a:stretch>
        </p:blipFill>
        <p:spPr bwMode="auto">
          <a:xfrm>
            <a:off x="1381125" y="857250"/>
            <a:ext cx="6943725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8631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3-4-2-12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38916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5155121" y="1979676"/>
            <a:ext cx="935037" cy="331788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3-4-2-12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993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4" t="14427" r="11343" b="25795"/>
          <a:stretch>
            <a:fillRect/>
          </a:stretch>
        </p:blipFill>
        <p:spPr bwMode="auto">
          <a:xfrm>
            <a:off x="1676400" y="657225"/>
            <a:ext cx="581025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7" name="Line 5"/>
          <p:cNvSpPr>
            <a:spLocks noChangeShapeType="1"/>
          </p:cNvSpPr>
          <p:nvPr/>
        </p:nvSpPr>
        <p:spPr bwMode="auto">
          <a:xfrm>
            <a:off x="3643313" y="1768475"/>
            <a:ext cx="996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38" name="Line 6"/>
          <p:cNvSpPr>
            <a:spLocks noChangeShapeType="1"/>
          </p:cNvSpPr>
          <p:nvPr/>
        </p:nvSpPr>
        <p:spPr bwMode="auto">
          <a:xfrm flipH="1">
            <a:off x="4278313" y="2060575"/>
            <a:ext cx="3619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39" name="Rectangle 7"/>
          <p:cNvSpPr>
            <a:spLocks noChangeArrowheads="1"/>
          </p:cNvSpPr>
          <p:nvPr/>
        </p:nvSpPr>
        <p:spPr bwMode="auto">
          <a:xfrm>
            <a:off x="3656013" y="1685925"/>
            <a:ext cx="1041400" cy="139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2040" name="Rectangle 8"/>
          <p:cNvSpPr>
            <a:spLocks noChangeArrowheads="1"/>
          </p:cNvSpPr>
          <p:nvPr/>
        </p:nvSpPr>
        <p:spPr bwMode="auto">
          <a:xfrm>
            <a:off x="4278313" y="2003425"/>
            <a:ext cx="444500" cy="107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2041" name="Line 9"/>
          <p:cNvSpPr>
            <a:spLocks noChangeShapeType="1"/>
          </p:cNvSpPr>
          <p:nvPr/>
        </p:nvSpPr>
        <p:spPr bwMode="auto">
          <a:xfrm flipH="1">
            <a:off x="2922588" y="1466850"/>
            <a:ext cx="2647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2" name="Line 10"/>
          <p:cNvSpPr>
            <a:spLocks noChangeShapeType="1"/>
          </p:cNvSpPr>
          <p:nvPr/>
        </p:nvSpPr>
        <p:spPr bwMode="auto">
          <a:xfrm flipH="1">
            <a:off x="2922588" y="1765300"/>
            <a:ext cx="2628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3" name="Line 11"/>
          <p:cNvSpPr>
            <a:spLocks noChangeShapeType="1"/>
          </p:cNvSpPr>
          <p:nvPr/>
        </p:nvSpPr>
        <p:spPr bwMode="auto">
          <a:xfrm flipH="1">
            <a:off x="2925763" y="2355850"/>
            <a:ext cx="264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4" name="Line 12"/>
          <p:cNvSpPr>
            <a:spLocks noChangeShapeType="1"/>
          </p:cNvSpPr>
          <p:nvPr/>
        </p:nvSpPr>
        <p:spPr bwMode="auto">
          <a:xfrm flipV="1">
            <a:off x="4281488" y="2432050"/>
            <a:ext cx="0" cy="196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5" name="Line 13"/>
          <p:cNvSpPr>
            <a:spLocks noChangeShapeType="1"/>
          </p:cNvSpPr>
          <p:nvPr/>
        </p:nvSpPr>
        <p:spPr bwMode="auto">
          <a:xfrm flipH="1" flipV="1">
            <a:off x="3284538" y="2406650"/>
            <a:ext cx="0" cy="266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6" name="Line 14"/>
          <p:cNvSpPr>
            <a:spLocks noChangeShapeType="1"/>
          </p:cNvSpPr>
          <p:nvPr/>
        </p:nvSpPr>
        <p:spPr bwMode="auto">
          <a:xfrm flipV="1">
            <a:off x="2924175" y="1460500"/>
            <a:ext cx="4763" cy="1619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7" name="Line 15"/>
          <p:cNvSpPr>
            <a:spLocks noChangeShapeType="1"/>
          </p:cNvSpPr>
          <p:nvPr/>
        </p:nvSpPr>
        <p:spPr bwMode="auto">
          <a:xfrm flipV="1">
            <a:off x="3108325" y="1460500"/>
            <a:ext cx="4763" cy="1625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8" name="Line 16"/>
          <p:cNvSpPr>
            <a:spLocks noChangeShapeType="1"/>
          </p:cNvSpPr>
          <p:nvPr/>
        </p:nvSpPr>
        <p:spPr bwMode="auto">
          <a:xfrm flipV="1">
            <a:off x="3463925" y="1460500"/>
            <a:ext cx="4763" cy="1625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49" name="Line 17"/>
          <p:cNvSpPr>
            <a:spLocks noChangeShapeType="1"/>
          </p:cNvSpPr>
          <p:nvPr/>
        </p:nvSpPr>
        <p:spPr bwMode="auto">
          <a:xfrm flipV="1">
            <a:off x="3648075" y="1460500"/>
            <a:ext cx="4763" cy="128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50" name="Line 18"/>
          <p:cNvSpPr>
            <a:spLocks noChangeShapeType="1"/>
          </p:cNvSpPr>
          <p:nvPr/>
        </p:nvSpPr>
        <p:spPr bwMode="auto">
          <a:xfrm flipV="1">
            <a:off x="3921125" y="1460500"/>
            <a:ext cx="4763" cy="164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51" name="Line 19"/>
          <p:cNvSpPr>
            <a:spLocks noChangeShapeType="1"/>
          </p:cNvSpPr>
          <p:nvPr/>
        </p:nvSpPr>
        <p:spPr bwMode="auto">
          <a:xfrm flipV="1">
            <a:off x="4098925" y="1460500"/>
            <a:ext cx="4763" cy="163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52" name="Line 20"/>
          <p:cNvSpPr>
            <a:spLocks noChangeShapeType="1"/>
          </p:cNvSpPr>
          <p:nvPr/>
        </p:nvSpPr>
        <p:spPr bwMode="auto">
          <a:xfrm flipV="1">
            <a:off x="4454525" y="1454150"/>
            <a:ext cx="4763" cy="1625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53" name="Line 21"/>
          <p:cNvSpPr>
            <a:spLocks noChangeShapeType="1"/>
          </p:cNvSpPr>
          <p:nvPr/>
        </p:nvSpPr>
        <p:spPr bwMode="auto">
          <a:xfrm flipV="1">
            <a:off x="4638675" y="1460500"/>
            <a:ext cx="4763" cy="163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54" name="Line 22"/>
          <p:cNvSpPr>
            <a:spLocks noChangeShapeType="1"/>
          </p:cNvSpPr>
          <p:nvPr/>
        </p:nvSpPr>
        <p:spPr bwMode="auto">
          <a:xfrm flipH="1">
            <a:off x="2919413" y="2060575"/>
            <a:ext cx="2641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980" name="Rectangle 23"/>
          <p:cNvSpPr>
            <a:spLocks noChangeArrowheads="1"/>
          </p:cNvSpPr>
          <p:nvPr/>
        </p:nvSpPr>
        <p:spPr bwMode="auto">
          <a:xfrm>
            <a:off x="2517775" y="1109663"/>
            <a:ext cx="5159375" cy="2790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2056" name="Line 24"/>
          <p:cNvSpPr>
            <a:spLocks noChangeShapeType="1"/>
          </p:cNvSpPr>
          <p:nvPr/>
        </p:nvSpPr>
        <p:spPr bwMode="auto">
          <a:xfrm flipV="1">
            <a:off x="3284538" y="1403350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57" name="Rectangle 25"/>
          <p:cNvSpPr>
            <a:spLocks noChangeArrowheads="1"/>
          </p:cNvSpPr>
          <p:nvPr/>
        </p:nvSpPr>
        <p:spPr bwMode="auto">
          <a:xfrm>
            <a:off x="3198813" y="1355725"/>
            <a:ext cx="190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2058" name="Rectangle 26"/>
          <p:cNvSpPr>
            <a:spLocks noChangeArrowheads="1"/>
          </p:cNvSpPr>
          <p:nvPr/>
        </p:nvSpPr>
        <p:spPr bwMode="auto">
          <a:xfrm>
            <a:off x="3217863" y="2149475"/>
            <a:ext cx="123825" cy="419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0984" name="Line 27"/>
          <p:cNvSpPr>
            <a:spLocks noChangeShapeType="1"/>
          </p:cNvSpPr>
          <p:nvPr/>
        </p:nvSpPr>
        <p:spPr bwMode="auto">
          <a:xfrm>
            <a:off x="5243513" y="1460500"/>
            <a:ext cx="736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985" name="Line 28"/>
          <p:cNvSpPr>
            <a:spLocks noChangeShapeType="1"/>
          </p:cNvSpPr>
          <p:nvPr/>
        </p:nvSpPr>
        <p:spPr bwMode="auto">
          <a:xfrm>
            <a:off x="5249863" y="176530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986" name="Line 29"/>
          <p:cNvSpPr>
            <a:spLocks noChangeShapeType="1"/>
          </p:cNvSpPr>
          <p:nvPr/>
        </p:nvSpPr>
        <p:spPr bwMode="auto">
          <a:xfrm>
            <a:off x="5240338" y="2070100"/>
            <a:ext cx="733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987" name="Line 30"/>
          <p:cNvSpPr>
            <a:spLocks noChangeShapeType="1"/>
          </p:cNvSpPr>
          <p:nvPr/>
        </p:nvSpPr>
        <p:spPr bwMode="auto">
          <a:xfrm>
            <a:off x="5246688" y="2368550"/>
            <a:ext cx="733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988" name="Line 31"/>
          <p:cNvSpPr>
            <a:spLocks noChangeShapeType="1"/>
          </p:cNvSpPr>
          <p:nvPr/>
        </p:nvSpPr>
        <p:spPr bwMode="auto">
          <a:xfrm>
            <a:off x="5611813" y="1403350"/>
            <a:ext cx="0" cy="10763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89" name="Line 32"/>
          <p:cNvSpPr>
            <a:spLocks noChangeShapeType="1"/>
          </p:cNvSpPr>
          <p:nvPr/>
        </p:nvSpPr>
        <p:spPr bwMode="auto">
          <a:xfrm>
            <a:off x="5249863" y="14605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90" name="Line 33"/>
          <p:cNvSpPr>
            <a:spLocks noChangeShapeType="1"/>
          </p:cNvSpPr>
          <p:nvPr/>
        </p:nvSpPr>
        <p:spPr bwMode="auto">
          <a:xfrm>
            <a:off x="5973763" y="14605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91" name="Line 34"/>
          <p:cNvSpPr>
            <a:spLocks noChangeShapeType="1"/>
          </p:cNvSpPr>
          <p:nvPr/>
        </p:nvSpPr>
        <p:spPr bwMode="auto">
          <a:xfrm>
            <a:off x="5430838" y="1460500"/>
            <a:ext cx="6350" cy="9017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0992" name="Line 35"/>
          <p:cNvSpPr>
            <a:spLocks noChangeShapeType="1"/>
          </p:cNvSpPr>
          <p:nvPr/>
        </p:nvSpPr>
        <p:spPr bwMode="auto">
          <a:xfrm>
            <a:off x="5783263" y="14605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68" name="Line 36"/>
          <p:cNvSpPr>
            <a:spLocks noChangeShapeType="1"/>
          </p:cNvSpPr>
          <p:nvPr/>
        </p:nvSpPr>
        <p:spPr bwMode="auto">
          <a:xfrm>
            <a:off x="3649663" y="1470025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69" name="Line 37"/>
          <p:cNvSpPr>
            <a:spLocks noChangeShapeType="1"/>
          </p:cNvSpPr>
          <p:nvPr/>
        </p:nvSpPr>
        <p:spPr bwMode="auto">
          <a:xfrm flipV="1">
            <a:off x="2925763" y="1762125"/>
            <a:ext cx="0" cy="298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0" name="Line 38"/>
          <p:cNvSpPr>
            <a:spLocks noChangeShapeType="1"/>
          </p:cNvSpPr>
          <p:nvPr/>
        </p:nvSpPr>
        <p:spPr bwMode="auto">
          <a:xfrm>
            <a:off x="3109913" y="1762125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1" name="Line 39"/>
          <p:cNvSpPr>
            <a:spLocks noChangeShapeType="1"/>
          </p:cNvSpPr>
          <p:nvPr/>
        </p:nvSpPr>
        <p:spPr bwMode="auto">
          <a:xfrm>
            <a:off x="3471863" y="1768475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2" name="Line 40"/>
          <p:cNvSpPr>
            <a:spLocks noChangeShapeType="1"/>
          </p:cNvSpPr>
          <p:nvPr/>
        </p:nvSpPr>
        <p:spPr bwMode="auto">
          <a:xfrm flipV="1">
            <a:off x="4283075" y="1403350"/>
            <a:ext cx="0" cy="10287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3" name="Line 41"/>
          <p:cNvSpPr>
            <a:spLocks noChangeShapeType="1"/>
          </p:cNvSpPr>
          <p:nvPr/>
        </p:nvSpPr>
        <p:spPr bwMode="auto">
          <a:xfrm>
            <a:off x="4098925" y="1470025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4" name="Line 42"/>
          <p:cNvSpPr>
            <a:spLocks noChangeShapeType="1"/>
          </p:cNvSpPr>
          <p:nvPr/>
        </p:nvSpPr>
        <p:spPr bwMode="auto">
          <a:xfrm>
            <a:off x="4456113" y="1470025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5" name="Line 43"/>
          <p:cNvSpPr>
            <a:spLocks noChangeShapeType="1"/>
          </p:cNvSpPr>
          <p:nvPr/>
        </p:nvSpPr>
        <p:spPr bwMode="auto">
          <a:xfrm>
            <a:off x="4098925" y="1762125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6" name="Line 44"/>
          <p:cNvSpPr>
            <a:spLocks noChangeShapeType="1"/>
          </p:cNvSpPr>
          <p:nvPr/>
        </p:nvSpPr>
        <p:spPr bwMode="auto">
          <a:xfrm>
            <a:off x="4456113" y="1762125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77" name="Line 45"/>
          <p:cNvSpPr>
            <a:spLocks noChangeShapeType="1"/>
          </p:cNvSpPr>
          <p:nvPr/>
        </p:nvSpPr>
        <p:spPr bwMode="auto">
          <a:xfrm flipV="1">
            <a:off x="3649663" y="147002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78" name="Line 46"/>
          <p:cNvSpPr>
            <a:spLocks noChangeShapeType="1"/>
          </p:cNvSpPr>
          <p:nvPr/>
        </p:nvSpPr>
        <p:spPr bwMode="auto">
          <a:xfrm>
            <a:off x="4640263" y="146367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79" name="Line 47"/>
          <p:cNvSpPr>
            <a:spLocks noChangeShapeType="1"/>
          </p:cNvSpPr>
          <p:nvPr/>
        </p:nvSpPr>
        <p:spPr bwMode="auto">
          <a:xfrm>
            <a:off x="4640263" y="175577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80" name="Line 48"/>
          <p:cNvSpPr>
            <a:spLocks noChangeShapeType="1"/>
          </p:cNvSpPr>
          <p:nvPr/>
        </p:nvSpPr>
        <p:spPr bwMode="auto">
          <a:xfrm>
            <a:off x="3922713" y="2047875"/>
            <a:ext cx="0" cy="311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81" name="Line 49"/>
          <p:cNvSpPr>
            <a:spLocks noChangeShapeType="1"/>
          </p:cNvSpPr>
          <p:nvPr/>
        </p:nvSpPr>
        <p:spPr bwMode="auto">
          <a:xfrm>
            <a:off x="3922713" y="2352675"/>
            <a:ext cx="717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82" name="Line 50"/>
          <p:cNvSpPr>
            <a:spLocks noChangeShapeType="1"/>
          </p:cNvSpPr>
          <p:nvPr/>
        </p:nvSpPr>
        <p:spPr bwMode="auto">
          <a:xfrm flipV="1">
            <a:off x="4640263" y="2060575"/>
            <a:ext cx="0" cy="298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83" name="Line 51"/>
          <p:cNvSpPr>
            <a:spLocks noChangeShapeType="1"/>
          </p:cNvSpPr>
          <p:nvPr/>
        </p:nvSpPr>
        <p:spPr bwMode="auto">
          <a:xfrm>
            <a:off x="4098925" y="2054225"/>
            <a:ext cx="0" cy="2921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84" name="Line 52"/>
          <p:cNvSpPr>
            <a:spLocks noChangeShapeType="1"/>
          </p:cNvSpPr>
          <p:nvPr/>
        </p:nvSpPr>
        <p:spPr bwMode="auto">
          <a:xfrm>
            <a:off x="4456113" y="205422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85" name="Line 53"/>
          <p:cNvSpPr>
            <a:spLocks noChangeShapeType="1"/>
          </p:cNvSpPr>
          <p:nvPr/>
        </p:nvSpPr>
        <p:spPr bwMode="auto">
          <a:xfrm>
            <a:off x="2925763" y="2060575"/>
            <a:ext cx="1352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2086" name="Line 54"/>
          <p:cNvSpPr>
            <a:spLocks noChangeShapeType="1"/>
          </p:cNvSpPr>
          <p:nvPr/>
        </p:nvSpPr>
        <p:spPr bwMode="auto">
          <a:xfrm>
            <a:off x="2925763" y="1768475"/>
            <a:ext cx="717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2087" name="Rectangle 55"/>
          <p:cNvSpPr>
            <a:spLocks noChangeArrowheads="1"/>
          </p:cNvSpPr>
          <p:nvPr/>
        </p:nvSpPr>
        <p:spPr bwMode="auto">
          <a:xfrm>
            <a:off x="2684463" y="1260475"/>
            <a:ext cx="2165350" cy="1381125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013" name="Arc 56"/>
          <p:cNvSpPr>
            <a:spLocks/>
          </p:cNvSpPr>
          <p:nvPr/>
        </p:nvSpPr>
        <p:spPr bwMode="auto">
          <a:xfrm>
            <a:off x="3924300" y="2732088"/>
            <a:ext cx="371475" cy="723900"/>
          </a:xfrm>
          <a:custGeom>
            <a:avLst/>
            <a:gdLst>
              <a:gd name="T0" fmla="*/ 104585809 w 22139"/>
              <a:gd name="T1" fmla="*/ 203234791 h 43200"/>
              <a:gd name="T2" fmla="*/ 104585809 w 22139"/>
              <a:gd name="T3" fmla="*/ 32860 h 43200"/>
              <a:gd name="T4" fmla="*/ 102039546 w 22139"/>
              <a:gd name="T5" fmla="*/ 101633817 h 43200"/>
              <a:gd name="T6" fmla="*/ 0 60000 65536"/>
              <a:gd name="T7" fmla="*/ 0 60000 65536"/>
              <a:gd name="T8" fmla="*/ 0 60000 65536"/>
              <a:gd name="T9" fmla="*/ 0 w 22139"/>
              <a:gd name="T10" fmla="*/ 0 h 43200"/>
              <a:gd name="T11" fmla="*/ 22139 w 22139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39" h="43200" fill="none" extrusionOk="0">
                <a:moveTo>
                  <a:pt x="22139" y="43193"/>
                </a:moveTo>
                <a:cubicBezTo>
                  <a:pt x="21959" y="43197"/>
                  <a:pt x="21779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1779" y="-1"/>
                  <a:pt x="21959" y="2"/>
                  <a:pt x="22139" y="6"/>
                </a:cubicBezTo>
              </a:path>
              <a:path w="22139" h="43200" stroke="0" extrusionOk="0">
                <a:moveTo>
                  <a:pt x="22139" y="43193"/>
                </a:moveTo>
                <a:cubicBezTo>
                  <a:pt x="21959" y="43197"/>
                  <a:pt x="21779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1779" y="-1"/>
                  <a:pt x="21959" y="2"/>
                  <a:pt x="22139" y="6"/>
                </a:cubicBezTo>
                <a:lnTo>
                  <a:pt x="21600" y="21600"/>
                </a:lnTo>
                <a:lnTo>
                  <a:pt x="22139" y="43193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1014" name="Group 57"/>
          <p:cNvGrpSpPr>
            <a:grpSpLocks/>
          </p:cNvGrpSpPr>
          <p:nvPr/>
        </p:nvGrpSpPr>
        <p:grpSpPr bwMode="auto">
          <a:xfrm>
            <a:off x="2878138" y="2668588"/>
            <a:ext cx="782637" cy="881062"/>
            <a:chOff x="1058" y="1575"/>
            <a:chExt cx="493" cy="555"/>
          </a:xfrm>
        </p:grpSpPr>
        <p:sp>
          <p:nvSpPr>
            <p:cNvPr id="41054" name="Line 58"/>
            <p:cNvSpPr>
              <a:spLocks noChangeShapeType="1"/>
            </p:cNvSpPr>
            <p:nvPr/>
          </p:nvSpPr>
          <p:spPr bwMode="auto">
            <a:xfrm>
              <a:off x="1313" y="1575"/>
              <a:ext cx="0" cy="5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5" name="Line 59"/>
            <p:cNvSpPr>
              <a:spLocks noChangeShapeType="1"/>
            </p:cNvSpPr>
            <p:nvPr/>
          </p:nvSpPr>
          <p:spPr bwMode="auto">
            <a:xfrm>
              <a:off x="1058" y="1846"/>
              <a:ext cx="4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6" name="Oval 60"/>
            <p:cNvSpPr>
              <a:spLocks noChangeArrowheads="1"/>
            </p:cNvSpPr>
            <p:nvPr/>
          </p:nvSpPr>
          <p:spPr bwMode="auto">
            <a:xfrm>
              <a:off x="1201" y="1732"/>
              <a:ext cx="223" cy="22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057" name="Line 61"/>
            <p:cNvSpPr>
              <a:spLocks noChangeShapeType="1"/>
            </p:cNvSpPr>
            <p:nvPr/>
          </p:nvSpPr>
          <p:spPr bwMode="auto">
            <a:xfrm>
              <a:off x="1314" y="1616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8" name="Line 62"/>
            <p:cNvSpPr>
              <a:spLocks noChangeShapeType="1"/>
            </p:cNvSpPr>
            <p:nvPr/>
          </p:nvSpPr>
          <p:spPr bwMode="auto">
            <a:xfrm>
              <a:off x="1314" y="2072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9" name="Arc 63"/>
            <p:cNvSpPr>
              <a:spLocks/>
            </p:cNvSpPr>
            <p:nvPr/>
          </p:nvSpPr>
          <p:spPr bwMode="auto">
            <a:xfrm>
              <a:off x="1087" y="1615"/>
              <a:ext cx="234" cy="456"/>
            </a:xfrm>
            <a:custGeom>
              <a:avLst/>
              <a:gdLst>
                <a:gd name="T0" fmla="*/ 0 w 22139"/>
                <a:gd name="T1" fmla="*/ 0 h 43200"/>
                <a:gd name="T2" fmla="*/ 0 w 22139"/>
                <a:gd name="T3" fmla="*/ 0 h 43200"/>
                <a:gd name="T4" fmla="*/ 0 w 22139"/>
                <a:gd name="T5" fmla="*/ 0 h 43200"/>
                <a:gd name="T6" fmla="*/ 0 60000 65536"/>
                <a:gd name="T7" fmla="*/ 0 60000 65536"/>
                <a:gd name="T8" fmla="*/ 0 60000 65536"/>
                <a:gd name="T9" fmla="*/ 0 w 22139"/>
                <a:gd name="T10" fmla="*/ 0 h 43200"/>
                <a:gd name="T11" fmla="*/ 22139 w 2213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39" h="43200" fill="none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</a:path>
                <a:path w="22139" h="43200" stroke="0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  <a:lnTo>
                    <a:pt x="21600" y="21600"/>
                  </a:lnTo>
                  <a:lnTo>
                    <a:pt x="22139" y="4319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1015" name="Group 64"/>
          <p:cNvGrpSpPr>
            <a:grpSpLocks/>
          </p:cNvGrpSpPr>
          <p:nvPr/>
        </p:nvGrpSpPr>
        <p:grpSpPr bwMode="auto">
          <a:xfrm>
            <a:off x="3643313" y="2732088"/>
            <a:ext cx="1001712" cy="725487"/>
            <a:chOff x="1296" y="2238"/>
            <a:chExt cx="631" cy="457"/>
          </a:xfrm>
        </p:grpSpPr>
        <p:sp>
          <p:nvSpPr>
            <p:cNvPr id="41049" name="Oval 65"/>
            <p:cNvSpPr>
              <a:spLocks noChangeArrowheads="1"/>
            </p:cNvSpPr>
            <p:nvPr/>
          </p:nvSpPr>
          <p:spPr bwMode="auto">
            <a:xfrm>
              <a:off x="1585" y="2352"/>
              <a:ext cx="223" cy="22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1050" name="Line 66"/>
            <p:cNvSpPr>
              <a:spLocks noChangeShapeType="1"/>
            </p:cNvSpPr>
            <p:nvPr/>
          </p:nvSpPr>
          <p:spPr bwMode="auto">
            <a:xfrm>
              <a:off x="1296" y="2238"/>
              <a:ext cx="4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1" name="Line 67"/>
            <p:cNvSpPr>
              <a:spLocks noChangeShapeType="1"/>
            </p:cNvSpPr>
            <p:nvPr/>
          </p:nvSpPr>
          <p:spPr bwMode="auto">
            <a:xfrm>
              <a:off x="1296" y="2694"/>
              <a:ext cx="4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2" name="Arc 68"/>
            <p:cNvSpPr>
              <a:spLocks/>
            </p:cNvSpPr>
            <p:nvPr/>
          </p:nvSpPr>
          <p:spPr bwMode="auto">
            <a:xfrm flipH="1">
              <a:off x="1693" y="2239"/>
              <a:ext cx="234" cy="456"/>
            </a:xfrm>
            <a:custGeom>
              <a:avLst/>
              <a:gdLst>
                <a:gd name="T0" fmla="*/ 0 w 22139"/>
                <a:gd name="T1" fmla="*/ 0 h 43200"/>
                <a:gd name="T2" fmla="*/ 0 w 22139"/>
                <a:gd name="T3" fmla="*/ 0 h 43200"/>
                <a:gd name="T4" fmla="*/ 0 w 22139"/>
                <a:gd name="T5" fmla="*/ 0 h 43200"/>
                <a:gd name="T6" fmla="*/ 0 60000 65536"/>
                <a:gd name="T7" fmla="*/ 0 60000 65536"/>
                <a:gd name="T8" fmla="*/ 0 60000 65536"/>
                <a:gd name="T9" fmla="*/ 0 w 22139"/>
                <a:gd name="T10" fmla="*/ 0 h 43200"/>
                <a:gd name="T11" fmla="*/ 22139 w 2213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39" h="43200" fill="none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</a:path>
                <a:path w="22139" h="43200" stroke="0" extrusionOk="0">
                  <a:moveTo>
                    <a:pt x="22139" y="43193"/>
                  </a:moveTo>
                  <a:cubicBezTo>
                    <a:pt x="21959" y="43197"/>
                    <a:pt x="21779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779" y="-1"/>
                    <a:pt x="21959" y="2"/>
                    <a:pt x="22139" y="6"/>
                  </a:cubicBezTo>
                  <a:lnTo>
                    <a:pt x="21600" y="21600"/>
                  </a:lnTo>
                  <a:lnTo>
                    <a:pt x="22139" y="4319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053" name="Line 69"/>
            <p:cNvSpPr>
              <a:spLocks noChangeShapeType="1"/>
            </p:cNvSpPr>
            <p:nvPr/>
          </p:nvSpPr>
          <p:spPr bwMode="auto">
            <a:xfrm>
              <a:off x="1302" y="2238"/>
              <a:ext cx="0" cy="4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016" name="Line 70"/>
          <p:cNvSpPr>
            <a:spLocks noChangeShapeType="1"/>
          </p:cNvSpPr>
          <p:nvPr/>
        </p:nvSpPr>
        <p:spPr bwMode="auto">
          <a:xfrm>
            <a:off x="3560763" y="3100388"/>
            <a:ext cx="11763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017" name="Line 71"/>
          <p:cNvSpPr>
            <a:spLocks noChangeShapeType="1"/>
          </p:cNvSpPr>
          <p:nvPr/>
        </p:nvSpPr>
        <p:spPr bwMode="auto">
          <a:xfrm>
            <a:off x="4284663" y="2636838"/>
            <a:ext cx="0" cy="90011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1116013" y="446088"/>
            <a:ext cx="1071562" cy="1147762"/>
            <a:chOff x="3179" y="1296"/>
            <a:chExt cx="675" cy="723"/>
          </a:xfrm>
        </p:grpSpPr>
        <p:sp>
          <p:nvSpPr>
            <p:cNvPr id="41047" name="Text Box 73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1048" name="Object 74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8" name="位图图像" r:id="rId3" imgW="1333333" imgH="971686" progId="Paint.Picture">
                    <p:embed/>
                  </p:oleObj>
                </mc:Choice>
                <mc:Fallback>
                  <p:oleObj name="位图图像" r:id="rId3" imgW="1333333" imgH="971686" progId="Paint.Picture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5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1045" name="Text Box 76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1046" name="Object 77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9" name="位图图像" r:id="rId5" imgW="1162212" imgH="866896" progId="Paint.Picture">
                    <p:embed/>
                  </p:oleObj>
                </mc:Choice>
                <mc:Fallback>
                  <p:oleObj name="位图图像" r:id="rId5" imgW="1162212" imgH="866896" progId="Paint.Picture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78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1043" name="Text Box 79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1044" name="Object 80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0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81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1041" name="Object 82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1" name="位图图像" r:id="rId9" imgW="1809524" imgH="1267002" progId="Paint.Picture">
                    <p:embed/>
                  </p:oleObj>
                </mc:Choice>
                <mc:Fallback>
                  <p:oleObj name="位图图像" r:id="rId9" imgW="1809524" imgH="1267002" progId="Paint.Picture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42" name="Text Box 83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8" name="Group 84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1039" name="Object 85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2" name="位图图像" r:id="rId11" imgW="1047619" imgH="914286" progId="Paint.Picture">
                    <p:embed/>
                  </p:oleObj>
                </mc:Choice>
                <mc:Fallback>
                  <p:oleObj name="位图图像" r:id="rId11" imgW="1047619" imgH="914286" progId="Paint.Picture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40" name="Text Box 86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grpSp>
        <p:nvGrpSpPr>
          <p:cNvPr id="9" name="Group 87"/>
          <p:cNvGrpSpPr>
            <a:grpSpLocks/>
          </p:cNvGrpSpPr>
          <p:nvPr/>
        </p:nvGrpSpPr>
        <p:grpSpPr bwMode="auto">
          <a:xfrm>
            <a:off x="7832725" y="1144588"/>
            <a:ext cx="1311275" cy="1203325"/>
            <a:chOff x="0" y="3271"/>
            <a:chExt cx="826" cy="758"/>
          </a:xfrm>
        </p:grpSpPr>
        <p:graphicFrame>
          <p:nvGraphicFramePr>
            <p:cNvPr id="41037" name="Object 88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3" name="位图图像" r:id="rId13" imgW="1628571" imgH="1123810" progId="Paint.Picture">
                    <p:embed/>
                  </p:oleObj>
                </mc:Choice>
                <mc:Fallback>
                  <p:oleObj name="位图图像" r:id="rId13" imgW="1628571" imgH="1123810" progId="Paint.Picture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8" name="Text Box 89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10" name="Group 90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1035" name="Object 91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4" name="位图图像" r:id="rId15" imgW="1819529" imgH="1219370" progId="Paint.Picture">
                    <p:embed/>
                  </p:oleObj>
                </mc:Choice>
                <mc:Fallback>
                  <p:oleObj name="位图图像" r:id="rId15" imgW="1819529" imgH="1219370" progId="Paint.Picture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6" name="Text Box 92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11" name="Group 93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1033" name="Object 94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5" name="位图图像" r:id="rId17" imgW="581106" imgH="561905" progId="Paint.Picture">
                    <p:embed/>
                  </p:oleObj>
                </mc:Choice>
                <mc:Fallback>
                  <p:oleObj name="位图图像" r:id="rId17" imgW="581106" imgH="561905" progId="Paint.Picture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4" name="Text Box 95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2128" name="Line 96"/>
          <p:cNvSpPr>
            <a:spLocks noChangeShapeType="1"/>
          </p:cNvSpPr>
          <p:nvPr/>
        </p:nvSpPr>
        <p:spPr bwMode="auto">
          <a:xfrm>
            <a:off x="2236788" y="1004888"/>
            <a:ext cx="2913062" cy="5159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129" name="Line 97"/>
          <p:cNvSpPr>
            <a:spLocks noChangeShapeType="1"/>
          </p:cNvSpPr>
          <p:nvPr/>
        </p:nvSpPr>
        <p:spPr bwMode="auto">
          <a:xfrm flipV="1">
            <a:off x="1476375" y="1947863"/>
            <a:ext cx="3705225" cy="6175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130" name="Line 98"/>
          <p:cNvSpPr>
            <a:spLocks noChangeShapeType="1"/>
          </p:cNvSpPr>
          <p:nvPr/>
        </p:nvSpPr>
        <p:spPr bwMode="auto">
          <a:xfrm flipV="1">
            <a:off x="1116013" y="2243138"/>
            <a:ext cx="4043362" cy="11858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131" name="Text Box 99"/>
          <p:cNvSpPr txBox="1">
            <a:spLocks noChangeArrowheads="1"/>
          </p:cNvSpPr>
          <p:nvPr/>
        </p:nvSpPr>
        <p:spPr bwMode="auto">
          <a:xfrm>
            <a:off x="6043613" y="1579563"/>
            <a:ext cx="31003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由侧视图判断：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三层结构</a:t>
            </a:r>
          </a:p>
        </p:txBody>
      </p:sp>
      <p:sp>
        <p:nvSpPr>
          <p:cNvPr id="172132" name="Text Box 100"/>
          <p:cNvSpPr txBox="1">
            <a:spLocks noChangeArrowheads="1"/>
          </p:cNvSpPr>
          <p:nvPr/>
        </p:nvSpPr>
        <p:spPr bwMode="auto">
          <a:xfrm>
            <a:off x="1460500" y="2806700"/>
            <a:ext cx="7683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结合俯视图，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三层结构为</a:t>
            </a:r>
            <a:r>
              <a:rPr kumimoji="1" lang="zh-CN" altLang="en-US" sz="1800" b="1">
                <a:solidFill>
                  <a:srgbClr val="000000"/>
                </a:solidFill>
              </a:rPr>
              <a:t>：</a:t>
            </a:r>
            <a:endParaRPr kumimoji="1" lang="zh-CN" altLang="en-US" sz="1800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kumimoji="1"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kumimoji="1"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172133" name="Text Box 101"/>
          <p:cNvSpPr txBox="1">
            <a:spLocks noChangeArrowheads="1"/>
          </p:cNvSpPr>
          <p:nvPr/>
        </p:nvSpPr>
        <p:spPr bwMode="auto">
          <a:xfrm>
            <a:off x="1460500" y="3995738"/>
            <a:ext cx="7683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各</a:t>
            </a:r>
            <a:r>
              <a:rPr kumimoji="1" lang="zh-CN" altLang="en-US" sz="1800" b="1">
                <a:solidFill>
                  <a:srgbClr val="000000"/>
                </a:solidFill>
                <a:latin typeface="Arial" charset="0"/>
              </a:rPr>
              <a:t>层</a:t>
            </a: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还可能结构为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D</a:t>
            </a: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kumimoji="1"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E</a:t>
            </a:r>
            <a:r>
              <a:rPr kumimoji="1" lang="en-US" altLang="zh-CN" sz="1800" b="1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……</a:t>
            </a:r>
            <a:endParaRPr kumimoji="1" lang="en-US" altLang="zh-CN" sz="1800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1032" name="Text Box 10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1000"/>
                                        <p:tgtEl>
                                          <p:spTgt spid="172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1000"/>
                                        <p:tgtEl>
                                          <p:spTgt spid="172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7" dur="1000"/>
                                        <p:tgtEl>
                                          <p:spTgt spid="17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7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7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7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7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7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7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7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7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7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7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7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7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72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7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72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17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7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7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7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7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7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7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7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7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7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17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7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7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7" grpId="0" animBg="1"/>
      <p:bldP spid="172038" grpId="0" animBg="1"/>
      <p:bldP spid="172039" grpId="0" animBg="1"/>
      <p:bldP spid="172040" grpId="0" animBg="1"/>
      <p:bldP spid="172041" grpId="0" animBg="1"/>
      <p:bldP spid="172042" grpId="0" animBg="1"/>
      <p:bldP spid="172043" grpId="0" animBg="1"/>
      <p:bldP spid="172044" grpId="0" animBg="1"/>
      <p:bldP spid="172045" grpId="0" animBg="1"/>
      <p:bldP spid="172046" grpId="0" animBg="1"/>
      <p:bldP spid="172047" grpId="0" animBg="1"/>
      <p:bldP spid="172048" grpId="0" animBg="1"/>
      <p:bldP spid="172049" grpId="0" animBg="1"/>
      <p:bldP spid="172050" grpId="0" animBg="1"/>
      <p:bldP spid="172051" grpId="0" animBg="1"/>
      <p:bldP spid="172052" grpId="0" animBg="1"/>
      <p:bldP spid="172053" grpId="0" animBg="1"/>
      <p:bldP spid="172054" grpId="0" animBg="1"/>
      <p:bldP spid="172056" grpId="0" animBg="1"/>
      <p:bldP spid="172057" grpId="0" animBg="1"/>
      <p:bldP spid="172058" grpId="0" animBg="1"/>
      <p:bldP spid="172068" grpId="0" animBg="1"/>
      <p:bldP spid="172069" grpId="0" animBg="1"/>
      <p:bldP spid="172070" grpId="0" animBg="1"/>
      <p:bldP spid="172071" grpId="0" animBg="1"/>
      <p:bldP spid="172072" grpId="0" animBg="1"/>
      <p:bldP spid="172073" grpId="0" animBg="1"/>
      <p:bldP spid="172074" grpId="0" animBg="1"/>
      <p:bldP spid="172075" grpId="0" animBg="1"/>
      <p:bldP spid="172076" grpId="0" animBg="1"/>
      <p:bldP spid="172077" grpId="0" animBg="1"/>
      <p:bldP spid="172078" grpId="0" animBg="1"/>
      <p:bldP spid="172079" grpId="0" animBg="1"/>
      <p:bldP spid="172080" grpId="0" animBg="1"/>
      <p:bldP spid="172081" grpId="0" animBg="1"/>
      <p:bldP spid="172082" grpId="0" animBg="1"/>
      <p:bldP spid="172083" grpId="0" animBg="1"/>
      <p:bldP spid="172084" grpId="0" animBg="1"/>
      <p:bldP spid="172085" grpId="0" animBg="1"/>
      <p:bldP spid="172086" grpId="0" animBg="1"/>
      <p:bldP spid="172087" grpId="0" animBg="1"/>
      <p:bldP spid="172128" grpId="0" animBg="1"/>
      <p:bldP spid="172128" grpId="1" animBg="1"/>
      <p:bldP spid="172129" grpId="0" animBg="1"/>
      <p:bldP spid="172129" grpId="1" animBg="1"/>
      <p:bldP spid="172130" grpId="0" animBg="1"/>
      <p:bldP spid="172130" grpId="1" animBg="1"/>
      <p:bldP spid="172131" grpId="0"/>
      <p:bldP spid="172132" grpId="0"/>
      <p:bldP spid="1721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7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5" r="63583"/>
          <a:stretch>
            <a:fillRect/>
          </a:stretch>
        </p:blipFill>
        <p:spPr bwMode="auto">
          <a:xfrm>
            <a:off x="2195513" y="2652713"/>
            <a:ext cx="1135062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7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64"/>
          <a:stretch>
            <a:fillRect/>
          </a:stretch>
        </p:blipFill>
        <p:spPr bwMode="auto">
          <a:xfrm>
            <a:off x="7974013" y="2652713"/>
            <a:ext cx="1169987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7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30" r="12643"/>
          <a:stretch>
            <a:fillRect/>
          </a:stretch>
        </p:blipFill>
        <p:spPr bwMode="auto">
          <a:xfrm>
            <a:off x="6948488" y="2652713"/>
            <a:ext cx="1150937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7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79" r="24695"/>
          <a:stretch>
            <a:fillRect/>
          </a:stretch>
        </p:blipFill>
        <p:spPr bwMode="auto">
          <a:xfrm>
            <a:off x="5724525" y="2652713"/>
            <a:ext cx="1223963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76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9" r="37914"/>
          <a:stretch>
            <a:fillRect/>
          </a:stretch>
        </p:blipFill>
        <p:spPr bwMode="auto">
          <a:xfrm>
            <a:off x="4356100" y="2652713"/>
            <a:ext cx="1296988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77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92" r="50365"/>
          <a:stretch>
            <a:fillRect/>
          </a:stretch>
        </p:blipFill>
        <p:spPr bwMode="auto">
          <a:xfrm>
            <a:off x="3419475" y="2652713"/>
            <a:ext cx="1152525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579563"/>
            <a:ext cx="6192837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3" name="Text Box 5"/>
          <p:cNvSpPr txBox="1">
            <a:spLocks noChangeArrowheads="1"/>
          </p:cNvSpPr>
          <p:nvPr/>
        </p:nvSpPr>
        <p:spPr bwMode="auto">
          <a:xfrm>
            <a:off x="3492500" y="758825"/>
            <a:ext cx="5651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由侧视图：三层结构</a:t>
            </a:r>
          </a:p>
        </p:txBody>
      </p:sp>
      <p:sp>
        <p:nvSpPr>
          <p:cNvPr id="41994" name="Text Box 6"/>
          <p:cNvSpPr txBox="1">
            <a:spLocks noChangeArrowheads="1"/>
          </p:cNvSpPr>
          <p:nvPr/>
        </p:nvSpPr>
        <p:spPr bwMode="auto">
          <a:xfrm>
            <a:off x="3492500" y="1190625"/>
            <a:ext cx="5651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结合俯视图判断，各层结构的形状可能为：</a:t>
            </a: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3492500" y="2349500"/>
            <a:ext cx="5651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三层结构组合的方式可能为：</a:t>
            </a:r>
          </a:p>
        </p:txBody>
      </p:sp>
      <p:sp>
        <p:nvSpPr>
          <p:cNvPr id="41996" name="Text Box 2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1258888" y="1268413"/>
          <a:ext cx="56896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5" name="位图图像" r:id="rId3" imgW="4638095" imgH="4847619" progId="Paint.Picture">
                  <p:embed/>
                </p:oleObj>
              </mc:Choice>
              <mc:Fallback>
                <p:oleObj name="位图图像" r:id="rId3" imgW="4638095" imgH="484761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929" t="16563" r="4640" b="1970"/>
                      <a:stretch>
                        <a:fillRect/>
                      </a:stretch>
                    </p:blipFill>
                    <p:spPr bwMode="auto">
                      <a:xfrm>
                        <a:off x="1258888" y="1268413"/>
                        <a:ext cx="56896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1106488" y="446088"/>
            <a:ext cx="1071562" cy="1147762"/>
            <a:chOff x="3179" y="1296"/>
            <a:chExt cx="675" cy="723"/>
          </a:xfrm>
        </p:grpSpPr>
        <p:sp>
          <p:nvSpPr>
            <p:cNvPr id="43039" name="Text Box 4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3040" name="Object 5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6" name="位图图像" r:id="rId5" imgW="1333333" imgH="971686" progId="Paint.Picture">
                    <p:embed/>
                  </p:oleObj>
                </mc:Choice>
                <mc:Fallback>
                  <p:oleObj name="位图图像" r:id="rId5" imgW="1333333" imgH="971686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2" name="Group 9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3037" name="Text Box 10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3038" name="Object 11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7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13" name="Group 18"/>
          <p:cNvGrpSpPr>
            <a:grpSpLocks/>
          </p:cNvGrpSpPr>
          <p:nvPr/>
        </p:nvGrpSpPr>
        <p:grpSpPr bwMode="auto">
          <a:xfrm>
            <a:off x="7832725" y="1119188"/>
            <a:ext cx="1311275" cy="1203325"/>
            <a:chOff x="0" y="3271"/>
            <a:chExt cx="826" cy="758"/>
          </a:xfrm>
        </p:grpSpPr>
        <p:graphicFrame>
          <p:nvGraphicFramePr>
            <p:cNvPr id="43035" name="Object 19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8" name="位图图像" r:id="rId9" imgW="1628571" imgH="1123810" progId="Paint.Picture">
                    <p:embed/>
                  </p:oleObj>
                </mc:Choice>
                <mc:Fallback>
                  <p:oleObj name="位图图像" r:id="rId9" imgW="1628571" imgH="1123810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6" name="Text Box 20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43014" name="Group 21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3033" name="Object 22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9" name="位图图像" r:id="rId11" imgW="1819529" imgH="1219370" progId="Paint.Picture">
                    <p:embed/>
                  </p:oleObj>
                </mc:Choice>
                <mc:Fallback>
                  <p:oleObj name="位图图像" r:id="rId11" imgW="1819529" imgH="1219370" progId="Paint.Picture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4" name="Text Box 23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43015" name="Group 24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3031" name="Object 25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0" name="位图图像" r:id="rId13" imgW="581106" imgH="561905" progId="Paint.Picture">
                    <p:embed/>
                  </p:oleObj>
                </mc:Choice>
                <mc:Fallback>
                  <p:oleObj name="位图图像" r:id="rId13" imgW="581106" imgH="561905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Text Box 26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4107" name="Line 27"/>
          <p:cNvSpPr>
            <a:spLocks noChangeShapeType="1"/>
          </p:cNvSpPr>
          <p:nvPr/>
        </p:nvSpPr>
        <p:spPr bwMode="auto">
          <a:xfrm>
            <a:off x="2195513" y="1268413"/>
            <a:ext cx="1123950" cy="5381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08" name="Line 28"/>
          <p:cNvSpPr>
            <a:spLocks noChangeShapeType="1"/>
          </p:cNvSpPr>
          <p:nvPr/>
        </p:nvSpPr>
        <p:spPr bwMode="auto">
          <a:xfrm flipV="1">
            <a:off x="1331913" y="2349500"/>
            <a:ext cx="863600" cy="2159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09" name="Line 29"/>
          <p:cNvSpPr>
            <a:spLocks noChangeShapeType="1"/>
          </p:cNvSpPr>
          <p:nvPr/>
        </p:nvSpPr>
        <p:spPr bwMode="auto">
          <a:xfrm flipV="1">
            <a:off x="1116013" y="3036888"/>
            <a:ext cx="2324100" cy="6080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9" name="Rectangle 30"/>
          <p:cNvSpPr>
            <a:spLocks noChangeArrowheads="1"/>
          </p:cNvSpPr>
          <p:nvPr/>
        </p:nvSpPr>
        <p:spPr bwMode="auto">
          <a:xfrm>
            <a:off x="1157288" y="5961063"/>
            <a:ext cx="79867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i="1">
                <a:solidFill>
                  <a:srgbClr val="000000"/>
                </a:solidFill>
                <a:latin typeface="ISOCP" pitchFamily="2" charset="0"/>
              </a:rPr>
              <a:t>ABC</a:t>
            </a:r>
          </a:p>
        </p:txBody>
      </p:sp>
      <p:sp>
        <p:nvSpPr>
          <p:cNvPr id="43020" name="Text Box 32"/>
          <p:cNvSpPr txBox="1">
            <a:spLocks noChangeArrowheads="1"/>
          </p:cNvSpPr>
          <p:nvPr/>
        </p:nvSpPr>
        <p:spPr bwMode="auto">
          <a:xfrm>
            <a:off x="2484438" y="631825"/>
            <a:ext cx="665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ea typeface="黑体" pitchFamily="2" charset="-122"/>
              </a:rPr>
              <a:t>答案二</a:t>
            </a:r>
          </a:p>
        </p:txBody>
      </p:sp>
      <p:grpSp>
        <p:nvGrpSpPr>
          <p:cNvPr id="43021" name="Group 33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3029" name="Text Box 34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3030" name="Object 35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1" name="位图图像" r:id="rId15" imgW="1162212" imgH="866896" progId="Paint.Picture">
                    <p:embed/>
                  </p:oleObj>
                </mc:Choice>
                <mc:Fallback>
                  <p:oleObj name="位图图像" r:id="rId15" imgW="1162212" imgH="866896" progId="Paint.Picture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22" name="Group 36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3027" name="Object 37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2" name="位图图像" r:id="rId17" imgW="1809524" imgH="1267002" progId="Paint.Picture">
                    <p:embed/>
                  </p:oleObj>
                </mc:Choice>
                <mc:Fallback>
                  <p:oleObj name="位图图像" r:id="rId17" imgW="1809524" imgH="1267002" progId="Paint.Picture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8" name="Text Box 38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43023" name="Group 39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3025" name="Object 40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3" name="位图图像" r:id="rId19" imgW="1047619" imgH="914286" progId="Paint.Picture">
                    <p:embed/>
                  </p:oleObj>
                </mc:Choice>
                <mc:Fallback>
                  <p:oleObj name="位图图像" r:id="rId19" imgW="1047619" imgH="914286" progId="Paint.Picture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Text Box 41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sp>
        <p:nvSpPr>
          <p:cNvPr id="43024" name="Text Box 4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7" grpId="0" animBg="1"/>
      <p:bldP spid="174108" grpId="0" animBg="1"/>
      <p:bldP spid="17410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1331913" y="1268413"/>
          <a:ext cx="5616575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8" name="位图图像" r:id="rId3" imgW="4629796" imgH="4847619" progId="Paint.Picture">
                  <p:embed/>
                </p:oleObj>
              </mc:Choice>
              <mc:Fallback>
                <p:oleObj name="位图图像" r:id="rId3" imgW="4629796" imgH="484761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36" t="16542" r="4391" b="1971"/>
                      <a:stretch>
                        <a:fillRect/>
                      </a:stretch>
                    </p:blipFill>
                    <p:spPr bwMode="auto">
                      <a:xfrm>
                        <a:off x="1331913" y="1268413"/>
                        <a:ext cx="5616575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35" name="Group 3"/>
          <p:cNvGrpSpPr>
            <a:grpSpLocks/>
          </p:cNvGrpSpPr>
          <p:nvPr/>
        </p:nvGrpSpPr>
        <p:grpSpPr bwMode="auto">
          <a:xfrm>
            <a:off x="1116013" y="446088"/>
            <a:ext cx="1071562" cy="1147762"/>
            <a:chOff x="3179" y="1296"/>
            <a:chExt cx="675" cy="723"/>
          </a:xfrm>
        </p:grpSpPr>
        <p:sp>
          <p:nvSpPr>
            <p:cNvPr id="44062" name="Text Box 4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4063" name="Object 5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09" name="位图图像" r:id="rId5" imgW="1333333" imgH="971686" progId="Paint.Picture">
                    <p:embed/>
                  </p:oleObj>
                </mc:Choice>
                <mc:Fallback>
                  <p:oleObj name="位图图像" r:id="rId5" imgW="1333333" imgH="971686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36" name="Group 9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4060" name="Text Box 10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4061" name="Object 11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0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37" name="Group 18"/>
          <p:cNvGrpSpPr>
            <a:grpSpLocks/>
          </p:cNvGrpSpPr>
          <p:nvPr/>
        </p:nvGrpSpPr>
        <p:grpSpPr bwMode="auto">
          <a:xfrm>
            <a:off x="7832725" y="1119188"/>
            <a:ext cx="1311275" cy="1203325"/>
            <a:chOff x="0" y="3271"/>
            <a:chExt cx="826" cy="758"/>
          </a:xfrm>
        </p:grpSpPr>
        <p:graphicFrame>
          <p:nvGraphicFramePr>
            <p:cNvPr id="44058" name="Object 19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1" name="位图图像" r:id="rId9" imgW="1628571" imgH="1123810" progId="Paint.Picture">
                    <p:embed/>
                  </p:oleObj>
                </mc:Choice>
                <mc:Fallback>
                  <p:oleObj name="位图图像" r:id="rId9" imgW="1628571" imgH="1123810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9" name="Text Box 20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44038" name="Group 21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4056" name="Object 22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2" name="位图图像" r:id="rId11" imgW="1819529" imgH="1219370" progId="Paint.Picture">
                    <p:embed/>
                  </p:oleObj>
                </mc:Choice>
                <mc:Fallback>
                  <p:oleObj name="位图图像" r:id="rId11" imgW="1819529" imgH="1219370" progId="Paint.Picture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7" name="Text Box 23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44039" name="Group 24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4054" name="Object 25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3" name="位图图像" r:id="rId13" imgW="581106" imgH="561905" progId="Paint.Picture">
                    <p:embed/>
                  </p:oleObj>
                </mc:Choice>
                <mc:Fallback>
                  <p:oleObj name="位图图像" r:id="rId13" imgW="581106" imgH="561905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5" name="Text Box 26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5131" name="Line 27"/>
          <p:cNvSpPr>
            <a:spLocks noChangeShapeType="1"/>
          </p:cNvSpPr>
          <p:nvPr/>
        </p:nvSpPr>
        <p:spPr bwMode="auto">
          <a:xfrm>
            <a:off x="2187575" y="1268413"/>
            <a:ext cx="1131888" cy="5381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32" name="Line 28"/>
          <p:cNvSpPr>
            <a:spLocks noChangeShapeType="1"/>
          </p:cNvSpPr>
          <p:nvPr/>
        </p:nvSpPr>
        <p:spPr bwMode="auto">
          <a:xfrm>
            <a:off x="1476375" y="2492375"/>
            <a:ext cx="503238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33" name="Line 29"/>
          <p:cNvSpPr>
            <a:spLocks noChangeShapeType="1"/>
          </p:cNvSpPr>
          <p:nvPr/>
        </p:nvSpPr>
        <p:spPr bwMode="auto">
          <a:xfrm flipV="1">
            <a:off x="1116013" y="2405063"/>
            <a:ext cx="2336800" cy="123983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4043" name="Group 32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4052" name="Text Box 33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4053" name="Object 34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4" name="位图图像" r:id="rId15" imgW="1162212" imgH="866896" progId="Paint.Picture">
                    <p:embed/>
                  </p:oleObj>
                </mc:Choice>
                <mc:Fallback>
                  <p:oleObj name="位图图像" r:id="rId15" imgW="1162212" imgH="866896" progId="Paint.Picture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044" name="Group 35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4050" name="Object 36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5" name="位图图像" r:id="rId17" imgW="1809524" imgH="1267002" progId="Paint.Picture">
                    <p:embed/>
                  </p:oleObj>
                </mc:Choice>
                <mc:Fallback>
                  <p:oleObj name="位图图像" r:id="rId17" imgW="1809524" imgH="1267002" progId="Paint.Picture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1" name="Text Box 37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44045" name="Group 38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4048" name="Object 39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6" name="位图图像" r:id="rId19" imgW="1047619" imgH="914286" progId="Paint.Picture">
                    <p:embed/>
                  </p:oleObj>
                </mc:Choice>
                <mc:Fallback>
                  <p:oleObj name="位图图像" r:id="rId19" imgW="1047619" imgH="914286" progId="Paint.Picture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9" name="Text Box 40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sp>
        <p:nvSpPr>
          <p:cNvPr id="44046" name="Text Box 45"/>
          <p:cNvSpPr txBox="1">
            <a:spLocks noChangeArrowheads="1"/>
          </p:cNvSpPr>
          <p:nvPr/>
        </p:nvSpPr>
        <p:spPr bwMode="auto">
          <a:xfrm>
            <a:off x="2484438" y="631825"/>
            <a:ext cx="665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ea typeface="黑体" pitchFamily="2" charset="-122"/>
              </a:rPr>
              <a:t>答案三</a:t>
            </a:r>
          </a:p>
        </p:txBody>
      </p:sp>
      <p:sp>
        <p:nvSpPr>
          <p:cNvPr id="44047" name="Text Box 4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31" grpId="0" animBg="1"/>
      <p:bldP spid="175132" grpId="0" animBg="1"/>
      <p:bldP spid="1751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331913" y="1268413"/>
          <a:ext cx="5616575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2" name="位图图像" r:id="rId3" imgW="4638095" imgH="4839375" progId="Paint.Picture">
                  <p:embed/>
                </p:oleObj>
              </mc:Choice>
              <mc:Fallback>
                <p:oleObj name="位图图像" r:id="rId3" imgW="4638095" imgH="483937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131" t="16112" r="4541" b="2176"/>
                      <a:stretch>
                        <a:fillRect/>
                      </a:stretch>
                    </p:blipFill>
                    <p:spPr bwMode="auto">
                      <a:xfrm>
                        <a:off x="1331913" y="1268413"/>
                        <a:ext cx="5616575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59" name="Group 3"/>
          <p:cNvGrpSpPr>
            <a:grpSpLocks/>
          </p:cNvGrpSpPr>
          <p:nvPr/>
        </p:nvGrpSpPr>
        <p:grpSpPr bwMode="auto">
          <a:xfrm>
            <a:off x="1116013" y="446088"/>
            <a:ext cx="1071562" cy="1147762"/>
            <a:chOff x="3179" y="1296"/>
            <a:chExt cx="675" cy="723"/>
          </a:xfrm>
        </p:grpSpPr>
        <p:sp>
          <p:nvSpPr>
            <p:cNvPr id="45086" name="Text Box 4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5087" name="Object 5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3" name="位图图像" r:id="rId5" imgW="1333333" imgH="971686" progId="Paint.Picture">
                    <p:embed/>
                  </p:oleObj>
                </mc:Choice>
                <mc:Fallback>
                  <p:oleObj name="位图图像" r:id="rId5" imgW="1333333" imgH="971686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0" name="Group 9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5084" name="Text Box 10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5085" name="Object 11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4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1" name="Group 18"/>
          <p:cNvGrpSpPr>
            <a:grpSpLocks/>
          </p:cNvGrpSpPr>
          <p:nvPr/>
        </p:nvGrpSpPr>
        <p:grpSpPr bwMode="auto">
          <a:xfrm>
            <a:off x="7832725" y="1119188"/>
            <a:ext cx="1311275" cy="1203325"/>
            <a:chOff x="0" y="3271"/>
            <a:chExt cx="826" cy="758"/>
          </a:xfrm>
        </p:grpSpPr>
        <p:graphicFrame>
          <p:nvGraphicFramePr>
            <p:cNvPr id="45082" name="Object 19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5" name="位图图像" r:id="rId9" imgW="1628571" imgH="1123810" progId="Paint.Picture">
                    <p:embed/>
                  </p:oleObj>
                </mc:Choice>
                <mc:Fallback>
                  <p:oleObj name="位图图像" r:id="rId9" imgW="1628571" imgH="1123810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3" name="Text Box 20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45062" name="Group 21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5080" name="Object 22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6" name="位图图像" r:id="rId11" imgW="1819529" imgH="1219370" progId="Paint.Picture">
                    <p:embed/>
                  </p:oleObj>
                </mc:Choice>
                <mc:Fallback>
                  <p:oleObj name="位图图像" r:id="rId11" imgW="1819529" imgH="1219370" progId="Paint.Picture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1" name="Text Box 23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45063" name="Group 24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5078" name="Object 25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7" name="位图图像" r:id="rId13" imgW="581106" imgH="561905" progId="Paint.Picture">
                    <p:embed/>
                  </p:oleObj>
                </mc:Choice>
                <mc:Fallback>
                  <p:oleObj name="位图图像" r:id="rId13" imgW="581106" imgH="561905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9" name="Text Box 26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6155" name="Line 27"/>
          <p:cNvSpPr>
            <a:spLocks noChangeShapeType="1"/>
          </p:cNvSpPr>
          <p:nvPr/>
        </p:nvSpPr>
        <p:spPr bwMode="auto">
          <a:xfrm>
            <a:off x="2187575" y="1260475"/>
            <a:ext cx="1131888" cy="5461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 flipH="1">
            <a:off x="3090863" y="1001713"/>
            <a:ext cx="4551362" cy="1371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57" name="Line 29"/>
          <p:cNvSpPr>
            <a:spLocks noChangeShapeType="1"/>
          </p:cNvSpPr>
          <p:nvPr/>
        </p:nvSpPr>
        <p:spPr bwMode="auto">
          <a:xfrm flipV="1">
            <a:off x="1116013" y="3036888"/>
            <a:ext cx="2324100" cy="6080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5067" name="Group 32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5076" name="Text Box 33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5077" name="Object 34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8" name="位图图像" r:id="rId15" imgW="1162212" imgH="866896" progId="Paint.Picture">
                    <p:embed/>
                  </p:oleObj>
                </mc:Choice>
                <mc:Fallback>
                  <p:oleObj name="位图图像" r:id="rId15" imgW="1162212" imgH="866896" progId="Paint.Picture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8" name="Group 35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5074" name="Object 36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39" name="位图图像" r:id="rId17" imgW="1809524" imgH="1267002" progId="Paint.Picture">
                    <p:embed/>
                  </p:oleObj>
                </mc:Choice>
                <mc:Fallback>
                  <p:oleObj name="位图图像" r:id="rId17" imgW="1809524" imgH="1267002" progId="Paint.Picture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5" name="Text Box 37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45069" name="Group 38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5072" name="Object 39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40" name="位图图像" r:id="rId19" imgW="1047619" imgH="914286" progId="Paint.Picture">
                    <p:embed/>
                  </p:oleObj>
                </mc:Choice>
                <mc:Fallback>
                  <p:oleObj name="位图图像" r:id="rId19" imgW="1047619" imgH="914286" progId="Paint.Picture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3" name="Text Box 40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sp>
        <p:nvSpPr>
          <p:cNvPr id="45070" name="Text Box 45"/>
          <p:cNvSpPr txBox="1">
            <a:spLocks noChangeArrowheads="1"/>
          </p:cNvSpPr>
          <p:nvPr/>
        </p:nvSpPr>
        <p:spPr bwMode="auto">
          <a:xfrm>
            <a:off x="2484438" y="631825"/>
            <a:ext cx="665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ea typeface="黑体" pitchFamily="2" charset="-122"/>
              </a:rPr>
              <a:t>答案四</a:t>
            </a:r>
          </a:p>
        </p:txBody>
      </p:sp>
      <p:sp>
        <p:nvSpPr>
          <p:cNvPr id="45071" name="Text Box 4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55" grpId="0" animBg="1"/>
      <p:bldP spid="176156" grpId="0" animBg="1"/>
      <p:bldP spid="17615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1" t="16112" r="4541" b="2176"/>
          <a:stretch>
            <a:fillRect/>
          </a:stretch>
        </p:blipFill>
        <p:spPr bwMode="auto">
          <a:xfrm>
            <a:off x="1331913" y="1268413"/>
            <a:ext cx="561657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331913" y="1341438"/>
          <a:ext cx="5616575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7" name="位图图像" r:id="rId4" imgW="4619048" imgH="4839375" progId="Paint.Picture">
                  <p:embed/>
                </p:oleObj>
              </mc:Choice>
              <mc:Fallback>
                <p:oleObj name="位图图像" r:id="rId4" imgW="4619048" imgH="483937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34" t="17464" r="4350" b="1976"/>
                      <a:stretch>
                        <a:fillRect/>
                      </a:stretch>
                    </p:blipFill>
                    <p:spPr bwMode="auto">
                      <a:xfrm>
                        <a:off x="1331913" y="1341438"/>
                        <a:ext cx="5616575" cy="511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4" name="Group 4"/>
          <p:cNvGrpSpPr>
            <a:grpSpLocks/>
          </p:cNvGrpSpPr>
          <p:nvPr/>
        </p:nvGrpSpPr>
        <p:grpSpPr bwMode="auto">
          <a:xfrm>
            <a:off x="1116013" y="427038"/>
            <a:ext cx="1071562" cy="1147762"/>
            <a:chOff x="3179" y="1296"/>
            <a:chExt cx="675" cy="723"/>
          </a:xfrm>
        </p:grpSpPr>
        <p:sp>
          <p:nvSpPr>
            <p:cNvPr id="46111" name="Text Box 5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6112" name="Object 6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58" name="位图图像" r:id="rId6" imgW="1333333" imgH="971686" progId="Paint.Picture">
                    <p:embed/>
                  </p:oleObj>
                </mc:Choice>
                <mc:Fallback>
                  <p:oleObj name="位图图像" r:id="rId6" imgW="1333333" imgH="971686" progId="Paint.Picture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85" name="Group 10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6109" name="Text Box 11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6110" name="Object 12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59" name="位图图像" r:id="rId8" imgW="1190476" imgH="876190" progId="Paint.Picture">
                    <p:embed/>
                  </p:oleObj>
                </mc:Choice>
                <mc:Fallback>
                  <p:oleObj name="位图图像" r:id="rId8" imgW="1190476" imgH="876190" progId="Paint.Picture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86" name="Group 19"/>
          <p:cNvGrpSpPr>
            <a:grpSpLocks/>
          </p:cNvGrpSpPr>
          <p:nvPr/>
        </p:nvGrpSpPr>
        <p:grpSpPr bwMode="auto">
          <a:xfrm>
            <a:off x="7832725" y="1119188"/>
            <a:ext cx="1311275" cy="1203325"/>
            <a:chOff x="0" y="3271"/>
            <a:chExt cx="826" cy="758"/>
          </a:xfrm>
        </p:grpSpPr>
        <p:graphicFrame>
          <p:nvGraphicFramePr>
            <p:cNvPr id="46107" name="Object 20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60" name="位图图像" r:id="rId10" imgW="1628571" imgH="1123810" progId="Paint.Picture">
                    <p:embed/>
                  </p:oleObj>
                </mc:Choice>
                <mc:Fallback>
                  <p:oleObj name="位图图像" r:id="rId10" imgW="1628571" imgH="1123810" progId="Paint.Picture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8" name="Text Box 21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46087" name="Group 22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6105" name="Object 23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61" name="位图图像" r:id="rId12" imgW="1819529" imgH="1219370" progId="Paint.Picture">
                    <p:embed/>
                  </p:oleObj>
                </mc:Choice>
                <mc:Fallback>
                  <p:oleObj name="位图图像" r:id="rId12" imgW="1819529" imgH="1219370" progId="Paint.Picture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6" name="Text Box 24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46088" name="Group 25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6103" name="Object 26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62" name="位图图像" r:id="rId14" imgW="581106" imgH="561905" progId="Paint.Picture">
                    <p:embed/>
                  </p:oleObj>
                </mc:Choice>
                <mc:Fallback>
                  <p:oleObj name="位图图像" r:id="rId14" imgW="581106" imgH="561905" progId="Paint.Picture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4" name="Text Box 27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7180" name="Line 28"/>
          <p:cNvSpPr>
            <a:spLocks noChangeShapeType="1"/>
          </p:cNvSpPr>
          <p:nvPr/>
        </p:nvSpPr>
        <p:spPr bwMode="auto">
          <a:xfrm flipH="1">
            <a:off x="3079750" y="1001713"/>
            <a:ext cx="4562475" cy="20240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81" name="Line 29"/>
          <p:cNvSpPr>
            <a:spLocks noChangeShapeType="1"/>
          </p:cNvSpPr>
          <p:nvPr/>
        </p:nvSpPr>
        <p:spPr bwMode="auto">
          <a:xfrm flipV="1">
            <a:off x="1116013" y="2384425"/>
            <a:ext cx="2335212" cy="12604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82" name="Line 30"/>
          <p:cNvSpPr>
            <a:spLocks noChangeShapeType="1"/>
          </p:cNvSpPr>
          <p:nvPr/>
        </p:nvSpPr>
        <p:spPr bwMode="auto">
          <a:xfrm>
            <a:off x="2187575" y="1260475"/>
            <a:ext cx="1131888" cy="5461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6092" name="Group 33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6101" name="Text Box 34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6102" name="Object 35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63" name="位图图像" r:id="rId16" imgW="1162212" imgH="866896" progId="Paint.Picture">
                    <p:embed/>
                  </p:oleObj>
                </mc:Choice>
                <mc:Fallback>
                  <p:oleObj name="位图图像" r:id="rId16" imgW="1162212" imgH="866896" progId="Paint.Picture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093" name="Group 36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6099" name="Object 37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64" name="位图图像" r:id="rId18" imgW="1809524" imgH="1267002" progId="Paint.Picture">
                    <p:embed/>
                  </p:oleObj>
                </mc:Choice>
                <mc:Fallback>
                  <p:oleObj name="位图图像" r:id="rId18" imgW="1809524" imgH="1267002" progId="Paint.Picture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0" name="Text Box 38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46094" name="Group 39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6097" name="Object 40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65" name="位图图像" r:id="rId20" imgW="1047619" imgH="914286" progId="Paint.Picture">
                    <p:embed/>
                  </p:oleObj>
                </mc:Choice>
                <mc:Fallback>
                  <p:oleObj name="位图图像" r:id="rId20" imgW="1047619" imgH="914286" progId="Paint.Picture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8" name="Text Box 41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sp>
        <p:nvSpPr>
          <p:cNvPr id="46095" name="Text Box 46"/>
          <p:cNvSpPr txBox="1">
            <a:spLocks noChangeArrowheads="1"/>
          </p:cNvSpPr>
          <p:nvPr/>
        </p:nvSpPr>
        <p:spPr bwMode="auto">
          <a:xfrm>
            <a:off x="2484438" y="631825"/>
            <a:ext cx="665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ea typeface="黑体" pitchFamily="2" charset="-122"/>
              </a:rPr>
              <a:t>答案五</a:t>
            </a:r>
          </a:p>
        </p:txBody>
      </p:sp>
      <p:sp>
        <p:nvSpPr>
          <p:cNvPr id="46096" name="Text Box 47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0" grpId="0" animBg="1"/>
      <p:bldP spid="177181" grpId="0" animBg="1"/>
      <p:bldP spid="17718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1331913" y="1341438"/>
          <a:ext cx="5616575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1" name="位图图像" r:id="rId3" imgW="4619048" imgH="4847619" progId="Paint.Picture">
                  <p:embed/>
                </p:oleObj>
              </mc:Choice>
              <mc:Fallback>
                <p:oleObj name="位图图像" r:id="rId3" imgW="4619048" imgH="4847619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39" t="17725" r="4225" b="1775"/>
                      <a:stretch>
                        <a:fillRect/>
                      </a:stretch>
                    </p:blipFill>
                    <p:spPr bwMode="auto">
                      <a:xfrm>
                        <a:off x="1331913" y="1341438"/>
                        <a:ext cx="5616575" cy="511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07" name="Group 3"/>
          <p:cNvGrpSpPr>
            <a:grpSpLocks/>
          </p:cNvGrpSpPr>
          <p:nvPr/>
        </p:nvGrpSpPr>
        <p:grpSpPr bwMode="auto">
          <a:xfrm>
            <a:off x="1098550" y="449263"/>
            <a:ext cx="1071563" cy="1147762"/>
            <a:chOff x="3179" y="1296"/>
            <a:chExt cx="675" cy="723"/>
          </a:xfrm>
        </p:grpSpPr>
        <p:sp>
          <p:nvSpPr>
            <p:cNvPr id="47135" name="Text Box 4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7136" name="Object 5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2" name="位图图像" r:id="rId5" imgW="1333333" imgH="971686" progId="Paint.Picture">
                    <p:embed/>
                  </p:oleObj>
                </mc:Choice>
                <mc:Fallback>
                  <p:oleObj name="位图图像" r:id="rId5" imgW="1333333" imgH="971686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8" name="Group 9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7133" name="Text Box 10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7134" name="Object 11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3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09" name="Group 18"/>
          <p:cNvGrpSpPr>
            <a:grpSpLocks/>
          </p:cNvGrpSpPr>
          <p:nvPr/>
        </p:nvGrpSpPr>
        <p:grpSpPr bwMode="auto">
          <a:xfrm>
            <a:off x="7832725" y="1119188"/>
            <a:ext cx="1311275" cy="1203325"/>
            <a:chOff x="0" y="3271"/>
            <a:chExt cx="826" cy="758"/>
          </a:xfrm>
        </p:grpSpPr>
        <p:graphicFrame>
          <p:nvGraphicFramePr>
            <p:cNvPr id="47131" name="Object 19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4" name="位图图像" r:id="rId9" imgW="1628571" imgH="1123810" progId="Paint.Picture">
                    <p:embed/>
                  </p:oleObj>
                </mc:Choice>
                <mc:Fallback>
                  <p:oleObj name="位图图像" r:id="rId9" imgW="1628571" imgH="1123810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2" name="Text Box 20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47110" name="Group 21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7129" name="Object 22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5" name="位图图像" r:id="rId11" imgW="1819529" imgH="1219370" progId="Paint.Picture">
                    <p:embed/>
                  </p:oleObj>
                </mc:Choice>
                <mc:Fallback>
                  <p:oleObj name="位图图像" r:id="rId11" imgW="1819529" imgH="1219370" progId="Paint.Picture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0" name="Text Box 23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47111" name="Group 24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7127" name="Object 25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6" name="位图图像" r:id="rId13" imgW="581106" imgH="561905" progId="Paint.Picture">
                    <p:embed/>
                  </p:oleObj>
                </mc:Choice>
                <mc:Fallback>
                  <p:oleObj name="位图图像" r:id="rId13" imgW="581106" imgH="561905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8" name="Text Box 26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8203" name="Line 27"/>
          <p:cNvSpPr>
            <a:spLocks noChangeShapeType="1"/>
          </p:cNvSpPr>
          <p:nvPr/>
        </p:nvSpPr>
        <p:spPr bwMode="auto">
          <a:xfrm>
            <a:off x="2170113" y="1260475"/>
            <a:ext cx="1149350" cy="5461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204" name="Line 28"/>
          <p:cNvSpPr>
            <a:spLocks noChangeShapeType="1"/>
          </p:cNvSpPr>
          <p:nvPr/>
        </p:nvSpPr>
        <p:spPr bwMode="auto">
          <a:xfrm flipH="1">
            <a:off x="3090863" y="1001713"/>
            <a:ext cx="4551362" cy="1371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205" name="Line 29"/>
          <p:cNvSpPr>
            <a:spLocks noChangeShapeType="1"/>
          </p:cNvSpPr>
          <p:nvPr/>
        </p:nvSpPr>
        <p:spPr bwMode="auto">
          <a:xfrm flipH="1">
            <a:off x="3135313" y="2886075"/>
            <a:ext cx="4745037" cy="95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206" name="Line 30"/>
          <p:cNvSpPr>
            <a:spLocks noChangeShapeType="1"/>
          </p:cNvSpPr>
          <p:nvPr/>
        </p:nvSpPr>
        <p:spPr bwMode="auto">
          <a:xfrm flipH="1" flipV="1">
            <a:off x="4070350" y="3057525"/>
            <a:ext cx="4025900" cy="7080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116" name="Group 33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7125" name="Text Box 34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7126" name="Object 35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7" name="位图图像" r:id="rId15" imgW="1162212" imgH="866896" progId="Paint.Picture">
                    <p:embed/>
                  </p:oleObj>
                </mc:Choice>
                <mc:Fallback>
                  <p:oleObj name="位图图像" r:id="rId15" imgW="1162212" imgH="866896" progId="Paint.Picture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17" name="Group 36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7123" name="Object 37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8" name="位图图像" r:id="rId17" imgW="1809524" imgH="1267002" progId="Paint.Picture">
                    <p:embed/>
                  </p:oleObj>
                </mc:Choice>
                <mc:Fallback>
                  <p:oleObj name="位图图像" r:id="rId17" imgW="1809524" imgH="1267002" progId="Paint.Picture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4" name="Text Box 38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47118" name="Group 39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7121" name="Object 40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9" name="位图图像" r:id="rId19" imgW="1047619" imgH="914286" progId="Paint.Picture">
                    <p:embed/>
                  </p:oleObj>
                </mc:Choice>
                <mc:Fallback>
                  <p:oleObj name="位图图像" r:id="rId19" imgW="1047619" imgH="914286" progId="Paint.Picture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2" name="Text Box 41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sp>
        <p:nvSpPr>
          <p:cNvPr id="47119" name="Text Box 46"/>
          <p:cNvSpPr txBox="1">
            <a:spLocks noChangeArrowheads="1"/>
          </p:cNvSpPr>
          <p:nvPr/>
        </p:nvSpPr>
        <p:spPr bwMode="auto">
          <a:xfrm>
            <a:off x="2484438" y="631825"/>
            <a:ext cx="665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ea typeface="黑体" pitchFamily="2" charset="-122"/>
              </a:rPr>
              <a:t>答案六</a:t>
            </a:r>
          </a:p>
        </p:txBody>
      </p:sp>
      <p:sp>
        <p:nvSpPr>
          <p:cNvPr id="47120" name="Text Box 47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7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03" grpId="0" animBg="1"/>
      <p:bldP spid="178204" grpId="0" animBg="1"/>
      <p:bldP spid="178205" grpId="0" animBg="1"/>
      <p:bldP spid="17820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1331913" y="1268413"/>
          <a:ext cx="5616575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9" name="位图图像" r:id="rId3" imgW="4580952" imgH="4839375" progId="Paint.Picture">
                  <p:embed/>
                </p:oleObj>
              </mc:Choice>
              <mc:Fallback>
                <p:oleObj name="位图图像" r:id="rId3" imgW="4580952" imgH="483937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946" t="16467" r="3947" b="2167"/>
                      <a:stretch>
                        <a:fillRect/>
                      </a:stretch>
                    </p:blipFill>
                    <p:spPr bwMode="auto">
                      <a:xfrm>
                        <a:off x="1331913" y="1268413"/>
                        <a:ext cx="5616575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2409825" y="5584825"/>
            <a:ext cx="88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600" b="1" i="1" baseline="-10000">
                <a:solidFill>
                  <a:srgbClr val="FF0000"/>
                </a:solidFill>
                <a:latin typeface="ISOCPEUR" pitchFamily="34" charset="0"/>
              </a:rPr>
              <a:t>? </a:t>
            </a:r>
          </a:p>
        </p:txBody>
      </p:sp>
      <p:grpSp>
        <p:nvGrpSpPr>
          <p:cNvPr id="48132" name="Group 4"/>
          <p:cNvGrpSpPr>
            <a:grpSpLocks/>
          </p:cNvGrpSpPr>
          <p:nvPr/>
        </p:nvGrpSpPr>
        <p:grpSpPr bwMode="auto">
          <a:xfrm>
            <a:off x="1106488" y="446088"/>
            <a:ext cx="1071562" cy="1147762"/>
            <a:chOff x="3179" y="1296"/>
            <a:chExt cx="675" cy="723"/>
          </a:xfrm>
        </p:grpSpPr>
        <p:sp>
          <p:nvSpPr>
            <p:cNvPr id="48163" name="Text Box 5"/>
            <p:cNvSpPr txBox="1">
              <a:spLocks noChangeArrowheads="1"/>
            </p:cNvSpPr>
            <p:nvPr/>
          </p:nvSpPr>
          <p:spPr bwMode="auto">
            <a:xfrm>
              <a:off x="3481" y="1296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A</a:t>
              </a:r>
            </a:p>
          </p:txBody>
        </p:sp>
        <p:graphicFrame>
          <p:nvGraphicFramePr>
            <p:cNvPr id="48164" name="Object 6"/>
            <p:cNvGraphicFramePr>
              <a:graphicFrameLocks noChangeAspect="1"/>
            </p:cNvGraphicFramePr>
            <p:nvPr/>
          </p:nvGraphicFramePr>
          <p:xfrm>
            <a:off x="3179" y="1529"/>
            <a:ext cx="675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0" name="位图图像" r:id="rId5" imgW="1333333" imgH="971686" progId="Paint.Picture">
                    <p:embed/>
                  </p:oleObj>
                </mc:Choice>
                <mc:Fallback>
                  <p:oleObj name="位图图像" r:id="rId5" imgW="1333333" imgH="971686" progId="Paint.Picture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1529"/>
                          <a:ext cx="675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33" name="Group 10"/>
          <p:cNvGrpSpPr>
            <a:grpSpLocks/>
          </p:cNvGrpSpPr>
          <p:nvPr/>
        </p:nvGrpSpPr>
        <p:grpSpPr bwMode="auto">
          <a:xfrm>
            <a:off x="7945438" y="2281238"/>
            <a:ext cx="958850" cy="1052512"/>
            <a:chOff x="1973" y="3657"/>
            <a:chExt cx="604" cy="663"/>
          </a:xfrm>
        </p:grpSpPr>
        <p:sp>
          <p:nvSpPr>
            <p:cNvPr id="48161" name="Text Box 11"/>
            <p:cNvSpPr txBox="1">
              <a:spLocks noChangeArrowheads="1"/>
            </p:cNvSpPr>
            <p:nvPr/>
          </p:nvSpPr>
          <p:spPr bwMode="auto">
            <a:xfrm>
              <a:off x="2174" y="365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G</a:t>
              </a:r>
            </a:p>
          </p:txBody>
        </p:sp>
        <p:graphicFrame>
          <p:nvGraphicFramePr>
            <p:cNvPr id="48162" name="Object 12"/>
            <p:cNvGraphicFramePr>
              <a:graphicFrameLocks noChangeAspect="1"/>
            </p:cNvGraphicFramePr>
            <p:nvPr/>
          </p:nvGraphicFramePr>
          <p:xfrm>
            <a:off x="1973" y="3875"/>
            <a:ext cx="604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1" name="位图图像" r:id="rId7" imgW="1190476" imgH="876190" progId="Paint.Picture">
                    <p:embed/>
                  </p:oleObj>
                </mc:Choice>
                <mc:Fallback>
                  <p:oleObj name="位图图像" r:id="rId7" imgW="1190476" imgH="876190" progId="Paint.Picture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3875"/>
                          <a:ext cx="604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34" name="Group 19"/>
          <p:cNvGrpSpPr>
            <a:grpSpLocks/>
          </p:cNvGrpSpPr>
          <p:nvPr/>
        </p:nvGrpSpPr>
        <p:grpSpPr bwMode="auto">
          <a:xfrm>
            <a:off x="7832725" y="1144588"/>
            <a:ext cx="1311275" cy="1203325"/>
            <a:chOff x="0" y="3271"/>
            <a:chExt cx="826" cy="758"/>
          </a:xfrm>
        </p:grpSpPr>
        <p:graphicFrame>
          <p:nvGraphicFramePr>
            <p:cNvPr id="48159" name="Object 20"/>
            <p:cNvGraphicFramePr>
              <a:graphicFrameLocks noChangeAspect="1"/>
            </p:cNvGraphicFramePr>
            <p:nvPr/>
          </p:nvGraphicFramePr>
          <p:xfrm>
            <a:off x="0" y="3459"/>
            <a:ext cx="826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2" name="位图图像" r:id="rId9" imgW="1628571" imgH="1123810" progId="Paint.Picture">
                    <p:embed/>
                  </p:oleObj>
                </mc:Choice>
                <mc:Fallback>
                  <p:oleObj name="位图图像" r:id="rId9" imgW="1628571" imgH="1123810" progId="Paint.Picture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459"/>
                          <a:ext cx="826" cy="5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0" name="Text Box 21"/>
            <p:cNvSpPr txBox="1">
              <a:spLocks noChangeArrowheads="1"/>
            </p:cNvSpPr>
            <p:nvPr/>
          </p:nvSpPr>
          <p:spPr bwMode="auto">
            <a:xfrm>
              <a:off x="271" y="327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F</a:t>
              </a:r>
            </a:p>
          </p:txBody>
        </p:sp>
      </p:grpSp>
      <p:grpSp>
        <p:nvGrpSpPr>
          <p:cNvPr id="48135" name="Group 22"/>
          <p:cNvGrpSpPr>
            <a:grpSpLocks/>
          </p:cNvGrpSpPr>
          <p:nvPr/>
        </p:nvGrpSpPr>
        <p:grpSpPr bwMode="auto">
          <a:xfrm>
            <a:off x="7677150" y="0"/>
            <a:ext cx="1466850" cy="1260475"/>
            <a:chOff x="4740" y="3362"/>
            <a:chExt cx="924" cy="794"/>
          </a:xfrm>
        </p:grpSpPr>
        <p:graphicFrame>
          <p:nvGraphicFramePr>
            <p:cNvPr id="48157" name="Object 23"/>
            <p:cNvGraphicFramePr>
              <a:graphicFrameLocks noChangeAspect="1"/>
            </p:cNvGraphicFramePr>
            <p:nvPr/>
          </p:nvGraphicFramePr>
          <p:xfrm>
            <a:off x="4740" y="3536"/>
            <a:ext cx="924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3" name="位图图像" r:id="rId11" imgW="1819529" imgH="1219370" progId="Paint.Picture">
                    <p:embed/>
                  </p:oleObj>
                </mc:Choice>
                <mc:Fallback>
                  <p:oleObj name="位图图像" r:id="rId11" imgW="1819529" imgH="1219370" progId="Paint.Picture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536"/>
                          <a:ext cx="924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8" name="Text Box 24"/>
            <p:cNvSpPr txBox="1">
              <a:spLocks noChangeArrowheads="1"/>
            </p:cNvSpPr>
            <p:nvPr/>
          </p:nvSpPr>
          <p:spPr bwMode="auto">
            <a:xfrm>
              <a:off x="5091" y="336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E</a:t>
              </a:r>
            </a:p>
          </p:txBody>
        </p:sp>
      </p:grpSp>
      <p:grpSp>
        <p:nvGrpSpPr>
          <p:cNvPr id="48136" name="Group 25"/>
          <p:cNvGrpSpPr>
            <a:grpSpLocks/>
          </p:cNvGrpSpPr>
          <p:nvPr/>
        </p:nvGrpSpPr>
        <p:grpSpPr bwMode="auto">
          <a:xfrm>
            <a:off x="8159750" y="3248025"/>
            <a:ext cx="469900" cy="822325"/>
            <a:chOff x="5057" y="141"/>
            <a:chExt cx="296" cy="518"/>
          </a:xfrm>
        </p:grpSpPr>
        <p:graphicFrame>
          <p:nvGraphicFramePr>
            <p:cNvPr id="48155" name="Object 26"/>
            <p:cNvGraphicFramePr>
              <a:graphicFrameLocks noChangeAspect="1"/>
            </p:cNvGraphicFramePr>
            <p:nvPr/>
          </p:nvGraphicFramePr>
          <p:xfrm>
            <a:off x="5057" y="374"/>
            <a:ext cx="29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4" name="位图图像" r:id="rId13" imgW="581106" imgH="561905" progId="Paint.Picture">
                    <p:embed/>
                  </p:oleObj>
                </mc:Choice>
                <mc:Fallback>
                  <p:oleObj name="位图图像" r:id="rId13" imgW="581106" imgH="561905" progId="Paint.Picture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374"/>
                          <a:ext cx="29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6" name="Text Box 27"/>
            <p:cNvSpPr txBox="1">
              <a:spLocks noChangeArrowheads="1"/>
            </p:cNvSpPr>
            <p:nvPr/>
          </p:nvSpPr>
          <p:spPr bwMode="auto">
            <a:xfrm>
              <a:off x="5133" y="141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H</a:t>
              </a:r>
            </a:p>
          </p:txBody>
        </p:sp>
      </p:grpSp>
      <p:sp>
        <p:nvSpPr>
          <p:cNvPr id="179228" name="Line 28"/>
          <p:cNvSpPr>
            <a:spLocks noChangeShapeType="1"/>
          </p:cNvSpPr>
          <p:nvPr/>
        </p:nvSpPr>
        <p:spPr bwMode="auto">
          <a:xfrm>
            <a:off x="2187575" y="1268413"/>
            <a:ext cx="1131888" cy="5381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9" name="Line 29"/>
          <p:cNvSpPr>
            <a:spLocks noChangeShapeType="1"/>
          </p:cNvSpPr>
          <p:nvPr/>
        </p:nvSpPr>
        <p:spPr bwMode="auto">
          <a:xfrm flipH="1">
            <a:off x="4211638" y="1001713"/>
            <a:ext cx="3430587" cy="20034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0" name="Line 30"/>
          <p:cNvSpPr>
            <a:spLocks noChangeShapeType="1"/>
          </p:cNvSpPr>
          <p:nvPr/>
        </p:nvSpPr>
        <p:spPr bwMode="auto">
          <a:xfrm flipH="1" flipV="1">
            <a:off x="3157538" y="2254250"/>
            <a:ext cx="4722812" cy="6318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1" name="Line 31"/>
          <p:cNvSpPr>
            <a:spLocks noChangeShapeType="1"/>
          </p:cNvSpPr>
          <p:nvPr/>
        </p:nvSpPr>
        <p:spPr bwMode="auto">
          <a:xfrm flipH="1" flipV="1">
            <a:off x="4037013" y="2490788"/>
            <a:ext cx="4059237" cy="12747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2" name="Oval 32"/>
          <p:cNvSpPr>
            <a:spLocks noChangeArrowheads="1"/>
          </p:cNvSpPr>
          <p:nvPr/>
        </p:nvSpPr>
        <p:spPr bwMode="auto">
          <a:xfrm>
            <a:off x="2867025" y="1893888"/>
            <a:ext cx="330200" cy="4794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9233" name="Oval 33"/>
          <p:cNvSpPr>
            <a:spLocks noChangeArrowheads="1"/>
          </p:cNvSpPr>
          <p:nvPr/>
        </p:nvSpPr>
        <p:spPr bwMode="auto">
          <a:xfrm>
            <a:off x="5116513" y="1890713"/>
            <a:ext cx="1339850" cy="4794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9234" name="Text Box 34"/>
          <p:cNvSpPr txBox="1">
            <a:spLocks noChangeArrowheads="1"/>
          </p:cNvSpPr>
          <p:nvPr/>
        </p:nvSpPr>
        <p:spPr bwMode="auto">
          <a:xfrm>
            <a:off x="2406650" y="5588000"/>
            <a:ext cx="889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600" b="1" i="1" baseline="-10000">
                <a:solidFill>
                  <a:srgbClr val="FF0000"/>
                </a:solidFill>
                <a:latin typeface="ISOCPEUR" pitchFamily="34" charset="0"/>
              </a:rPr>
              <a:t>? </a:t>
            </a:r>
          </a:p>
        </p:txBody>
      </p:sp>
      <p:grpSp>
        <p:nvGrpSpPr>
          <p:cNvPr id="48144" name="Group 46"/>
          <p:cNvGrpSpPr>
            <a:grpSpLocks/>
          </p:cNvGrpSpPr>
          <p:nvPr/>
        </p:nvGrpSpPr>
        <p:grpSpPr bwMode="auto">
          <a:xfrm>
            <a:off x="179388" y="3884613"/>
            <a:ext cx="936625" cy="1044575"/>
            <a:chOff x="113" y="2318"/>
            <a:chExt cx="590" cy="658"/>
          </a:xfrm>
        </p:grpSpPr>
        <p:sp>
          <p:nvSpPr>
            <p:cNvPr id="48153" name="Text Box 47"/>
            <p:cNvSpPr txBox="1">
              <a:spLocks noChangeArrowheads="1"/>
            </p:cNvSpPr>
            <p:nvPr/>
          </p:nvSpPr>
          <p:spPr bwMode="auto">
            <a:xfrm>
              <a:off x="301" y="231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D</a:t>
              </a:r>
            </a:p>
          </p:txBody>
        </p:sp>
        <p:graphicFrame>
          <p:nvGraphicFramePr>
            <p:cNvPr id="48154" name="Object 48"/>
            <p:cNvGraphicFramePr>
              <a:graphicFrameLocks noChangeAspect="1"/>
            </p:cNvGraphicFramePr>
            <p:nvPr/>
          </p:nvGraphicFramePr>
          <p:xfrm>
            <a:off x="113" y="2536"/>
            <a:ext cx="59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5" name="位图图像" r:id="rId15" imgW="1162212" imgH="866896" progId="Paint.Picture">
                    <p:embed/>
                  </p:oleObj>
                </mc:Choice>
                <mc:Fallback>
                  <p:oleObj name="位图图像" r:id="rId15" imgW="1162212" imgH="866896" progId="Paint.Picture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536"/>
                          <a:ext cx="590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5" name="Group 49"/>
          <p:cNvGrpSpPr>
            <a:grpSpLocks/>
          </p:cNvGrpSpPr>
          <p:nvPr/>
        </p:nvGrpSpPr>
        <p:grpSpPr bwMode="auto">
          <a:xfrm>
            <a:off x="0" y="1916113"/>
            <a:ext cx="1455738" cy="1223962"/>
            <a:chOff x="0" y="709"/>
            <a:chExt cx="917" cy="771"/>
          </a:xfrm>
        </p:grpSpPr>
        <p:graphicFrame>
          <p:nvGraphicFramePr>
            <p:cNvPr id="48151" name="Object 50"/>
            <p:cNvGraphicFramePr>
              <a:graphicFrameLocks noChangeAspect="1"/>
            </p:cNvGraphicFramePr>
            <p:nvPr/>
          </p:nvGraphicFramePr>
          <p:xfrm>
            <a:off x="0" y="838"/>
            <a:ext cx="91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6" name="位图图像" r:id="rId17" imgW="1809524" imgH="1267002" progId="Paint.Picture">
                    <p:embed/>
                  </p:oleObj>
                </mc:Choice>
                <mc:Fallback>
                  <p:oleObj name="位图图像" r:id="rId17" imgW="1809524" imgH="1267002" progId="Paint.Picture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8"/>
                          <a:ext cx="91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2" name="Text Box 51"/>
            <p:cNvSpPr txBox="1">
              <a:spLocks noChangeArrowheads="1"/>
            </p:cNvSpPr>
            <p:nvPr/>
          </p:nvSpPr>
          <p:spPr bwMode="auto">
            <a:xfrm>
              <a:off x="290" y="709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48146" name="Group 52"/>
          <p:cNvGrpSpPr>
            <a:grpSpLocks/>
          </p:cNvGrpSpPr>
          <p:nvPr/>
        </p:nvGrpSpPr>
        <p:grpSpPr bwMode="auto">
          <a:xfrm>
            <a:off x="274638" y="2995613"/>
            <a:ext cx="841375" cy="1006475"/>
            <a:chOff x="295" y="1592"/>
            <a:chExt cx="530" cy="634"/>
          </a:xfrm>
        </p:grpSpPr>
        <p:graphicFrame>
          <p:nvGraphicFramePr>
            <p:cNvPr id="48149" name="Object 53"/>
            <p:cNvGraphicFramePr>
              <a:graphicFrameLocks noChangeAspect="1"/>
            </p:cNvGraphicFramePr>
            <p:nvPr/>
          </p:nvGraphicFramePr>
          <p:xfrm>
            <a:off x="295" y="1763"/>
            <a:ext cx="530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17" name="位图图像" r:id="rId19" imgW="1047619" imgH="914286" progId="Paint.Picture">
                    <p:embed/>
                  </p:oleObj>
                </mc:Choice>
                <mc:Fallback>
                  <p:oleObj name="位图图像" r:id="rId19" imgW="1047619" imgH="914286" progId="Paint.Picture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1763"/>
                          <a:ext cx="530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 type="none" w="sm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0" name="Text Box 54"/>
            <p:cNvSpPr txBox="1">
              <a:spLocks noChangeArrowheads="1"/>
            </p:cNvSpPr>
            <p:nvPr/>
          </p:nvSpPr>
          <p:spPr bwMode="auto">
            <a:xfrm>
              <a:off x="384" y="1592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latin typeface="黑体" pitchFamily="2" charset="-122"/>
                  <a:ea typeface="黑体" pitchFamily="2" charset="-122"/>
                </a:rPr>
                <a:t>C</a:t>
              </a:r>
            </a:p>
          </p:txBody>
        </p:sp>
      </p:grpSp>
      <p:sp>
        <p:nvSpPr>
          <p:cNvPr id="48147" name="Text Box 59"/>
          <p:cNvSpPr txBox="1">
            <a:spLocks noChangeArrowheads="1"/>
          </p:cNvSpPr>
          <p:nvPr/>
        </p:nvSpPr>
        <p:spPr bwMode="auto">
          <a:xfrm>
            <a:off x="2484438" y="631825"/>
            <a:ext cx="665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ea typeface="黑体" pitchFamily="2" charset="-122"/>
              </a:rPr>
              <a:t>答案？</a:t>
            </a:r>
          </a:p>
        </p:txBody>
      </p:sp>
      <p:sp>
        <p:nvSpPr>
          <p:cNvPr id="48148" name="Text Box 60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7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7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7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5E-6 -0.5824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/>
      <p:bldP spid="179203" grpId="1"/>
      <p:bldP spid="179228" grpId="0" animBg="1"/>
      <p:bldP spid="179229" grpId="0" animBg="1"/>
      <p:bldP spid="179230" grpId="0" animBg="1"/>
      <p:bldP spid="179231" grpId="0" animBg="1"/>
      <p:bldP spid="179232" grpId="0" animBg="1"/>
      <p:bldP spid="179233" grpId="0" animBg="1"/>
      <p:bldP spid="1792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529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3-4-2-14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49156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3-4-2-14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5017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2" t="13760" r="12172" b="25278"/>
          <a:stretch>
            <a:fillRect/>
          </a:stretch>
        </p:blipFill>
        <p:spPr bwMode="auto">
          <a:xfrm>
            <a:off x="1447800" y="638175"/>
            <a:ext cx="561975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910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3-4-2-15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1204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7942" name="Oval 6"/>
          <p:cNvSpPr>
            <a:spLocks noChangeArrowheads="1"/>
          </p:cNvSpPr>
          <p:nvPr/>
        </p:nvSpPr>
        <p:spPr bwMode="auto">
          <a:xfrm>
            <a:off x="5091113" y="2171700"/>
            <a:ext cx="935037" cy="331788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4774247" y="1086200"/>
            <a:ext cx="1568767" cy="331788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2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3-4-2-15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9" t="16277" r="21819" b="24242"/>
          <a:stretch>
            <a:fillRect/>
          </a:stretch>
        </p:blipFill>
        <p:spPr bwMode="auto">
          <a:xfrm>
            <a:off x="1581150" y="752475"/>
            <a:ext cx="4886325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656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3-4-2-16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3252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6918" name="Oval 6"/>
          <p:cNvSpPr>
            <a:spLocks noChangeArrowheads="1"/>
          </p:cNvSpPr>
          <p:nvPr/>
        </p:nvSpPr>
        <p:spPr bwMode="auto">
          <a:xfrm>
            <a:off x="5310188" y="2005013"/>
            <a:ext cx="1193800" cy="33178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66919" name="Oval 7"/>
          <p:cNvSpPr>
            <a:spLocks noChangeArrowheads="1"/>
          </p:cNvSpPr>
          <p:nvPr/>
        </p:nvSpPr>
        <p:spPr bwMode="auto">
          <a:xfrm>
            <a:off x="5056188" y="1184275"/>
            <a:ext cx="736600" cy="574675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899150" y="3116263"/>
            <a:ext cx="2409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宋体" pitchFamily="2" charset="-122"/>
              </a:rPr>
              <a:t>非唯一结构</a:t>
            </a:r>
          </a:p>
        </p:txBody>
      </p:sp>
      <p:sp>
        <p:nvSpPr>
          <p:cNvPr id="8" name="Line 31"/>
          <p:cNvSpPr>
            <a:spLocks noChangeShapeType="1"/>
          </p:cNvSpPr>
          <p:nvPr/>
        </p:nvSpPr>
        <p:spPr bwMode="auto">
          <a:xfrm flipH="1" flipV="1">
            <a:off x="5907088" y="2336800"/>
            <a:ext cx="873125" cy="7683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8" grpId="0" animBg="1"/>
      <p:bldP spid="166919" grpId="0" animBg="1"/>
      <p:bldP spid="7" grpId="0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3-4-2-16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5427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9" t="13908" r="15486" b="30382"/>
          <a:stretch>
            <a:fillRect/>
          </a:stretch>
        </p:blipFill>
        <p:spPr bwMode="auto">
          <a:xfrm>
            <a:off x="1428750" y="895350"/>
            <a:ext cx="5686425" cy="358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8790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3-4-2-17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5300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5896" name="Text Box 8"/>
          <p:cNvSpPr txBox="1">
            <a:spLocks noChangeArrowheads="1"/>
          </p:cNvSpPr>
          <p:nvPr/>
        </p:nvSpPr>
        <p:spPr bwMode="auto">
          <a:xfrm>
            <a:off x="3843338" y="6070600"/>
            <a:ext cx="3692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宋体" pitchFamily="2" charset="-122"/>
              </a:rPr>
              <a:t>注意：带沟槽底板的画法。</a:t>
            </a:r>
          </a:p>
        </p:txBody>
      </p:sp>
      <p:sp>
        <p:nvSpPr>
          <p:cNvPr id="165897" name="Oval 9"/>
          <p:cNvSpPr>
            <a:spLocks noChangeArrowheads="1"/>
          </p:cNvSpPr>
          <p:nvPr/>
        </p:nvSpPr>
        <p:spPr bwMode="auto">
          <a:xfrm>
            <a:off x="2974975" y="3886200"/>
            <a:ext cx="344488" cy="5397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6" grpId="0"/>
      <p:bldP spid="16589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3" t="12306" r="8995" b="31073"/>
          <a:stretch>
            <a:fillRect/>
          </a:stretch>
        </p:blipFill>
        <p:spPr bwMode="auto">
          <a:xfrm>
            <a:off x="1238250" y="647700"/>
            <a:ext cx="678497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3-4-2-17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56324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"/>
          <a:stretch>
            <a:fillRect/>
          </a:stretch>
        </p:blipFill>
        <p:spPr bwMode="auto">
          <a:xfrm>
            <a:off x="2195513" y="514350"/>
            <a:ext cx="4768850" cy="615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3-4-2-18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3-4-2-18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5837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9" t="13637" r="10988" b="32849"/>
          <a:stretch>
            <a:fillRect/>
          </a:stretch>
        </p:blipFill>
        <p:spPr bwMode="auto">
          <a:xfrm>
            <a:off x="1533525" y="781050"/>
            <a:ext cx="6219825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815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3-4-2-19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986" name="Object 2"/>
          <p:cNvGraphicFramePr>
            <a:graphicFrameLocks noChangeAspect="1"/>
          </p:cNvGraphicFramePr>
          <p:nvPr/>
        </p:nvGraphicFramePr>
        <p:xfrm>
          <a:off x="895350" y="3397250"/>
          <a:ext cx="3538538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5" name="AutoCAD Drawing" r:id="rId3" imgW="11487150" imgH="7800975" progId="AutoCAD.Drawing.16">
                  <p:embed/>
                </p:oleObj>
              </mc:Choice>
              <mc:Fallback>
                <p:oleObj name="AutoCAD Drawing" r:id="rId3" imgW="11487150" imgH="7800975" progId="AutoCAD.Drawing.1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333" t="53542" r="53854" b="14728"/>
                      <a:stretch>
                        <a:fillRect/>
                      </a:stretch>
                    </p:blipFill>
                    <p:spPr bwMode="auto">
                      <a:xfrm>
                        <a:off x="895350" y="3397250"/>
                        <a:ext cx="3538538" cy="232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987" name="Line 3"/>
          <p:cNvSpPr>
            <a:spLocks noChangeShapeType="1"/>
          </p:cNvSpPr>
          <p:nvPr/>
        </p:nvSpPr>
        <p:spPr bwMode="auto">
          <a:xfrm>
            <a:off x="990600" y="2657475"/>
            <a:ext cx="0" cy="8572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5988" name="Line 4"/>
          <p:cNvSpPr>
            <a:spLocks noChangeShapeType="1"/>
          </p:cNvSpPr>
          <p:nvPr/>
        </p:nvSpPr>
        <p:spPr bwMode="auto">
          <a:xfrm>
            <a:off x="4276725" y="2676525"/>
            <a:ext cx="0" cy="8572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7505700" y="2085975"/>
            <a:ext cx="419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1“</a:t>
            </a: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7553325" y="1276350"/>
            <a:ext cx="419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2“</a:t>
            </a: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6467475" y="1114425"/>
            <a:ext cx="419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3“</a:t>
            </a: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6410325" y="46672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4“</a:t>
            </a:r>
          </a:p>
        </p:txBody>
      </p:sp>
      <p:sp>
        <p:nvSpPr>
          <p:cNvPr id="425993" name="Text Box 9"/>
          <p:cNvSpPr txBox="1">
            <a:spLocks noChangeArrowheads="1"/>
          </p:cNvSpPr>
          <p:nvPr/>
        </p:nvSpPr>
        <p:spPr bwMode="auto">
          <a:xfrm>
            <a:off x="5734050" y="35242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5“</a:t>
            </a:r>
          </a:p>
        </p:txBody>
      </p:sp>
      <p:sp>
        <p:nvSpPr>
          <p:cNvPr id="425994" name="Text Box 10"/>
          <p:cNvSpPr txBox="1">
            <a:spLocks noChangeArrowheads="1"/>
          </p:cNvSpPr>
          <p:nvPr/>
        </p:nvSpPr>
        <p:spPr bwMode="auto">
          <a:xfrm>
            <a:off x="5886450" y="1981200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6“</a:t>
            </a:r>
          </a:p>
        </p:txBody>
      </p:sp>
      <p:sp>
        <p:nvSpPr>
          <p:cNvPr id="425995" name="Text Box 11"/>
          <p:cNvSpPr txBox="1">
            <a:spLocks noChangeArrowheads="1"/>
          </p:cNvSpPr>
          <p:nvPr/>
        </p:nvSpPr>
        <p:spPr bwMode="auto">
          <a:xfrm>
            <a:off x="1838325" y="2200275"/>
            <a:ext cx="809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1‘,6‘</a:t>
            </a:r>
          </a:p>
        </p:txBody>
      </p:sp>
      <p:sp>
        <p:nvSpPr>
          <p:cNvPr id="425996" name="Text Box 12"/>
          <p:cNvSpPr txBox="1">
            <a:spLocks noChangeArrowheads="1"/>
          </p:cNvSpPr>
          <p:nvPr/>
        </p:nvSpPr>
        <p:spPr bwMode="auto">
          <a:xfrm>
            <a:off x="2057400" y="1238250"/>
            <a:ext cx="809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2‘,3‘</a:t>
            </a:r>
          </a:p>
        </p:txBody>
      </p:sp>
      <p:sp>
        <p:nvSpPr>
          <p:cNvPr id="425997" name="Text Box 13"/>
          <p:cNvSpPr txBox="1">
            <a:spLocks noChangeArrowheads="1"/>
          </p:cNvSpPr>
          <p:nvPr/>
        </p:nvSpPr>
        <p:spPr bwMode="auto">
          <a:xfrm>
            <a:off x="3105150" y="333375"/>
            <a:ext cx="809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4‘,5‘</a:t>
            </a:r>
          </a:p>
        </p:txBody>
      </p:sp>
      <p:sp>
        <p:nvSpPr>
          <p:cNvPr id="425998" name="Line 14"/>
          <p:cNvSpPr>
            <a:spLocks noChangeShapeType="1"/>
          </p:cNvSpPr>
          <p:nvPr/>
        </p:nvSpPr>
        <p:spPr bwMode="auto">
          <a:xfrm>
            <a:off x="1971675" y="2324100"/>
            <a:ext cx="0" cy="17049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5999" name="Text Box 15"/>
          <p:cNvSpPr txBox="1">
            <a:spLocks noChangeArrowheads="1"/>
          </p:cNvSpPr>
          <p:nvPr/>
        </p:nvSpPr>
        <p:spPr bwMode="auto">
          <a:xfrm>
            <a:off x="1819275" y="3686175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6</a:t>
            </a:r>
          </a:p>
        </p:txBody>
      </p:sp>
      <p:sp>
        <p:nvSpPr>
          <p:cNvPr id="426000" name="Text Box 16"/>
          <p:cNvSpPr txBox="1">
            <a:spLocks noChangeArrowheads="1"/>
          </p:cNvSpPr>
          <p:nvPr/>
        </p:nvSpPr>
        <p:spPr bwMode="auto">
          <a:xfrm>
            <a:off x="1609725" y="5610225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426001" name="Oval 17"/>
          <p:cNvSpPr>
            <a:spLocks noChangeArrowheads="1"/>
          </p:cNvSpPr>
          <p:nvPr/>
        </p:nvSpPr>
        <p:spPr bwMode="auto">
          <a:xfrm>
            <a:off x="1924050" y="3990975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02" name="Oval 18"/>
          <p:cNvSpPr>
            <a:spLocks noChangeArrowheads="1"/>
          </p:cNvSpPr>
          <p:nvPr/>
        </p:nvSpPr>
        <p:spPr bwMode="auto">
          <a:xfrm>
            <a:off x="1924050" y="5553075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03" name="Line 19"/>
          <p:cNvSpPr>
            <a:spLocks noChangeShapeType="1"/>
          </p:cNvSpPr>
          <p:nvPr/>
        </p:nvSpPr>
        <p:spPr bwMode="auto">
          <a:xfrm>
            <a:off x="2724150" y="1524000"/>
            <a:ext cx="0" cy="29813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04" name="Oval 20"/>
          <p:cNvSpPr>
            <a:spLocks noChangeArrowheads="1"/>
          </p:cNvSpPr>
          <p:nvPr/>
        </p:nvSpPr>
        <p:spPr bwMode="auto">
          <a:xfrm>
            <a:off x="2676525" y="445770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05" name="Text Box 21"/>
          <p:cNvSpPr txBox="1">
            <a:spLocks noChangeArrowheads="1"/>
          </p:cNvSpPr>
          <p:nvPr/>
        </p:nvSpPr>
        <p:spPr bwMode="auto">
          <a:xfrm>
            <a:off x="2667000" y="4200525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3</a:t>
            </a:r>
          </a:p>
        </p:txBody>
      </p:sp>
      <p:sp>
        <p:nvSpPr>
          <p:cNvPr id="426006" name="Oval 22"/>
          <p:cNvSpPr>
            <a:spLocks noChangeArrowheads="1"/>
          </p:cNvSpPr>
          <p:nvPr/>
        </p:nvSpPr>
        <p:spPr bwMode="auto">
          <a:xfrm>
            <a:off x="2676525" y="554355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07" name="Text Box 23"/>
          <p:cNvSpPr txBox="1">
            <a:spLocks noChangeArrowheads="1"/>
          </p:cNvSpPr>
          <p:nvPr/>
        </p:nvSpPr>
        <p:spPr bwMode="auto">
          <a:xfrm>
            <a:off x="2581275" y="5581650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2</a:t>
            </a:r>
          </a:p>
        </p:txBody>
      </p:sp>
      <p:sp>
        <p:nvSpPr>
          <p:cNvPr id="426008" name="Line 24"/>
          <p:cNvSpPr>
            <a:spLocks noChangeShapeType="1"/>
          </p:cNvSpPr>
          <p:nvPr/>
        </p:nvSpPr>
        <p:spPr bwMode="auto">
          <a:xfrm>
            <a:off x="3457575" y="733425"/>
            <a:ext cx="0" cy="3314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09" name="Oval 25"/>
          <p:cNvSpPr>
            <a:spLocks noChangeArrowheads="1"/>
          </p:cNvSpPr>
          <p:nvPr/>
        </p:nvSpPr>
        <p:spPr bwMode="auto">
          <a:xfrm>
            <a:off x="3409950" y="4000500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10" name="Text Box 26"/>
          <p:cNvSpPr txBox="1">
            <a:spLocks noChangeArrowheads="1"/>
          </p:cNvSpPr>
          <p:nvPr/>
        </p:nvSpPr>
        <p:spPr bwMode="auto">
          <a:xfrm>
            <a:off x="3381375" y="3705225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5</a:t>
            </a:r>
          </a:p>
        </p:txBody>
      </p:sp>
      <p:sp>
        <p:nvSpPr>
          <p:cNvPr id="426011" name="Oval 27"/>
          <p:cNvSpPr>
            <a:spLocks noChangeArrowheads="1"/>
          </p:cNvSpPr>
          <p:nvPr/>
        </p:nvSpPr>
        <p:spPr bwMode="auto">
          <a:xfrm>
            <a:off x="3400425" y="4467225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26012" name="Text Box 28"/>
          <p:cNvSpPr txBox="1">
            <a:spLocks noChangeArrowheads="1"/>
          </p:cNvSpPr>
          <p:nvPr/>
        </p:nvSpPr>
        <p:spPr bwMode="auto">
          <a:xfrm>
            <a:off x="3181350" y="4476750"/>
            <a:ext cx="476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4</a:t>
            </a:r>
          </a:p>
        </p:txBody>
      </p:sp>
      <p:sp>
        <p:nvSpPr>
          <p:cNvPr id="426013" name="Line 29"/>
          <p:cNvSpPr>
            <a:spLocks noChangeShapeType="1"/>
          </p:cNvSpPr>
          <p:nvPr/>
        </p:nvSpPr>
        <p:spPr bwMode="auto">
          <a:xfrm flipH="1" flipV="1">
            <a:off x="857250" y="981075"/>
            <a:ext cx="457200" cy="381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14" name="Text Box 30"/>
          <p:cNvSpPr txBox="1">
            <a:spLocks noChangeArrowheads="1"/>
          </p:cNvSpPr>
          <p:nvPr/>
        </p:nvSpPr>
        <p:spPr bwMode="auto">
          <a:xfrm>
            <a:off x="447675" y="70485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1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15" name="Line 31"/>
          <p:cNvSpPr>
            <a:spLocks noChangeShapeType="1"/>
          </p:cNvSpPr>
          <p:nvPr/>
        </p:nvSpPr>
        <p:spPr bwMode="auto">
          <a:xfrm flipH="1" flipV="1">
            <a:off x="5172075" y="904875"/>
            <a:ext cx="457200" cy="381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16" name="Text Box 32"/>
          <p:cNvSpPr txBox="1">
            <a:spLocks noChangeArrowheads="1"/>
          </p:cNvSpPr>
          <p:nvPr/>
        </p:nvSpPr>
        <p:spPr bwMode="auto">
          <a:xfrm>
            <a:off x="4762500" y="62865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1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17" name="Line 33"/>
          <p:cNvSpPr>
            <a:spLocks noChangeShapeType="1"/>
          </p:cNvSpPr>
          <p:nvPr/>
        </p:nvSpPr>
        <p:spPr bwMode="auto">
          <a:xfrm>
            <a:off x="1323975" y="2314575"/>
            <a:ext cx="0" cy="12096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18" name="Line 34"/>
          <p:cNvSpPr>
            <a:spLocks noChangeShapeType="1"/>
          </p:cNvSpPr>
          <p:nvPr/>
        </p:nvSpPr>
        <p:spPr bwMode="auto">
          <a:xfrm flipH="1" flipV="1">
            <a:off x="638175" y="3590925"/>
            <a:ext cx="647700" cy="2286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19" name="Text Box 35"/>
          <p:cNvSpPr txBox="1">
            <a:spLocks noChangeArrowheads="1"/>
          </p:cNvSpPr>
          <p:nvPr/>
        </p:nvSpPr>
        <p:spPr bwMode="auto">
          <a:xfrm>
            <a:off x="171450" y="332422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426020" name="Line 36"/>
          <p:cNvSpPr>
            <a:spLocks noChangeShapeType="1"/>
          </p:cNvSpPr>
          <p:nvPr/>
        </p:nvSpPr>
        <p:spPr bwMode="auto">
          <a:xfrm flipH="1" flipV="1">
            <a:off x="1628775" y="400050"/>
            <a:ext cx="219075" cy="55245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21" name="Text Box 37"/>
          <p:cNvSpPr txBox="1">
            <a:spLocks noChangeArrowheads="1"/>
          </p:cNvSpPr>
          <p:nvPr/>
        </p:nvSpPr>
        <p:spPr bwMode="auto">
          <a:xfrm>
            <a:off x="1333500" y="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2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22" name="Line 38"/>
          <p:cNvSpPr>
            <a:spLocks noChangeShapeType="1"/>
          </p:cNvSpPr>
          <p:nvPr/>
        </p:nvSpPr>
        <p:spPr bwMode="auto">
          <a:xfrm flipH="1">
            <a:off x="1581150" y="4067175"/>
            <a:ext cx="685800" cy="5238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23" name="Line 39"/>
          <p:cNvSpPr>
            <a:spLocks noChangeShapeType="1"/>
          </p:cNvSpPr>
          <p:nvPr/>
        </p:nvSpPr>
        <p:spPr bwMode="auto">
          <a:xfrm>
            <a:off x="6000750" y="1590675"/>
            <a:ext cx="333375" cy="152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24" name="Text Box 40"/>
          <p:cNvSpPr txBox="1">
            <a:spLocks noChangeArrowheads="1"/>
          </p:cNvSpPr>
          <p:nvPr/>
        </p:nvSpPr>
        <p:spPr bwMode="auto">
          <a:xfrm>
            <a:off x="6219825" y="159067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2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25" name="Text Box 41"/>
          <p:cNvSpPr txBox="1">
            <a:spLocks noChangeArrowheads="1"/>
          </p:cNvSpPr>
          <p:nvPr/>
        </p:nvSpPr>
        <p:spPr bwMode="auto">
          <a:xfrm>
            <a:off x="1190625" y="441960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2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26" name="Line 42"/>
          <p:cNvSpPr>
            <a:spLocks noChangeShapeType="1"/>
          </p:cNvSpPr>
          <p:nvPr/>
        </p:nvSpPr>
        <p:spPr bwMode="auto">
          <a:xfrm flipH="1" flipV="1">
            <a:off x="723900" y="1885950"/>
            <a:ext cx="457200" cy="4191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27" name="Text Box 43"/>
          <p:cNvSpPr txBox="1">
            <a:spLocks noChangeArrowheads="1"/>
          </p:cNvSpPr>
          <p:nvPr/>
        </p:nvSpPr>
        <p:spPr bwMode="auto">
          <a:xfrm>
            <a:off x="295275" y="157162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3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28" name="Line 44"/>
          <p:cNvSpPr>
            <a:spLocks noChangeShapeType="1"/>
          </p:cNvSpPr>
          <p:nvPr/>
        </p:nvSpPr>
        <p:spPr bwMode="auto">
          <a:xfrm flipV="1">
            <a:off x="6762750" y="2019300"/>
            <a:ext cx="228600" cy="2952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29" name="Text Box 45"/>
          <p:cNvSpPr txBox="1">
            <a:spLocks noChangeArrowheads="1"/>
          </p:cNvSpPr>
          <p:nvPr/>
        </p:nvSpPr>
        <p:spPr bwMode="auto">
          <a:xfrm>
            <a:off x="6781800" y="164782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3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30" name="Line 46"/>
          <p:cNvSpPr>
            <a:spLocks noChangeShapeType="1"/>
          </p:cNvSpPr>
          <p:nvPr/>
        </p:nvSpPr>
        <p:spPr bwMode="auto">
          <a:xfrm flipH="1" flipV="1">
            <a:off x="600075" y="4924425"/>
            <a:ext cx="714375" cy="2667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31" name="Text Box 47"/>
          <p:cNvSpPr txBox="1">
            <a:spLocks noChangeArrowheads="1"/>
          </p:cNvSpPr>
          <p:nvPr/>
        </p:nvSpPr>
        <p:spPr bwMode="auto">
          <a:xfrm>
            <a:off x="142875" y="468630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3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32" name="Line 48"/>
          <p:cNvSpPr>
            <a:spLocks noChangeShapeType="1"/>
          </p:cNvSpPr>
          <p:nvPr/>
        </p:nvSpPr>
        <p:spPr bwMode="auto">
          <a:xfrm flipV="1">
            <a:off x="2600325" y="400050"/>
            <a:ext cx="85725" cy="2952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33" name="Text Box 49"/>
          <p:cNvSpPr txBox="1">
            <a:spLocks noChangeArrowheads="1"/>
          </p:cNvSpPr>
          <p:nvPr/>
        </p:nvSpPr>
        <p:spPr bwMode="auto">
          <a:xfrm>
            <a:off x="2486025" y="1905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4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34" name="Line 50"/>
          <p:cNvSpPr>
            <a:spLocks noChangeShapeType="1"/>
          </p:cNvSpPr>
          <p:nvPr/>
        </p:nvSpPr>
        <p:spPr bwMode="auto">
          <a:xfrm flipV="1">
            <a:off x="6219825" y="390525"/>
            <a:ext cx="85725" cy="2952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35" name="Text Box 51"/>
          <p:cNvSpPr txBox="1">
            <a:spLocks noChangeArrowheads="1"/>
          </p:cNvSpPr>
          <p:nvPr/>
        </p:nvSpPr>
        <p:spPr bwMode="auto">
          <a:xfrm>
            <a:off x="6105525" y="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4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36" name="Line 52"/>
          <p:cNvSpPr>
            <a:spLocks noChangeShapeType="1"/>
          </p:cNvSpPr>
          <p:nvPr/>
        </p:nvSpPr>
        <p:spPr bwMode="auto">
          <a:xfrm flipV="1">
            <a:off x="3990975" y="3933825"/>
            <a:ext cx="561975" cy="2190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37" name="Text Box 53"/>
          <p:cNvSpPr txBox="1">
            <a:spLocks noChangeArrowheads="1"/>
          </p:cNvSpPr>
          <p:nvPr/>
        </p:nvSpPr>
        <p:spPr bwMode="auto">
          <a:xfrm>
            <a:off x="4514850" y="365760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4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38" name="Line 54"/>
          <p:cNvSpPr>
            <a:spLocks noChangeShapeType="1"/>
          </p:cNvSpPr>
          <p:nvPr/>
        </p:nvSpPr>
        <p:spPr bwMode="auto">
          <a:xfrm flipV="1">
            <a:off x="3762375" y="438150"/>
            <a:ext cx="533400" cy="4667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39" name="Text Box 55"/>
          <p:cNvSpPr txBox="1">
            <a:spLocks noChangeArrowheads="1"/>
          </p:cNvSpPr>
          <p:nvPr/>
        </p:nvSpPr>
        <p:spPr bwMode="auto">
          <a:xfrm>
            <a:off x="4191000" y="15240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5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40" name="Line 56"/>
          <p:cNvSpPr>
            <a:spLocks noChangeShapeType="1"/>
          </p:cNvSpPr>
          <p:nvPr/>
        </p:nvSpPr>
        <p:spPr bwMode="auto">
          <a:xfrm flipV="1">
            <a:off x="6496050" y="638175"/>
            <a:ext cx="533400" cy="4667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41" name="Text Box 57"/>
          <p:cNvSpPr txBox="1">
            <a:spLocks noChangeArrowheads="1"/>
          </p:cNvSpPr>
          <p:nvPr/>
        </p:nvSpPr>
        <p:spPr bwMode="auto">
          <a:xfrm>
            <a:off x="6924675" y="35242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5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42" name="Line 58"/>
          <p:cNvSpPr>
            <a:spLocks noChangeShapeType="1"/>
          </p:cNvSpPr>
          <p:nvPr/>
        </p:nvSpPr>
        <p:spPr bwMode="auto">
          <a:xfrm>
            <a:off x="3829050" y="4524375"/>
            <a:ext cx="809625" cy="4953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43" name="Text Box 59"/>
          <p:cNvSpPr txBox="1">
            <a:spLocks noChangeArrowheads="1"/>
          </p:cNvSpPr>
          <p:nvPr/>
        </p:nvSpPr>
        <p:spPr bwMode="auto">
          <a:xfrm>
            <a:off x="4543425" y="485775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5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44" name="Line 60"/>
          <p:cNvSpPr>
            <a:spLocks noChangeShapeType="1"/>
          </p:cNvSpPr>
          <p:nvPr/>
        </p:nvSpPr>
        <p:spPr bwMode="auto">
          <a:xfrm flipV="1">
            <a:off x="3629025" y="1228725"/>
            <a:ext cx="219075" cy="2762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45" name="Text Box 61"/>
          <p:cNvSpPr txBox="1">
            <a:spLocks noChangeArrowheads="1"/>
          </p:cNvSpPr>
          <p:nvPr/>
        </p:nvSpPr>
        <p:spPr bwMode="auto">
          <a:xfrm>
            <a:off x="3733800" y="91440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6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46" name="Line 62"/>
          <p:cNvSpPr>
            <a:spLocks noChangeShapeType="1"/>
          </p:cNvSpPr>
          <p:nvPr/>
        </p:nvSpPr>
        <p:spPr bwMode="auto">
          <a:xfrm flipV="1">
            <a:off x="7029450" y="1219200"/>
            <a:ext cx="219075" cy="2762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47" name="Text Box 63"/>
          <p:cNvSpPr txBox="1">
            <a:spLocks noChangeArrowheads="1"/>
          </p:cNvSpPr>
          <p:nvPr/>
        </p:nvSpPr>
        <p:spPr bwMode="auto">
          <a:xfrm>
            <a:off x="7134225" y="90487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6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48" name="Line 64"/>
          <p:cNvSpPr>
            <a:spLocks noChangeShapeType="1"/>
          </p:cNvSpPr>
          <p:nvPr/>
        </p:nvSpPr>
        <p:spPr bwMode="auto">
          <a:xfrm>
            <a:off x="3648075" y="5305425"/>
            <a:ext cx="314325" cy="6381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49" name="Text Box 65"/>
          <p:cNvSpPr txBox="1">
            <a:spLocks noChangeArrowheads="1"/>
          </p:cNvSpPr>
          <p:nvPr/>
        </p:nvSpPr>
        <p:spPr bwMode="auto">
          <a:xfrm>
            <a:off x="3790950" y="581977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6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50" name="Line 66"/>
          <p:cNvSpPr>
            <a:spLocks noChangeShapeType="1"/>
          </p:cNvSpPr>
          <p:nvPr/>
        </p:nvSpPr>
        <p:spPr bwMode="auto">
          <a:xfrm flipV="1">
            <a:off x="3829050" y="1895475"/>
            <a:ext cx="723900" cy="3143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51" name="Text Box 67"/>
          <p:cNvSpPr txBox="1">
            <a:spLocks noChangeArrowheads="1"/>
          </p:cNvSpPr>
          <p:nvPr/>
        </p:nvSpPr>
        <p:spPr bwMode="auto">
          <a:xfrm>
            <a:off x="4486275" y="165735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7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52" name="Line 68"/>
          <p:cNvSpPr>
            <a:spLocks noChangeShapeType="1"/>
          </p:cNvSpPr>
          <p:nvPr/>
        </p:nvSpPr>
        <p:spPr bwMode="auto">
          <a:xfrm flipV="1">
            <a:off x="7591425" y="1724025"/>
            <a:ext cx="485775" cy="2000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53" name="Text Box 69"/>
          <p:cNvSpPr txBox="1">
            <a:spLocks noChangeArrowheads="1"/>
          </p:cNvSpPr>
          <p:nvPr/>
        </p:nvSpPr>
        <p:spPr bwMode="auto">
          <a:xfrm>
            <a:off x="7972425" y="143827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7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54" name="Line 70"/>
          <p:cNvSpPr>
            <a:spLocks noChangeShapeType="1"/>
          </p:cNvSpPr>
          <p:nvPr/>
        </p:nvSpPr>
        <p:spPr bwMode="auto">
          <a:xfrm flipV="1">
            <a:off x="1238250" y="5619750"/>
            <a:ext cx="485775" cy="4191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55" name="Text Box 71"/>
          <p:cNvSpPr txBox="1">
            <a:spLocks noChangeArrowheads="1"/>
          </p:cNvSpPr>
          <p:nvPr/>
        </p:nvSpPr>
        <p:spPr bwMode="auto">
          <a:xfrm>
            <a:off x="838200" y="599122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7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56" name="Line 72"/>
          <p:cNvSpPr>
            <a:spLocks noChangeShapeType="1"/>
          </p:cNvSpPr>
          <p:nvPr/>
        </p:nvSpPr>
        <p:spPr bwMode="auto">
          <a:xfrm flipH="1" flipV="1">
            <a:off x="1838325" y="1543050"/>
            <a:ext cx="457200" cy="381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57" name="Text Box 73"/>
          <p:cNvSpPr txBox="1">
            <a:spLocks noChangeArrowheads="1"/>
          </p:cNvSpPr>
          <p:nvPr/>
        </p:nvSpPr>
        <p:spPr bwMode="auto">
          <a:xfrm>
            <a:off x="1428750" y="126682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0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’</a:t>
            </a:r>
          </a:p>
        </p:txBody>
      </p:sp>
      <p:sp>
        <p:nvSpPr>
          <p:cNvPr id="426058" name="Line 74"/>
          <p:cNvSpPr>
            <a:spLocks noChangeShapeType="1"/>
          </p:cNvSpPr>
          <p:nvPr/>
        </p:nvSpPr>
        <p:spPr bwMode="auto">
          <a:xfrm flipV="1">
            <a:off x="7334250" y="942975"/>
            <a:ext cx="533400" cy="79057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59" name="Text Box 75"/>
          <p:cNvSpPr txBox="1">
            <a:spLocks noChangeArrowheads="1"/>
          </p:cNvSpPr>
          <p:nvPr/>
        </p:nvSpPr>
        <p:spPr bwMode="auto">
          <a:xfrm>
            <a:off x="7743825" y="638175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0</a:t>
            </a: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”</a:t>
            </a:r>
          </a:p>
        </p:txBody>
      </p:sp>
      <p:sp>
        <p:nvSpPr>
          <p:cNvPr id="426060" name="Line 76"/>
          <p:cNvSpPr>
            <a:spLocks noChangeShapeType="1"/>
          </p:cNvSpPr>
          <p:nvPr/>
        </p:nvSpPr>
        <p:spPr bwMode="auto">
          <a:xfrm flipV="1">
            <a:off x="2447925" y="5067300"/>
            <a:ext cx="542925" cy="123825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61" name="Text Box 77"/>
          <p:cNvSpPr txBox="1">
            <a:spLocks noChangeArrowheads="1"/>
          </p:cNvSpPr>
          <p:nvPr/>
        </p:nvSpPr>
        <p:spPr bwMode="auto">
          <a:xfrm>
            <a:off x="2895600" y="4838700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FF0000"/>
                </a:solidFill>
                <a:latin typeface="ISOCPEUR" pitchFamily="34" charset="0"/>
              </a:rPr>
              <a:t>P</a:t>
            </a:r>
            <a:r>
              <a:rPr kumimoji="1" lang="en-US" altLang="zh-CN" sz="2000" b="1" i="1" baseline="-25000">
                <a:solidFill>
                  <a:srgbClr val="FF0000"/>
                </a:solidFill>
                <a:latin typeface="ISOCPEUR" pitchFamily="34" charset="0"/>
              </a:rPr>
              <a:t>0</a:t>
            </a:r>
            <a:endParaRPr kumimoji="1" lang="en-US" altLang="zh-CN" sz="2000" b="1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426062" name="Rectangle 78"/>
          <p:cNvSpPr>
            <a:spLocks noChangeArrowheads="1"/>
          </p:cNvSpPr>
          <p:nvPr/>
        </p:nvSpPr>
        <p:spPr bwMode="auto">
          <a:xfrm>
            <a:off x="114300" y="0"/>
            <a:ext cx="8391525" cy="6334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60495" name="Object 79"/>
          <p:cNvGraphicFramePr>
            <a:graphicFrameLocks noChangeAspect="1"/>
          </p:cNvGraphicFramePr>
          <p:nvPr/>
        </p:nvGraphicFramePr>
        <p:xfrm>
          <a:off x="866775" y="568325"/>
          <a:ext cx="6904038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46" name="AutoCAD Drawing" r:id="rId5" imgW="11487150" imgH="7800975" progId="AutoCAD.Drawing.16">
                  <p:embed/>
                </p:oleObj>
              </mc:Choice>
              <mc:Fallback>
                <p:oleObj name="AutoCAD Drawing" r:id="rId5" imgW="11487150" imgH="7800975" progId="AutoCAD.Drawing.16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020" t="12888" r="23021" b="55688"/>
                      <a:stretch>
                        <a:fillRect/>
                      </a:stretch>
                    </p:blipFill>
                    <p:spPr bwMode="auto">
                      <a:xfrm>
                        <a:off x="866775" y="568325"/>
                        <a:ext cx="6904038" cy="230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6064" name="Line 80"/>
          <p:cNvSpPr>
            <a:spLocks noChangeShapeType="1"/>
          </p:cNvSpPr>
          <p:nvPr/>
        </p:nvSpPr>
        <p:spPr bwMode="auto">
          <a:xfrm>
            <a:off x="2714625" y="4514850"/>
            <a:ext cx="7334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65" name="Line 81"/>
          <p:cNvSpPr>
            <a:spLocks noChangeShapeType="1"/>
          </p:cNvSpPr>
          <p:nvPr/>
        </p:nvSpPr>
        <p:spPr bwMode="auto">
          <a:xfrm flipV="1">
            <a:off x="2714625" y="4514850"/>
            <a:ext cx="0" cy="10763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66" name="Line 82"/>
          <p:cNvSpPr>
            <a:spLocks noChangeShapeType="1"/>
          </p:cNvSpPr>
          <p:nvPr/>
        </p:nvSpPr>
        <p:spPr bwMode="auto">
          <a:xfrm>
            <a:off x="1971675" y="4029075"/>
            <a:ext cx="0" cy="15716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67" name="Line 83"/>
          <p:cNvSpPr>
            <a:spLocks noChangeShapeType="1"/>
          </p:cNvSpPr>
          <p:nvPr/>
        </p:nvSpPr>
        <p:spPr bwMode="auto">
          <a:xfrm>
            <a:off x="1971675" y="4038600"/>
            <a:ext cx="14859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68" name="Line 84"/>
          <p:cNvSpPr>
            <a:spLocks noChangeShapeType="1"/>
          </p:cNvSpPr>
          <p:nvPr/>
        </p:nvSpPr>
        <p:spPr bwMode="auto">
          <a:xfrm>
            <a:off x="3448050" y="4048125"/>
            <a:ext cx="0" cy="4667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69" name="Line 85"/>
          <p:cNvSpPr>
            <a:spLocks noChangeShapeType="1"/>
          </p:cNvSpPr>
          <p:nvPr/>
        </p:nvSpPr>
        <p:spPr bwMode="auto">
          <a:xfrm>
            <a:off x="1323975" y="3524250"/>
            <a:ext cx="0" cy="5238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0" name="Line 86"/>
          <p:cNvSpPr>
            <a:spLocks noChangeShapeType="1"/>
          </p:cNvSpPr>
          <p:nvPr/>
        </p:nvSpPr>
        <p:spPr bwMode="auto">
          <a:xfrm flipH="1">
            <a:off x="1314450" y="4038600"/>
            <a:ext cx="6477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1" name="Line 87"/>
          <p:cNvSpPr>
            <a:spLocks noChangeShapeType="1"/>
          </p:cNvSpPr>
          <p:nvPr/>
        </p:nvSpPr>
        <p:spPr bwMode="auto">
          <a:xfrm flipH="1">
            <a:off x="990600" y="5600700"/>
            <a:ext cx="9715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2" name="Line 88"/>
          <p:cNvSpPr>
            <a:spLocks noChangeShapeType="1"/>
          </p:cNvSpPr>
          <p:nvPr/>
        </p:nvSpPr>
        <p:spPr bwMode="auto">
          <a:xfrm flipV="1">
            <a:off x="990600" y="3524250"/>
            <a:ext cx="0" cy="20859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3" name="Line 89"/>
          <p:cNvSpPr>
            <a:spLocks noChangeShapeType="1"/>
          </p:cNvSpPr>
          <p:nvPr/>
        </p:nvSpPr>
        <p:spPr bwMode="auto">
          <a:xfrm>
            <a:off x="981075" y="3524250"/>
            <a:ext cx="3524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4" name="Line 90"/>
          <p:cNvSpPr>
            <a:spLocks noChangeShapeType="1"/>
          </p:cNvSpPr>
          <p:nvPr/>
        </p:nvSpPr>
        <p:spPr bwMode="auto">
          <a:xfrm>
            <a:off x="3448050" y="4514850"/>
            <a:ext cx="8286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5" name="Line 91"/>
          <p:cNvSpPr>
            <a:spLocks noChangeShapeType="1"/>
          </p:cNvSpPr>
          <p:nvPr/>
        </p:nvSpPr>
        <p:spPr bwMode="auto">
          <a:xfrm flipV="1">
            <a:off x="4276725" y="3524250"/>
            <a:ext cx="0" cy="100012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6" name="Line 92"/>
          <p:cNvSpPr>
            <a:spLocks noChangeShapeType="1"/>
          </p:cNvSpPr>
          <p:nvPr/>
        </p:nvSpPr>
        <p:spPr bwMode="auto">
          <a:xfrm>
            <a:off x="1323975" y="3524250"/>
            <a:ext cx="29622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7" name="Line 93"/>
          <p:cNvSpPr>
            <a:spLocks noChangeShapeType="1"/>
          </p:cNvSpPr>
          <p:nvPr/>
        </p:nvSpPr>
        <p:spPr bwMode="auto">
          <a:xfrm>
            <a:off x="2705100" y="5600700"/>
            <a:ext cx="15716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8" name="Line 94"/>
          <p:cNvSpPr>
            <a:spLocks noChangeShapeType="1"/>
          </p:cNvSpPr>
          <p:nvPr/>
        </p:nvSpPr>
        <p:spPr bwMode="auto">
          <a:xfrm flipV="1">
            <a:off x="4276725" y="4505325"/>
            <a:ext cx="0" cy="11049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79" name="Line 95"/>
          <p:cNvSpPr>
            <a:spLocks noChangeShapeType="1"/>
          </p:cNvSpPr>
          <p:nvPr/>
        </p:nvSpPr>
        <p:spPr bwMode="auto">
          <a:xfrm>
            <a:off x="1971675" y="5600700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6080" name="Text Box 96"/>
          <p:cNvSpPr txBox="1">
            <a:spLocks noChangeArrowheads="1"/>
          </p:cNvSpPr>
          <p:nvPr/>
        </p:nvSpPr>
        <p:spPr bwMode="auto">
          <a:xfrm>
            <a:off x="4824412" y="3657600"/>
            <a:ext cx="4319587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面形分析法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确定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封闭线框，对照相应投影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标记线框顶点，描画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类似图形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2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2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6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2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2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6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6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26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2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2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42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42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2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2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42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2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42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42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42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4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4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42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4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4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42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500"/>
                                        <p:tgtEl>
                                          <p:spTgt spid="42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1" dur="500"/>
                                        <p:tgtEl>
                                          <p:spTgt spid="42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42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42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42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42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42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Par">
                      <p:stCondLst>
                        <p:cond delay="indefinite"/>
                      </p:stCondLst>
                      <p:childTnLst>
                        <p:par>
                          <p:cTn id="2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42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42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6" dur="500"/>
                                        <p:tgtEl>
                                          <p:spTgt spid="42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4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 nodeType="clickPar">
                      <p:stCondLst>
                        <p:cond delay="indefinite"/>
                      </p:stCondLst>
                      <p:childTnLst>
                        <p:par>
                          <p:cTn id="3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42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4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Par">
                      <p:stCondLst>
                        <p:cond delay="indefinite"/>
                      </p:stCondLst>
                      <p:childTnLst>
                        <p:par>
                          <p:cTn id="3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500"/>
                                        <p:tgtEl>
                                          <p:spTgt spid="42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 nodeType="clickPar">
                      <p:stCondLst>
                        <p:cond delay="indefinite"/>
                      </p:stCondLst>
                      <p:childTnLst>
                        <p:par>
                          <p:cTn id="3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500"/>
                                        <p:tgtEl>
                                          <p:spTgt spid="42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 nodeType="clickPar">
                      <p:stCondLst>
                        <p:cond delay="indefinite"/>
                      </p:stCondLst>
                      <p:childTnLst>
                        <p:par>
                          <p:cTn id="3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500"/>
                                        <p:tgtEl>
                                          <p:spTgt spid="42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 nodeType="clickPar">
                      <p:stCondLst>
                        <p:cond delay="indefinite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500"/>
                                        <p:tgtEl>
                                          <p:spTgt spid="42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42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4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 nodeType="clickPar">
                      <p:stCondLst>
                        <p:cond delay="indefinite"/>
                      </p:stCondLst>
                      <p:childTnLst>
                        <p:par>
                          <p:cTn id="3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6" dur="500"/>
                                        <p:tgtEl>
                                          <p:spTgt spid="4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4" dur="500"/>
                                        <p:tgtEl>
                                          <p:spTgt spid="4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 nodeType="clickPar">
                      <p:stCondLst>
                        <p:cond delay="indefinite"/>
                      </p:stCondLst>
                      <p:childTnLst>
                        <p:par>
                          <p:cTn id="3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0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5000" fill="hold"/>
                                        <p:tgtEl>
                                          <p:spTgt spid="426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5000" fill="hold"/>
                                        <p:tgtEl>
                                          <p:spTgt spid="426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 nodeType="clickPar">
                      <p:stCondLst>
                        <p:cond delay="indefinite"/>
                      </p:stCondLst>
                      <p:childTnLst>
                        <p:par>
                          <p:cTn id="3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8" dur="500"/>
                                        <p:tgtEl>
                                          <p:spTgt spid="42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 animBg="1"/>
      <p:bldP spid="425988" grpId="0" animBg="1"/>
      <p:bldP spid="425989" grpId="0" autoUpdateAnimBg="0"/>
      <p:bldP spid="425990" grpId="0" autoUpdateAnimBg="0"/>
      <p:bldP spid="425991" grpId="0" autoUpdateAnimBg="0"/>
      <p:bldP spid="425992" grpId="0" autoUpdateAnimBg="0"/>
      <p:bldP spid="425993" grpId="0" autoUpdateAnimBg="0"/>
      <p:bldP spid="425994" grpId="0" autoUpdateAnimBg="0"/>
      <p:bldP spid="425995" grpId="0" autoUpdateAnimBg="0"/>
      <p:bldP spid="425996" grpId="0" autoUpdateAnimBg="0"/>
      <p:bldP spid="425997" grpId="0" autoUpdateAnimBg="0"/>
      <p:bldP spid="425998" grpId="0" animBg="1"/>
      <p:bldP spid="425999" grpId="0" autoUpdateAnimBg="0"/>
      <p:bldP spid="426000" grpId="0" autoUpdateAnimBg="0"/>
      <p:bldP spid="426001" grpId="0" animBg="1"/>
      <p:bldP spid="426002" grpId="0" animBg="1"/>
      <p:bldP spid="426003" grpId="0" animBg="1"/>
      <p:bldP spid="426004" grpId="0" animBg="1"/>
      <p:bldP spid="426005" grpId="0" autoUpdateAnimBg="0"/>
      <p:bldP spid="426006" grpId="0" animBg="1"/>
      <p:bldP spid="426007" grpId="0" autoUpdateAnimBg="0"/>
      <p:bldP spid="426008" grpId="0" animBg="1"/>
      <p:bldP spid="426009" grpId="0" animBg="1"/>
      <p:bldP spid="426010" grpId="0" autoUpdateAnimBg="0"/>
      <p:bldP spid="426011" grpId="0" animBg="1"/>
      <p:bldP spid="426012" grpId="0" autoUpdateAnimBg="0"/>
      <p:bldP spid="426013" grpId="0" animBg="1"/>
      <p:bldP spid="426014" grpId="0" autoUpdateAnimBg="0"/>
      <p:bldP spid="426015" grpId="0" animBg="1"/>
      <p:bldP spid="426016" grpId="0" autoUpdateAnimBg="0"/>
      <p:bldP spid="426017" grpId="0" animBg="1"/>
      <p:bldP spid="426018" grpId="0" animBg="1"/>
      <p:bldP spid="426019" grpId="0" autoUpdateAnimBg="0"/>
      <p:bldP spid="426020" grpId="0" animBg="1"/>
      <p:bldP spid="426021" grpId="0" autoUpdateAnimBg="0"/>
      <p:bldP spid="426022" grpId="0" animBg="1"/>
      <p:bldP spid="426023" grpId="0" animBg="1"/>
      <p:bldP spid="426024" grpId="0" autoUpdateAnimBg="0"/>
      <p:bldP spid="426025" grpId="0" autoUpdateAnimBg="0"/>
      <p:bldP spid="426026" grpId="0" animBg="1"/>
      <p:bldP spid="426027" grpId="0" autoUpdateAnimBg="0"/>
      <p:bldP spid="426028" grpId="0" animBg="1"/>
      <p:bldP spid="426029" grpId="0" autoUpdateAnimBg="0"/>
      <p:bldP spid="426030" grpId="0" animBg="1"/>
      <p:bldP spid="426031" grpId="0" autoUpdateAnimBg="0"/>
      <p:bldP spid="426032" grpId="0" animBg="1"/>
      <p:bldP spid="426033" grpId="0" autoUpdateAnimBg="0"/>
      <p:bldP spid="426034" grpId="0" animBg="1"/>
      <p:bldP spid="426035" grpId="0" autoUpdateAnimBg="0"/>
      <p:bldP spid="426036" grpId="0" animBg="1"/>
      <p:bldP spid="426037" grpId="0" autoUpdateAnimBg="0"/>
      <p:bldP spid="426038" grpId="0" animBg="1"/>
      <p:bldP spid="426039" grpId="0" autoUpdateAnimBg="0"/>
      <p:bldP spid="426040" grpId="0" animBg="1"/>
      <p:bldP spid="426041" grpId="0" autoUpdateAnimBg="0"/>
      <p:bldP spid="426042" grpId="0" animBg="1"/>
      <p:bldP spid="426043" grpId="0" autoUpdateAnimBg="0"/>
      <p:bldP spid="426044" grpId="0" animBg="1"/>
      <p:bldP spid="426045" grpId="0" autoUpdateAnimBg="0"/>
      <p:bldP spid="426046" grpId="0" animBg="1"/>
      <p:bldP spid="426047" grpId="0" autoUpdateAnimBg="0"/>
      <p:bldP spid="426048" grpId="0" animBg="1"/>
      <p:bldP spid="426049" grpId="0" autoUpdateAnimBg="0"/>
      <p:bldP spid="426050" grpId="0" animBg="1"/>
      <p:bldP spid="426051" grpId="0" autoUpdateAnimBg="0"/>
      <p:bldP spid="426052" grpId="0" animBg="1"/>
      <p:bldP spid="426053" grpId="0" autoUpdateAnimBg="0"/>
      <p:bldP spid="426054" grpId="0" animBg="1"/>
      <p:bldP spid="426055" grpId="0" autoUpdateAnimBg="0"/>
      <p:bldP spid="426056" grpId="0" animBg="1"/>
      <p:bldP spid="426057" grpId="0" autoUpdateAnimBg="0"/>
      <p:bldP spid="426058" grpId="0" animBg="1"/>
      <p:bldP spid="426059" grpId="0" autoUpdateAnimBg="0"/>
      <p:bldP spid="426060" grpId="0" animBg="1"/>
      <p:bldP spid="426061" grpId="0" autoUpdateAnimBg="0"/>
      <p:bldP spid="426062" grpId="0" animBg="1"/>
      <p:bldP spid="426064" grpId="0" animBg="1"/>
      <p:bldP spid="426065" grpId="0" animBg="1"/>
      <p:bldP spid="426066" grpId="0" animBg="1"/>
      <p:bldP spid="426067" grpId="0" animBg="1"/>
      <p:bldP spid="426068" grpId="0" animBg="1"/>
      <p:bldP spid="426069" grpId="0" animBg="1"/>
      <p:bldP spid="426070" grpId="0" animBg="1"/>
      <p:bldP spid="426071" grpId="0" animBg="1"/>
      <p:bldP spid="426072" grpId="0" animBg="1"/>
      <p:bldP spid="426073" grpId="0" animBg="1"/>
      <p:bldP spid="426074" grpId="0" animBg="1"/>
      <p:bldP spid="426075" grpId="0" animBg="1"/>
      <p:bldP spid="426076" grpId="0" animBg="1"/>
      <p:bldP spid="426077" grpId="0" animBg="1"/>
      <p:bldP spid="426078" grpId="0" animBg="1"/>
      <p:bldP spid="426079" grpId="0" animBg="1"/>
      <p:bldP spid="42608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3-4-2-19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6144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1" t="13464" r="19984" b="28384"/>
          <a:stretch>
            <a:fillRect/>
          </a:stretch>
        </p:blipFill>
        <p:spPr bwMode="auto">
          <a:xfrm>
            <a:off x="1447800" y="723900"/>
            <a:ext cx="52768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4821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3-4-2-20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246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2822" name="Oval 6"/>
          <p:cNvSpPr>
            <a:spLocks noChangeArrowheads="1"/>
          </p:cNvSpPr>
          <p:nvPr/>
        </p:nvSpPr>
        <p:spPr bwMode="auto">
          <a:xfrm>
            <a:off x="4979988" y="1558925"/>
            <a:ext cx="344487" cy="5397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62823" name="Oval 7"/>
          <p:cNvSpPr>
            <a:spLocks noChangeArrowheads="1"/>
          </p:cNvSpPr>
          <p:nvPr/>
        </p:nvSpPr>
        <p:spPr bwMode="auto">
          <a:xfrm>
            <a:off x="5503863" y="909638"/>
            <a:ext cx="492125" cy="5397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2" grpId="0" animBg="1"/>
      <p:bldP spid="1628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3-4-2-20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6349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6" t="11690" r="20340" b="30753"/>
          <a:stretch>
            <a:fillRect/>
          </a:stretch>
        </p:blipFill>
        <p:spPr bwMode="auto">
          <a:xfrm>
            <a:off x="1714500" y="752475"/>
            <a:ext cx="5153025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910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3-4-2-21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4516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3-4-2-21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6553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0" t="14427" r="25192" b="32578"/>
          <a:stretch>
            <a:fillRect/>
          </a:stretch>
        </p:blipFill>
        <p:spPr bwMode="auto">
          <a:xfrm>
            <a:off x="1428750" y="857250"/>
            <a:ext cx="4800600" cy="341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51387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3-4-2-22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6564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3-4-2-22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675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7" t="12651" r="20338" b="28311"/>
          <a:stretch>
            <a:fillRect/>
          </a:stretch>
        </p:blipFill>
        <p:spPr bwMode="auto">
          <a:xfrm>
            <a:off x="1658938" y="571500"/>
            <a:ext cx="45497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561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3-4-2-23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68612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3-4-2-23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6963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6" t="10950" r="18683" b="26610"/>
          <a:stretch>
            <a:fillRect/>
          </a:stretch>
        </p:blipFill>
        <p:spPr bwMode="auto">
          <a:xfrm>
            <a:off x="1466850" y="704850"/>
            <a:ext cx="5124450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plant"/>
          <p:cNvSpPr>
            <a:spLocks noEditPoints="1" noChangeArrowheads="1"/>
          </p:cNvSpPr>
          <p:nvPr/>
        </p:nvSpPr>
        <p:spPr bwMode="auto">
          <a:xfrm>
            <a:off x="112713" y="484188"/>
            <a:ext cx="541337" cy="425450"/>
          </a:xfrm>
          <a:custGeom>
            <a:avLst/>
            <a:gdLst>
              <a:gd name="T0" fmla="*/ 0 w 21600"/>
              <a:gd name="T1" fmla="*/ 0 h 21600"/>
              <a:gd name="T2" fmla="*/ 6783479 w 21600"/>
              <a:gd name="T3" fmla="*/ 0 h 21600"/>
              <a:gd name="T4" fmla="*/ 13566933 w 21600"/>
              <a:gd name="T5" fmla="*/ 0 h 21600"/>
              <a:gd name="T6" fmla="*/ 13566933 w 21600"/>
              <a:gd name="T7" fmla="*/ 4189993 h 21600"/>
              <a:gd name="T8" fmla="*/ 13566933 w 21600"/>
              <a:gd name="T9" fmla="*/ 8379986 h 21600"/>
              <a:gd name="T10" fmla="*/ 6783479 w 21600"/>
              <a:gd name="T11" fmla="*/ 8379986 h 21600"/>
              <a:gd name="T12" fmla="*/ 0 w 21600"/>
              <a:gd name="T13" fmla="*/ 8379986 h 21600"/>
              <a:gd name="T14" fmla="*/ 0 w 21600"/>
              <a:gd name="T15" fmla="*/ 4189993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Line 2"/>
          <p:cNvSpPr>
            <a:spLocks noChangeShapeType="1"/>
          </p:cNvSpPr>
          <p:nvPr/>
        </p:nvSpPr>
        <p:spPr bwMode="auto">
          <a:xfrm flipV="1">
            <a:off x="4787900" y="1511300"/>
            <a:ext cx="0" cy="21463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59" name="Line 3"/>
          <p:cNvSpPr>
            <a:spLocks noChangeShapeType="1"/>
          </p:cNvSpPr>
          <p:nvPr/>
        </p:nvSpPr>
        <p:spPr bwMode="auto">
          <a:xfrm flipV="1">
            <a:off x="4470400" y="1333500"/>
            <a:ext cx="0" cy="388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0" name="Line 4"/>
          <p:cNvSpPr>
            <a:spLocks noChangeShapeType="1"/>
          </p:cNvSpPr>
          <p:nvPr/>
        </p:nvSpPr>
        <p:spPr bwMode="auto">
          <a:xfrm flipV="1">
            <a:off x="3803650" y="1323975"/>
            <a:ext cx="0" cy="388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auto">
          <a:xfrm flipV="1">
            <a:off x="2628900" y="1333500"/>
            <a:ext cx="1588" cy="28368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Line 6"/>
          <p:cNvSpPr>
            <a:spLocks noChangeShapeType="1"/>
          </p:cNvSpPr>
          <p:nvPr/>
        </p:nvSpPr>
        <p:spPr bwMode="auto">
          <a:xfrm flipV="1">
            <a:off x="3213100" y="1333500"/>
            <a:ext cx="0" cy="23241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Line 7"/>
          <p:cNvSpPr>
            <a:spLocks noChangeShapeType="1"/>
          </p:cNvSpPr>
          <p:nvPr/>
        </p:nvSpPr>
        <p:spPr bwMode="auto">
          <a:xfrm flipV="1">
            <a:off x="4000500" y="1333500"/>
            <a:ext cx="0" cy="233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4" name="Line 8"/>
          <p:cNvSpPr>
            <a:spLocks noChangeShapeType="1"/>
          </p:cNvSpPr>
          <p:nvPr/>
        </p:nvSpPr>
        <p:spPr bwMode="auto">
          <a:xfrm flipV="1">
            <a:off x="3035300" y="3016250"/>
            <a:ext cx="0" cy="11541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 flipV="1">
            <a:off x="4121150" y="2997200"/>
            <a:ext cx="0" cy="22034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6" name="Line 10"/>
          <p:cNvSpPr>
            <a:spLocks noChangeShapeType="1"/>
          </p:cNvSpPr>
          <p:nvPr/>
        </p:nvSpPr>
        <p:spPr bwMode="auto">
          <a:xfrm flipV="1">
            <a:off x="3673475" y="3016250"/>
            <a:ext cx="0" cy="6413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 flipH="1">
            <a:off x="2628900" y="2197100"/>
            <a:ext cx="4851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8" name="Line 12"/>
          <p:cNvSpPr>
            <a:spLocks noChangeShapeType="1"/>
          </p:cNvSpPr>
          <p:nvPr/>
        </p:nvSpPr>
        <p:spPr bwMode="auto">
          <a:xfrm flipH="1">
            <a:off x="2628900" y="1968500"/>
            <a:ext cx="38227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9" name="Line 13"/>
          <p:cNvSpPr>
            <a:spLocks noChangeShapeType="1"/>
          </p:cNvSpPr>
          <p:nvPr/>
        </p:nvSpPr>
        <p:spPr bwMode="auto">
          <a:xfrm flipH="1">
            <a:off x="2628900" y="1854200"/>
            <a:ext cx="3302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0" name="Line 14"/>
          <p:cNvSpPr>
            <a:spLocks noChangeShapeType="1"/>
          </p:cNvSpPr>
          <p:nvPr/>
        </p:nvSpPr>
        <p:spPr bwMode="auto">
          <a:xfrm flipH="1">
            <a:off x="2654300" y="1511300"/>
            <a:ext cx="32766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 flipH="1">
            <a:off x="2628900" y="3022600"/>
            <a:ext cx="3302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2" name="Rectangle 16"/>
          <p:cNvSpPr>
            <a:spLocks noChangeArrowheads="1"/>
          </p:cNvSpPr>
          <p:nvPr/>
        </p:nvSpPr>
        <p:spPr bwMode="auto">
          <a:xfrm>
            <a:off x="1887538" y="776288"/>
            <a:ext cx="6397625" cy="47799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70673" name="Group 17"/>
          <p:cNvGrpSpPr>
            <a:grpSpLocks/>
          </p:cNvGrpSpPr>
          <p:nvPr/>
        </p:nvGrpSpPr>
        <p:grpSpPr bwMode="auto">
          <a:xfrm>
            <a:off x="5930900" y="1511300"/>
            <a:ext cx="1549400" cy="1511300"/>
            <a:chOff x="3736" y="952"/>
            <a:chExt cx="976" cy="952"/>
          </a:xfrm>
        </p:grpSpPr>
        <p:sp>
          <p:nvSpPr>
            <p:cNvPr id="70697" name="Rectangle 18"/>
            <p:cNvSpPr>
              <a:spLocks noChangeArrowheads="1"/>
            </p:cNvSpPr>
            <p:nvPr/>
          </p:nvSpPr>
          <p:spPr bwMode="auto">
            <a:xfrm>
              <a:off x="3736" y="952"/>
              <a:ext cx="976" cy="95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0698" name="Line 19"/>
            <p:cNvSpPr>
              <a:spLocks noChangeShapeType="1"/>
            </p:cNvSpPr>
            <p:nvPr/>
          </p:nvSpPr>
          <p:spPr bwMode="auto">
            <a:xfrm>
              <a:off x="3736" y="1168"/>
              <a:ext cx="976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9" name="Line 20"/>
            <p:cNvSpPr>
              <a:spLocks noChangeShapeType="1"/>
            </p:cNvSpPr>
            <p:nvPr/>
          </p:nvSpPr>
          <p:spPr bwMode="auto">
            <a:xfrm>
              <a:off x="4064" y="1240"/>
              <a:ext cx="0" cy="6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9090" name="Line 34"/>
          <p:cNvSpPr>
            <a:spLocks noChangeShapeType="1"/>
          </p:cNvSpPr>
          <p:nvPr/>
        </p:nvSpPr>
        <p:spPr bwMode="auto">
          <a:xfrm flipH="1">
            <a:off x="3794125" y="1525588"/>
            <a:ext cx="685800" cy="6715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1" name="Line 35"/>
          <p:cNvSpPr>
            <a:spLocks noChangeShapeType="1"/>
          </p:cNvSpPr>
          <p:nvPr/>
        </p:nvSpPr>
        <p:spPr bwMode="auto">
          <a:xfrm flipH="1" flipV="1">
            <a:off x="2628900" y="1968500"/>
            <a:ext cx="1174750" cy="23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2" name="Line 36"/>
          <p:cNvSpPr>
            <a:spLocks noChangeShapeType="1"/>
          </p:cNvSpPr>
          <p:nvPr/>
        </p:nvSpPr>
        <p:spPr bwMode="auto">
          <a:xfrm flipV="1">
            <a:off x="2628900" y="1854200"/>
            <a:ext cx="584200" cy="1143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3" name="Line 37"/>
          <p:cNvSpPr>
            <a:spLocks noChangeShapeType="1"/>
          </p:cNvSpPr>
          <p:nvPr/>
        </p:nvSpPr>
        <p:spPr bwMode="auto">
          <a:xfrm flipV="1">
            <a:off x="3213100" y="1516063"/>
            <a:ext cx="78740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5" name="Line 39"/>
          <p:cNvSpPr>
            <a:spLocks noChangeShapeType="1"/>
          </p:cNvSpPr>
          <p:nvPr/>
        </p:nvSpPr>
        <p:spPr bwMode="auto">
          <a:xfrm>
            <a:off x="2638425" y="1963738"/>
            <a:ext cx="403225" cy="10588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679" name="Group 40"/>
          <p:cNvGrpSpPr>
            <a:grpSpLocks/>
          </p:cNvGrpSpPr>
          <p:nvPr/>
        </p:nvGrpSpPr>
        <p:grpSpPr bwMode="auto">
          <a:xfrm>
            <a:off x="2628900" y="3657600"/>
            <a:ext cx="2159000" cy="1562100"/>
            <a:chOff x="1656" y="2304"/>
            <a:chExt cx="1360" cy="984"/>
          </a:xfrm>
        </p:grpSpPr>
        <p:sp>
          <p:nvSpPr>
            <p:cNvPr id="70688" name="Line 41"/>
            <p:cNvSpPr>
              <a:spLocks noChangeShapeType="1"/>
            </p:cNvSpPr>
            <p:nvPr/>
          </p:nvSpPr>
          <p:spPr bwMode="auto">
            <a:xfrm>
              <a:off x="2520" y="2304"/>
              <a:ext cx="296" cy="9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9" name="Line 42"/>
            <p:cNvSpPr>
              <a:spLocks noChangeShapeType="1"/>
            </p:cNvSpPr>
            <p:nvPr/>
          </p:nvSpPr>
          <p:spPr bwMode="auto">
            <a:xfrm flipV="1">
              <a:off x="1657" y="2304"/>
              <a:ext cx="367" cy="3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0" name="Line 43"/>
            <p:cNvSpPr>
              <a:spLocks noChangeShapeType="1"/>
            </p:cNvSpPr>
            <p:nvPr/>
          </p:nvSpPr>
          <p:spPr bwMode="auto">
            <a:xfrm>
              <a:off x="1656" y="2627"/>
              <a:ext cx="740" cy="6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1" name="Line 44"/>
            <p:cNvSpPr>
              <a:spLocks noChangeShapeType="1"/>
            </p:cNvSpPr>
            <p:nvPr/>
          </p:nvSpPr>
          <p:spPr bwMode="auto">
            <a:xfrm>
              <a:off x="3016" y="2304"/>
              <a:ext cx="0" cy="9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2" name="Line 45"/>
            <p:cNvSpPr>
              <a:spLocks noChangeShapeType="1"/>
            </p:cNvSpPr>
            <p:nvPr/>
          </p:nvSpPr>
          <p:spPr bwMode="auto">
            <a:xfrm>
              <a:off x="2024" y="2304"/>
              <a:ext cx="9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3" name="Line 46"/>
            <p:cNvSpPr>
              <a:spLocks noChangeShapeType="1"/>
            </p:cNvSpPr>
            <p:nvPr/>
          </p:nvSpPr>
          <p:spPr bwMode="auto">
            <a:xfrm>
              <a:off x="1656" y="2627"/>
              <a:ext cx="25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4" name="Line 47"/>
            <p:cNvSpPr>
              <a:spLocks noChangeShapeType="1"/>
            </p:cNvSpPr>
            <p:nvPr/>
          </p:nvSpPr>
          <p:spPr bwMode="auto">
            <a:xfrm>
              <a:off x="2396" y="3282"/>
              <a:ext cx="6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5" name="Line 48"/>
            <p:cNvSpPr>
              <a:spLocks noChangeShapeType="1"/>
            </p:cNvSpPr>
            <p:nvPr/>
          </p:nvSpPr>
          <p:spPr bwMode="auto">
            <a:xfrm flipV="1">
              <a:off x="1915" y="2304"/>
              <a:ext cx="399" cy="3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96" name="Line 49"/>
            <p:cNvSpPr>
              <a:spLocks noChangeShapeType="1"/>
            </p:cNvSpPr>
            <p:nvPr/>
          </p:nvSpPr>
          <p:spPr bwMode="auto">
            <a:xfrm>
              <a:off x="1914" y="2627"/>
              <a:ext cx="682" cy="6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9106" name="Line 50"/>
          <p:cNvSpPr>
            <a:spLocks noChangeShapeType="1"/>
          </p:cNvSpPr>
          <p:nvPr/>
        </p:nvSpPr>
        <p:spPr bwMode="auto">
          <a:xfrm>
            <a:off x="3803650" y="2203450"/>
            <a:ext cx="317500" cy="812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07" name="Line 51"/>
          <p:cNvSpPr>
            <a:spLocks noChangeShapeType="1"/>
          </p:cNvSpPr>
          <p:nvPr/>
        </p:nvSpPr>
        <p:spPr bwMode="auto">
          <a:xfrm>
            <a:off x="3211513" y="1844675"/>
            <a:ext cx="461962" cy="117792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09" name="Line 53"/>
          <p:cNvSpPr>
            <a:spLocks noChangeShapeType="1"/>
          </p:cNvSpPr>
          <p:nvPr/>
        </p:nvSpPr>
        <p:spPr bwMode="auto">
          <a:xfrm flipV="1">
            <a:off x="3986213" y="1516063"/>
            <a:ext cx="4841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11" name="Line 55"/>
          <p:cNvSpPr>
            <a:spLocks noChangeShapeType="1"/>
          </p:cNvSpPr>
          <p:nvPr/>
        </p:nvSpPr>
        <p:spPr bwMode="auto">
          <a:xfrm>
            <a:off x="3040063" y="3013075"/>
            <a:ext cx="1081087" cy="3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12" name="Line 56"/>
          <p:cNvSpPr>
            <a:spLocks noChangeShapeType="1"/>
          </p:cNvSpPr>
          <p:nvPr/>
        </p:nvSpPr>
        <p:spPr bwMode="auto">
          <a:xfrm flipV="1">
            <a:off x="4121150" y="3013075"/>
            <a:ext cx="671513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13" name="Line 57"/>
          <p:cNvSpPr>
            <a:spLocks noChangeShapeType="1"/>
          </p:cNvSpPr>
          <p:nvPr/>
        </p:nvSpPr>
        <p:spPr bwMode="auto">
          <a:xfrm flipV="1">
            <a:off x="4787900" y="1516063"/>
            <a:ext cx="0" cy="15065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14" name="Line 58"/>
          <p:cNvSpPr>
            <a:spLocks noChangeShapeType="1"/>
          </p:cNvSpPr>
          <p:nvPr/>
        </p:nvSpPr>
        <p:spPr bwMode="auto">
          <a:xfrm flipH="1">
            <a:off x="4470400" y="1516063"/>
            <a:ext cx="3222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7" name="Text Box 59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宋体" pitchFamily="2" charset="-122"/>
              </a:rPr>
              <a:t>*3-4-2-24  </a:t>
            </a:r>
            <a:r>
              <a:rPr lang="en-US" altLang="en-US" sz="1600" b="1" dirty="0" err="1" smtClean="0">
                <a:latin typeface="宋体" pitchFamily="2" charset="-122"/>
              </a:rPr>
              <a:t>根据组合体的两个视图画出第三视图</a:t>
            </a:r>
            <a:r>
              <a:rPr lang="zh-CN" altLang="en-US" sz="1600" b="1" dirty="0" smtClean="0">
                <a:latin typeface="宋体" pitchFamily="2" charset="-122"/>
              </a:rPr>
              <a:t>（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itchFamily="2" charset="-122"/>
              </a:rPr>
              <a:t>课堂练习</a:t>
            </a:r>
            <a:r>
              <a:rPr lang="zh-CN" altLang="en-US" sz="1600" b="1" dirty="0" smtClean="0">
                <a:latin typeface="宋体" pitchFamily="2" charset="-122"/>
              </a:rPr>
              <a:t>）</a:t>
            </a:r>
            <a:endParaRPr lang="zh-CN" altLang="en-US" sz="1600" b="1" dirty="0">
              <a:latin typeface="宋体" pitchFamily="2" charset="-122"/>
            </a:endParaRPr>
          </a:p>
        </p:txBody>
      </p:sp>
      <p:sp>
        <p:nvSpPr>
          <p:cNvPr id="44" name="Text Box 96"/>
          <p:cNvSpPr txBox="1">
            <a:spLocks noChangeArrowheads="1"/>
          </p:cNvSpPr>
          <p:nvPr/>
        </p:nvSpPr>
        <p:spPr bwMode="auto">
          <a:xfrm>
            <a:off x="2302068" y="5973942"/>
            <a:ext cx="30273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正确理解类似形！</a:t>
            </a:r>
            <a:endParaRPr lang="zh-CN" altLang="en-US" sz="2800" b="1" dirty="0">
              <a:solidFill>
                <a:schemeClr val="hlink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2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2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2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90" grpId="0" animBg="1"/>
      <p:bldP spid="429091" grpId="0" animBg="1"/>
      <p:bldP spid="429092" grpId="0" animBg="1"/>
      <p:bldP spid="429093" grpId="0" animBg="1"/>
      <p:bldP spid="429095" grpId="0" animBg="1"/>
      <p:bldP spid="429106" grpId="0" animBg="1"/>
      <p:bldP spid="429107" grpId="0" animBg="1"/>
      <p:bldP spid="429109" grpId="0" animBg="1"/>
      <p:bldP spid="429111" grpId="0" animBg="1"/>
      <p:bldP spid="429112" grpId="0" animBg="1"/>
      <p:bldP spid="429113" grpId="0" animBg="1"/>
      <p:bldP spid="429114" grpId="0" animBg="1"/>
      <p:bldP spid="4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Line 2"/>
          <p:cNvSpPr>
            <a:spLocks noChangeShapeType="1"/>
          </p:cNvSpPr>
          <p:nvPr/>
        </p:nvSpPr>
        <p:spPr bwMode="auto">
          <a:xfrm flipV="1">
            <a:off x="4787900" y="1511300"/>
            <a:ext cx="0" cy="21463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1" name="Line 3"/>
          <p:cNvSpPr>
            <a:spLocks noChangeShapeType="1"/>
          </p:cNvSpPr>
          <p:nvPr/>
        </p:nvSpPr>
        <p:spPr bwMode="auto">
          <a:xfrm flipV="1">
            <a:off x="4470400" y="1333500"/>
            <a:ext cx="0" cy="388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2" name="Line 4"/>
          <p:cNvSpPr>
            <a:spLocks noChangeShapeType="1"/>
          </p:cNvSpPr>
          <p:nvPr/>
        </p:nvSpPr>
        <p:spPr bwMode="auto">
          <a:xfrm flipV="1">
            <a:off x="3803650" y="1323975"/>
            <a:ext cx="0" cy="388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3" name="Line 5"/>
          <p:cNvSpPr>
            <a:spLocks noChangeShapeType="1"/>
          </p:cNvSpPr>
          <p:nvPr/>
        </p:nvSpPr>
        <p:spPr bwMode="auto">
          <a:xfrm flipV="1">
            <a:off x="2628900" y="1333500"/>
            <a:ext cx="1588" cy="28368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4" name="Line 6"/>
          <p:cNvSpPr>
            <a:spLocks noChangeShapeType="1"/>
          </p:cNvSpPr>
          <p:nvPr/>
        </p:nvSpPr>
        <p:spPr bwMode="auto">
          <a:xfrm flipV="1">
            <a:off x="3213100" y="1333500"/>
            <a:ext cx="0" cy="23241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5" name="Line 7"/>
          <p:cNvSpPr>
            <a:spLocks noChangeShapeType="1"/>
          </p:cNvSpPr>
          <p:nvPr/>
        </p:nvSpPr>
        <p:spPr bwMode="auto">
          <a:xfrm flipV="1">
            <a:off x="4000500" y="1333500"/>
            <a:ext cx="0" cy="233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6" name="Line 8"/>
          <p:cNvSpPr>
            <a:spLocks noChangeShapeType="1"/>
          </p:cNvSpPr>
          <p:nvPr/>
        </p:nvSpPr>
        <p:spPr bwMode="auto">
          <a:xfrm flipV="1">
            <a:off x="3035300" y="3016250"/>
            <a:ext cx="0" cy="11541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7" name="Line 9"/>
          <p:cNvSpPr>
            <a:spLocks noChangeShapeType="1"/>
          </p:cNvSpPr>
          <p:nvPr/>
        </p:nvSpPr>
        <p:spPr bwMode="auto">
          <a:xfrm flipV="1">
            <a:off x="4121150" y="2997200"/>
            <a:ext cx="0" cy="22034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8" name="Line 10"/>
          <p:cNvSpPr>
            <a:spLocks noChangeShapeType="1"/>
          </p:cNvSpPr>
          <p:nvPr/>
        </p:nvSpPr>
        <p:spPr bwMode="auto">
          <a:xfrm flipV="1">
            <a:off x="3673475" y="3016250"/>
            <a:ext cx="0" cy="6413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19" name="Line 11"/>
          <p:cNvSpPr>
            <a:spLocks noChangeShapeType="1"/>
          </p:cNvSpPr>
          <p:nvPr/>
        </p:nvSpPr>
        <p:spPr bwMode="auto">
          <a:xfrm flipH="1">
            <a:off x="2628900" y="2197100"/>
            <a:ext cx="4851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0" name="Line 12"/>
          <p:cNvSpPr>
            <a:spLocks noChangeShapeType="1"/>
          </p:cNvSpPr>
          <p:nvPr/>
        </p:nvSpPr>
        <p:spPr bwMode="auto">
          <a:xfrm flipH="1">
            <a:off x="2628900" y="1968500"/>
            <a:ext cx="38227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1" name="Line 13"/>
          <p:cNvSpPr>
            <a:spLocks noChangeShapeType="1"/>
          </p:cNvSpPr>
          <p:nvPr/>
        </p:nvSpPr>
        <p:spPr bwMode="auto">
          <a:xfrm flipH="1">
            <a:off x="2628900" y="1854200"/>
            <a:ext cx="3302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2" name="Line 14"/>
          <p:cNvSpPr>
            <a:spLocks noChangeShapeType="1"/>
          </p:cNvSpPr>
          <p:nvPr/>
        </p:nvSpPr>
        <p:spPr bwMode="auto">
          <a:xfrm flipH="1">
            <a:off x="2654300" y="1511300"/>
            <a:ext cx="32766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3" name="Line 15"/>
          <p:cNvSpPr>
            <a:spLocks noChangeShapeType="1"/>
          </p:cNvSpPr>
          <p:nvPr/>
        </p:nvSpPr>
        <p:spPr bwMode="auto">
          <a:xfrm flipH="1">
            <a:off x="2628900" y="3022600"/>
            <a:ext cx="3302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24" name="Rectangle 16"/>
          <p:cNvSpPr>
            <a:spLocks noChangeArrowheads="1"/>
          </p:cNvSpPr>
          <p:nvPr/>
        </p:nvSpPr>
        <p:spPr bwMode="auto">
          <a:xfrm>
            <a:off x="1887538" y="776288"/>
            <a:ext cx="6397625" cy="47799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pSp>
        <p:nvGrpSpPr>
          <p:cNvPr id="71697" name="Group 17"/>
          <p:cNvGrpSpPr>
            <a:grpSpLocks/>
          </p:cNvGrpSpPr>
          <p:nvPr/>
        </p:nvGrpSpPr>
        <p:grpSpPr bwMode="auto">
          <a:xfrm>
            <a:off x="5930900" y="1511300"/>
            <a:ext cx="1549400" cy="1511300"/>
            <a:chOff x="3736" y="952"/>
            <a:chExt cx="976" cy="952"/>
          </a:xfrm>
        </p:grpSpPr>
        <p:sp>
          <p:nvSpPr>
            <p:cNvPr id="71736" name="Rectangle 18"/>
            <p:cNvSpPr>
              <a:spLocks noChangeArrowheads="1"/>
            </p:cNvSpPr>
            <p:nvPr/>
          </p:nvSpPr>
          <p:spPr bwMode="auto">
            <a:xfrm>
              <a:off x="3736" y="952"/>
              <a:ext cx="976" cy="95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1737" name="Line 19"/>
            <p:cNvSpPr>
              <a:spLocks noChangeShapeType="1"/>
            </p:cNvSpPr>
            <p:nvPr/>
          </p:nvSpPr>
          <p:spPr bwMode="auto">
            <a:xfrm>
              <a:off x="3736" y="1168"/>
              <a:ext cx="976" cy="2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8" name="Line 20"/>
            <p:cNvSpPr>
              <a:spLocks noChangeShapeType="1"/>
            </p:cNvSpPr>
            <p:nvPr/>
          </p:nvSpPr>
          <p:spPr bwMode="auto">
            <a:xfrm>
              <a:off x="4064" y="1240"/>
              <a:ext cx="0" cy="6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7029" name="Text Box 21"/>
          <p:cNvSpPr txBox="1">
            <a:spLocks noChangeArrowheads="1"/>
          </p:cNvSpPr>
          <p:nvPr/>
        </p:nvSpPr>
        <p:spPr bwMode="auto">
          <a:xfrm>
            <a:off x="4152900" y="5200650"/>
            <a:ext cx="481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1</a:t>
            </a:r>
            <a:endParaRPr kumimoji="1" lang="en-US" altLang="zh-CN" sz="16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0" name="Text Box 22"/>
          <p:cNvSpPr txBox="1">
            <a:spLocks noChangeArrowheads="1"/>
          </p:cNvSpPr>
          <p:nvPr/>
        </p:nvSpPr>
        <p:spPr bwMode="auto">
          <a:xfrm>
            <a:off x="3519488" y="5219700"/>
            <a:ext cx="4810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2</a:t>
            </a:r>
            <a:endParaRPr kumimoji="1" lang="en-US" altLang="zh-CN" sz="16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1" name="Text Box 23"/>
          <p:cNvSpPr txBox="1">
            <a:spLocks noChangeArrowheads="1"/>
          </p:cNvSpPr>
          <p:nvPr/>
        </p:nvSpPr>
        <p:spPr bwMode="auto">
          <a:xfrm>
            <a:off x="2173288" y="4032250"/>
            <a:ext cx="4810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3</a:t>
            </a:r>
            <a:endParaRPr kumimoji="1" lang="en-US" altLang="zh-CN" sz="16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2" name="Text Box 24"/>
          <p:cNvSpPr txBox="1">
            <a:spLocks noChangeArrowheads="1"/>
          </p:cNvSpPr>
          <p:nvPr/>
        </p:nvSpPr>
        <p:spPr bwMode="auto">
          <a:xfrm>
            <a:off x="3048000" y="3333750"/>
            <a:ext cx="481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4</a:t>
            </a:r>
            <a:endParaRPr kumimoji="1" lang="en-US" altLang="zh-CN" sz="16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3" name="Text Box 25"/>
          <p:cNvSpPr txBox="1">
            <a:spLocks noChangeArrowheads="1"/>
          </p:cNvSpPr>
          <p:nvPr/>
        </p:nvSpPr>
        <p:spPr bwMode="auto">
          <a:xfrm>
            <a:off x="3822700" y="3346450"/>
            <a:ext cx="481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5</a:t>
            </a:r>
            <a:endParaRPr kumimoji="1" lang="en-US" altLang="zh-CN" sz="16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4" name="Text Box 26"/>
          <p:cNvSpPr txBox="1">
            <a:spLocks noChangeArrowheads="1"/>
          </p:cNvSpPr>
          <p:nvPr/>
        </p:nvSpPr>
        <p:spPr bwMode="auto">
          <a:xfrm>
            <a:off x="7427913" y="2019300"/>
            <a:ext cx="6048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i="1">
                <a:solidFill>
                  <a:srgbClr val="000000"/>
                </a:solidFill>
                <a:latin typeface="ISOCPEUR" pitchFamily="34" charset="0"/>
              </a:rPr>
              <a:t>1",2"</a:t>
            </a:r>
            <a:endParaRPr kumimoji="1" lang="en-US" altLang="zh-CN" sz="18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5" name="Text Box 27"/>
          <p:cNvSpPr txBox="1">
            <a:spLocks noChangeArrowheads="1"/>
          </p:cNvSpPr>
          <p:nvPr/>
        </p:nvSpPr>
        <p:spPr bwMode="auto">
          <a:xfrm>
            <a:off x="6321425" y="1639888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i="1">
                <a:solidFill>
                  <a:srgbClr val="000000"/>
                </a:solidFill>
                <a:latin typeface="ISOCPEUR" pitchFamily="34" charset="0"/>
              </a:rPr>
              <a:t>3"</a:t>
            </a:r>
            <a:endParaRPr kumimoji="1" lang="en-US" altLang="zh-CN" sz="18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6" name="Text Box 28"/>
          <p:cNvSpPr txBox="1">
            <a:spLocks noChangeArrowheads="1"/>
          </p:cNvSpPr>
          <p:nvPr/>
        </p:nvSpPr>
        <p:spPr bwMode="auto">
          <a:xfrm>
            <a:off x="5265738" y="1579563"/>
            <a:ext cx="650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i="1">
                <a:solidFill>
                  <a:srgbClr val="000000"/>
                </a:solidFill>
                <a:latin typeface="ISOCPEUR" pitchFamily="34" charset="0"/>
              </a:rPr>
              <a:t>4",5"</a:t>
            </a:r>
            <a:endParaRPr kumimoji="1" lang="en-US" altLang="zh-CN" sz="1800" b="1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427037" name="Text Box 29"/>
          <p:cNvSpPr txBox="1">
            <a:spLocks noChangeArrowheads="1"/>
          </p:cNvSpPr>
          <p:nvPr/>
        </p:nvSpPr>
        <p:spPr bwMode="auto">
          <a:xfrm>
            <a:off x="4354513" y="2146300"/>
            <a:ext cx="300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1'</a:t>
            </a:r>
          </a:p>
        </p:txBody>
      </p:sp>
      <p:sp>
        <p:nvSpPr>
          <p:cNvPr id="427038" name="Text Box 30"/>
          <p:cNvSpPr txBox="1">
            <a:spLocks noChangeArrowheads="1"/>
          </p:cNvSpPr>
          <p:nvPr/>
        </p:nvSpPr>
        <p:spPr bwMode="auto">
          <a:xfrm>
            <a:off x="3475038" y="2152650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2'</a:t>
            </a:r>
          </a:p>
        </p:txBody>
      </p:sp>
      <p:sp>
        <p:nvSpPr>
          <p:cNvPr id="427039" name="Text Box 31"/>
          <p:cNvSpPr txBox="1">
            <a:spLocks noChangeArrowheads="1"/>
          </p:cNvSpPr>
          <p:nvPr/>
        </p:nvSpPr>
        <p:spPr bwMode="auto">
          <a:xfrm>
            <a:off x="2265363" y="1828800"/>
            <a:ext cx="407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3‘ </a:t>
            </a:r>
          </a:p>
        </p:txBody>
      </p:sp>
      <p:sp>
        <p:nvSpPr>
          <p:cNvPr id="427040" name="Text Box 32"/>
          <p:cNvSpPr txBox="1">
            <a:spLocks noChangeArrowheads="1"/>
          </p:cNvSpPr>
          <p:nvPr/>
        </p:nvSpPr>
        <p:spPr bwMode="auto">
          <a:xfrm>
            <a:off x="3111500" y="1562100"/>
            <a:ext cx="339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4'</a:t>
            </a:r>
          </a:p>
        </p:txBody>
      </p:sp>
      <p:sp>
        <p:nvSpPr>
          <p:cNvPr id="427041" name="Text Box 33"/>
          <p:cNvSpPr txBox="1">
            <a:spLocks noChangeArrowheads="1"/>
          </p:cNvSpPr>
          <p:nvPr/>
        </p:nvSpPr>
        <p:spPr bwMode="auto">
          <a:xfrm>
            <a:off x="3975100" y="1609725"/>
            <a:ext cx="32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600" b="1" i="1">
                <a:solidFill>
                  <a:srgbClr val="000000"/>
                </a:solidFill>
                <a:latin typeface="ISOCPEUR" pitchFamily="34" charset="0"/>
              </a:rPr>
              <a:t>5'</a:t>
            </a:r>
          </a:p>
        </p:txBody>
      </p:sp>
      <p:sp>
        <p:nvSpPr>
          <p:cNvPr id="427042" name="Line 34"/>
          <p:cNvSpPr>
            <a:spLocks noChangeShapeType="1"/>
          </p:cNvSpPr>
          <p:nvPr/>
        </p:nvSpPr>
        <p:spPr bwMode="auto">
          <a:xfrm flipH="1">
            <a:off x="3794125" y="2197100"/>
            <a:ext cx="685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43" name="Line 35"/>
          <p:cNvSpPr>
            <a:spLocks noChangeShapeType="1"/>
          </p:cNvSpPr>
          <p:nvPr/>
        </p:nvSpPr>
        <p:spPr bwMode="auto">
          <a:xfrm flipH="1" flipV="1">
            <a:off x="2628900" y="1968500"/>
            <a:ext cx="1174750" cy="231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44" name="Line 36"/>
          <p:cNvSpPr>
            <a:spLocks noChangeShapeType="1"/>
          </p:cNvSpPr>
          <p:nvPr/>
        </p:nvSpPr>
        <p:spPr bwMode="auto">
          <a:xfrm flipV="1">
            <a:off x="2628900" y="1854200"/>
            <a:ext cx="584200" cy="1143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45" name="Line 37"/>
          <p:cNvSpPr>
            <a:spLocks noChangeShapeType="1"/>
          </p:cNvSpPr>
          <p:nvPr/>
        </p:nvSpPr>
        <p:spPr bwMode="auto">
          <a:xfrm>
            <a:off x="3213100" y="1854200"/>
            <a:ext cx="78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46" name="Line 38"/>
          <p:cNvSpPr>
            <a:spLocks noChangeShapeType="1"/>
          </p:cNvSpPr>
          <p:nvPr/>
        </p:nvSpPr>
        <p:spPr bwMode="auto">
          <a:xfrm>
            <a:off x="4000500" y="1854200"/>
            <a:ext cx="469900" cy="342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47" name="Line 39"/>
          <p:cNvSpPr>
            <a:spLocks noChangeShapeType="1"/>
          </p:cNvSpPr>
          <p:nvPr/>
        </p:nvSpPr>
        <p:spPr bwMode="auto">
          <a:xfrm>
            <a:off x="2638425" y="1963738"/>
            <a:ext cx="403225" cy="10588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2628900" y="3657600"/>
            <a:ext cx="2159000" cy="1562100"/>
            <a:chOff x="1656" y="2304"/>
            <a:chExt cx="1360" cy="984"/>
          </a:xfrm>
        </p:grpSpPr>
        <p:sp>
          <p:nvSpPr>
            <p:cNvPr id="71727" name="Line 41"/>
            <p:cNvSpPr>
              <a:spLocks noChangeShapeType="1"/>
            </p:cNvSpPr>
            <p:nvPr/>
          </p:nvSpPr>
          <p:spPr bwMode="auto">
            <a:xfrm>
              <a:off x="2520" y="2304"/>
              <a:ext cx="296" cy="9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28" name="Line 42"/>
            <p:cNvSpPr>
              <a:spLocks noChangeShapeType="1"/>
            </p:cNvSpPr>
            <p:nvPr/>
          </p:nvSpPr>
          <p:spPr bwMode="auto">
            <a:xfrm flipV="1">
              <a:off x="1657" y="2304"/>
              <a:ext cx="367" cy="3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29" name="Line 43"/>
            <p:cNvSpPr>
              <a:spLocks noChangeShapeType="1"/>
            </p:cNvSpPr>
            <p:nvPr/>
          </p:nvSpPr>
          <p:spPr bwMode="auto">
            <a:xfrm>
              <a:off x="1656" y="2627"/>
              <a:ext cx="740" cy="6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0" name="Line 44"/>
            <p:cNvSpPr>
              <a:spLocks noChangeShapeType="1"/>
            </p:cNvSpPr>
            <p:nvPr/>
          </p:nvSpPr>
          <p:spPr bwMode="auto">
            <a:xfrm>
              <a:off x="3016" y="2304"/>
              <a:ext cx="0" cy="9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1" name="Line 45"/>
            <p:cNvSpPr>
              <a:spLocks noChangeShapeType="1"/>
            </p:cNvSpPr>
            <p:nvPr/>
          </p:nvSpPr>
          <p:spPr bwMode="auto">
            <a:xfrm>
              <a:off x="2024" y="2304"/>
              <a:ext cx="9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2" name="Line 46"/>
            <p:cNvSpPr>
              <a:spLocks noChangeShapeType="1"/>
            </p:cNvSpPr>
            <p:nvPr/>
          </p:nvSpPr>
          <p:spPr bwMode="auto">
            <a:xfrm>
              <a:off x="1656" y="2627"/>
              <a:ext cx="25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3" name="Line 47"/>
            <p:cNvSpPr>
              <a:spLocks noChangeShapeType="1"/>
            </p:cNvSpPr>
            <p:nvPr/>
          </p:nvSpPr>
          <p:spPr bwMode="auto">
            <a:xfrm>
              <a:off x="2396" y="3282"/>
              <a:ext cx="6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4" name="Line 48"/>
            <p:cNvSpPr>
              <a:spLocks noChangeShapeType="1"/>
            </p:cNvSpPr>
            <p:nvPr/>
          </p:nvSpPr>
          <p:spPr bwMode="auto">
            <a:xfrm flipV="1">
              <a:off x="1915" y="2304"/>
              <a:ext cx="399" cy="3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5" name="Line 49"/>
            <p:cNvSpPr>
              <a:spLocks noChangeShapeType="1"/>
            </p:cNvSpPr>
            <p:nvPr/>
          </p:nvSpPr>
          <p:spPr bwMode="auto">
            <a:xfrm>
              <a:off x="1914" y="2627"/>
              <a:ext cx="682" cy="6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7058" name="Line 50"/>
          <p:cNvSpPr>
            <a:spLocks noChangeShapeType="1"/>
          </p:cNvSpPr>
          <p:nvPr/>
        </p:nvSpPr>
        <p:spPr bwMode="auto">
          <a:xfrm>
            <a:off x="3803650" y="2203450"/>
            <a:ext cx="317500" cy="812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59" name="Line 51"/>
          <p:cNvSpPr>
            <a:spLocks noChangeShapeType="1"/>
          </p:cNvSpPr>
          <p:nvPr/>
        </p:nvSpPr>
        <p:spPr bwMode="auto">
          <a:xfrm>
            <a:off x="3211513" y="1844675"/>
            <a:ext cx="461962" cy="117792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0" name="Line 52"/>
          <p:cNvSpPr>
            <a:spLocks noChangeShapeType="1"/>
          </p:cNvSpPr>
          <p:nvPr/>
        </p:nvSpPr>
        <p:spPr bwMode="auto">
          <a:xfrm flipV="1">
            <a:off x="4000500" y="1511300"/>
            <a:ext cx="0" cy="3333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1" name="Line 53"/>
          <p:cNvSpPr>
            <a:spLocks noChangeShapeType="1"/>
          </p:cNvSpPr>
          <p:nvPr/>
        </p:nvSpPr>
        <p:spPr bwMode="auto">
          <a:xfrm flipV="1">
            <a:off x="3986213" y="1516063"/>
            <a:ext cx="4841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2" name="Line 54"/>
          <p:cNvSpPr>
            <a:spLocks noChangeShapeType="1"/>
          </p:cNvSpPr>
          <p:nvPr/>
        </p:nvSpPr>
        <p:spPr bwMode="auto">
          <a:xfrm>
            <a:off x="4470400" y="1525588"/>
            <a:ext cx="0" cy="6746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3" name="Line 55"/>
          <p:cNvSpPr>
            <a:spLocks noChangeShapeType="1"/>
          </p:cNvSpPr>
          <p:nvPr/>
        </p:nvSpPr>
        <p:spPr bwMode="auto">
          <a:xfrm>
            <a:off x="3040063" y="3013075"/>
            <a:ext cx="1081087" cy="3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4" name="Line 56"/>
          <p:cNvSpPr>
            <a:spLocks noChangeShapeType="1"/>
          </p:cNvSpPr>
          <p:nvPr/>
        </p:nvSpPr>
        <p:spPr bwMode="auto">
          <a:xfrm flipV="1">
            <a:off x="4121150" y="3013075"/>
            <a:ext cx="671513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5" name="Line 57"/>
          <p:cNvSpPr>
            <a:spLocks noChangeShapeType="1"/>
          </p:cNvSpPr>
          <p:nvPr/>
        </p:nvSpPr>
        <p:spPr bwMode="auto">
          <a:xfrm flipV="1">
            <a:off x="4787900" y="1516063"/>
            <a:ext cx="0" cy="15065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7066" name="Line 58"/>
          <p:cNvSpPr>
            <a:spLocks noChangeShapeType="1"/>
          </p:cNvSpPr>
          <p:nvPr/>
        </p:nvSpPr>
        <p:spPr bwMode="auto">
          <a:xfrm flipH="1">
            <a:off x="4470400" y="1516063"/>
            <a:ext cx="3222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2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4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4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42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2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4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42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42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42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27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nimBg="1"/>
      <p:bldP spid="427011" grpId="0" animBg="1"/>
      <p:bldP spid="427012" grpId="0" animBg="1"/>
      <p:bldP spid="427013" grpId="0" animBg="1"/>
      <p:bldP spid="427014" grpId="0" animBg="1"/>
      <p:bldP spid="427015" grpId="0" animBg="1"/>
      <p:bldP spid="427016" grpId="0" animBg="1"/>
      <p:bldP spid="427017" grpId="0" animBg="1"/>
      <p:bldP spid="427018" grpId="0" animBg="1"/>
      <p:bldP spid="427019" grpId="0" animBg="1"/>
      <p:bldP spid="427020" grpId="0" animBg="1"/>
      <p:bldP spid="427021" grpId="0" animBg="1"/>
      <p:bldP spid="427022" grpId="0" animBg="1"/>
      <p:bldP spid="427023" grpId="0" animBg="1"/>
      <p:bldP spid="427024" grpId="0" animBg="1"/>
      <p:bldP spid="427029" grpId="0" autoUpdateAnimBg="0"/>
      <p:bldP spid="427030" grpId="0" autoUpdateAnimBg="0"/>
      <p:bldP spid="427031" grpId="0" autoUpdateAnimBg="0"/>
      <p:bldP spid="427032" grpId="0" autoUpdateAnimBg="0"/>
      <p:bldP spid="427033" grpId="0" autoUpdateAnimBg="0"/>
      <p:bldP spid="427034" grpId="0" autoUpdateAnimBg="0"/>
      <p:bldP spid="427035" grpId="0" autoUpdateAnimBg="0"/>
      <p:bldP spid="427036" grpId="0" autoUpdateAnimBg="0"/>
      <p:bldP spid="427037" grpId="0" autoUpdateAnimBg="0"/>
      <p:bldP spid="427038" grpId="0" autoUpdateAnimBg="0"/>
      <p:bldP spid="427039" grpId="0" autoUpdateAnimBg="0"/>
      <p:bldP spid="427040" grpId="0" autoUpdateAnimBg="0"/>
      <p:bldP spid="427041" grpId="0" autoUpdateAnimBg="0"/>
      <p:bldP spid="427042" grpId="0" animBg="1"/>
      <p:bldP spid="427043" grpId="0" animBg="1"/>
      <p:bldP spid="427044" grpId="0" animBg="1"/>
      <p:bldP spid="427045" grpId="0" animBg="1"/>
      <p:bldP spid="427046" grpId="0" animBg="1"/>
      <p:bldP spid="427047" grpId="0" animBg="1"/>
      <p:bldP spid="427058" grpId="0" animBg="1"/>
      <p:bldP spid="427059" grpId="0" animBg="1"/>
      <p:bldP spid="427060" grpId="0" animBg="1"/>
      <p:bldP spid="427061" grpId="0" animBg="1"/>
      <p:bldP spid="427062" grpId="0" animBg="1"/>
      <p:bldP spid="427063" grpId="0" animBg="1"/>
      <p:bldP spid="427064" grpId="0" animBg="1"/>
      <p:bldP spid="427065" grpId="0" animBg="1"/>
      <p:bldP spid="42706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*3-4-2-24  根据组合体的两个视图画出第三视图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7270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2" t="12355" r="18327" b="31270"/>
          <a:stretch>
            <a:fillRect/>
          </a:stretch>
        </p:blipFill>
        <p:spPr bwMode="auto">
          <a:xfrm>
            <a:off x="1647825" y="762000"/>
            <a:ext cx="512445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4930</TotalTime>
  <Words>426</Words>
  <Application>Microsoft Office PowerPoint</Application>
  <PresentationFormat>全屏显示(4:3)</PresentationFormat>
  <Paragraphs>205</Paragraphs>
  <Slides>69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72" baseType="lpstr">
      <vt:lpstr>Blends</vt:lpstr>
      <vt:lpstr>位图图像</vt:lpstr>
      <vt:lpstr>AutoCAD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307</cp:revision>
  <dcterms:created xsi:type="dcterms:W3CDTF">2006-04-04T11:38:05Z</dcterms:created>
  <dcterms:modified xsi:type="dcterms:W3CDTF">2023-11-19T06:05:41Z</dcterms:modified>
</cp:coreProperties>
</file>