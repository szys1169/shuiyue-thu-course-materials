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doc" ContentType="application/msword"/>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 id="2147483663" r:id="rId3"/>
    <p:sldMasterId id="2147483678" r:id="rId4"/>
  </p:sldMasterIdLst>
  <p:notesMasterIdLst>
    <p:notesMasterId r:id="rId15"/>
  </p:notesMasterIdLst>
  <p:handoutMasterIdLst>
    <p:handoutMasterId r:id="rId117"/>
  </p:handoutMasterIdLst>
  <p:sldIdLst>
    <p:sldId id="497" r:id="rId5"/>
    <p:sldId id="498" r:id="rId6"/>
    <p:sldId id="501" r:id="rId7"/>
    <p:sldId id="502" r:id="rId8"/>
    <p:sldId id="503" r:id="rId9"/>
    <p:sldId id="499" r:id="rId10"/>
    <p:sldId id="500" r:id="rId11"/>
    <p:sldId id="458" r:id="rId12"/>
    <p:sldId id="381" r:id="rId13"/>
    <p:sldId id="336" r:id="rId14"/>
    <p:sldId id="382" r:id="rId16"/>
    <p:sldId id="338" r:id="rId17"/>
    <p:sldId id="339" r:id="rId18"/>
    <p:sldId id="340" r:id="rId19"/>
    <p:sldId id="341" r:id="rId20"/>
    <p:sldId id="383" r:id="rId21"/>
    <p:sldId id="424" r:id="rId22"/>
    <p:sldId id="343" r:id="rId23"/>
    <p:sldId id="344" r:id="rId24"/>
    <p:sldId id="418" r:id="rId25"/>
    <p:sldId id="448" r:id="rId26"/>
    <p:sldId id="449" r:id="rId27"/>
    <p:sldId id="464" r:id="rId28"/>
    <p:sldId id="345" r:id="rId29"/>
    <p:sldId id="420" r:id="rId30"/>
    <p:sldId id="421" r:id="rId31"/>
    <p:sldId id="422" r:id="rId32"/>
    <p:sldId id="423" r:id="rId33"/>
    <p:sldId id="346" r:id="rId34"/>
    <p:sldId id="347" r:id="rId35"/>
    <p:sldId id="425" r:id="rId36"/>
    <p:sldId id="426" r:id="rId37"/>
    <p:sldId id="427" r:id="rId38"/>
    <p:sldId id="428" r:id="rId39"/>
    <p:sldId id="454" r:id="rId40"/>
    <p:sldId id="348" r:id="rId41"/>
    <p:sldId id="349" r:id="rId42"/>
    <p:sldId id="350" r:id="rId43"/>
    <p:sldId id="465" r:id="rId44"/>
    <p:sldId id="351" r:id="rId45"/>
    <p:sldId id="352" r:id="rId46"/>
    <p:sldId id="353" r:id="rId47"/>
    <p:sldId id="354" r:id="rId48"/>
    <p:sldId id="430" r:id="rId49"/>
    <p:sldId id="431" r:id="rId50"/>
    <p:sldId id="432" r:id="rId51"/>
    <p:sldId id="433" r:id="rId52"/>
    <p:sldId id="447" r:id="rId53"/>
    <p:sldId id="435" r:id="rId54"/>
    <p:sldId id="453" r:id="rId55"/>
    <p:sldId id="436" r:id="rId56"/>
    <p:sldId id="437" r:id="rId57"/>
    <p:sldId id="452" r:id="rId58"/>
    <p:sldId id="486" r:id="rId59"/>
    <p:sldId id="487" r:id="rId60"/>
    <p:sldId id="438" r:id="rId61"/>
    <p:sldId id="439" r:id="rId62"/>
    <p:sldId id="440" r:id="rId63"/>
    <p:sldId id="441" r:id="rId64"/>
    <p:sldId id="355" r:id="rId65"/>
    <p:sldId id="356" r:id="rId66"/>
    <p:sldId id="357" r:id="rId67"/>
    <p:sldId id="443" r:id="rId68"/>
    <p:sldId id="444" r:id="rId69"/>
    <p:sldId id="358" r:id="rId70"/>
    <p:sldId id="359" r:id="rId71"/>
    <p:sldId id="360" r:id="rId72"/>
    <p:sldId id="466" r:id="rId73"/>
    <p:sldId id="468" r:id="rId74"/>
    <p:sldId id="469" r:id="rId75"/>
    <p:sldId id="470" r:id="rId76"/>
    <p:sldId id="471" r:id="rId77"/>
    <p:sldId id="472" r:id="rId78"/>
    <p:sldId id="446" r:id="rId79"/>
    <p:sldId id="493" r:id="rId80"/>
    <p:sldId id="489" r:id="rId81"/>
    <p:sldId id="491" r:id="rId82"/>
    <p:sldId id="490" r:id="rId83"/>
    <p:sldId id="473" r:id="rId84"/>
    <p:sldId id="474" r:id="rId85"/>
    <p:sldId id="475" r:id="rId86"/>
    <p:sldId id="476" r:id="rId87"/>
    <p:sldId id="477" r:id="rId88"/>
    <p:sldId id="478" r:id="rId89"/>
    <p:sldId id="479" r:id="rId90"/>
    <p:sldId id="480" r:id="rId91"/>
    <p:sldId id="481" r:id="rId92"/>
    <p:sldId id="484" r:id="rId93"/>
    <p:sldId id="482" r:id="rId94"/>
    <p:sldId id="483" r:id="rId95"/>
    <p:sldId id="507" r:id="rId96"/>
    <p:sldId id="508" r:id="rId97"/>
    <p:sldId id="509" r:id="rId98"/>
    <p:sldId id="504" r:id="rId99"/>
    <p:sldId id="510" r:id="rId100"/>
    <p:sldId id="511" r:id="rId101"/>
    <p:sldId id="512" r:id="rId102"/>
    <p:sldId id="513" r:id="rId103"/>
    <p:sldId id="514" r:id="rId104"/>
    <p:sldId id="515" r:id="rId105"/>
    <p:sldId id="516" r:id="rId106"/>
    <p:sldId id="517" r:id="rId107"/>
    <p:sldId id="518" r:id="rId108"/>
    <p:sldId id="519" r:id="rId109"/>
    <p:sldId id="520" r:id="rId110"/>
    <p:sldId id="521" r:id="rId111"/>
    <p:sldId id="505" r:id="rId112"/>
    <p:sldId id="506" r:id="rId113"/>
    <p:sldId id="451" r:id="rId114"/>
    <p:sldId id="485" r:id="rId115"/>
    <p:sldId id="445" r:id="rId116"/>
  </p:sldIdLst>
  <p:sldSz cx="9144000" cy="6858000" type="screen4x3"/>
  <p:notesSz cx="7099300" cy="10234295"/>
  <p:custDataLst>
    <p:tags r:id="rId121"/>
  </p:custDataLst>
  <p:defaultTextStyle>
    <a:defPPr>
      <a:defRPr lang="en-US"/>
    </a:defPPr>
    <a:lvl1pPr algn="l" rtl="0" eaLnBrk="0" fontAlgn="base" hangingPunct="0">
      <a:spcBef>
        <a:spcPct val="0"/>
      </a:spcBef>
      <a:spcAft>
        <a:spcPct val="0"/>
      </a:spcAft>
      <a:defRPr sz="4000" b="1" kern="1200">
        <a:solidFill>
          <a:srgbClr val="0000FF"/>
        </a:solidFill>
        <a:latin typeface="Arial" panose="020B0604020202020204" pitchFamily="34" charset="0"/>
        <a:ea typeface="楷体_GB2312" charset="0"/>
        <a:cs typeface="楷体_GB2312" charset="0"/>
      </a:defRPr>
    </a:lvl1pPr>
    <a:lvl2pPr marL="457200" algn="l" rtl="0" eaLnBrk="0" fontAlgn="base" hangingPunct="0">
      <a:spcBef>
        <a:spcPct val="0"/>
      </a:spcBef>
      <a:spcAft>
        <a:spcPct val="0"/>
      </a:spcAft>
      <a:defRPr sz="4000" b="1" kern="1200">
        <a:solidFill>
          <a:srgbClr val="0000FF"/>
        </a:solidFill>
        <a:latin typeface="Arial" panose="020B0604020202020204" pitchFamily="34" charset="0"/>
        <a:ea typeface="楷体_GB2312" charset="0"/>
        <a:cs typeface="楷体_GB2312" charset="0"/>
      </a:defRPr>
    </a:lvl2pPr>
    <a:lvl3pPr marL="914400" algn="l" rtl="0" eaLnBrk="0" fontAlgn="base" hangingPunct="0">
      <a:spcBef>
        <a:spcPct val="0"/>
      </a:spcBef>
      <a:spcAft>
        <a:spcPct val="0"/>
      </a:spcAft>
      <a:defRPr sz="4000" b="1" kern="1200">
        <a:solidFill>
          <a:srgbClr val="0000FF"/>
        </a:solidFill>
        <a:latin typeface="Arial" panose="020B0604020202020204" pitchFamily="34" charset="0"/>
        <a:ea typeface="楷体_GB2312" charset="0"/>
        <a:cs typeface="楷体_GB2312" charset="0"/>
      </a:defRPr>
    </a:lvl3pPr>
    <a:lvl4pPr marL="1371600" algn="l" rtl="0" eaLnBrk="0" fontAlgn="base" hangingPunct="0">
      <a:spcBef>
        <a:spcPct val="0"/>
      </a:spcBef>
      <a:spcAft>
        <a:spcPct val="0"/>
      </a:spcAft>
      <a:defRPr sz="4000" b="1" kern="1200">
        <a:solidFill>
          <a:srgbClr val="0000FF"/>
        </a:solidFill>
        <a:latin typeface="Arial" panose="020B0604020202020204" pitchFamily="34" charset="0"/>
        <a:ea typeface="楷体_GB2312" charset="0"/>
        <a:cs typeface="楷体_GB2312" charset="0"/>
      </a:defRPr>
    </a:lvl4pPr>
    <a:lvl5pPr marL="1828800" algn="l" rtl="0" eaLnBrk="0" fontAlgn="base" hangingPunct="0">
      <a:spcBef>
        <a:spcPct val="0"/>
      </a:spcBef>
      <a:spcAft>
        <a:spcPct val="0"/>
      </a:spcAft>
      <a:defRPr sz="4000" b="1" kern="1200">
        <a:solidFill>
          <a:srgbClr val="0000FF"/>
        </a:solidFill>
        <a:latin typeface="Arial" panose="020B0604020202020204" pitchFamily="34" charset="0"/>
        <a:ea typeface="楷体_GB2312" charset="0"/>
        <a:cs typeface="楷体_GB2312" charset="0"/>
      </a:defRPr>
    </a:lvl5pPr>
    <a:lvl6pPr marL="2286000" algn="l" defTabSz="457200" rtl="0" eaLnBrk="1" latinLnBrk="0" hangingPunct="1">
      <a:defRPr sz="4000" b="1" kern="1200">
        <a:solidFill>
          <a:srgbClr val="0000FF"/>
        </a:solidFill>
        <a:latin typeface="Arial" panose="020B0604020202020204" pitchFamily="34" charset="0"/>
        <a:ea typeface="楷体_GB2312" charset="0"/>
        <a:cs typeface="楷体_GB2312" charset="0"/>
      </a:defRPr>
    </a:lvl6pPr>
    <a:lvl7pPr marL="2743200" algn="l" defTabSz="457200" rtl="0" eaLnBrk="1" latinLnBrk="0" hangingPunct="1">
      <a:defRPr sz="4000" b="1" kern="1200">
        <a:solidFill>
          <a:srgbClr val="0000FF"/>
        </a:solidFill>
        <a:latin typeface="Arial" panose="020B0604020202020204" pitchFamily="34" charset="0"/>
        <a:ea typeface="楷体_GB2312" charset="0"/>
        <a:cs typeface="楷体_GB2312" charset="0"/>
      </a:defRPr>
    </a:lvl7pPr>
    <a:lvl8pPr marL="3200400" algn="l" defTabSz="457200" rtl="0" eaLnBrk="1" latinLnBrk="0" hangingPunct="1">
      <a:defRPr sz="4000" b="1" kern="1200">
        <a:solidFill>
          <a:srgbClr val="0000FF"/>
        </a:solidFill>
        <a:latin typeface="Arial" panose="020B0604020202020204" pitchFamily="34" charset="0"/>
        <a:ea typeface="楷体_GB2312" charset="0"/>
        <a:cs typeface="楷体_GB2312" charset="0"/>
      </a:defRPr>
    </a:lvl8pPr>
    <a:lvl9pPr marL="3657600" algn="l" defTabSz="457200" rtl="0" eaLnBrk="1" latinLnBrk="0" hangingPunct="1">
      <a:defRPr sz="4000" b="1" kern="1200">
        <a:solidFill>
          <a:srgbClr val="0000FF"/>
        </a:solidFill>
        <a:latin typeface="Arial" panose="020B0604020202020204" pitchFamily="34" charset="0"/>
        <a:ea typeface="楷体_GB2312" charset="0"/>
        <a:cs typeface="楷体_GB2312" charset="0"/>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800000"/>
    <a:srgbClr val="40BFD9"/>
    <a:srgbClr val="7BC3F7"/>
    <a:srgbClr val="F4BA4A"/>
    <a:srgbClr val="CD5134"/>
    <a:srgbClr val="3333CC"/>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8" autoAdjust="0"/>
    <p:restoredTop sz="93508" autoAdjust="0"/>
  </p:normalViewPr>
  <p:slideViewPr>
    <p:cSldViewPr snapToGrid="0" snapToObjects="1" showGuides="1">
      <p:cViewPr varScale="1">
        <p:scale>
          <a:sx n="106" d="100"/>
          <a:sy n="106" d="100"/>
        </p:scale>
        <p:origin x="468" y="150"/>
      </p:cViewPr>
      <p:guideLst>
        <p:guide orient="horz" pos="2160"/>
        <p:guide pos="2880"/>
      </p:guideLst>
    </p:cSldViewPr>
  </p:slideViewPr>
  <p:outlineViewPr>
    <p:cViewPr>
      <p:scale>
        <a:sx n="35" d="100"/>
        <a:sy n="35" d="100"/>
      </p:scale>
      <p:origin x="0" y="0"/>
    </p:cViewPr>
    <p:sldLst>
      <p:sld r:id="rId1" collapse="1"/>
      <p:sld r:id="rId2" collapse="1"/>
      <p:sld r:id="rId3" collapse="1"/>
    </p:sldLst>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5.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4.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notesMaster" Target="notesMasters/notesMaster1.xml"/><Relationship Id="rId14" Type="http://schemas.openxmlformats.org/officeDocument/2006/relationships/slide" Target="slides/slide10.xml"/><Relationship Id="rId13" Type="http://schemas.openxmlformats.org/officeDocument/2006/relationships/slide" Target="slides/slide9.xml"/><Relationship Id="rId121" Type="http://schemas.openxmlformats.org/officeDocument/2006/relationships/tags" Target="tags/tag12.xml"/><Relationship Id="rId120" Type="http://schemas.openxmlformats.org/officeDocument/2006/relationships/tableStyles" Target="tableStyles.xml"/><Relationship Id="rId12" Type="http://schemas.openxmlformats.org/officeDocument/2006/relationships/slide" Target="slides/slide8.xml"/><Relationship Id="rId119" Type="http://schemas.openxmlformats.org/officeDocument/2006/relationships/viewProps" Target="viewProps.xml"/><Relationship Id="rId118" Type="http://schemas.openxmlformats.org/officeDocument/2006/relationships/presProps" Target="presProps.xml"/><Relationship Id="rId117" Type="http://schemas.openxmlformats.org/officeDocument/2006/relationships/handoutMaster" Target="handoutMasters/handoutMaster1.xml"/><Relationship Id="rId116" Type="http://schemas.openxmlformats.org/officeDocument/2006/relationships/slide" Target="slides/slide111.xml"/><Relationship Id="rId115" Type="http://schemas.openxmlformats.org/officeDocument/2006/relationships/slide" Target="slides/slide110.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110" Type="http://schemas.openxmlformats.org/officeDocument/2006/relationships/slide" Target="slides/slide105.xml"/><Relationship Id="rId11" Type="http://schemas.openxmlformats.org/officeDocument/2006/relationships/slide" Target="slides/slide7.xml"/><Relationship Id="rId109" Type="http://schemas.openxmlformats.org/officeDocument/2006/relationships/slide" Target="slides/slide104.xml"/><Relationship Id="rId108" Type="http://schemas.openxmlformats.org/officeDocument/2006/relationships/slide" Target="slides/slide103.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6.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3" Type="http://schemas.openxmlformats.org/officeDocument/2006/relationships/slide" Target="slides/slide108.xml"/><Relationship Id="rId2" Type="http://schemas.openxmlformats.org/officeDocument/2006/relationships/slide" Target="slides/slide107.xml"/><Relationship Id="rId1" Type="http://schemas.openxmlformats.org/officeDocument/2006/relationships/slide" Target="slides/slide94.xml"/></Relationships>
</file>

<file path=ppt/charts/_rels/chart1.xml.rels><?xml version="1.0" encoding="UTF-8" standalone="yes"?>
<Relationships xmlns="http://schemas.openxmlformats.org/package/2006/relationships"><Relationship Id="rId1" Type="http://schemas.openxmlformats.org/officeDocument/2006/relationships/oleObject" Target="file:///G:\&#30740;&#20108;&#19979;\&#27605;&#19994;&#35774;&#35745;\&#25968;&#25454;&#20998;&#26512;\&#25968;&#25454;&#20998;&#26512;.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G:\&#30740;&#20108;&#19979;\&#27605;&#19994;&#35774;&#35745;\&#25968;&#25454;&#20998;&#26512;\&#25968;&#25454;&#20998;&#2651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画图!$B$63</c:f>
              <c:strCache>
                <c:ptCount val="1"/>
                <c:pt idx="0">
                  <c:v>总体</c:v>
                </c:pt>
              </c:strCache>
            </c:strRef>
          </c:tx>
          <c:invertIfNegative val="0"/>
          <c:dLbls>
            <c:delete val="1"/>
          </c:dLbls>
          <c:cat>
            <c:strRef>
              <c:f>画图!$A$64:$A$73</c:f>
              <c:strCache>
                <c:ptCount val="10"/>
                <c:pt idx="0">
                  <c:v>与银行及财税部门</c:v>
                </c:pt>
                <c:pt idx="1">
                  <c:v>与业主</c:v>
                </c:pt>
                <c:pt idx="2">
                  <c:v>与设计方</c:v>
                </c:pt>
                <c:pt idx="3">
                  <c:v>与咨询工程师</c:v>
                </c:pt>
                <c:pt idx="4">
                  <c:v>与材料设备供应商</c:v>
                </c:pt>
                <c:pt idx="5">
                  <c:v>与分包商</c:v>
                </c:pt>
                <c:pt idx="6">
                  <c:v>与项目所在国中央政府</c:v>
                </c:pt>
                <c:pt idx="7">
                  <c:v>与项目所在地地方政府</c:v>
                </c:pt>
                <c:pt idx="8">
                  <c:v>与当地居民</c:v>
                </c:pt>
                <c:pt idx="9">
                  <c:v>与HSE相关方</c:v>
                </c:pt>
              </c:strCache>
            </c:strRef>
          </c:cat>
          <c:val>
            <c:numRef>
              <c:f>画图!$B$64:$B$73</c:f>
              <c:numCache>
                <c:formatCode>General</c:formatCode>
                <c:ptCount val="10"/>
                <c:pt idx="0">
                  <c:v>4.36697247706422</c:v>
                </c:pt>
                <c:pt idx="1">
                  <c:v>4.72477064220184</c:v>
                </c:pt>
                <c:pt idx="2">
                  <c:v>4.56880733944954</c:v>
                </c:pt>
                <c:pt idx="3">
                  <c:v>4.32075471698113</c:v>
                </c:pt>
                <c:pt idx="4">
                  <c:v>4.18518518518519</c:v>
                </c:pt>
                <c:pt idx="5">
                  <c:v>4.10185185185185</c:v>
                </c:pt>
                <c:pt idx="6">
                  <c:v>4.25</c:v>
                </c:pt>
                <c:pt idx="7">
                  <c:v>4.16666666666667</c:v>
                </c:pt>
                <c:pt idx="8">
                  <c:v>3.85849056603774</c:v>
                </c:pt>
                <c:pt idx="9">
                  <c:v>4.44859813084112</c:v>
                </c:pt>
              </c:numCache>
            </c:numRef>
          </c:val>
        </c:ser>
        <c:ser>
          <c:idx val="1"/>
          <c:order val="1"/>
          <c:tx>
            <c:strRef>
              <c:f>画图!$C$63</c:f>
              <c:strCache>
                <c:ptCount val="1"/>
                <c:pt idx="0">
                  <c:v>斐济</c:v>
                </c:pt>
              </c:strCache>
            </c:strRef>
          </c:tx>
          <c:invertIfNegative val="0"/>
          <c:dLbls>
            <c:delete val="1"/>
          </c:dLbls>
          <c:cat>
            <c:strRef>
              <c:f>画图!$A$64:$A$73</c:f>
              <c:strCache>
                <c:ptCount val="10"/>
                <c:pt idx="0">
                  <c:v>与银行及财税部门</c:v>
                </c:pt>
                <c:pt idx="1">
                  <c:v>与业主</c:v>
                </c:pt>
                <c:pt idx="2">
                  <c:v>与设计方</c:v>
                </c:pt>
                <c:pt idx="3">
                  <c:v>与咨询工程师</c:v>
                </c:pt>
                <c:pt idx="4">
                  <c:v>与材料设备供应商</c:v>
                </c:pt>
                <c:pt idx="5">
                  <c:v>与分包商</c:v>
                </c:pt>
                <c:pt idx="6">
                  <c:v>与项目所在国中央政府</c:v>
                </c:pt>
                <c:pt idx="7">
                  <c:v>与项目所在地地方政府</c:v>
                </c:pt>
                <c:pt idx="8">
                  <c:v>与当地居民</c:v>
                </c:pt>
                <c:pt idx="9">
                  <c:v>与HSE相关方</c:v>
                </c:pt>
              </c:strCache>
            </c:strRef>
          </c:cat>
          <c:val>
            <c:numRef>
              <c:f>画图!$C$64:$C$73</c:f>
              <c:numCache>
                <c:formatCode>General</c:formatCode>
                <c:ptCount val="10"/>
                <c:pt idx="0">
                  <c:v>4.36363636363636</c:v>
                </c:pt>
                <c:pt idx="1">
                  <c:v>4.72727272727273</c:v>
                </c:pt>
                <c:pt idx="2">
                  <c:v>4.54545454545455</c:v>
                </c:pt>
                <c:pt idx="3">
                  <c:v>4.63636363636364</c:v>
                </c:pt>
                <c:pt idx="4">
                  <c:v>4.09090909090909</c:v>
                </c:pt>
                <c:pt idx="5">
                  <c:v>4</c:v>
                </c:pt>
                <c:pt idx="6">
                  <c:v>4.45454545454545</c:v>
                </c:pt>
                <c:pt idx="7">
                  <c:v>4.27272727272727</c:v>
                </c:pt>
                <c:pt idx="8">
                  <c:v>4.36363636363636</c:v>
                </c:pt>
                <c:pt idx="9">
                  <c:v>4.72727272727273</c:v>
                </c:pt>
              </c:numCache>
            </c:numRef>
          </c:val>
        </c:ser>
        <c:dLbls>
          <c:showLegendKey val="0"/>
          <c:showVal val="0"/>
          <c:showCatName val="0"/>
          <c:showSerName val="0"/>
          <c:showPercent val="0"/>
          <c:showBubbleSize val="0"/>
        </c:dLbls>
        <c:gapWidth val="150"/>
        <c:axId val="94262016"/>
        <c:axId val="94263552"/>
      </c:barChart>
      <c:catAx>
        <c:axId val="94262016"/>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p>
        </c:txPr>
        <c:crossAx val="94263552"/>
        <c:crosses val="autoZero"/>
        <c:auto val="1"/>
        <c:lblAlgn val="ctr"/>
        <c:lblOffset val="100"/>
        <c:noMultiLvlLbl val="0"/>
      </c:catAx>
      <c:valAx>
        <c:axId val="94263552"/>
        <c:scaling>
          <c:orientation val="minMax"/>
          <c:min val="3"/>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p>
        </c:txPr>
        <c:crossAx val="94262016"/>
        <c:crosses val="autoZero"/>
        <c:crossBetween val="between"/>
      </c:valAx>
    </c:plotArea>
    <c:legend>
      <c:legendPos val="r"/>
      <c:layout/>
      <c:overlay val="0"/>
      <c:txPr>
        <a:bodyPr rot="0" spcFirstLastPara="0" vertOverflow="ellipsis" vert="horz" wrap="square" anchor="ctr" anchorCtr="1"/>
        <a:lstStyle/>
        <a:p>
          <a:pPr>
            <a:defRPr lang="zh-CN" sz="1800" b="0" i="0" u="none" strike="noStrike" kern="1200" baseline="0">
              <a:solidFill>
                <a:schemeClr val="tx1"/>
              </a:solidFill>
              <a:latin typeface="+mn-lt"/>
              <a:ea typeface="+mn-ea"/>
              <a:cs typeface="+mn-cs"/>
            </a:defRPr>
          </a:pPr>
        </a:p>
      </c:txPr>
    </c:legend>
    <c:plotVisOnly val="1"/>
    <c:dispBlanksAs val="gap"/>
    <c:showDLblsOverMax val="0"/>
  </c:chart>
  <c:spPr>
    <a:solidFill>
      <a:schemeClr val="bg1"/>
    </a:solidFill>
  </c:spPr>
  <c:txPr>
    <a:bodyPr/>
    <a:lstStyle/>
    <a:p>
      <a:pPr>
        <a:defRPr lang="zh-CN" sz="1800"/>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画图!$B$63</c:f>
              <c:strCache>
                <c:ptCount val="1"/>
                <c:pt idx="0">
                  <c:v>总体</c:v>
                </c:pt>
              </c:strCache>
            </c:strRef>
          </c:tx>
          <c:invertIfNegative val="0"/>
          <c:dLbls>
            <c:delete val="1"/>
          </c:dLbls>
          <c:cat>
            <c:strRef>
              <c:f>画图!$A$64:$A$73</c:f>
              <c:strCache>
                <c:ptCount val="10"/>
                <c:pt idx="0">
                  <c:v>与银行及财税部门</c:v>
                </c:pt>
                <c:pt idx="1">
                  <c:v>与业主</c:v>
                </c:pt>
                <c:pt idx="2">
                  <c:v>与设计方</c:v>
                </c:pt>
                <c:pt idx="3">
                  <c:v>与咨询工程师</c:v>
                </c:pt>
                <c:pt idx="4">
                  <c:v>与材料设备供应商</c:v>
                </c:pt>
                <c:pt idx="5">
                  <c:v>与分包商</c:v>
                </c:pt>
                <c:pt idx="6">
                  <c:v>与项目所在国中央政府</c:v>
                </c:pt>
                <c:pt idx="7">
                  <c:v>与项目所在地地方政府</c:v>
                </c:pt>
                <c:pt idx="8">
                  <c:v>与当地居民</c:v>
                </c:pt>
                <c:pt idx="9">
                  <c:v>与HSE相关方</c:v>
                </c:pt>
              </c:strCache>
            </c:strRef>
          </c:cat>
          <c:val>
            <c:numRef>
              <c:f>画图!$B$64:$B$73</c:f>
              <c:numCache>
                <c:formatCode>General</c:formatCode>
                <c:ptCount val="10"/>
                <c:pt idx="0">
                  <c:v>4.36697247706422</c:v>
                </c:pt>
                <c:pt idx="1">
                  <c:v>4.72477064220184</c:v>
                </c:pt>
                <c:pt idx="2">
                  <c:v>4.56880733944954</c:v>
                </c:pt>
                <c:pt idx="3">
                  <c:v>4.32075471698113</c:v>
                </c:pt>
                <c:pt idx="4">
                  <c:v>4.18518518518519</c:v>
                </c:pt>
                <c:pt idx="5">
                  <c:v>4.10185185185185</c:v>
                </c:pt>
                <c:pt idx="6">
                  <c:v>4.25</c:v>
                </c:pt>
                <c:pt idx="7">
                  <c:v>4.16666666666667</c:v>
                </c:pt>
                <c:pt idx="8">
                  <c:v>3.85849056603774</c:v>
                </c:pt>
                <c:pt idx="9">
                  <c:v>4.44859813084112</c:v>
                </c:pt>
              </c:numCache>
            </c:numRef>
          </c:val>
        </c:ser>
        <c:ser>
          <c:idx val="1"/>
          <c:order val="1"/>
          <c:tx>
            <c:strRef>
              <c:f>画图!$C$63</c:f>
              <c:strCache>
                <c:ptCount val="1"/>
                <c:pt idx="0">
                  <c:v>斐济</c:v>
                </c:pt>
              </c:strCache>
            </c:strRef>
          </c:tx>
          <c:invertIfNegative val="0"/>
          <c:dLbls>
            <c:delete val="1"/>
          </c:dLbls>
          <c:cat>
            <c:strRef>
              <c:f>画图!$A$64:$A$73</c:f>
              <c:strCache>
                <c:ptCount val="10"/>
                <c:pt idx="0">
                  <c:v>与银行及财税部门</c:v>
                </c:pt>
                <c:pt idx="1">
                  <c:v>与业主</c:v>
                </c:pt>
                <c:pt idx="2">
                  <c:v>与设计方</c:v>
                </c:pt>
                <c:pt idx="3">
                  <c:v>与咨询工程师</c:v>
                </c:pt>
                <c:pt idx="4">
                  <c:v>与材料设备供应商</c:v>
                </c:pt>
                <c:pt idx="5">
                  <c:v>与分包商</c:v>
                </c:pt>
                <c:pt idx="6">
                  <c:v>与项目所在国中央政府</c:v>
                </c:pt>
                <c:pt idx="7">
                  <c:v>与项目所在地地方政府</c:v>
                </c:pt>
                <c:pt idx="8">
                  <c:v>与当地居民</c:v>
                </c:pt>
                <c:pt idx="9">
                  <c:v>与HSE相关方</c:v>
                </c:pt>
              </c:strCache>
            </c:strRef>
          </c:cat>
          <c:val>
            <c:numRef>
              <c:f>画图!$C$64:$C$73</c:f>
              <c:numCache>
                <c:formatCode>General</c:formatCode>
                <c:ptCount val="10"/>
                <c:pt idx="0">
                  <c:v>4.36363636363636</c:v>
                </c:pt>
                <c:pt idx="1">
                  <c:v>4.72727272727273</c:v>
                </c:pt>
                <c:pt idx="2">
                  <c:v>4.54545454545455</c:v>
                </c:pt>
                <c:pt idx="3">
                  <c:v>4.63636363636364</c:v>
                </c:pt>
                <c:pt idx="4">
                  <c:v>4.09090909090909</c:v>
                </c:pt>
                <c:pt idx="5">
                  <c:v>4</c:v>
                </c:pt>
                <c:pt idx="6">
                  <c:v>4.45454545454545</c:v>
                </c:pt>
                <c:pt idx="7">
                  <c:v>4.27272727272727</c:v>
                </c:pt>
                <c:pt idx="8">
                  <c:v>4.36363636363636</c:v>
                </c:pt>
                <c:pt idx="9">
                  <c:v>4.72727272727273</c:v>
                </c:pt>
              </c:numCache>
            </c:numRef>
          </c:val>
        </c:ser>
        <c:dLbls>
          <c:showLegendKey val="0"/>
          <c:showVal val="0"/>
          <c:showCatName val="0"/>
          <c:showSerName val="0"/>
          <c:showPercent val="0"/>
          <c:showBubbleSize val="0"/>
        </c:dLbls>
        <c:gapWidth val="150"/>
        <c:axId val="94376704"/>
        <c:axId val="94378240"/>
      </c:barChart>
      <c:catAx>
        <c:axId val="94376704"/>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p>
        </c:txPr>
        <c:crossAx val="94378240"/>
        <c:crosses val="autoZero"/>
        <c:auto val="1"/>
        <c:lblAlgn val="ctr"/>
        <c:lblOffset val="100"/>
        <c:noMultiLvlLbl val="0"/>
      </c:catAx>
      <c:valAx>
        <c:axId val="94378240"/>
        <c:scaling>
          <c:orientation val="minMax"/>
          <c:min val="3"/>
        </c:scaling>
        <c:delete val="0"/>
        <c:axPos val="l"/>
        <c:majorGridlines/>
        <c:numFmt formatCode="General" sourceLinked="1"/>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mn-lt"/>
                <a:ea typeface="+mn-ea"/>
                <a:cs typeface="+mn-cs"/>
              </a:defRPr>
            </a:pPr>
          </a:p>
        </c:txPr>
        <c:crossAx val="94376704"/>
        <c:crosses val="autoZero"/>
        <c:crossBetween val="between"/>
      </c:valAx>
    </c:plotArea>
    <c:legend>
      <c:legendPos val="r"/>
      <c:layout/>
      <c:overlay val="0"/>
      <c:txPr>
        <a:bodyPr rot="0" spcFirstLastPara="0" vertOverflow="ellipsis" vert="horz" wrap="square" anchor="ctr" anchorCtr="1"/>
        <a:lstStyle/>
        <a:p>
          <a:pPr>
            <a:defRPr lang="zh-CN" sz="1800" b="0" i="0" u="none" strike="noStrike" kern="1200" baseline="0">
              <a:solidFill>
                <a:schemeClr val="tx1"/>
              </a:solidFill>
              <a:latin typeface="+mn-lt"/>
              <a:ea typeface="+mn-ea"/>
              <a:cs typeface="+mn-cs"/>
            </a:defRPr>
          </a:pPr>
        </a:p>
      </c:txPr>
    </c:legend>
    <c:plotVisOnly val="1"/>
    <c:dispBlanksAs val="gap"/>
    <c:showDLblsOverMax val="0"/>
  </c:chart>
  <c:spPr>
    <a:solidFill>
      <a:schemeClr val="bg1"/>
    </a:solidFill>
  </c:spPr>
  <c:txPr>
    <a:bodyPr/>
    <a:lstStyle/>
    <a:p>
      <a:pPr>
        <a:defRPr lang="zh-CN" sz="1800"/>
      </a:pPr>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FF3CCCD-884D-40B8-8880-08890FE5D429}" type="doc">
      <dgm:prSet loTypeId="urn:microsoft.com/office/officeart/2005/8/layout/orgChart1" loCatId="hierarchy" qsTypeId="urn:microsoft.com/office/officeart/2005/8/quickstyle/simple1" qsCatId="simple" csTypeId="urn:microsoft.com/office/officeart/2005/8/colors/accent1_1" csCatId="accent1" phldr="1"/>
      <dgm:spPr/>
      <dgm:t>
        <a:bodyPr/>
        <a:lstStyle/>
        <a:p>
          <a:endParaRPr lang="zh-CN" altLang="en-US"/>
        </a:p>
      </dgm:t>
    </dgm:pt>
    <dgm:pt modelId="{B67C8DD2-29D0-4CEA-8917-408A3A42E0D8}">
      <dgm:prSet phldrT="[文本]" custT="1"/>
      <dgm:spPr/>
      <dgm:t>
        <a:bodyPr tIns="10800" anchor="ctr" anchorCtr="0"/>
        <a:lstStyle/>
        <a:p>
          <a:r>
            <a:rPr lang="zh-CN" sz="1600" dirty="0" smtClean="0"/>
            <a:t>计划、</a:t>
          </a:r>
          <a:r>
            <a:rPr lang="zh-CN" altLang="en-US" sz="1600" dirty="0" smtClean="0"/>
            <a:t>流程</a:t>
          </a:r>
          <a:r>
            <a:rPr lang="zh-CN" sz="1600" dirty="0" smtClean="0"/>
            <a:t>制定</a:t>
          </a:r>
          <a:endParaRPr lang="zh-CN" altLang="en-US" sz="1600" dirty="0"/>
        </a:p>
      </dgm:t>
    </dgm:pt>
    <dgm:pt modelId="{F44EE0E2-C1F7-4A07-A6BA-3F04367B2880}" cxnId="{3A0A3BF4-2669-4704-A6D1-4B8AA519AEFE}" type="parTrans">
      <dgm:prSet/>
      <dgm:spPr/>
      <dgm:t>
        <a:bodyPr/>
        <a:lstStyle/>
        <a:p>
          <a:endParaRPr lang="zh-CN" altLang="en-US" sz="1600"/>
        </a:p>
      </dgm:t>
    </dgm:pt>
    <dgm:pt modelId="{E32CD1A3-F6F5-4FBE-B12E-89649931DC17}" cxnId="{3A0A3BF4-2669-4704-A6D1-4B8AA519AEFE}" type="sibTrans">
      <dgm:prSet/>
      <dgm:spPr/>
      <dgm:t>
        <a:bodyPr/>
        <a:lstStyle/>
        <a:p>
          <a:endParaRPr lang="zh-CN" altLang="en-US" sz="1600"/>
        </a:p>
      </dgm:t>
    </dgm:pt>
    <dgm:pt modelId="{7FBF169D-42DA-46E2-A699-C217E37ED5FD}">
      <dgm:prSet phldrT="[文本]" custT="1"/>
      <dgm:spPr/>
      <dgm:t>
        <a:bodyPr tIns="10800" anchor="ctr" anchorCtr="1"/>
        <a:lstStyle/>
        <a:p>
          <a:r>
            <a:rPr lang="zh-CN" sz="1600" dirty="0" smtClean="0"/>
            <a:t>组织、人员保障</a:t>
          </a:r>
          <a:endParaRPr lang="zh-CN" altLang="en-US" sz="1600" dirty="0"/>
        </a:p>
      </dgm:t>
    </dgm:pt>
    <dgm:pt modelId="{61A347A1-2884-4F32-8614-D5DF14126045}" cxnId="{10F53E98-E272-490E-8547-1C167C912448}" type="parTrans">
      <dgm:prSet/>
      <dgm:spPr/>
      <dgm:t>
        <a:bodyPr/>
        <a:lstStyle/>
        <a:p>
          <a:endParaRPr lang="zh-CN" altLang="en-US" sz="1600"/>
        </a:p>
      </dgm:t>
    </dgm:pt>
    <dgm:pt modelId="{AF10BF30-C755-4F00-BB7F-CD8F3807002F}" cxnId="{10F53E98-E272-490E-8547-1C167C912448}" type="sibTrans">
      <dgm:prSet/>
      <dgm:spPr/>
      <dgm:t>
        <a:bodyPr/>
        <a:lstStyle/>
        <a:p>
          <a:endParaRPr lang="zh-CN" altLang="en-US" sz="1600"/>
        </a:p>
      </dgm:t>
    </dgm:pt>
    <dgm:pt modelId="{93D57292-79E0-47DD-9DC7-DEF8529942B7}">
      <dgm:prSet phldrT="[文本]" custT="1"/>
      <dgm:spPr/>
      <dgm:t>
        <a:bodyPr tIns="10800"/>
        <a:lstStyle/>
        <a:p>
          <a:r>
            <a:rPr lang="zh-CN" sz="1600" dirty="0" smtClean="0"/>
            <a:t>质量、成本控制</a:t>
          </a:r>
          <a:endParaRPr lang="zh-CN" altLang="en-US" sz="1600" dirty="0"/>
        </a:p>
      </dgm:t>
    </dgm:pt>
    <dgm:pt modelId="{C062C36B-6733-4EF7-B22D-179941B3C882}" cxnId="{E9BE7111-3C31-40F9-89B3-EA5CD1822A3B}" type="parTrans">
      <dgm:prSet/>
      <dgm:spPr/>
      <dgm:t>
        <a:bodyPr/>
        <a:lstStyle/>
        <a:p>
          <a:endParaRPr lang="zh-CN" altLang="en-US" sz="1600"/>
        </a:p>
      </dgm:t>
    </dgm:pt>
    <dgm:pt modelId="{E59C30FA-8A10-423C-A4A2-F69ADF424807}" cxnId="{E9BE7111-3C31-40F9-89B3-EA5CD1822A3B}" type="sibTrans">
      <dgm:prSet/>
      <dgm:spPr/>
      <dgm:t>
        <a:bodyPr/>
        <a:lstStyle/>
        <a:p>
          <a:endParaRPr lang="zh-CN" altLang="en-US" sz="1600"/>
        </a:p>
      </dgm:t>
    </dgm:pt>
    <dgm:pt modelId="{DDC0B79A-77A6-4FA4-9182-881DBB534593}">
      <dgm:prSet phldrT="[文本]" custT="1"/>
      <dgm:spPr/>
      <dgm:t>
        <a:bodyPr/>
        <a:lstStyle/>
        <a:p>
          <a:r>
            <a:rPr lang="zh-CN" sz="1600" dirty="0" smtClean="0"/>
            <a:t>与设计、施工等多方协调</a:t>
          </a:r>
          <a:endParaRPr lang="zh-CN" altLang="en-US" sz="1600" dirty="0"/>
        </a:p>
      </dgm:t>
    </dgm:pt>
    <dgm:pt modelId="{C356FEFD-FE46-4766-AFE9-42D2AE0BCCF1}" cxnId="{7DB58C90-74BC-4970-BCF8-C2660A1C46FE}" type="parTrans">
      <dgm:prSet/>
      <dgm:spPr/>
      <dgm:t>
        <a:bodyPr/>
        <a:lstStyle/>
        <a:p>
          <a:endParaRPr lang="zh-CN" altLang="en-US" sz="1600"/>
        </a:p>
      </dgm:t>
    </dgm:pt>
    <dgm:pt modelId="{F56483AD-4E03-46B1-965D-3374020DB641}" cxnId="{7DB58C90-74BC-4970-BCF8-C2660A1C46FE}" type="sibTrans">
      <dgm:prSet/>
      <dgm:spPr/>
      <dgm:t>
        <a:bodyPr/>
        <a:lstStyle/>
        <a:p>
          <a:endParaRPr lang="zh-CN" altLang="en-US" sz="1600"/>
        </a:p>
      </dgm:t>
    </dgm:pt>
    <dgm:pt modelId="{99FC3670-C325-4DF9-8536-5CB4505DB0C9}">
      <dgm:prSet phldrT="[文本]" custT="1"/>
      <dgm:spPr/>
      <dgm:t>
        <a:bodyPr/>
        <a:lstStyle/>
        <a:p>
          <a:r>
            <a:rPr lang="zh-CN" sz="1600" dirty="0" smtClean="0"/>
            <a:t>合同、保险应对</a:t>
          </a:r>
          <a:endParaRPr lang="zh-CN" altLang="en-US" sz="1600" dirty="0"/>
        </a:p>
      </dgm:t>
    </dgm:pt>
    <dgm:pt modelId="{33CC918B-5B94-4D3F-A0A3-69D1D7CB573F}" cxnId="{FB48F015-1FB9-4A72-89FB-D1516943ECA2}" type="parTrans">
      <dgm:prSet/>
      <dgm:spPr/>
      <dgm:t>
        <a:bodyPr/>
        <a:lstStyle/>
        <a:p>
          <a:endParaRPr lang="zh-CN" altLang="en-US" sz="1600"/>
        </a:p>
      </dgm:t>
    </dgm:pt>
    <dgm:pt modelId="{E2152ABA-F56E-4D8D-943D-3C8255C35578}" cxnId="{FB48F015-1FB9-4A72-89FB-D1516943ECA2}" type="sibTrans">
      <dgm:prSet/>
      <dgm:spPr/>
      <dgm:t>
        <a:bodyPr/>
        <a:lstStyle/>
        <a:p>
          <a:endParaRPr lang="zh-CN" altLang="en-US" sz="1600"/>
        </a:p>
      </dgm:t>
    </dgm:pt>
    <dgm:pt modelId="{36546883-CD79-4A72-8A47-33BCAE595C99}">
      <dgm:prSet phldrT="[文本]" custT="1"/>
      <dgm:spPr/>
      <dgm:t>
        <a:bodyPr tIns="108000" anchor="ctr" anchorCtr="1"/>
        <a:lstStyle/>
        <a:p>
          <a:endParaRPr lang="zh-CN" altLang="en-US" sz="1600" dirty="0"/>
        </a:p>
      </dgm:t>
    </dgm:pt>
    <dgm:pt modelId="{D3F57236-8EDF-4298-93FC-943AAA8CC77B}" cxnId="{892600FD-95BB-4AF9-8077-17701DB86E85}" type="parTrans">
      <dgm:prSet/>
      <dgm:spPr/>
      <dgm:t>
        <a:bodyPr/>
        <a:lstStyle/>
        <a:p>
          <a:endParaRPr lang="zh-CN" altLang="en-US" sz="1600"/>
        </a:p>
      </dgm:t>
    </dgm:pt>
    <dgm:pt modelId="{7721EEEF-609D-43A2-B920-C1AE2E19A82F}" cxnId="{892600FD-95BB-4AF9-8077-17701DB86E85}" type="sibTrans">
      <dgm:prSet/>
      <dgm:spPr/>
      <dgm:t>
        <a:bodyPr/>
        <a:lstStyle/>
        <a:p>
          <a:endParaRPr lang="zh-CN" altLang="en-US" sz="1600"/>
        </a:p>
      </dgm:t>
    </dgm:pt>
    <dgm:pt modelId="{94D52F18-6631-4CC2-966D-D6E18616A4B4}">
      <dgm:prSet phldrT="[文本]" custT="1"/>
      <dgm:spPr>
        <a:solidFill>
          <a:schemeClr val="accent1">
            <a:lumMod val="60000"/>
            <a:lumOff val="40000"/>
          </a:schemeClr>
        </a:solidFill>
      </dgm:spPr>
      <dgm:t>
        <a:bodyPr tIns="10800" anchor="ctr" anchorCtr="1"/>
        <a:lstStyle/>
        <a:p>
          <a:r>
            <a:rPr lang="zh-CN" altLang="en-US" sz="1600" b="1" dirty="0" smtClean="0"/>
            <a:t>政治风险</a:t>
          </a:r>
          <a:endParaRPr lang="zh-CN" altLang="en-US" sz="1600" b="1" dirty="0"/>
        </a:p>
      </dgm:t>
    </dgm:pt>
    <dgm:pt modelId="{C36B0555-534B-4324-A03B-F847E8ED2F76}" cxnId="{ABF6A5A6-E090-4412-B448-9CD557E81C10}" type="parTrans">
      <dgm:prSet/>
      <dgm:spPr/>
      <dgm:t>
        <a:bodyPr/>
        <a:lstStyle/>
        <a:p>
          <a:endParaRPr lang="zh-CN" altLang="en-US" sz="1600"/>
        </a:p>
      </dgm:t>
    </dgm:pt>
    <dgm:pt modelId="{20F826B1-0877-4ECC-B325-858FD78312C0}" cxnId="{ABF6A5A6-E090-4412-B448-9CD557E81C10}" type="sibTrans">
      <dgm:prSet/>
      <dgm:spPr/>
      <dgm:t>
        <a:bodyPr/>
        <a:lstStyle/>
        <a:p>
          <a:endParaRPr lang="zh-CN" altLang="en-US" sz="1600"/>
        </a:p>
      </dgm:t>
    </dgm:pt>
    <dgm:pt modelId="{3261FB06-05C2-4B12-95BF-20E7CD53105A}">
      <dgm:prSet phldrT="[文本]" custT="1"/>
      <dgm:spPr>
        <a:solidFill>
          <a:schemeClr val="accent1">
            <a:lumMod val="60000"/>
            <a:lumOff val="40000"/>
          </a:schemeClr>
        </a:solidFill>
      </dgm:spPr>
      <dgm:t>
        <a:bodyPr anchor="ctr" anchorCtr="1"/>
        <a:lstStyle/>
        <a:p>
          <a:pPr>
            <a:lnSpc>
              <a:spcPct val="100000"/>
            </a:lnSpc>
            <a:spcAft>
              <a:spcPts val="0"/>
            </a:spcAft>
          </a:pPr>
          <a:r>
            <a:rPr lang="zh-CN" altLang="en-US" sz="1600" b="1" dirty="0" smtClean="0"/>
            <a:t>业主风险</a:t>
          </a:r>
          <a:endParaRPr lang="zh-CN" altLang="en-US" sz="1600" b="1" dirty="0"/>
        </a:p>
      </dgm:t>
    </dgm:pt>
    <dgm:pt modelId="{AB3E30B5-0A91-417B-A8B4-586D180974CA}" cxnId="{EB1B24B8-EAFD-4505-BB82-85AE399ED587}" type="parTrans">
      <dgm:prSet/>
      <dgm:spPr/>
      <dgm:t>
        <a:bodyPr/>
        <a:lstStyle/>
        <a:p>
          <a:endParaRPr lang="zh-CN" altLang="en-US" sz="1600"/>
        </a:p>
      </dgm:t>
    </dgm:pt>
    <dgm:pt modelId="{C117B366-09C7-4665-9173-62F03645E86D}" cxnId="{EB1B24B8-EAFD-4505-BB82-85AE399ED587}" type="sibTrans">
      <dgm:prSet/>
      <dgm:spPr/>
      <dgm:t>
        <a:bodyPr/>
        <a:lstStyle/>
        <a:p>
          <a:endParaRPr lang="zh-CN" altLang="en-US" sz="1600"/>
        </a:p>
      </dgm:t>
    </dgm:pt>
    <dgm:pt modelId="{A2330086-1B29-4FB5-B551-1531556B201C}">
      <dgm:prSet custT="1"/>
      <dgm:spPr/>
      <dgm:t>
        <a:bodyPr/>
        <a:lstStyle/>
        <a:p>
          <a:r>
            <a:rPr lang="zh-CN" altLang="en-US" sz="1600" dirty="0" smtClean="0"/>
            <a:t>不付款或拖延付款风险应对</a:t>
          </a:r>
          <a:endParaRPr lang="zh-CN" altLang="en-US" sz="1600" dirty="0"/>
        </a:p>
      </dgm:t>
    </dgm:pt>
    <dgm:pt modelId="{F01CB9C6-B65C-44FE-850D-725420154539}" cxnId="{497C7AC2-9C80-4E58-A9B0-EB10B60A3DAC}" type="parTrans">
      <dgm:prSet/>
      <dgm:spPr/>
      <dgm:t>
        <a:bodyPr/>
        <a:lstStyle/>
        <a:p>
          <a:endParaRPr lang="zh-CN" altLang="en-US" sz="1600"/>
        </a:p>
      </dgm:t>
    </dgm:pt>
    <dgm:pt modelId="{37E58BCB-4C12-4292-80AE-6E365D89C8E6}" cxnId="{497C7AC2-9C80-4E58-A9B0-EB10B60A3DAC}" type="sibTrans">
      <dgm:prSet/>
      <dgm:spPr/>
      <dgm:t>
        <a:bodyPr/>
        <a:lstStyle/>
        <a:p>
          <a:endParaRPr lang="zh-CN" altLang="en-US" sz="1600"/>
        </a:p>
      </dgm:t>
    </dgm:pt>
    <dgm:pt modelId="{CFF38C0B-13BF-499E-B349-D713B58583D8}">
      <dgm:prSet custT="1"/>
      <dgm:spPr/>
      <dgm:t>
        <a:bodyPr/>
        <a:lstStyle/>
        <a:p>
          <a:r>
            <a:rPr lang="zh-CN" altLang="en-US" sz="1600" dirty="0" smtClean="0"/>
            <a:t>办事效率低下风险应对</a:t>
          </a:r>
          <a:endParaRPr lang="zh-CN" altLang="en-US" sz="1600" dirty="0"/>
        </a:p>
      </dgm:t>
    </dgm:pt>
    <dgm:pt modelId="{6E3D79A5-F26F-4918-9205-BEF03B205CF6}" cxnId="{67F721F0-CA4D-438B-8347-778771458973}" type="parTrans">
      <dgm:prSet/>
      <dgm:spPr/>
      <dgm:t>
        <a:bodyPr/>
        <a:lstStyle/>
        <a:p>
          <a:endParaRPr lang="zh-CN" altLang="en-US" sz="1600"/>
        </a:p>
      </dgm:t>
    </dgm:pt>
    <dgm:pt modelId="{19E49D59-0767-4FC4-9465-CE3557664AB0}" cxnId="{67F721F0-CA4D-438B-8347-778771458973}" type="sibTrans">
      <dgm:prSet/>
      <dgm:spPr/>
      <dgm:t>
        <a:bodyPr/>
        <a:lstStyle/>
        <a:p>
          <a:endParaRPr lang="zh-CN" altLang="en-US" sz="1600"/>
        </a:p>
      </dgm:t>
    </dgm:pt>
    <dgm:pt modelId="{0E7C93E7-68B0-41D8-9113-326A8AA97910}">
      <dgm:prSet custT="1"/>
      <dgm:spPr/>
      <dgm:t>
        <a:bodyPr/>
        <a:lstStyle/>
        <a:p>
          <a:r>
            <a:rPr lang="zh-CN" altLang="en-US" sz="1600" dirty="0" smtClean="0"/>
            <a:t>建立伙伴关系</a:t>
          </a:r>
          <a:endParaRPr lang="zh-CN" altLang="en-US" sz="1600" dirty="0"/>
        </a:p>
      </dgm:t>
    </dgm:pt>
    <dgm:pt modelId="{DC85CFC5-B672-4C82-9F77-3A905FB21F2F}" cxnId="{D8DE201D-D78C-41DB-9489-08B1D8E532AF}" type="parTrans">
      <dgm:prSet/>
      <dgm:spPr/>
      <dgm:t>
        <a:bodyPr/>
        <a:lstStyle/>
        <a:p>
          <a:endParaRPr lang="zh-CN" altLang="en-US" sz="1600"/>
        </a:p>
      </dgm:t>
    </dgm:pt>
    <dgm:pt modelId="{AF2E0F10-1CE7-4492-960B-02D45ED6CFE6}" cxnId="{D8DE201D-D78C-41DB-9489-08B1D8E532AF}" type="sibTrans">
      <dgm:prSet/>
      <dgm:spPr/>
      <dgm:t>
        <a:bodyPr/>
        <a:lstStyle/>
        <a:p>
          <a:endParaRPr lang="zh-CN" altLang="en-US" sz="1600"/>
        </a:p>
      </dgm:t>
    </dgm:pt>
    <dgm:pt modelId="{9843AD8E-DEB6-4929-8DF8-6F1AE6D9979E}">
      <dgm:prSet custT="1"/>
      <dgm:spPr>
        <a:solidFill>
          <a:schemeClr val="accent1">
            <a:lumMod val="60000"/>
            <a:lumOff val="40000"/>
          </a:schemeClr>
        </a:solidFill>
      </dgm:spPr>
      <dgm:t>
        <a:bodyPr/>
        <a:lstStyle/>
        <a:p>
          <a:r>
            <a:rPr lang="en-US" altLang="zh-CN" sz="1600" b="1" dirty="0" smtClean="0"/>
            <a:t>HSE</a:t>
          </a:r>
          <a:r>
            <a:rPr lang="zh-CN" altLang="en-US" sz="1600" b="1" dirty="0" smtClean="0"/>
            <a:t>风险</a:t>
          </a:r>
          <a:endParaRPr lang="zh-CN" altLang="en-US" sz="1600" b="1" dirty="0"/>
        </a:p>
      </dgm:t>
    </dgm:pt>
    <dgm:pt modelId="{FA7CD001-D219-4497-A049-C2733A51C1F7}" cxnId="{D61561B7-1EB2-4ECF-838D-970B72DB07E3}" type="parTrans">
      <dgm:prSet/>
      <dgm:spPr/>
      <dgm:t>
        <a:bodyPr/>
        <a:lstStyle/>
        <a:p>
          <a:endParaRPr lang="zh-CN" altLang="en-US" sz="1600"/>
        </a:p>
      </dgm:t>
    </dgm:pt>
    <dgm:pt modelId="{097B5308-9CB6-4067-B714-C7E6C5A1997A}" cxnId="{D61561B7-1EB2-4ECF-838D-970B72DB07E3}" type="sibTrans">
      <dgm:prSet/>
      <dgm:spPr/>
      <dgm:t>
        <a:bodyPr/>
        <a:lstStyle/>
        <a:p>
          <a:endParaRPr lang="zh-CN" altLang="en-US" sz="1600"/>
        </a:p>
      </dgm:t>
    </dgm:pt>
    <dgm:pt modelId="{25F9213C-29F9-4B57-8770-7C81F9E5CE9B}">
      <dgm:prSet custT="1"/>
      <dgm:spPr/>
      <dgm:t>
        <a:bodyPr/>
        <a:lstStyle/>
        <a:p>
          <a:r>
            <a:rPr lang="zh-CN" sz="1600" dirty="0" smtClean="0"/>
            <a:t>制定计划</a:t>
          </a:r>
          <a:endParaRPr lang="zh-CN" sz="1600" dirty="0"/>
        </a:p>
      </dgm:t>
    </dgm:pt>
    <dgm:pt modelId="{763E1903-EAF4-4969-84A5-5462B2AE47A1}" cxnId="{9DE9F2B0-B737-4253-8FD6-875A280FB506}" type="parTrans">
      <dgm:prSet/>
      <dgm:spPr/>
      <dgm:t>
        <a:bodyPr/>
        <a:lstStyle/>
        <a:p>
          <a:endParaRPr lang="zh-CN" altLang="en-US" sz="1600"/>
        </a:p>
      </dgm:t>
    </dgm:pt>
    <dgm:pt modelId="{BA9CC3B2-5FCF-44A6-A425-687212BA7B64}" cxnId="{9DE9F2B0-B737-4253-8FD6-875A280FB506}" type="sibTrans">
      <dgm:prSet/>
      <dgm:spPr/>
      <dgm:t>
        <a:bodyPr/>
        <a:lstStyle/>
        <a:p>
          <a:endParaRPr lang="zh-CN" altLang="en-US" sz="1600"/>
        </a:p>
      </dgm:t>
    </dgm:pt>
    <dgm:pt modelId="{FC3B5AB0-D624-432F-88CA-2DEB001E5013}">
      <dgm:prSet custT="1"/>
      <dgm:spPr/>
      <dgm:t>
        <a:bodyPr/>
        <a:lstStyle/>
        <a:p>
          <a:r>
            <a:rPr lang="zh-CN" altLang="en-US" sz="1600" dirty="0" smtClean="0"/>
            <a:t>组织保障</a:t>
          </a:r>
          <a:endParaRPr lang="zh-CN" altLang="en-US" sz="1600" dirty="0"/>
        </a:p>
      </dgm:t>
    </dgm:pt>
    <dgm:pt modelId="{411B01EB-7633-48DB-A696-515E98C78973}" cxnId="{B031A325-7759-47D2-87D5-F9F364D35039}" type="parTrans">
      <dgm:prSet/>
      <dgm:spPr/>
      <dgm:t>
        <a:bodyPr/>
        <a:lstStyle/>
        <a:p>
          <a:endParaRPr lang="zh-CN" altLang="en-US" sz="1600"/>
        </a:p>
      </dgm:t>
    </dgm:pt>
    <dgm:pt modelId="{EC142B5E-34C5-4536-BEBD-D1967E0ABAC4}" cxnId="{B031A325-7759-47D2-87D5-F9F364D35039}" type="sibTrans">
      <dgm:prSet/>
      <dgm:spPr/>
      <dgm:t>
        <a:bodyPr/>
        <a:lstStyle/>
        <a:p>
          <a:endParaRPr lang="zh-CN" altLang="en-US" sz="1600"/>
        </a:p>
      </dgm:t>
    </dgm:pt>
    <dgm:pt modelId="{625D249E-32D6-4EA7-8030-5B2124CF9DF6}">
      <dgm:prSet custT="1"/>
      <dgm:spPr/>
      <dgm:t>
        <a:bodyPr/>
        <a:lstStyle/>
        <a:p>
          <a:r>
            <a:rPr lang="zh-CN" sz="1600" dirty="0" smtClean="0"/>
            <a:t>设施</a:t>
          </a:r>
          <a:r>
            <a:rPr lang="zh-CN" altLang="en-US" sz="1600" dirty="0" smtClean="0"/>
            <a:t>保障</a:t>
          </a:r>
          <a:endParaRPr lang="zh-CN" sz="1600" dirty="0"/>
        </a:p>
      </dgm:t>
    </dgm:pt>
    <dgm:pt modelId="{FC1703B3-06D7-436A-BC59-5FE8030B74C1}" cxnId="{32A73516-B073-4EE1-B4D2-9FD005AC2406}" type="parTrans">
      <dgm:prSet/>
      <dgm:spPr/>
      <dgm:t>
        <a:bodyPr/>
        <a:lstStyle/>
        <a:p>
          <a:endParaRPr lang="zh-CN" altLang="en-US" sz="1600"/>
        </a:p>
      </dgm:t>
    </dgm:pt>
    <dgm:pt modelId="{08B08794-7483-4A06-A931-ADCF9E663D8C}" cxnId="{32A73516-B073-4EE1-B4D2-9FD005AC2406}" type="sibTrans">
      <dgm:prSet/>
      <dgm:spPr/>
      <dgm:t>
        <a:bodyPr/>
        <a:lstStyle/>
        <a:p>
          <a:endParaRPr lang="zh-CN" altLang="en-US" sz="1600"/>
        </a:p>
      </dgm:t>
    </dgm:pt>
    <dgm:pt modelId="{7A61B36B-C589-433E-9AE7-83D8D9BBBB75}">
      <dgm:prSet custT="1"/>
      <dgm:spPr/>
      <dgm:t>
        <a:bodyPr/>
        <a:lstStyle/>
        <a:p>
          <a:r>
            <a:rPr lang="zh-CN" sz="1600" dirty="0" smtClean="0"/>
            <a:t>加强培训教育</a:t>
          </a:r>
          <a:endParaRPr lang="zh-CN" sz="1600" dirty="0"/>
        </a:p>
      </dgm:t>
    </dgm:pt>
    <dgm:pt modelId="{DB70E169-6AB0-4702-9C2E-AE1CC719E848}" cxnId="{71A7265D-A3C2-48C4-9EBA-B6C3278A6F29}" type="parTrans">
      <dgm:prSet/>
      <dgm:spPr/>
      <dgm:t>
        <a:bodyPr/>
        <a:lstStyle/>
        <a:p>
          <a:endParaRPr lang="zh-CN" altLang="en-US" sz="1600"/>
        </a:p>
      </dgm:t>
    </dgm:pt>
    <dgm:pt modelId="{C572FBAA-D767-4656-9504-D588D3D0C69D}" cxnId="{71A7265D-A3C2-48C4-9EBA-B6C3278A6F29}" type="sibTrans">
      <dgm:prSet/>
      <dgm:spPr/>
      <dgm:t>
        <a:bodyPr/>
        <a:lstStyle/>
        <a:p>
          <a:endParaRPr lang="zh-CN" altLang="en-US" sz="1600"/>
        </a:p>
      </dgm:t>
    </dgm:pt>
    <dgm:pt modelId="{050B48BC-6AF4-4906-98AD-6C4CA9465877}">
      <dgm:prSet custT="1"/>
      <dgm:spPr/>
      <dgm:t>
        <a:bodyPr/>
        <a:lstStyle/>
        <a:p>
          <a:r>
            <a:rPr lang="zh-CN" altLang="en-US" sz="1600" dirty="0" smtClean="0"/>
            <a:t>做好应急管理</a:t>
          </a:r>
          <a:endParaRPr lang="zh-CN" altLang="en-US" sz="1600" dirty="0"/>
        </a:p>
      </dgm:t>
    </dgm:pt>
    <dgm:pt modelId="{B7ADADB7-0011-40DF-BA4A-68652B210B04}" cxnId="{5416EF42-FF7E-4728-B0A0-067FEF276DF8}" type="parTrans">
      <dgm:prSet/>
      <dgm:spPr/>
      <dgm:t>
        <a:bodyPr/>
        <a:lstStyle/>
        <a:p>
          <a:endParaRPr lang="zh-CN" altLang="en-US" sz="1600"/>
        </a:p>
      </dgm:t>
    </dgm:pt>
    <dgm:pt modelId="{F4E71FFA-AA43-4A6E-8488-9E3C16C82329}" cxnId="{5416EF42-FF7E-4728-B0A0-067FEF276DF8}" type="sibTrans">
      <dgm:prSet/>
      <dgm:spPr/>
      <dgm:t>
        <a:bodyPr/>
        <a:lstStyle/>
        <a:p>
          <a:endParaRPr lang="zh-CN" altLang="en-US" sz="1600"/>
        </a:p>
      </dgm:t>
    </dgm:pt>
    <dgm:pt modelId="{BE94ED4D-57ED-4372-A14D-2C4A879B640D}">
      <dgm:prSet custT="1"/>
      <dgm:spPr/>
      <dgm:t>
        <a:bodyPr/>
        <a:lstStyle/>
        <a:p>
          <a:r>
            <a:rPr lang="zh-CN" altLang="en-US" sz="1600" dirty="0" smtClean="0"/>
            <a:t>自然风险应对</a:t>
          </a:r>
          <a:endParaRPr lang="zh-CN" altLang="en-US" sz="1600" dirty="0"/>
        </a:p>
      </dgm:t>
    </dgm:pt>
    <dgm:pt modelId="{596D1597-501D-4875-8981-8187F6227711}" cxnId="{C1A00B4D-666B-4B89-BB89-D58C709A2927}" type="parTrans">
      <dgm:prSet/>
      <dgm:spPr/>
      <dgm:t>
        <a:bodyPr/>
        <a:lstStyle/>
        <a:p>
          <a:endParaRPr lang="zh-CN" altLang="en-US" sz="1600"/>
        </a:p>
      </dgm:t>
    </dgm:pt>
    <dgm:pt modelId="{8C62A93C-5C61-4322-915F-E032D0E5B545}" cxnId="{C1A00B4D-666B-4B89-BB89-D58C709A2927}" type="sibTrans">
      <dgm:prSet/>
      <dgm:spPr/>
      <dgm:t>
        <a:bodyPr/>
        <a:lstStyle/>
        <a:p>
          <a:endParaRPr lang="zh-CN" altLang="en-US" sz="1600"/>
        </a:p>
      </dgm:t>
    </dgm:pt>
    <dgm:pt modelId="{10C9777B-77ED-4944-8E37-D48C253511D9}">
      <dgm:prSet custT="1"/>
      <dgm:spPr/>
      <dgm:t>
        <a:bodyPr/>
        <a:lstStyle/>
        <a:p>
          <a:r>
            <a:rPr lang="zh-CN" altLang="en-US" sz="1600" dirty="0" smtClean="0"/>
            <a:t>充分利用合同进行索赔</a:t>
          </a:r>
          <a:endParaRPr lang="zh-CN" altLang="en-US" sz="1600" dirty="0"/>
        </a:p>
      </dgm:t>
    </dgm:pt>
    <dgm:pt modelId="{BDB814EA-B760-451F-8D45-8BECA9776097}" cxnId="{5F7D7C76-D9AB-4059-9E86-554D6EB229B0}" type="parTrans">
      <dgm:prSet/>
      <dgm:spPr/>
      <dgm:t>
        <a:bodyPr/>
        <a:lstStyle/>
        <a:p>
          <a:endParaRPr lang="zh-CN" altLang="en-US" sz="1600"/>
        </a:p>
      </dgm:t>
    </dgm:pt>
    <dgm:pt modelId="{E88D9169-434E-47C1-BB58-12C84550314E}" cxnId="{5F7D7C76-D9AB-4059-9E86-554D6EB229B0}" type="sibTrans">
      <dgm:prSet/>
      <dgm:spPr/>
      <dgm:t>
        <a:bodyPr/>
        <a:lstStyle/>
        <a:p>
          <a:endParaRPr lang="zh-CN" altLang="en-US" sz="1600"/>
        </a:p>
      </dgm:t>
    </dgm:pt>
    <dgm:pt modelId="{DD336F09-800A-41E5-8691-63C2E2EF2EEF}">
      <dgm:prSet phldrT="[文本]" custT="1"/>
      <dgm:spPr/>
      <dgm:t>
        <a:bodyPr/>
        <a:lstStyle/>
        <a:p>
          <a:r>
            <a:rPr lang="zh-CN" altLang="en-US" sz="1600" dirty="0" smtClean="0"/>
            <a:t>多渠道及时获取政局信息</a:t>
          </a:r>
          <a:endParaRPr lang="zh-CN" altLang="en-US" sz="1600" dirty="0"/>
        </a:p>
      </dgm:t>
    </dgm:pt>
    <dgm:pt modelId="{F6EE8091-77AB-4A9E-A417-18989FCD9399}" cxnId="{ACF956A6-CE6D-4229-83DA-70E455CCD344}" type="parTrans">
      <dgm:prSet/>
      <dgm:spPr/>
      <dgm:t>
        <a:bodyPr/>
        <a:lstStyle/>
        <a:p>
          <a:endParaRPr lang="zh-CN" altLang="en-US" sz="1600"/>
        </a:p>
      </dgm:t>
    </dgm:pt>
    <dgm:pt modelId="{C39107B1-DAE0-416A-8B22-A0BD1377057A}" cxnId="{ACF956A6-CE6D-4229-83DA-70E455CCD344}" type="sibTrans">
      <dgm:prSet/>
      <dgm:spPr/>
      <dgm:t>
        <a:bodyPr/>
        <a:lstStyle/>
        <a:p>
          <a:endParaRPr lang="zh-CN" altLang="en-US" sz="1600"/>
        </a:p>
      </dgm:t>
    </dgm:pt>
    <dgm:pt modelId="{02B8F4D0-9DFF-438F-A19D-FA4A22C3FA30}">
      <dgm:prSet phldrT="[文本]" custT="1"/>
      <dgm:spPr/>
      <dgm:t>
        <a:bodyPr/>
        <a:lstStyle/>
        <a:p>
          <a:r>
            <a:rPr lang="zh-CN" altLang="en-US" sz="1600" dirty="0" smtClean="0"/>
            <a:t>做好安全维稳应急预案</a:t>
          </a:r>
          <a:endParaRPr lang="zh-CN" altLang="en-US" sz="1600" dirty="0"/>
        </a:p>
      </dgm:t>
    </dgm:pt>
    <dgm:pt modelId="{71DA3145-1EB0-45CF-8C25-5BA29EB615F4}" cxnId="{135D1871-C071-402C-8290-2E310B5BA2BC}" type="parTrans">
      <dgm:prSet/>
      <dgm:spPr/>
      <dgm:t>
        <a:bodyPr/>
        <a:lstStyle/>
        <a:p>
          <a:endParaRPr lang="zh-CN" altLang="en-US" sz="1600"/>
        </a:p>
      </dgm:t>
    </dgm:pt>
    <dgm:pt modelId="{4493641F-7C9D-40FB-A8F9-AAA2DA5B6128}" cxnId="{135D1871-C071-402C-8290-2E310B5BA2BC}" type="sibTrans">
      <dgm:prSet/>
      <dgm:spPr/>
      <dgm:t>
        <a:bodyPr/>
        <a:lstStyle/>
        <a:p>
          <a:endParaRPr lang="zh-CN" altLang="en-US" sz="1600"/>
        </a:p>
      </dgm:t>
    </dgm:pt>
    <dgm:pt modelId="{F41666EB-FFCD-49BD-B000-0F09018BD742}">
      <dgm:prSet phldrT="[文本]" custT="1"/>
      <dgm:spPr/>
      <dgm:t>
        <a:bodyPr/>
        <a:lstStyle/>
        <a:p>
          <a:r>
            <a:rPr lang="zh-CN" altLang="en-US" sz="1600" dirty="0" smtClean="0"/>
            <a:t>利用合同特殊条款应对法律风险</a:t>
          </a:r>
          <a:endParaRPr lang="zh-CN" altLang="en-US" sz="1600" dirty="0"/>
        </a:p>
      </dgm:t>
    </dgm:pt>
    <dgm:pt modelId="{91C12EA5-29F6-4FD2-B04B-F921954D6A9B}" cxnId="{19BCCB8F-6306-40EB-9360-57B13F7ACFC9}" type="parTrans">
      <dgm:prSet/>
      <dgm:spPr/>
      <dgm:t>
        <a:bodyPr/>
        <a:lstStyle/>
        <a:p>
          <a:endParaRPr lang="zh-CN" altLang="en-US" sz="1600"/>
        </a:p>
      </dgm:t>
    </dgm:pt>
    <dgm:pt modelId="{0DA26CE0-04C5-4394-B0CB-495797FBCEA5}" cxnId="{19BCCB8F-6306-40EB-9360-57B13F7ACFC9}" type="sibTrans">
      <dgm:prSet/>
      <dgm:spPr/>
      <dgm:t>
        <a:bodyPr/>
        <a:lstStyle/>
        <a:p>
          <a:endParaRPr lang="zh-CN" altLang="en-US" sz="1600"/>
        </a:p>
      </dgm:t>
    </dgm:pt>
    <dgm:pt modelId="{A08AC908-808E-4DDC-9BB5-F3A4B1D81677}">
      <dgm:prSet phldrT="[文本]" custT="1"/>
      <dgm:spPr/>
      <dgm:t>
        <a:bodyPr/>
        <a:lstStyle/>
        <a:p>
          <a:r>
            <a:rPr lang="zh-CN" altLang="en-US" sz="1600" dirty="0" smtClean="0"/>
            <a:t>适当索赔</a:t>
          </a:r>
          <a:endParaRPr lang="zh-CN" altLang="en-US" sz="1600" dirty="0"/>
        </a:p>
      </dgm:t>
    </dgm:pt>
    <dgm:pt modelId="{C9814A07-1499-4876-869E-C522EC3CD8DE}" cxnId="{AEE3DA19-23D2-4504-94D7-24A59305A381}" type="parTrans">
      <dgm:prSet/>
      <dgm:spPr/>
      <dgm:t>
        <a:bodyPr/>
        <a:lstStyle/>
        <a:p>
          <a:endParaRPr lang="zh-CN" altLang="en-US" sz="1600"/>
        </a:p>
      </dgm:t>
    </dgm:pt>
    <dgm:pt modelId="{5FF8F422-E1FA-4C88-A798-A58A90B43858}" cxnId="{AEE3DA19-23D2-4504-94D7-24A59305A381}" type="sibTrans">
      <dgm:prSet/>
      <dgm:spPr/>
      <dgm:t>
        <a:bodyPr/>
        <a:lstStyle/>
        <a:p>
          <a:endParaRPr lang="zh-CN" altLang="en-US" sz="1600"/>
        </a:p>
      </dgm:t>
    </dgm:pt>
    <dgm:pt modelId="{93C30168-E1AF-4A12-AE7E-8778E39EA9BE}">
      <dgm:prSet phldrT="[文本]" custT="1"/>
      <dgm:spPr/>
      <dgm:t>
        <a:bodyPr/>
        <a:lstStyle/>
        <a:p>
          <a:r>
            <a:rPr lang="zh-CN" altLang="en-US" sz="1600" dirty="0" smtClean="0"/>
            <a:t>建立伙伴关系</a:t>
          </a:r>
          <a:endParaRPr lang="zh-CN" altLang="en-US" sz="1600" dirty="0"/>
        </a:p>
      </dgm:t>
    </dgm:pt>
    <dgm:pt modelId="{8FDF18EC-D2ED-43D1-89EA-2CDBB0088728}" cxnId="{A0EA799F-C1FF-4A50-8653-3DBAFB8F8D2C}" type="parTrans">
      <dgm:prSet/>
      <dgm:spPr/>
      <dgm:t>
        <a:bodyPr/>
        <a:lstStyle/>
        <a:p>
          <a:endParaRPr lang="zh-CN" altLang="en-US" sz="1600"/>
        </a:p>
      </dgm:t>
    </dgm:pt>
    <dgm:pt modelId="{D077542A-5DDD-4F9E-8413-516FB260A11D}" cxnId="{A0EA799F-C1FF-4A50-8653-3DBAFB8F8D2C}" type="sibTrans">
      <dgm:prSet/>
      <dgm:spPr/>
      <dgm:t>
        <a:bodyPr/>
        <a:lstStyle/>
        <a:p>
          <a:endParaRPr lang="zh-CN" altLang="en-US" sz="1600"/>
        </a:p>
      </dgm:t>
    </dgm:pt>
    <dgm:pt modelId="{B13AAEF6-A1DC-435C-8632-946341FF1CE3}">
      <dgm:prSet phldrT="[文本]" custT="1"/>
      <dgm:spPr>
        <a:solidFill>
          <a:schemeClr val="accent1">
            <a:lumMod val="60000"/>
            <a:lumOff val="40000"/>
          </a:schemeClr>
        </a:solidFill>
      </dgm:spPr>
      <dgm:t>
        <a:bodyPr tIns="10800" anchor="ctr" anchorCtr="1"/>
        <a:lstStyle/>
        <a:p>
          <a:r>
            <a:rPr lang="zh-CN" altLang="en-US" sz="1600" b="1" dirty="0" smtClean="0"/>
            <a:t>经济风险</a:t>
          </a:r>
          <a:endParaRPr lang="zh-CN" altLang="en-US" sz="1600" b="1" dirty="0"/>
        </a:p>
      </dgm:t>
    </dgm:pt>
    <dgm:pt modelId="{18ECA62F-FED6-4D08-8CE6-26CDE75C8D9C}" cxnId="{F32CB4E8-6090-4EF1-842C-1BC9DEE1972F}" type="parTrans">
      <dgm:prSet/>
      <dgm:spPr/>
      <dgm:t>
        <a:bodyPr/>
        <a:lstStyle/>
        <a:p>
          <a:endParaRPr lang="zh-CN" altLang="en-US" sz="1600"/>
        </a:p>
      </dgm:t>
    </dgm:pt>
    <dgm:pt modelId="{2037C467-00B4-409F-96D3-5AF488BC7BE0}" cxnId="{F32CB4E8-6090-4EF1-842C-1BC9DEE1972F}" type="sibTrans">
      <dgm:prSet/>
      <dgm:spPr/>
      <dgm:t>
        <a:bodyPr/>
        <a:lstStyle/>
        <a:p>
          <a:endParaRPr lang="zh-CN" altLang="en-US" sz="1600"/>
        </a:p>
      </dgm:t>
    </dgm:pt>
    <dgm:pt modelId="{C4A2A9A2-D760-42BD-9AA2-BEE6A7D761DF}">
      <dgm:prSet phldrT="[文本]" custT="1"/>
      <dgm:spPr/>
      <dgm:t>
        <a:bodyPr/>
        <a:lstStyle/>
        <a:p>
          <a:r>
            <a:rPr lang="zh-CN" altLang="en-US" sz="1600" dirty="0" smtClean="0"/>
            <a:t>支付措施</a:t>
          </a:r>
          <a:endParaRPr lang="zh-CN" altLang="en-US" sz="1600" dirty="0"/>
        </a:p>
      </dgm:t>
    </dgm:pt>
    <dgm:pt modelId="{FFCDDB9C-6233-42DB-929B-439CBB8C9D84}" cxnId="{C675D95D-E9E0-4F6B-8D6E-0C9671538ADA}" type="parTrans">
      <dgm:prSet/>
      <dgm:spPr/>
      <dgm:t>
        <a:bodyPr/>
        <a:lstStyle/>
        <a:p>
          <a:endParaRPr lang="zh-CN" altLang="en-US" sz="1600"/>
        </a:p>
      </dgm:t>
    </dgm:pt>
    <dgm:pt modelId="{9CA99EAA-6D7D-4DC9-AE1D-51C18C0A20AE}" cxnId="{C675D95D-E9E0-4F6B-8D6E-0C9671538ADA}" type="sibTrans">
      <dgm:prSet/>
      <dgm:spPr/>
      <dgm:t>
        <a:bodyPr/>
        <a:lstStyle/>
        <a:p>
          <a:endParaRPr lang="zh-CN" altLang="en-US" sz="1600"/>
        </a:p>
      </dgm:t>
    </dgm:pt>
    <dgm:pt modelId="{D4CB0ED4-3BFB-45AD-8E8C-A5DD8814B23E}">
      <dgm:prSet phldrT="[文本]" custT="1"/>
      <dgm:spPr/>
      <dgm:t>
        <a:bodyPr/>
        <a:lstStyle/>
        <a:p>
          <a:r>
            <a:rPr lang="zh-CN" altLang="en-US" sz="1600" dirty="0" smtClean="0"/>
            <a:t>调价措施</a:t>
          </a:r>
          <a:endParaRPr lang="zh-CN" altLang="en-US" sz="1600" dirty="0"/>
        </a:p>
      </dgm:t>
    </dgm:pt>
    <dgm:pt modelId="{F6F35625-7608-4539-8FE6-E45F10B5F60F}" cxnId="{E9771941-D527-4A05-B618-0CE06E7AFE67}" type="parTrans">
      <dgm:prSet/>
      <dgm:spPr/>
      <dgm:t>
        <a:bodyPr/>
        <a:lstStyle/>
        <a:p>
          <a:endParaRPr lang="zh-CN" altLang="en-US" sz="1600"/>
        </a:p>
      </dgm:t>
    </dgm:pt>
    <dgm:pt modelId="{18CF6383-9725-4F90-A800-F18E91C2645C}" cxnId="{E9771941-D527-4A05-B618-0CE06E7AFE67}" type="sibTrans">
      <dgm:prSet/>
      <dgm:spPr/>
      <dgm:t>
        <a:bodyPr/>
        <a:lstStyle/>
        <a:p>
          <a:endParaRPr lang="zh-CN" altLang="en-US" sz="1600"/>
        </a:p>
      </dgm:t>
    </dgm:pt>
    <dgm:pt modelId="{9A6BF6B4-5B07-4B66-A6B8-6F7CCECB4BE9}">
      <dgm:prSet phldrT="[文本]" custT="1"/>
      <dgm:spPr>
        <a:solidFill>
          <a:schemeClr val="accent1">
            <a:lumMod val="60000"/>
            <a:lumOff val="40000"/>
          </a:schemeClr>
        </a:solidFill>
      </dgm:spPr>
      <dgm:t>
        <a:bodyPr tIns="10800" anchor="ctr" anchorCtr="1"/>
        <a:lstStyle/>
        <a:p>
          <a:r>
            <a:rPr lang="zh-CN" altLang="en-US" sz="1600" b="1" dirty="0" smtClean="0"/>
            <a:t>设计风险</a:t>
          </a:r>
          <a:endParaRPr lang="zh-CN" altLang="en-US" sz="1600" b="1" dirty="0"/>
        </a:p>
      </dgm:t>
    </dgm:pt>
    <dgm:pt modelId="{E1AD2337-E955-4DAB-AD65-A6AEBC60E505}" cxnId="{603BF2F2-E91C-4DD3-A16F-86E809CD13DF}" type="parTrans">
      <dgm:prSet/>
      <dgm:spPr/>
      <dgm:t>
        <a:bodyPr/>
        <a:lstStyle/>
        <a:p>
          <a:endParaRPr lang="zh-CN" altLang="en-US" sz="1600"/>
        </a:p>
      </dgm:t>
    </dgm:pt>
    <dgm:pt modelId="{F3042CCA-D6F5-4F4D-B332-76410A606FC4}" cxnId="{603BF2F2-E91C-4DD3-A16F-86E809CD13DF}" type="sibTrans">
      <dgm:prSet/>
      <dgm:spPr/>
      <dgm:t>
        <a:bodyPr/>
        <a:lstStyle/>
        <a:p>
          <a:endParaRPr lang="zh-CN" altLang="en-US" sz="1600"/>
        </a:p>
      </dgm:t>
    </dgm:pt>
    <dgm:pt modelId="{2F7E59A4-9F40-4245-8C3D-0AD05DA1C3C6}">
      <dgm:prSet phldrT="[文本]" custT="1"/>
      <dgm:spPr/>
      <dgm:t>
        <a:bodyPr/>
        <a:lstStyle/>
        <a:p>
          <a:r>
            <a:rPr lang="zh-CN" altLang="en-US" sz="1600" dirty="0" smtClean="0"/>
            <a:t>技术、规范方面</a:t>
          </a:r>
          <a:endParaRPr lang="zh-CN" altLang="en-US" sz="1600" dirty="0"/>
        </a:p>
      </dgm:t>
    </dgm:pt>
    <dgm:pt modelId="{84A278EC-DAA1-4894-B216-75A150DD16B6}" cxnId="{9B86C25D-BDF1-4B62-B9BF-1FAE53B51500}" type="parTrans">
      <dgm:prSet/>
      <dgm:spPr/>
      <dgm:t>
        <a:bodyPr/>
        <a:lstStyle/>
        <a:p>
          <a:endParaRPr lang="zh-CN" altLang="en-US" sz="1600"/>
        </a:p>
      </dgm:t>
    </dgm:pt>
    <dgm:pt modelId="{18B581DE-3465-4346-83DD-17E4108D52FB}" cxnId="{9B86C25D-BDF1-4B62-B9BF-1FAE53B51500}" type="sibTrans">
      <dgm:prSet/>
      <dgm:spPr/>
      <dgm:t>
        <a:bodyPr/>
        <a:lstStyle/>
        <a:p>
          <a:endParaRPr lang="zh-CN" altLang="en-US" sz="1600"/>
        </a:p>
      </dgm:t>
    </dgm:pt>
    <dgm:pt modelId="{4FEBC4F8-8EC6-44E2-B9B8-6A73C52D2984}">
      <dgm:prSet phldrT="[文本]" custT="1"/>
      <dgm:spPr/>
      <dgm:t>
        <a:bodyPr/>
        <a:lstStyle/>
        <a:p>
          <a:r>
            <a:rPr lang="zh-CN" altLang="en-US" sz="1600" dirty="0" smtClean="0"/>
            <a:t>人员、组织方面</a:t>
          </a:r>
          <a:endParaRPr lang="zh-CN" altLang="en-US" sz="1600" dirty="0"/>
        </a:p>
      </dgm:t>
    </dgm:pt>
    <dgm:pt modelId="{5BBBE72D-5BB9-44E5-8D0E-32312043A084}" cxnId="{DED7B124-AAD5-4E2A-BC90-0D2600DB9F37}" type="parTrans">
      <dgm:prSet/>
      <dgm:spPr/>
      <dgm:t>
        <a:bodyPr/>
        <a:lstStyle/>
        <a:p>
          <a:endParaRPr lang="zh-CN" altLang="en-US" sz="1600"/>
        </a:p>
      </dgm:t>
    </dgm:pt>
    <dgm:pt modelId="{746CE12C-3863-4BD1-AFF3-222875DEE113}" cxnId="{DED7B124-AAD5-4E2A-BC90-0D2600DB9F37}" type="sibTrans">
      <dgm:prSet/>
      <dgm:spPr/>
      <dgm:t>
        <a:bodyPr/>
        <a:lstStyle/>
        <a:p>
          <a:endParaRPr lang="zh-CN" altLang="en-US" sz="1600"/>
        </a:p>
      </dgm:t>
    </dgm:pt>
    <dgm:pt modelId="{8991C59F-EE5B-450B-9CD7-6C5D83BDDA45}">
      <dgm:prSet phldrT="[文本]" custT="1"/>
      <dgm:spPr/>
      <dgm:t>
        <a:bodyPr/>
        <a:lstStyle/>
        <a:p>
          <a:r>
            <a:rPr lang="zh-CN" altLang="en-US" sz="1600" dirty="0" smtClean="0"/>
            <a:t>合作、沟通方面</a:t>
          </a:r>
          <a:endParaRPr lang="zh-CN" altLang="en-US" sz="1600" dirty="0"/>
        </a:p>
      </dgm:t>
    </dgm:pt>
    <dgm:pt modelId="{185758E9-E875-4700-A7AF-3B964D4F4EF0}" cxnId="{F3355B3C-6B81-4541-8173-0BDCE9616DDD}" type="parTrans">
      <dgm:prSet/>
      <dgm:spPr/>
      <dgm:t>
        <a:bodyPr/>
        <a:lstStyle/>
        <a:p>
          <a:endParaRPr lang="zh-CN" altLang="en-US" sz="1600"/>
        </a:p>
      </dgm:t>
    </dgm:pt>
    <dgm:pt modelId="{4ECFB524-CB4A-46E8-8653-DB0B8CC835B0}" cxnId="{F3355B3C-6B81-4541-8173-0BDCE9616DDD}" type="sibTrans">
      <dgm:prSet/>
      <dgm:spPr/>
      <dgm:t>
        <a:bodyPr/>
        <a:lstStyle/>
        <a:p>
          <a:endParaRPr lang="zh-CN" altLang="en-US" sz="1600"/>
        </a:p>
      </dgm:t>
    </dgm:pt>
    <dgm:pt modelId="{58039071-1FAC-45C0-81B7-9C1916AB923A}">
      <dgm:prSet phldrT="[文本]" custT="1"/>
      <dgm:spPr>
        <a:solidFill>
          <a:schemeClr val="accent1">
            <a:lumMod val="60000"/>
            <a:lumOff val="40000"/>
          </a:schemeClr>
        </a:solidFill>
      </dgm:spPr>
      <dgm:t>
        <a:bodyPr tIns="10800" anchor="ctr" anchorCtr="1"/>
        <a:lstStyle/>
        <a:p>
          <a:pPr>
            <a:lnSpc>
              <a:spcPct val="100000"/>
            </a:lnSpc>
            <a:spcAft>
              <a:spcPts val="0"/>
            </a:spcAft>
          </a:pPr>
          <a:r>
            <a:rPr lang="zh-CN" altLang="en-US" sz="1600" b="1" dirty="0" smtClean="0"/>
            <a:t>采购风险</a:t>
          </a:r>
          <a:endParaRPr lang="zh-CN" altLang="en-US" sz="1600" b="1" dirty="0"/>
        </a:p>
      </dgm:t>
    </dgm:pt>
    <dgm:pt modelId="{6F9B3062-B013-45D9-9322-6FB0B86C9803}" cxnId="{415E0ED3-3B21-41E9-B7FC-86E1EEA22E89}" type="parTrans">
      <dgm:prSet/>
      <dgm:spPr/>
      <dgm:t>
        <a:bodyPr/>
        <a:lstStyle/>
        <a:p>
          <a:endParaRPr lang="zh-CN" altLang="en-US" sz="1600"/>
        </a:p>
      </dgm:t>
    </dgm:pt>
    <dgm:pt modelId="{28E43F2A-DBFC-4FE8-BE18-8F2051AEF6BB}" cxnId="{415E0ED3-3B21-41E9-B7FC-86E1EEA22E89}" type="sibTrans">
      <dgm:prSet/>
      <dgm:spPr/>
      <dgm:t>
        <a:bodyPr/>
        <a:lstStyle/>
        <a:p>
          <a:endParaRPr lang="zh-CN" altLang="en-US" sz="1600"/>
        </a:p>
      </dgm:t>
    </dgm:pt>
    <dgm:pt modelId="{E5D989D0-81A6-473C-B098-8ACBE293D8CB}">
      <dgm:prSet phldrT="[文本]" custT="1"/>
      <dgm:spPr/>
      <dgm:t>
        <a:bodyPr/>
        <a:lstStyle/>
        <a:p>
          <a:r>
            <a:rPr lang="zh-CN" altLang="en-US" sz="1600" dirty="0" smtClean="0"/>
            <a:t>利用当地人做好场地安全保卫</a:t>
          </a:r>
          <a:endParaRPr lang="zh-CN" altLang="en-US" sz="1600" dirty="0"/>
        </a:p>
      </dgm:t>
    </dgm:pt>
    <dgm:pt modelId="{96087225-90B4-4725-8C2D-3DE6C0270ECC}" cxnId="{3C815C6B-9761-4F66-8E0F-58D101E78AD9}" type="parTrans">
      <dgm:prSet/>
      <dgm:spPr/>
      <dgm:t>
        <a:bodyPr/>
        <a:lstStyle/>
        <a:p>
          <a:endParaRPr lang="zh-CN" altLang="en-US" sz="1600"/>
        </a:p>
      </dgm:t>
    </dgm:pt>
    <dgm:pt modelId="{B4E930CC-AF67-4408-B9DD-C4BB5DEF6707}" cxnId="{3C815C6B-9761-4F66-8E0F-58D101E78AD9}" type="sibTrans">
      <dgm:prSet/>
      <dgm:spPr/>
      <dgm:t>
        <a:bodyPr/>
        <a:lstStyle/>
        <a:p>
          <a:endParaRPr lang="zh-CN" altLang="en-US" sz="1600"/>
        </a:p>
      </dgm:t>
    </dgm:pt>
    <dgm:pt modelId="{E1B5A03D-F298-4F0C-9901-BDFA3E2A768C}">
      <dgm:prSet custT="1"/>
      <dgm:spPr/>
      <dgm:t>
        <a:bodyPr/>
        <a:lstStyle/>
        <a:p>
          <a:r>
            <a:rPr lang="zh-CN" altLang="en-US" sz="1600" dirty="0" smtClean="0"/>
            <a:t>制度保障</a:t>
          </a:r>
          <a:endParaRPr lang="zh-CN" altLang="en-US" sz="1600" dirty="0"/>
        </a:p>
      </dgm:t>
    </dgm:pt>
    <dgm:pt modelId="{5E381097-29D4-47F6-978B-7E10221277A8}" cxnId="{FDD73260-E9FC-4DBA-B82C-CAC76BE213B5}" type="parTrans">
      <dgm:prSet/>
      <dgm:spPr/>
      <dgm:t>
        <a:bodyPr/>
        <a:lstStyle/>
        <a:p>
          <a:endParaRPr lang="zh-CN" altLang="en-US" sz="1600"/>
        </a:p>
      </dgm:t>
    </dgm:pt>
    <dgm:pt modelId="{F21063BD-7D16-438D-B04B-AAB8F3C61407}" cxnId="{FDD73260-E9FC-4DBA-B82C-CAC76BE213B5}" type="sibTrans">
      <dgm:prSet/>
      <dgm:spPr/>
      <dgm:t>
        <a:bodyPr/>
        <a:lstStyle/>
        <a:p>
          <a:endParaRPr lang="zh-CN" altLang="en-US" sz="1600"/>
        </a:p>
      </dgm:t>
    </dgm:pt>
    <dgm:pt modelId="{EF2625BA-FB84-4EE2-9130-ABBF8F943722}" type="pres">
      <dgm:prSet presAssocID="{EFF3CCCD-884D-40B8-8880-08890FE5D429}" presName="hierChild1" presStyleCnt="0">
        <dgm:presLayoutVars>
          <dgm:orgChart val="1"/>
          <dgm:chPref val="1"/>
          <dgm:dir/>
          <dgm:animOne val="branch"/>
          <dgm:animLvl val="lvl"/>
          <dgm:resizeHandles/>
        </dgm:presLayoutVars>
      </dgm:prSet>
      <dgm:spPr/>
      <dgm:t>
        <a:bodyPr/>
        <a:lstStyle/>
        <a:p>
          <a:endParaRPr lang="zh-CN" altLang="en-US"/>
        </a:p>
      </dgm:t>
    </dgm:pt>
    <dgm:pt modelId="{43D57AEE-97B6-4724-9EA3-89BE7C8E1063}" type="pres">
      <dgm:prSet presAssocID="{36546883-CD79-4A72-8A47-33BCAE595C99}" presName="hierRoot1" presStyleCnt="0">
        <dgm:presLayoutVars>
          <dgm:hierBranch val="init"/>
        </dgm:presLayoutVars>
      </dgm:prSet>
      <dgm:spPr/>
      <dgm:t>
        <a:bodyPr/>
        <a:lstStyle/>
        <a:p>
          <a:endParaRPr lang="zh-CN" altLang="en-US"/>
        </a:p>
      </dgm:t>
    </dgm:pt>
    <dgm:pt modelId="{188962A7-1087-45A7-9CDD-39CB6A1B611B}" type="pres">
      <dgm:prSet presAssocID="{36546883-CD79-4A72-8A47-33BCAE595C99}" presName="rootComposite1" presStyleCnt="0"/>
      <dgm:spPr/>
      <dgm:t>
        <a:bodyPr/>
        <a:lstStyle/>
        <a:p>
          <a:endParaRPr lang="zh-CN" altLang="en-US"/>
        </a:p>
      </dgm:t>
    </dgm:pt>
    <dgm:pt modelId="{D650241C-1B3E-484A-8589-89B5570F9E92}" type="pres">
      <dgm:prSet presAssocID="{36546883-CD79-4A72-8A47-33BCAE595C99}" presName="rootText1" presStyleLbl="node0" presStyleIdx="0" presStyleCnt="1">
        <dgm:presLayoutVars>
          <dgm:chPref val="3"/>
        </dgm:presLayoutVars>
      </dgm:prSet>
      <dgm:spPr/>
      <dgm:t>
        <a:bodyPr/>
        <a:lstStyle/>
        <a:p>
          <a:endParaRPr lang="zh-CN" altLang="en-US"/>
        </a:p>
      </dgm:t>
    </dgm:pt>
    <dgm:pt modelId="{1FD4029B-A0A4-4954-B91D-A381C9F73316}" type="pres">
      <dgm:prSet presAssocID="{36546883-CD79-4A72-8A47-33BCAE595C99}" presName="rootConnector1" presStyleLbl="node1" presStyleIdx="0" presStyleCnt="0"/>
      <dgm:spPr/>
      <dgm:t>
        <a:bodyPr/>
        <a:lstStyle/>
        <a:p>
          <a:endParaRPr lang="zh-CN" altLang="en-US"/>
        </a:p>
      </dgm:t>
    </dgm:pt>
    <dgm:pt modelId="{DDC15E05-8A6F-4EFD-BFAF-84951DE84703}" type="pres">
      <dgm:prSet presAssocID="{36546883-CD79-4A72-8A47-33BCAE595C99}" presName="hierChild2" presStyleCnt="0"/>
      <dgm:spPr/>
      <dgm:t>
        <a:bodyPr/>
        <a:lstStyle/>
        <a:p>
          <a:endParaRPr lang="zh-CN" altLang="en-US"/>
        </a:p>
      </dgm:t>
    </dgm:pt>
    <dgm:pt modelId="{2F451472-8D1E-47AD-9CC4-DECA136ECF22}" type="pres">
      <dgm:prSet presAssocID="{C36B0555-534B-4324-A03B-F847E8ED2F76}" presName="Name37" presStyleLbl="parChTrans1D2" presStyleIdx="0" presStyleCnt="6"/>
      <dgm:spPr/>
      <dgm:t>
        <a:bodyPr/>
        <a:lstStyle/>
        <a:p>
          <a:endParaRPr lang="zh-CN" altLang="en-US"/>
        </a:p>
      </dgm:t>
    </dgm:pt>
    <dgm:pt modelId="{4CA89B58-B063-4DE0-9DC3-D781DC8FC1DD}" type="pres">
      <dgm:prSet presAssocID="{94D52F18-6631-4CC2-966D-D6E18616A4B4}" presName="hierRoot2" presStyleCnt="0">
        <dgm:presLayoutVars>
          <dgm:hierBranch val="init"/>
        </dgm:presLayoutVars>
      </dgm:prSet>
      <dgm:spPr/>
      <dgm:t>
        <a:bodyPr/>
        <a:lstStyle/>
        <a:p>
          <a:endParaRPr lang="zh-CN" altLang="en-US"/>
        </a:p>
      </dgm:t>
    </dgm:pt>
    <dgm:pt modelId="{C5E1BEB0-679E-419C-9EAF-2CB97B9867C2}" type="pres">
      <dgm:prSet presAssocID="{94D52F18-6631-4CC2-966D-D6E18616A4B4}" presName="rootComposite" presStyleCnt="0"/>
      <dgm:spPr/>
      <dgm:t>
        <a:bodyPr/>
        <a:lstStyle/>
        <a:p>
          <a:endParaRPr lang="zh-CN" altLang="en-US"/>
        </a:p>
      </dgm:t>
    </dgm:pt>
    <dgm:pt modelId="{ACC28E90-9F5E-4D34-9AE6-D08634A68AEF}" type="pres">
      <dgm:prSet presAssocID="{94D52F18-6631-4CC2-966D-D6E18616A4B4}" presName="rootText" presStyleLbl="node2" presStyleIdx="0" presStyleCnt="6" custScaleX="99716" custScaleY="99716">
        <dgm:presLayoutVars>
          <dgm:chPref val="3"/>
        </dgm:presLayoutVars>
      </dgm:prSet>
      <dgm:spPr/>
      <dgm:t>
        <a:bodyPr/>
        <a:lstStyle/>
        <a:p>
          <a:endParaRPr lang="zh-CN" altLang="en-US"/>
        </a:p>
      </dgm:t>
    </dgm:pt>
    <dgm:pt modelId="{60FCB845-59DB-482D-97C1-A913932BDE30}" type="pres">
      <dgm:prSet presAssocID="{94D52F18-6631-4CC2-966D-D6E18616A4B4}" presName="rootConnector" presStyleLbl="node2" presStyleIdx="0" presStyleCnt="6"/>
      <dgm:spPr/>
      <dgm:t>
        <a:bodyPr/>
        <a:lstStyle/>
        <a:p>
          <a:endParaRPr lang="zh-CN" altLang="en-US"/>
        </a:p>
      </dgm:t>
    </dgm:pt>
    <dgm:pt modelId="{BAEF1441-56B9-4471-AECB-F27A16248E0C}" type="pres">
      <dgm:prSet presAssocID="{94D52F18-6631-4CC2-966D-D6E18616A4B4}" presName="hierChild4" presStyleCnt="0"/>
      <dgm:spPr/>
      <dgm:t>
        <a:bodyPr/>
        <a:lstStyle/>
        <a:p>
          <a:endParaRPr lang="zh-CN" altLang="en-US"/>
        </a:p>
      </dgm:t>
    </dgm:pt>
    <dgm:pt modelId="{5293581B-4063-4A61-B0BE-503DF31B37BC}" type="pres">
      <dgm:prSet presAssocID="{F6EE8091-77AB-4A9E-A417-18989FCD9399}" presName="Name37" presStyleLbl="parChTrans1D3" presStyleIdx="0" presStyleCnt="27"/>
      <dgm:spPr/>
      <dgm:t>
        <a:bodyPr/>
        <a:lstStyle/>
        <a:p>
          <a:endParaRPr lang="zh-CN" altLang="en-US"/>
        </a:p>
      </dgm:t>
    </dgm:pt>
    <dgm:pt modelId="{7D649915-8037-4203-99B9-9807F4AAAC0D}" type="pres">
      <dgm:prSet presAssocID="{DD336F09-800A-41E5-8691-63C2E2EF2EEF}" presName="hierRoot2" presStyleCnt="0">
        <dgm:presLayoutVars>
          <dgm:hierBranch val="init"/>
        </dgm:presLayoutVars>
      </dgm:prSet>
      <dgm:spPr/>
    </dgm:pt>
    <dgm:pt modelId="{EE444AD0-77FC-4D7B-82AF-1D552C8E8A05}" type="pres">
      <dgm:prSet presAssocID="{DD336F09-800A-41E5-8691-63C2E2EF2EEF}" presName="rootComposite" presStyleCnt="0"/>
      <dgm:spPr/>
    </dgm:pt>
    <dgm:pt modelId="{E76799B2-53AC-45EE-8469-580267525244}" type="pres">
      <dgm:prSet presAssocID="{DD336F09-800A-41E5-8691-63C2E2EF2EEF}" presName="rootText" presStyleLbl="node3" presStyleIdx="0" presStyleCnt="27" custScaleX="105456" custScaleY="144875">
        <dgm:presLayoutVars>
          <dgm:chPref val="3"/>
        </dgm:presLayoutVars>
      </dgm:prSet>
      <dgm:spPr/>
      <dgm:t>
        <a:bodyPr/>
        <a:lstStyle/>
        <a:p>
          <a:endParaRPr lang="zh-CN" altLang="en-US"/>
        </a:p>
      </dgm:t>
    </dgm:pt>
    <dgm:pt modelId="{6128AD0B-CFB2-4EF1-87A4-31F9A5FE6EDC}" type="pres">
      <dgm:prSet presAssocID="{DD336F09-800A-41E5-8691-63C2E2EF2EEF}" presName="rootConnector" presStyleLbl="node3" presStyleIdx="0" presStyleCnt="27"/>
      <dgm:spPr/>
      <dgm:t>
        <a:bodyPr/>
        <a:lstStyle/>
        <a:p>
          <a:endParaRPr lang="zh-CN" altLang="en-US"/>
        </a:p>
      </dgm:t>
    </dgm:pt>
    <dgm:pt modelId="{9AB37963-36B4-4EAA-8FCB-93CBA88158E9}" type="pres">
      <dgm:prSet presAssocID="{DD336F09-800A-41E5-8691-63C2E2EF2EEF}" presName="hierChild4" presStyleCnt="0"/>
      <dgm:spPr/>
    </dgm:pt>
    <dgm:pt modelId="{E1967635-686D-4878-8CDA-A0CD8A838108}" type="pres">
      <dgm:prSet presAssocID="{DD336F09-800A-41E5-8691-63C2E2EF2EEF}" presName="hierChild5" presStyleCnt="0"/>
      <dgm:spPr/>
    </dgm:pt>
    <dgm:pt modelId="{FC01B001-C578-41B3-B145-25B6EAF2334B}" type="pres">
      <dgm:prSet presAssocID="{96087225-90B4-4725-8C2D-3DE6C0270ECC}" presName="Name37" presStyleLbl="parChTrans1D3" presStyleIdx="1" presStyleCnt="27"/>
      <dgm:spPr/>
      <dgm:t>
        <a:bodyPr/>
        <a:lstStyle/>
        <a:p>
          <a:endParaRPr lang="zh-CN" altLang="en-US"/>
        </a:p>
      </dgm:t>
    </dgm:pt>
    <dgm:pt modelId="{4FFCEDA3-E840-4386-AC76-6B5A9A3458B1}" type="pres">
      <dgm:prSet presAssocID="{E5D989D0-81A6-473C-B098-8ACBE293D8CB}" presName="hierRoot2" presStyleCnt="0">
        <dgm:presLayoutVars>
          <dgm:hierBranch val="init"/>
        </dgm:presLayoutVars>
      </dgm:prSet>
      <dgm:spPr/>
    </dgm:pt>
    <dgm:pt modelId="{65FBFD9E-33C1-4EF8-A926-F51DEEDD463A}" type="pres">
      <dgm:prSet presAssocID="{E5D989D0-81A6-473C-B098-8ACBE293D8CB}" presName="rootComposite" presStyleCnt="0"/>
      <dgm:spPr/>
    </dgm:pt>
    <dgm:pt modelId="{9F243FA5-7381-4620-99DB-CD538EFBFB08}" type="pres">
      <dgm:prSet presAssocID="{E5D989D0-81A6-473C-B098-8ACBE293D8CB}" presName="rootText" presStyleLbl="node3" presStyleIdx="1" presStyleCnt="27" custScaleX="104179" custScaleY="142964">
        <dgm:presLayoutVars>
          <dgm:chPref val="3"/>
        </dgm:presLayoutVars>
      </dgm:prSet>
      <dgm:spPr/>
      <dgm:t>
        <a:bodyPr/>
        <a:lstStyle/>
        <a:p>
          <a:endParaRPr lang="zh-CN" altLang="en-US"/>
        </a:p>
      </dgm:t>
    </dgm:pt>
    <dgm:pt modelId="{2D4FAC1B-7808-4F8C-AF7B-843A8817F644}" type="pres">
      <dgm:prSet presAssocID="{E5D989D0-81A6-473C-B098-8ACBE293D8CB}" presName="rootConnector" presStyleLbl="node3" presStyleIdx="1" presStyleCnt="27"/>
      <dgm:spPr/>
      <dgm:t>
        <a:bodyPr/>
        <a:lstStyle/>
        <a:p>
          <a:endParaRPr lang="zh-CN" altLang="en-US"/>
        </a:p>
      </dgm:t>
    </dgm:pt>
    <dgm:pt modelId="{A36E1537-6F81-4FBD-BC5D-DC0E5C9E115F}" type="pres">
      <dgm:prSet presAssocID="{E5D989D0-81A6-473C-B098-8ACBE293D8CB}" presName="hierChild4" presStyleCnt="0"/>
      <dgm:spPr/>
    </dgm:pt>
    <dgm:pt modelId="{65A9F979-5C8D-4215-B8BF-86FCB10B2810}" type="pres">
      <dgm:prSet presAssocID="{E5D989D0-81A6-473C-B098-8ACBE293D8CB}" presName="hierChild5" presStyleCnt="0"/>
      <dgm:spPr/>
    </dgm:pt>
    <dgm:pt modelId="{7A436B7B-F55E-41F2-B639-C9CAEB1B41CF}" type="pres">
      <dgm:prSet presAssocID="{71DA3145-1EB0-45CF-8C25-5BA29EB615F4}" presName="Name37" presStyleLbl="parChTrans1D3" presStyleIdx="2" presStyleCnt="27"/>
      <dgm:spPr/>
      <dgm:t>
        <a:bodyPr/>
        <a:lstStyle/>
        <a:p>
          <a:endParaRPr lang="zh-CN" altLang="en-US"/>
        </a:p>
      </dgm:t>
    </dgm:pt>
    <dgm:pt modelId="{75B78A71-339F-43BA-A466-87B4E1D9E09A}" type="pres">
      <dgm:prSet presAssocID="{02B8F4D0-9DFF-438F-A19D-FA4A22C3FA30}" presName="hierRoot2" presStyleCnt="0">
        <dgm:presLayoutVars>
          <dgm:hierBranch val="init"/>
        </dgm:presLayoutVars>
      </dgm:prSet>
      <dgm:spPr/>
    </dgm:pt>
    <dgm:pt modelId="{113BE21B-A463-464A-9F38-0E91BCB5C8D6}" type="pres">
      <dgm:prSet presAssocID="{02B8F4D0-9DFF-438F-A19D-FA4A22C3FA30}" presName="rootComposite" presStyleCnt="0"/>
      <dgm:spPr/>
    </dgm:pt>
    <dgm:pt modelId="{33F87EBF-189A-40D4-9328-7791C83367AB}" type="pres">
      <dgm:prSet presAssocID="{02B8F4D0-9DFF-438F-A19D-FA4A22C3FA30}" presName="rootText" presStyleLbl="node3" presStyleIdx="2" presStyleCnt="27" custScaleX="101581" custScaleY="107928">
        <dgm:presLayoutVars>
          <dgm:chPref val="3"/>
        </dgm:presLayoutVars>
      </dgm:prSet>
      <dgm:spPr/>
      <dgm:t>
        <a:bodyPr/>
        <a:lstStyle/>
        <a:p>
          <a:endParaRPr lang="zh-CN" altLang="en-US"/>
        </a:p>
      </dgm:t>
    </dgm:pt>
    <dgm:pt modelId="{C7CC54FB-3E85-439A-8606-65E5F3264ACE}" type="pres">
      <dgm:prSet presAssocID="{02B8F4D0-9DFF-438F-A19D-FA4A22C3FA30}" presName="rootConnector" presStyleLbl="node3" presStyleIdx="2" presStyleCnt="27"/>
      <dgm:spPr/>
      <dgm:t>
        <a:bodyPr/>
        <a:lstStyle/>
        <a:p>
          <a:endParaRPr lang="zh-CN" altLang="en-US"/>
        </a:p>
      </dgm:t>
    </dgm:pt>
    <dgm:pt modelId="{2222A574-02F9-4BF1-8115-307F4FBECFB7}" type="pres">
      <dgm:prSet presAssocID="{02B8F4D0-9DFF-438F-A19D-FA4A22C3FA30}" presName="hierChild4" presStyleCnt="0"/>
      <dgm:spPr/>
    </dgm:pt>
    <dgm:pt modelId="{13FDE9A9-99BB-45D4-9A63-BFA3EC00D3E3}" type="pres">
      <dgm:prSet presAssocID="{02B8F4D0-9DFF-438F-A19D-FA4A22C3FA30}" presName="hierChild5" presStyleCnt="0"/>
      <dgm:spPr/>
    </dgm:pt>
    <dgm:pt modelId="{A6596949-ECEA-484B-8DE6-D68C5D4246E5}" type="pres">
      <dgm:prSet presAssocID="{91C12EA5-29F6-4FD2-B04B-F921954D6A9B}" presName="Name37" presStyleLbl="parChTrans1D3" presStyleIdx="3" presStyleCnt="27"/>
      <dgm:spPr/>
      <dgm:t>
        <a:bodyPr/>
        <a:lstStyle/>
        <a:p>
          <a:endParaRPr lang="zh-CN" altLang="en-US"/>
        </a:p>
      </dgm:t>
    </dgm:pt>
    <dgm:pt modelId="{EA973B0F-2BF8-4D11-BA01-5DAFFAAB552B}" type="pres">
      <dgm:prSet presAssocID="{F41666EB-FFCD-49BD-B000-0F09018BD742}" presName="hierRoot2" presStyleCnt="0">
        <dgm:presLayoutVars>
          <dgm:hierBranch val="init"/>
        </dgm:presLayoutVars>
      </dgm:prSet>
      <dgm:spPr/>
    </dgm:pt>
    <dgm:pt modelId="{1C36B7D8-2220-4013-AD0E-BD2CD80AC46E}" type="pres">
      <dgm:prSet presAssocID="{F41666EB-FFCD-49BD-B000-0F09018BD742}" presName="rootComposite" presStyleCnt="0"/>
      <dgm:spPr/>
    </dgm:pt>
    <dgm:pt modelId="{0CA79CCA-D228-4EFC-96ED-047D70F1CCA1}" type="pres">
      <dgm:prSet presAssocID="{F41666EB-FFCD-49BD-B000-0F09018BD742}" presName="rootText" presStyleLbl="node3" presStyleIdx="3" presStyleCnt="27" custScaleX="100655" custScaleY="152358">
        <dgm:presLayoutVars>
          <dgm:chPref val="3"/>
        </dgm:presLayoutVars>
      </dgm:prSet>
      <dgm:spPr/>
      <dgm:t>
        <a:bodyPr/>
        <a:lstStyle/>
        <a:p>
          <a:endParaRPr lang="zh-CN" altLang="en-US"/>
        </a:p>
      </dgm:t>
    </dgm:pt>
    <dgm:pt modelId="{691B3E0E-E815-497B-8C00-D63C1D4F76DE}" type="pres">
      <dgm:prSet presAssocID="{F41666EB-FFCD-49BD-B000-0F09018BD742}" presName="rootConnector" presStyleLbl="node3" presStyleIdx="3" presStyleCnt="27"/>
      <dgm:spPr/>
      <dgm:t>
        <a:bodyPr/>
        <a:lstStyle/>
        <a:p>
          <a:endParaRPr lang="zh-CN" altLang="en-US"/>
        </a:p>
      </dgm:t>
    </dgm:pt>
    <dgm:pt modelId="{23D59F75-09BD-49A8-A400-3BEF8D1A556F}" type="pres">
      <dgm:prSet presAssocID="{F41666EB-FFCD-49BD-B000-0F09018BD742}" presName="hierChild4" presStyleCnt="0"/>
      <dgm:spPr/>
    </dgm:pt>
    <dgm:pt modelId="{BCFA8E16-5CC6-4DE9-A804-4ED124FEEB45}" type="pres">
      <dgm:prSet presAssocID="{F41666EB-FFCD-49BD-B000-0F09018BD742}" presName="hierChild5" presStyleCnt="0"/>
      <dgm:spPr/>
    </dgm:pt>
    <dgm:pt modelId="{2581A1CC-B91F-4203-B1AE-4C7BCAFCF7A8}" type="pres">
      <dgm:prSet presAssocID="{C9814A07-1499-4876-869E-C522EC3CD8DE}" presName="Name37" presStyleLbl="parChTrans1D3" presStyleIdx="4" presStyleCnt="27"/>
      <dgm:spPr/>
      <dgm:t>
        <a:bodyPr/>
        <a:lstStyle/>
        <a:p>
          <a:endParaRPr lang="zh-CN" altLang="en-US"/>
        </a:p>
      </dgm:t>
    </dgm:pt>
    <dgm:pt modelId="{84B5523D-3323-4BEF-85A2-EDE422DEF6DE}" type="pres">
      <dgm:prSet presAssocID="{A08AC908-808E-4DDC-9BB5-F3A4B1D81677}" presName="hierRoot2" presStyleCnt="0">
        <dgm:presLayoutVars>
          <dgm:hierBranch val="init"/>
        </dgm:presLayoutVars>
      </dgm:prSet>
      <dgm:spPr/>
    </dgm:pt>
    <dgm:pt modelId="{17D50965-3190-487E-9AC1-68D2758825CC}" type="pres">
      <dgm:prSet presAssocID="{A08AC908-808E-4DDC-9BB5-F3A4B1D81677}" presName="rootComposite" presStyleCnt="0"/>
      <dgm:spPr/>
    </dgm:pt>
    <dgm:pt modelId="{BE995E43-B24E-4605-B0EF-1297E132DDBA}" type="pres">
      <dgm:prSet presAssocID="{A08AC908-808E-4DDC-9BB5-F3A4B1D81677}" presName="rootText" presStyleLbl="node3" presStyleIdx="4" presStyleCnt="27" custScaleX="82275" custScaleY="65569">
        <dgm:presLayoutVars>
          <dgm:chPref val="3"/>
        </dgm:presLayoutVars>
      </dgm:prSet>
      <dgm:spPr/>
      <dgm:t>
        <a:bodyPr/>
        <a:lstStyle/>
        <a:p>
          <a:endParaRPr lang="zh-CN" altLang="en-US"/>
        </a:p>
      </dgm:t>
    </dgm:pt>
    <dgm:pt modelId="{B10F2D00-5F67-473D-87A8-F43632DFE926}" type="pres">
      <dgm:prSet presAssocID="{A08AC908-808E-4DDC-9BB5-F3A4B1D81677}" presName="rootConnector" presStyleLbl="node3" presStyleIdx="4" presStyleCnt="27"/>
      <dgm:spPr/>
      <dgm:t>
        <a:bodyPr/>
        <a:lstStyle/>
        <a:p>
          <a:endParaRPr lang="zh-CN" altLang="en-US"/>
        </a:p>
      </dgm:t>
    </dgm:pt>
    <dgm:pt modelId="{65CFAB6F-6E5E-450F-98C7-D07550D32D26}" type="pres">
      <dgm:prSet presAssocID="{A08AC908-808E-4DDC-9BB5-F3A4B1D81677}" presName="hierChild4" presStyleCnt="0"/>
      <dgm:spPr/>
    </dgm:pt>
    <dgm:pt modelId="{AA316A1B-6AE3-4774-BF17-8804905A404E}" type="pres">
      <dgm:prSet presAssocID="{A08AC908-808E-4DDC-9BB5-F3A4B1D81677}" presName="hierChild5" presStyleCnt="0"/>
      <dgm:spPr/>
    </dgm:pt>
    <dgm:pt modelId="{39887C9F-090E-4DF9-A702-DC99BEDC6481}" type="pres">
      <dgm:prSet presAssocID="{8FDF18EC-D2ED-43D1-89EA-2CDBB0088728}" presName="Name37" presStyleLbl="parChTrans1D3" presStyleIdx="5" presStyleCnt="27"/>
      <dgm:spPr/>
      <dgm:t>
        <a:bodyPr/>
        <a:lstStyle/>
        <a:p>
          <a:endParaRPr lang="zh-CN" altLang="en-US"/>
        </a:p>
      </dgm:t>
    </dgm:pt>
    <dgm:pt modelId="{E688A741-82D9-449E-8150-B6C8143FBA85}" type="pres">
      <dgm:prSet presAssocID="{93C30168-E1AF-4A12-AE7E-8778E39EA9BE}" presName="hierRoot2" presStyleCnt="0">
        <dgm:presLayoutVars>
          <dgm:hierBranch val="init"/>
        </dgm:presLayoutVars>
      </dgm:prSet>
      <dgm:spPr/>
    </dgm:pt>
    <dgm:pt modelId="{A2C75E61-E668-408D-9F4D-B2E5A4F8C612}" type="pres">
      <dgm:prSet presAssocID="{93C30168-E1AF-4A12-AE7E-8778E39EA9BE}" presName="rootComposite" presStyleCnt="0"/>
      <dgm:spPr/>
    </dgm:pt>
    <dgm:pt modelId="{84AD9A08-C5A8-488B-9CA8-9F54094AA95F}" type="pres">
      <dgm:prSet presAssocID="{93C30168-E1AF-4A12-AE7E-8778E39EA9BE}" presName="rootText" presStyleLbl="node3" presStyleIdx="5" presStyleCnt="27" custScaleX="81444" custScaleY="96756">
        <dgm:presLayoutVars>
          <dgm:chPref val="3"/>
        </dgm:presLayoutVars>
      </dgm:prSet>
      <dgm:spPr/>
      <dgm:t>
        <a:bodyPr/>
        <a:lstStyle/>
        <a:p>
          <a:endParaRPr lang="zh-CN" altLang="en-US"/>
        </a:p>
      </dgm:t>
    </dgm:pt>
    <dgm:pt modelId="{FC13242B-D34B-416E-A12B-0F1D7B003E80}" type="pres">
      <dgm:prSet presAssocID="{93C30168-E1AF-4A12-AE7E-8778E39EA9BE}" presName="rootConnector" presStyleLbl="node3" presStyleIdx="5" presStyleCnt="27"/>
      <dgm:spPr/>
      <dgm:t>
        <a:bodyPr/>
        <a:lstStyle/>
        <a:p>
          <a:endParaRPr lang="zh-CN" altLang="en-US"/>
        </a:p>
      </dgm:t>
    </dgm:pt>
    <dgm:pt modelId="{61D57491-B1D1-4D05-8D49-B9898DBEF1F7}" type="pres">
      <dgm:prSet presAssocID="{93C30168-E1AF-4A12-AE7E-8778E39EA9BE}" presName="hierChild4" presStyleCnt="0"/>
      <dgm:spPr/>
    </dgm:pt>
    <dgm:pt modelId="{F66F0A15-FF51-42DD-8854-AA6D3973AA28}" type="pres">
      <dgm:prSet presAssocID="{93C30168-E1AF-4A12-AE7E-8778E39EA9BE}" presName="hierChild5" presStyleCnt="0"/>
      <dgm:spPr/>
    </dgm:pt>
    <dgm:pt modelId="{7ECA12F2-1928-458D-97ED-14E1C346570C}" type="pres">
      <dgm:prSet presAssocID="{94D52F18-6631-4CC2-966D-D6E18616A4B4}" presName="hierChild5" presStyleCnt="0"/>
      <dgm:spPr/>
      <dgm:t>
        <a:bodyPr/>
        <a:lstStyle/>
        <a:p>
          <a:endParaRPr lang="zh-CN" altLang="en-US"/>
        </a:p>
      </dgm:t>
    </dgm:pt>
    <dgm:pt modelId="{E2235FFE-8545-4030-ABE6-24B313B5DEA7}" type="pres">
      <dgm:prSet presAssocID="{18ECA62F-FED6-4D08-8CE6-26CDE75C8D9C}" presName="Name37" presStyleLbl="parChTrans1D2" presStyleIdx="1" presStyleCnt="6"/>
      <dgm:spPr/>
      <dgm:t>
        <a:bodyPr/>
        <a:lstStyle/>
        <a:p>
          <a:endParaRPr lang="zh-CN" altLang="en-US"/>
        </a:p>
      </dgm:t>
    </dgm:pt>
    <dgm:pt modelId="{43C1337D-947E-413D-AD27-B1D466C9653B}" type="pres">
      <dgm:prSet presAssocID="{B13AAEF6-A1DC-435C-8632-946341FF1CE3}" presName="hierRoot2" presStyleCnt="0">
        <dgm:presLayoutVars>
          <dgm:hierBranch val="init"/>
        </dgm:presLayoutVars>
      </dgm:prSet>
      <dgm:spPr/>
    </dgm:pt>
    <dgm:pt modelId="{182CA018-5D4D-4CFB-A320-C52590A12FDE}" type="pres">
      <dgm:prSet presAssocID="{B13AAEF6-A1DC-435C-8632-946341FF1CE3}" presName="rootComposite" presStyleCnt="0"/>
      <dgm:spPr/>
    </dgm:pt>
    <dgm:pt modelId="{702CAD03-7A2E-4831-ACA8-38D768ED71A9}" type="pres">
      <dgm:prSet presAssocID="{B13AAEF6-A1DC-435C-8632-946341FF1CE3}" presName="rootText" presStyleLbl="node2" presStyleIdx="1" presStyleCnt="6" custScaleX="99716">
        <dgm:presLayoutVars>
          <dgm:chPref val="3"/>
        </dgm:presLayoutVars>
      </dgm:prSet>
      <dgm:spPr/>
      <dgm:t>
        <a:bodyPr/>
        <a:lstStyle/>
        <a:p>
          <a:endParaRPr lang="zh-CN" altLang="en-US"/>
        </a:p>
      </dgm:t>
    </dgm:pt>
    <dgm:pt modelId="{D251A930-6B2A-4FCB-AF9C-484D2DF403B9}" type="pres">
      <dgm:prSet presAssocID="{B13AAEF6-A1DC-435C-8632-946341FF1CE3}" presName="rootConnector" presStyleLbl="node2" presStyleIdx="1" presStyleCnt="6"/>
      <dgm:spPr/>
      <dgm:t>
        <a:bodyPr/>
        <a:lstStyle/>
        <a:p>
          <a:endParaRPr lang="zh-CN" altLang="en-US"/>
        </a:p>
      </dgm:t>
    </dgm:pt>
    <dgm:pt modelId="{00B33AD6-9801-45E2-8F17-608552AFE96D}" type="pres">
      <dgm:prSet presAssocID="{B13AAEF6-A1DC-435C-8632-946341FF1CE3}" presName="hierChild4" presStyleCnt="0"/>
      <dgm:spPr/>
    </dgm:pt>
    <dgm:pt modelId="{0B92B57C-182A-4F0A-A0B2-8F7416BECAA3}" type="pres">
      <dgm:prSet presAssocID="{FFCDDB9C-6233-42DB-929B-439CBB8C9D84}" presName="Name37" presStyleLbl="parChTrans1D3" presStyleIdx="6" presStyleCnt="27"/>
      <dgm:spPr/>
      <dgm:t>
        <a:bodyPr/>
        <a:lstStyle/>
        <a:p>
          <a:endParaRPr lang="zh-CN" altLang="en-US"/>
        </a:p>
      </dgm:t>
    </dgm:pt>
    <dgm:pt modelId="{F84A6E8E-2F37-417B-A38C-ACC7FB9C1120}" type="pres">
      <dgm:prSet presAssocID="{C4A2A9A2-D760-42BD-9AA2-BEE6A7D761DF}" presName="hierRoot2" presStyleCnt="0">
        <dgm:presLayoutVars>
          <dgm:hierBranch val="init"/>
        </dgm:presLayoutVars>
      </dgm:prSet>
      <dgm:spPr/>
    </dgm:pt>
    <dgm:pt modelId="{75C8F256-990D-4843-9619-39C992AEA7DE}" type="pres">
      <dgm:prSet presAssocID="{C4A2A9A2-D760-42BD-9AA2-BEE6A7D761DF}" presName="rootComposite" presStyleCnt="0"/>
      <dgm:spPr/>
    </dgm:pt>
    <dgm:pt modelId="{44FF8181-9A3E-41E9-AD09-8356965C9C40}" type="pres">
      <dgm:prSet presAssocID="{C4A2A9A2-D760-42BD-9AA2-BEE6A7D761DF}" presName="rootText" presStyleLbl="node3" presStyleIdx="6" presStyleCnt="27" custScaleX="96853" custScaleY="77482">
        <dgm:presLayoutVars>
          <dgm:chPref val="3"/>
        </dgm:presLayoutVars>
      </dgm:prSet>
      <dgm:spPr/>
      <dgm:t>
        <a:bodyPr/>
        <a:lstStyle/>
        <a:p>
          <a:endParaRPr lang="zh-CN" altLang="en-US"/>
        </a:p>
      </dgm:t>
    </dgm:pt>
    <dgm:pt modelId="{CA3DDEE2-DD76-4BC9-9A8B-A40AE7BFCF91}" type="pres">
      <dgm:prSet presAssocID="{C4A2A9A2-D760-42BD-9AA2-BEE6A7D761DF}" presName="rootConnector" presStyleLbl="node3" presStyleIdx="6" presStyleCnt="27"/>
      <dgm:spPr/>
      <dgm:t>
        <a:bodyPr/>
        <a:lstStyle/>
        <a:p>
          <a:endParaRPr lang="zh-CN" altLang="en-US"/>
        </a:p>
      </dgm:t>
    </dgm:pt>
    <dgm:pt modelId="{F35D1B06-485F-45EB-9E86-0FC01F4A6398}" type="pres">
      <dgm:prSet presAssocID="{C4A2A9A2-D760-42BD-9AA2-BEE6A7D761DF}" presName="hierChild4" presStyleCnt="0"/>
      <dgm:spPr/>
    </dgm:pt>
    <dgm:pt modelId="{FE543F09-1F9D-4D7E-9D24-F63842AD6173}" type="pres">
      <dgm:prSet presAssocID="{C4A2A9A2-D760-42BD-9AA2-BEE6A7D761DF}" presName="hierChild5" presStyleCnt="0"/>
      <dgm:spPr/>
    </dgm:pt>
    <dgm:pt modelId="{E4EFC180-4375-451C-AFDD-FF6D44755946}" type="pres">
      <dgm:prSet presAssocID="{F6F35625-7608-4539-8FE6-E45F10B5F60F}" presName="Name37" presStyleLbl="parChTrans1D3" presStyleIdx="7" presStyleCnt="27"/>
      <dgm:spPr/>
      <dgm:t>
        <a:bodyPr/>
        <a:lstStyle/>
        <a:p>
          <a:endParaRPr lang="zh-CN" altLang="en-US"/>
        </a:p>
      </dgm:t>
    </dgm:pt>
    <dgm:pt modelId="{B114B78F-72C3-4443-9ADE-3A61142FDDEB}" type="pres">
      <dgm:prSet presAssocID="{D4CB0ED4-3BFB-45AD-8E8C-A5DD8814B23E}" presName="hierRoot2" presStyleCnt="0">
        <dgm:presLayoutVars>
          <dgm:hierBranch val="init"/>
        </dgm:presLayoutVars>
      </dgm:prSet>
      <dgm:spPr/>
    </dgm:pt>
    <dgm:pt modelId="{5E4D9FED-6186-4CAA-B61F-3A83371990C0}" type="pres">
      <dgm:prSet presAssocID="{D4CB0ED4-3BFB-45AD-8E8C-A5DD8814B23E}" presName="rootComposite" presStyleCnt="0"/>
      <dgm:spPr/>
    </dgm:pt>
    <dgm:pt modelId="{D041BCF5-FB3E-4B49-A9E8-E386AB946636}" type="pres">
      <dgm:prSet presAssocID="{D4CB0ED4-3BFB-45AD-8E8C-A5DD8814B23E}" presName="rootText" presStyleLbl="node3" presStyleIdx="7" presStyleCnt="27" custScaleX="96853" custScaleY="77482">
        <dgm:presLayoutVars>
          <dgm:chPref val="3"/>
        </dgm:presLayoutVars>
      </dgm:prSet>
      <dgm:spPr/>
      <dgm:t>
        <a:bodyPr/>
        <a:lstStyle/>
        <a:p>
          <a:endParaRPr lang="zh-CN" altLang="en-US"/>
        </a:p>
      </dgm:t>
    </dgm:pt>
    <dgm:pt modelId="{A03245DC-8ED9-4BEB-B0E7-01B8B2B1014C}" type="pres">
      <dgm:prSet presAssocID="{D4CB0ED4-3BFB-45AD-8E8C-A5DD8814B23E}" presName="rootConnector" presStyleLbl="node3" presStyleIdx="7" presStyleCnt="27"/>
      <dgm:spPr/>
      <dgm:t>
        <a:bodyPr/>
        <a:lstStyle/>
        <a:p>
          <a:endParaRPr lang="zh-CN" altLang="en-US"/>
        </a:p>
      </dgm:t>
    </dgm:pt>
    <dgm:pt modelId="{8DFD1FF3-E413-4157-AA2A-A5B9A30444AE}" type="pres">
      <dgm:prSet presAssocID="{D4CB0ED4-3BFB-45AD-8E8C-A5DD8814B23E}" presName="hierChild4" presStyleCnt="0"/>
      <dgm:spPr/>
    </dgm:pt>
    <dgm:pt modelId="{941BBA93-D597-40EF-851E-46EDC4BE6276}" type="pres">
      <dgm:prSet presAssocID="{D4CB0ED4-3BFB-45AD-8E8C-A5DD8814B23E}" presName="hierChild5" presStyleCnt="0"/>
      <dgm:spPr/>
    </dgm:pt>
    <dgm:pt modelId="{9BB2D95F-4242-40B5-B98D-3D59AA82F38C}" type="pres">
      <dgm:prSet presAssocID="{B13AAEF6-A1DC-435C-8632-946341FF1CE3}" presName="hierChild5" presStyleCnt="0"/>
      <dgm:spPr/>
    </dgm:pt>
    <dgm:pt modelId="{575DA9CC-9A8D-4DEE-B5C7-E35B78BFE4F9}" type="pres">
      <dgm:prSet presAssocID="{E1AD2337-E955-4DAB-AD65-A6AEBC60E505}" presName="Name37" presStyleLbl="parChTrans1D2" presStyleIdx="2" presStyleCnt="6"/>
      <dgm:spPr/>
      <dgm:t>
        <a:bodyPr/>
        <a:lstStyle/>
        <a:p>
          <a:endParaRPr lang="zh-CN" altLang="en-US"/>
        </a:p>
      </dgm:t>
    </dgm:pt>
    <dgm:pt modelId="{17F63EC7-DD4E-4CAB-9E47-6EB98F7D227D}" type="pres">
      <dgm:prSet presAssocID="{9A6BF6B4-5B07-4B66-A6B8-6F7CCECB4BE9}" presName="hierRoot2" presStyleCnt="0">
        <dgm:presLayoutVars>
          <dgm:hierBranch val="init"/>
        </dgm:presLayoutVars>
      </dgm:prSet>
      <dgm:spPr/>
    </dgm:pt>
    <dgm:pt modelId="{44847A44-B4BC-40EA-A209-52F495350466}" type="pres">
      <dgm:prSet presAssocID="{9A6BF6B4-5B07-4B66-A6B8-6F7CCECB4BE9}" presName="rootComposite" presStyleCnt="0"/>
      <dgm:spPr/>
    </dgm:pt>
    <dgm:pt modelId="{A4D7A2A2-1B46-478E-BE46-D68512A072F8}" type="pres">
      <dgm:prSet presAssocID="{9A6BF6B4-5B07-4B66-A6B8-6F7CCECB4BE9}" presName="rootText" presStyleLbl="node2" presStyleIdx="2" presStyleCnt="6" custScaleX="99716">
        <dgm:presLayoutVars>
          <dgm:chPref val="3"/>
        </dgm:presLayoutVars>
      </dgm:prSet>
      <dgm:spPr/>
      <dgm:t>
        <a:bodyPr/>
        <a:lstStyle/>
        <a:p>
          <a:endParaRPr lang="zh-CN" altLang="en-US"/>
        </a:p>
      </dgm:t>
    </dgm:pt>
    <dgm:pt modelId="{B329A366-724C-4A59-A97A-F24408C0F6DE}" type="pres">
      <dgm:prSet presAssocID="{9A6BF6B4-5B07-4B66-A6B8-6F7CCECB4BE9}" presName="rootConnector" presStyleLbl="node2" presStyleIdx="2" presStyleCnt="6"/>
      <dgm:spPr/>
      <dgm:t>
        <a:bodyPr/>
        <a:lstStyle/>
        <a:p>
          <a:endParaRPr lang="zh-CN" altLang="en-US"/>
        </a:p>
      </dgm:t>
    </dgm:pt>
    <dgm:pt modelId="{80504D97-20E4-4757-999F-0DAE8FFC1B91}" type="pres">
      <dgm:prSet presAssocID="{9A6BF6B4-5B07-4B66-A6B8-6F7CCECB4BE9}" presName="hierChild4" presStyleCnt="0"/>
      <dgm:spPr/>
    </dgm:pt>
    <dgm:pt modelId="{967E6F36-451B-4AAE-9CC4-EF2F693B6DF1}" type="pres">
      <dgm:prSet presAssocID="{84A278EC-DAA1-4894-B216-75A150DD16B6}" presName="Name37" presStyleLbl="parChTrans1D3" presStyleIdx="8" presStyleCnt="27"/>
      <dgm:spPr/>
      <dgm:t>
        <a:bodyPr/>
        <a:lstStyle/>
        <a:p>
          <a:endParaRPr lang="zh-CN" altLang="en-US"/>
        </a:p>
      </dgm:t>
    </dgm:pt>
    <dgm:pt modelId="{15822610-981A-4111-9188-AC4422380794}" type="pres">
      <dgm:prSet presAssocID="{2F7E59A4-9F40-4245-8C3D-0AD05DA1C3C6}" presName="hierRoot2" presStyleCnt="0">
        <dgm:presLayoutVars>
          <dgm:hierBranch val="init"/>
        </dgm:presLayoutVars>
      </dgm:prSet>
      <dgm:spPr/>
    </dgm:pt>
    <dgm:pt modelId="{DA7007A4-55A8-49A7-8A56-14220FF37F02}" type="pres">
      <dgm:prSet presAssocID="{2F7E59A4-9F40-4245-8C3D-0AD05DA1C3C6}" presName="rootComposite" presStyleCnt="0"/>
      <dgm:spPr/>
    </dgm:pt>
    <dgm:pt modelId="{76D0C614-E9E6-4360-AEDF-B129DFF49235}" type="pres">
      <dgm:prSet presAssocID="{2F7E59A4-9F40-4245-8C3D-0AD05DA1C3C6}" presName="rootText" presStyleLbl="node3" presStyleIdx="8" presStyleCnt="27" custScaleY="119636">
        <dgm:presLayoutVars>
          <dgm:chPref val="3"/>
        </dgm:presLayoutVars>
      </dgm:prSet>
      <dgm:spPr/>
      <dgm:t>
        <a:bodyPr/>
        <a:lstStyle/>
        <a:p>
          <a:endParaRPr lang="zh-CN" altLang="en-US"/>
        </a:p>
      </dgm:t>
    </dgm:pt>
    <dgm:pt modelId="{5462C8F1-6E3E-47DB-BE01-AC32B0C86F7A}" type="pres">
      <dgm:prSet presAssocID="{2F7E59A4-9F40-4245-8C3D-0AD05DA1C3C6}" presName="rootConnector" presStyleLbl="node3" presStyleIdx="8" presStyleCnt="27"/>
      <dgm:spPr/>
      <dgm:t>
        <a:bodyPr/>
        <a:lstStyle/>
        <a:p>
          <a:endParaRPr lang="zh-CN" altLang="en-US"/>
        </a:p>
      </dgm:t>
    </dgm:pt>
    <dgm:pt modelId="{2139C39C-79C0-413B-A274-F29F2B79ACE6}" type="pres">
      <dgm:prSet presAssocID="{2F7E59A4-9F40-4245-8C3D-0AD05DA1C3C6}" presName="hierChild4" presStyleCnt="0"/>
      <dgm:spPr/>
    </dgm:pt>
    <dgm:pt modelId="{17268EFD-231A-4D4C-BF07-70079EA1F5F3}" type="pres">
      <dgm:prSet presAssocID="{2F7E59A4-9F40-4245-8C3D-0AD05DA1C3C6}" presName="hierChild5" presStyleCnt="0"/>
      <dgm:spPr/>
    </dgm:pt>
    <dgm:pt modelId="{1F6B4447-DF49-4282-BE18-B15F380335E7}" type="pres">
      <dgm:prSet presAssocID="{5BBBE72D-5BB9-44E5-8D0E-32312043A084}" presName="Name37" presStyleLbl="parChTrans1D3" presStyleIdx="9" presStyleCnt="27"/>
      <dgm:spPr/>
      <dgm:t>
        <a:bodyPr/>
        <a:lstStyle/>
        <a:p>
          <a:endParaRPr lang="zh-CN" altLang="en-US"/>
        </a:p>
      </dgm:t>
    </dgm:pt>
    <dgm:pt modelId="{94DFFC7C-A381-446C-97B2-A664E786E7AA}" type="pres">
      <dgm:prSet presAssocID="{4FEBC4F8-8EC6-44E2-B9B8-6A73C52D2984}" presName="hierRoot2" presStyleCnt="0">
        <dgm:presLayoutVars>
          <dgm:hierBranch val="init"/>
        </dgm:presLayoutVars>
      </dgm:prSet>
      <dgm:spPr/>
    </dgm:pt>
    <dgm:pt modelId="{05406CC1-E3A3-46EE-9E24-8D1AB24921AD}" type="pres">
      <dgm:prSet presAssocID="{4FEBC4F8-8EC6-44E2-B9B8-6A73C52D2984}" presName="rootComposite" presStyleCnt="0"/>
      <dgm:spPr/>
    </dgm:pt>
    <dgm:pt modelId="{05BFF812-9C94-457D-BE68-AC28955B8727}" type="pres">
      <dgm:prSet presAssocID="{4FEBC4F8-8EC6-44E2-B9B8-6A73C52D2984}" presName="rootText" presStyleLbl="node3" presStyleIdx="9" presStyleCnt="27" custScaleY="119636">
        <dgm:presLayoutVars>
          <dgm:chPref val="3"/>
        </dgm:presLayoutVars>
      </dgm:prSet>
      <dgm:spPr/>
      <dgm:t>
        <a:bodyPr/>
        <a:lstStyle/>
        <a:p>
          <a:endParaRPr lang="zh-CN" altLang="en-US"/>
        </a:p>
      </dgm:t>
    </dgm:pt>
    <dgm:pt modelId="{32272744-789A-43D9-A013-68EC5B861BFB}" type="pres">
      <dgm:prSet presAssocID="{4FEBC4F8-8EC6-44E2-B9B8-6A73C52D2984}" presName="rootConnector" presStyleLbl="node3" presStyleIdx="9" presStyleCnt="27"/>
      <dgm:spPr/>
      <dgm:t>
        <a:bodyPr/>
        <a:lstStyle/>
        <a:p>
          <a:endParaRPr lang="zh-CN" altLang="en-US"/>
        </a:p>
      </dgm:t>
    </dgm:pt>
    <dgm:pt modelId="{DBC2D185-8362-462C-9EEF-08990E81C4B6}" type="pres">
      <dgm:prSet presAssocID="{4FEBC4F8-8EC6-44E2-B9B8-6A73C52D2984}" presName="hierChild4" presStyleCnt="0"/>
      <dgm:spPr/>
    </dgm:pt>
    <dgm:pt modelId="{73D0459C-3F31-4389-8CAA-0D3D0AD63751}" type="pres">
      <dgm:prSet presAssocID="{4FEBC4F8-8EC6-44E2-B9B8-6A73C52D2984}" presName="hierChild5" presStyleCnt="0"/>
      <dgm:spPr/>
    </dgm:pt>
    <dgm:pt modelId="{1D7919AE-0DD0-48D9-924B-10E1CE72373D}" type="pres">
      <dgm:prSet presAssocID="{185758E9-E875-4700-A7AF-3B964D4F4EF0}" presName="Name37" presStyleLbl="parChTrans1D3" presStyleIdx="10" presStyleCnt="27"/>
      <dgm:spPr/>
      <dgm:t>
        <a:bodyPr/>
        <a:lstStyle/>
        <a:p>
          <a:endParaRPr lang="zh-CN" altLang="en-US"/>
        </a:p>
      </dgm:t>
    </dgm:pt>
    <dgm:pt modelId="{2E1D29C0-A99A-425D-90A4-70E3BF5DF524}" type="pres">
      <dgm:prSet presAssocID="{8991C59F-EE5B-450B-9CD7-6C5D83BDDA45}" presName="hierRoot2" presStyleCnt="0">
        <dgm:presLayoutVars>
          <dgm:hierBranch val="init"/>
        </dgm:presLayoutVars>
      </dgm:prSet>
      <dgm:spPr/>
    </dgm:pt>
    <dgm:pt modelId="{7E80DE34-8168-4FA2-826C-6AFC1446849B}" type="pres">
      <dgm:prSet presAssocID="{8991C59F-EE5B-450B-9CD7-6C5D83BDDA45}" presName="rootComposite" presStyleCnt="0"/>
      <dgm:spPr/>
    </dgm:pt>
    <dgm:pt modelId="{A3270B00-7131-4ECC-B312-64DFFB82A6F5}" type="pres">
      <dgm:prSet presAssocID="{8991C59F-EE5B-450B-9CD7-6C5D83BDDA45}" presName="rootText" presStyleLbl="node3" presStyleIdx="10" presStyleCnt="27" custScaleY="119636">
        <dgm:presLayoutVars>
          <dgm:chPref val="3"/>
        </dgm:presLayoutVars>
      </dgm:prSet>
      <dgm:spPr/>
      <dgm:t>
        <a:bodyPr/>
        <a:lstStyle/>
        <a:p>
          <a:endParaRPr lang="zh-CN" altLang="en-US"/>
        </a:p>
      </dgm:t>
    </dgm:pt>
    <dgm:pt modelId="{63C52056-9D84-45B0-934D-51F524CE9ECF}" type="pres">
      <dgm:prSet presAssocID="{8991C59F-EE5B-450B-9CD7-6C5D83BDDA45}" presName="rootConnector" presStyleLbl="node3" presStyleIdx="10" presStyleCnt="27"/>
      <dgm:spPr/>
      <dgm:t>
        <a:bodyPr/>
        <a:lstStyle/>
        <a:p>
          <a:endParaRPr lang="zh-CN" altLang="en-US"/>
        </a:p>
      </dgm:t>
    </dgm:pt>
    <dgm:pt modelId="{640B3C94-7B2D-4976-A6CA-3A66C4F6ECDA}" type="pres">
      <dgm:prSet presAssocID="{8991C59F-EE5B-450B-9CD7-6C5D83BDDA45}" presName="hierChild4" presStyleCnt="0"/>
      <dgm:spPr/>
    </dgm:pt>
    <dgm:pt modelId="{AC80DA3B-6306-4C6A-8BDE-A3C90E9E70A9}" type="pres">
      <dgm:prSet presAssocID="{8991C59F-EE5B-450B-9CD7-6C5D83BDDA45}" presName="hierChild5" presStyleCnt="0"/>
      <dgm:spPr/>
    </dgm:pt>
    <dgm:pt modelId="{57446845-B39F-4EC9-950E-29898FCB0EB9}" type="pres">
      <dgm:prSet presAssocID="{9A6BF6B4-5B07-4B66-A6B8-6F7CCECB4BE9}" presName="hierChild5" presStyleCnt="0"/>
      <dgm:spPr/>
    </dgm:pt>
    <dgm:pt modelId="{198D12E8-D3EC-4812-A183-F8BC4F45C9AB}" type="pres">
      <dgm:prSet presAssocID="{6F9B3062-B013-45D9-9322-6FB0B86C9803}" presName="Name37" presStyleLbl="parChTrans1D2" presStyleIdx="3" presStyleCnt="6"/>
      <dgm:spPr/>
      <dgm:t>
        <a:bodyPr/>
        <a:lstStyle/>
        <a:p>
          <a:endParaRPr lang="zh-CN" altLang="en-US"/>
        </a:p>
      </dgm:t>
    </dgm:pt>
    <dgm:pt modelId="{1D338133-F7BF-40A4-8712-0ED9EC1E36F7}" type="pres">
      <dgm:prSet presAssocID="{58039071-1FAC-45C0-81B7-9C1916AB923A}" presName="hierRoot2" presStyleCnt="0">
        <dgm:presLayoutVars>
          <dgm:hierBranch val="init"/>
        </dgm:presLayoutVars>
      </dgm:prSet>
      <dgm:spPr/>
    </dgm:pt>
    <dgm:pt modelId="{47ECA313-5BF2-4DA8-82AC-DA9841C346FE}" type="pres">
      <dgm:prSet presAssocID="{58039071-1FAC-45C0-81B7-9C1916AB923A}" presName="rootComposite" presStyleCnt="0"/>
      <dgm:spPr/>
    </dgm:pt>
    <dgm:pt modelId="{5D4A1732-C568-4979-AB60-CCFC0312ECE4}" type="pres">
      <dgm:prSet presAssocID="{58039071-1FAC-45C0-81B7-9C1916AB923A}" presName="rootText" presStyleLbl="node2" presStyleIdx="3" presStyleCnt="6" custScaleX="99716">
        <dgm:presLayoutVars>
          <dgm:chPref val="3"/>
        </dgm:presLayoutVars>
      </dgm:prSet>
      <dgm:spPr/>
      <dgm:t>
        <a:bodyPr/>
        <a:lstStyle/>
        <a:p>
          <a:endParaRPr lang="zh-CN" altLang="en-US"/>
        </a:p>
      </dgm:t>
    </dgm:pt>
    <dgm:pt modelId="{FDC789AE-03E5-44A0-BC10-B66C17D74AA4}" type="pres">
      <dgm:prSet presAssocID="{58039071-1FAC-45C0-81B7-9C1916AB923A}" presName="rootConnector" presStyleLbl="node2" presStyleIdx="3" presStyleCnt="6"/>
      <dgm:spPr/>
      <dgm:t>
        <a:bodyPr/>
        <a:lstStyle/>
        <a:p>
          <a:endParaRPr lang="zh-CN" altLang="en-US"/>
        </a:p>
      </dgm:t>
    </dgm:pt>
    <dgm:pt modelId="{6A884861-4086-4DDE-AA82-E127AF16A2E9}" type="pres">
      <dgm:prSet presAssocID="{58039071-1FAC-45C0-81B7-9C1916AB923A}" presName="hierChild4" presStyleCnt="0"/>
      <dgm:spPr/>
    </dgm:pt>
    <dgm:pt modelId="{3BD2E683-525C-4D59-B6E0-A070097EDFDC}" type="pres">
      <dgm:prSet presAssocID="{F44EE0E2-C1F7-4A07-A6BA-3F04367B2880}" presName="Name37" presStyleLbl="parChTrans1D3" presStyleIdx="11" presStyleCnt="27"/>
      <dgm:spPr/>
      <dgm:t>
        <a:bodyPr/>
        <a:lstStyle/>
        <a:p>
          <a:endParaRPr lang="zh-CN" altLang="en-US"/>
        </a:p>
      </dgm:t>
    </dgm:pt>
    <dgm:pt modelId="{9A37BA46-A3FE-44C7-A14A-431B2BFBA830}" type="pres">
      <dgm:prSet presAssocID="{B67C8DD2-29D0-4CEA-8917-408A3A42E0D8}" presName="hierRoot2" presStyleCnt="0">
        <dgm:presLayoutVars>
          <dgm:hierBranch val="init"/>
        </dgm:presLayoutVars>
      </dgm:prSet>
      <dgm:spPr/>
      <dgm:t>
        <a:bodyPr/>
        <a:lstStyle/>
        <a:p>
          <a:endParaRPr lang="zh-CN" altLang="en-US"/>
        </a:p>
      </dgm:t>
    </dgm:pt>
    <dgm:pt modelId="{A515B982-5EC9-4F28-98EE-D187CA3239D4}" type="pres">
      <dgm:prSet presAssocID="{B67C8DD2-29D0-4CEA-8917-408A3A42E0D8}" presName="rootComposite" presStyleCnt="0"/>
      <dgm:spPr/>
      <dgm:t>
        <a:bodyPr/>
        <a:lstStyle/>
        <a:p>
          <a:endParaRPr lang="zh-CN" altLang="en-US"/>
        </a:p>
      </dgm:t>
    </dgm:pt>
    <dgm:pt modelId="{8AC62B4A-FBC7-4F20-B77F-A65D3F7E25CA}" type="pres">
      <dgm:prSet presAssocID="{B67C8DD2-29D0-4CEA-8917-408A3A42E0D8}" presName="rootText" presStyleLbl="node3" presStyleIdx="11" presStyleCnt="27" custScaleX="96853" custScaleY="116223">
        <dgm:presLayoutVars>
          <dgm:chPref val="3"/>
        </dgm:presLayoutVars>
      </dgm:prSet>
      <dgm:spPr/>
      <dgm:t>
        <a:bodyPr/>
        <a:lstStyle/>
        <a:p>
          <a:endParaRPr lang="zh-CN" altLang="en-US"/>
        </a:p>
      </dgm:t>
    </dgm:pt>
    <dgm:pt modelId="{1D8D387A-EB72-478C-A2C9-85A580972588}" type="pres">
      <dgm:prSet presAssocID="{B67C8DD2-29D0-4CEA-8917-408A3A42E0D8}" presName="rootConnector" presStyleLbl="node3" presStyleIdx="11" presStyleCnt="27"/>
      <dgm:spPr/>
      <dgm:t>
        <a:bodyPr/>
        <a:lstStyle/>
        <a:p>
          <a:endParaRPr lang="zh-CN" altLang="en-US"/>
        </a:p>
      </dgm:t>
    </dgm:pt>
    <dgm:pt modelId="{3A407B66-B985-4D13-8DFC-4E21ACE8151E}" type="pres">
      <dgm:prSet presAssocID="{B67C8DD2-29D0-4CEA-8917-408A3A42E0D8}" presName="hierChild4" presStyleCnt="0"/>
      <dgm:spPr/>
      <dgm:t>
        <a:bodyPr/>
        <a:lstStyle/>
        <a:p>
          <a:endParaRPr lang="zh-CN" altLang="en-US"/>
        </a:p>
      </dgm:t>
    </dgm:pt>
    <dgm:pt modelId="{B4171DA7-7969-4644-8A7D-D707497E0DC6}" type="pres">
      <dgm:prSet presAssocID="{B67C8DD2-29D0-4CEA-8917-408A3A42E0D8}" presName="hierChild5" presStyleCnt="0"/>
      <dgm:spPr/>
      <dgm:t>
        <a:bodyPr/>
        <a:lstStyle/>
        <a:p>
          <a:endParaRPr lang="zh-CN" altLang="en-US"/>
        </a:p>
      </dgm:t>
    </dgm:pt>
    <dgm:pt modelId="{AD50A792-03D1-4AC9-BA3A-F015C7B0F4A3}" type="pres">
      <dgm:prSet presAssocID="{61A347A1-2884-4F32-8614-D5DF14126045}" presName="Name37" presStyleLbl="parChTrans1D3" presStyleIdx="12" presStyleCnt="27"/>
      <dgm:spPr/>
      <dgm:t>
        <a:bodyPr/>
        <a:lstStyle/>
        <a:p>
          <a:endParaRPr lang="zh-CN" altLang="en-US"/>
        </a:p>
      </dgm:t>
    </dgm:pt>
    <dgm:pt modelId="{6815BCDC-8E9E-4791-8B95-E561746E0F24}" type="pres">
      <dgm:prSet presAssocID="{7FBF169D-42DA-46E2-A699-C217E37ED5FD}" presName="hierRoot2" presStyleCnt="0">
        <dgm:presLayoutVars>
          <dgm:hierBranch val="init"/>
        </dgm:presLayoutVars>
      </dgm:prSet>
      <dgm:spPr/>
      <dgm:t>
        <a:bodyPr/>
        <a:lstStyle/>
        <a:p>
          <a:endParaRPr lang="zh-CN" altLang="en-US"/>
        </a:p>
      </dgm:t>
    </dgm:pt>
    <dgm:pt modelId="{7B6AE697-9A07-4E1F-8680-D8D5CFF1E29B}" type="pres">
      <dgm:prSet presAssocID="{7FBF169D-42DA-46E2-A699-C217E37ED5FD}" presName="rootComposite" presStyleCnt="0"/>
      <dgm:spPr/>
      <dgm:t>
        <a:bodyPr/>
        <a:lstStyle/>
        <a:p>
          <a:endParaRPr lang="zh-CN" altLang="en-US"/>
        </a:p>
      </dgm:t>
    </dgm:pt>
    <dgm:pt modelId="{203F63D5-0FB1-479E-B3F2-184D3FCFEFC4}" type="pres">
      <dgm:prSet presAssocID="{7FBF169D-42DA-46E2-A699-C217E37ED5FD}" presName="rootText" presStyleLbl="node3" presStyleIdx="12" presStyleCnt="27" custScaleX="96853" custScaleY="116223">
        <dgm:presLayoutVars>
          <dgm:chPref val="3"/>
        </dgm:presLayoutVars>
      </dgm:prSet>
      <dgm:spPr/>
      <dgm:t>
        <a:bodyPr/>
        <a:lstStyle/>
        <a:p>
          <a:endParaRPr lang="zh-CN" altLang="en-US"/>
        </a:p>
      </dgm:t>
    </dgm:pt>
    <dgm:pt modelId="{386924CE-9C60-4989-8025-DAC513097A32}" type="pres">
      <dgm:prSet presAssocID="{7FBF169D-42DA-46E2-A699-C217E37ED5FD}" presName="rootConnector" presStyleLbl="node3" presStyleIdx="12" presStyleCnt="27"/>
      <dgm:spPr/>
      <dgm:t>
        <a:bodyPr/>
        <a:lstStyle/>
        <a:p>
          <a:endParaRPr lang="zh-CN" altLang="en-US"/>
        </a:p>
      </dgm:t>
    </dgm:pt>
    <dgm:pt modelId="{592A4F52-BC3F-426C-8711-52E809DE7B53}" type="pres">
      <dgm:prSet presAssocID="{7FBF169D-42DA-46E2-A699-C217E37ED5FD}" presName="hierChild4" presStyleCnt="0"/>
      <dgm:spPr/>
      <dgm:t>
        <a:bodyPr/>
        <a:lstStyle/>
        <a:p>
          <a:endParaRPr lang="zh-CN" altLang="en-US"/>
        </a:p>
      </dgm:t>
    </dgm:pt>
    <dgm:pt modelId="{AD077047-E468-48BE-8E47-EE4D24CA118A}" type="pres">
      <dgm:prSet presAssocID="{7FBF169D-42DA-46E2-A699-C217E37ED5FD}" presName="hierChild5" presStyleCnt="0"/>
      <dgm:spPr/>
      <dgm:t>
        <a:bodyPr/>
        <a:lstStyle/>
        <a:p>
          <a:endParaRPr lang="zh-CN" altLang="en-US"/>
        </a:p>
      </dgm:t>
    </dgm:pt>
    <dgm:pt modelId="{69B4D1A4-9CB1-4C2E-9515-7619462EDDBE}" type="pres">
      <dgm:prSet presAssocID="{C062C36B-6733-4EF7-B22D-179941B3C882}" presName="Name37" presStyleLbl="parChTrans1D3" presStyleIdx="13" presStyleCnt="27"/>
      <dgm:spPr/>
      <dgm:t>
        <a:bodyPr/>
        <a:lstStyle/>
        <a:p>
          <a:endParaRPr lang="zh-CN" altLang="en-US"/>
        </a:p>
      </dgm:t>
    </dgm:pt>
    <dgm:pt modelId="{AE7827AA-99FE-4F47-898C-A1095AA95A82}" type="pres">
      <dgm:prSet presAssocID="{93D57292-79E0-47DD-9DC7-DEF8529942B7}" presName="hierRoot2" presStyleCnt="0">
        <dgm:presLayoutVars>
          <dgm:hierBranch val="init"/>
        </dgm:presLayoutVars>
      </dgm:prSet>
      <dgm:spPr/>
      <dgm:t>
        <a:bodyPr/>
        <a:lstStyle/>
        <a:p>
          <a:endParaRPr lang="zh-CN" altLang="en-US"/>
        </a:p>
      </dgm:t>
    </dgm:pt>
    <dgm:pt modelId="{231A9998-06C0-4311-921A-99159B1C3B2D}" type="pres">
      <dgm:prSet presAssocID="{93D57292-79E0-47DD-9DC7-DEF8529942B7}" presName="rootComposite" presStyleCnt="0"/>
      <dgm:spPr/>
      <dgm:t>
        <a:bodyPr/>
        <a:lstStyle/>
        <a:p>
          <a:endParaRPr lang="zh-CN" altLang="en-US"/>
        </a:p>
      </dgm:t>
    </dgm:pt>
    <dgm:pt modelId="{2DBEB5FC-C61C-46F6-86BA-B747005B3495}" type="pres">
      <dgm:prSet presAssocID="{93D57292-79E0-47DD-9DC7-DEF8529942B7}" presName="rootText" presStyleLbl="node3" presStyleIdx="13" presStyleCnt="27" custScaleX="96855" custScaleY="116223">
        <dgm:presLayoutVars>
          <dgm:chPref val="3"/>
        </dgm:presLayoutVars>
      </dgm:prSet>
      <dgm:spPr/>
      <dgm:t>
        <a:bodyPr/>
        <a:lstStyle/>
        <a:p>
          <a:endParaRPr lang="zh-CN" altLang="en-US"/>
        </a:p>
      </dgm:t>
    </dgm:pt>
    <dgm:pt modelId="{11711C2B-6986-49CA-997E-3A17C0F0666E}" type="pres">
      <dgm:prSet presAssocID="{93D57292-79E0-47DD-9DC7-DEF8529942B7}" presName="rootConnector" presStyleLbl="node3" presStyleIdx="13" presStyleCnt="27"/>
      <dgm:spPr/>
      <dgm:t>
        <a:bodyPr/>
        <a:lstStyle/>
        <a:p>
          <a:endParaRPr lang="zh-CN" altLang="en-US"/>
        </a:p>
      </dgm:t>
    </dgm:pt>
    <dgm:pt modelId="{724B4D86-C001-4793-9B41-AFD1F6DECB4E}" type="pres">
      <dgm:prSet presAssocID="{93D57292-79E0-47DD-9DC7-DEF8529942B7}" presName="hierChild4" presStyleCnt="0"/>
      <dgm:spPr/>
      <dgm:t>
        <a:bodyPr/>
        <a:lstStyle/>
        <a:p>
          <a:endParaRPr lang="zh-CN" altLang="en-US"/>
        </a:p>
      </dgm:t>
    </dgm:pt>
    <dgm:pt modelId="{5E777CB9-217C-4B2F-8F7D-730CCF27DB40}" type="pres">
      <dgm:prSet presAssocID="{93D57292-79E0-47DD-9DC7-DEF8529942B7}" presName="hierChild5" presStyleCnt="0"/>
      <dgm:spPr/>
      <dgm:t>
        <a:bodyPr/>
        <a:lstStyle/>
        <a:p>
          <a:endParaRPr lang="zh-CN" altLang="en-US"/>
        </a:p>
      </dgm:t>
    </dgm:pt>
    <dgm:pt modelId="{A2A28B37-2B4F-4E33-8B30-FDFA2CC5FFA0}" type="pres">
      <dgm:prSet presAssocID="{C356FEFD-FE46-4766-AFE9-42D2AE0BCCF1}" presName="Name37" presStyleLbl="parChTrans1D3" presStyleIdx="14" presStyleCnt="27"/>
      <dgm:spPr/>
      <dgm:t>
        <a:bodyPr/>
        <a:lstStyle/>
        <a:p>
          <a:endParaRPr lang="zh-CN" altLang="en-US"/>
        </a:p>
      </dgm:t>
    </dgm:pt>
    <dgm:pt modelId="{F7B08307-26D8-44B8-B256-B23C8FC45E38}" type="pres">
      <dgm:prSet presAssocID="{DDC0B79A-77A6-4FA4-9182-881DBB534593}" presName="hierRoot2" presStyleCnt="0">
        <dgm:presLayoutVars>
          <dgm:hierBranch val="init"/>
        </dgm:presLayoutVars>
      </dgm:prSet>
      <dgm:spPr/>
      <dgm:t>
        <a:bodyPr/>
        <a:lstStyle/>
        <a:p>
          <a:endParaRPr lang="zh-CN" altLang="en-US"/>
        </a:p>
      </dgm:t>
    </dgm:pt>
    <dgm:pt modelId="{93B6F593-958D-4B7D-8824-2815649E9C7D}" type="pres">
      <dgm:prSet presAssocID="{DDC0B79A-77A6-4FA4-9182-881DBB534593}" presName="rootComposite" presStyleCnt="0"/>
      <dgm:spPr/>
      <dgm:t>
        <a:bodyPr/>
        <a:lstStyle/>
        <a:p>
          <a:endParaRPr lang="zh-CN" altLang="en-US"/>
        </a:p>
      </dgm:t>
    </dgm:pt>
    <dgm:pt modelId="{576E56D9-AE3F-4969-AAA3-D292CDBEEEBD}" type="pres">
      <dgm:prSet presAssocID="{DDC0B79A-77A6-4FA4-9182-881DBB534593}" presName="rootText" presStyleLbl="node3" presStyleIdx="14" presStyleCnt="27" custScaleX="95956" custScaleY="163481">
        <dgm:presLayoutVars>
          <dgm:chPref val="3"/>
        </dgm:presLayoutVars>
      </dgm:prSet>
      <dgm:spPr/>
      <dgm:t>
        <a:bodyPr/>
        <a:lstStyle/>
        <a:p>
          <a:endParaRPr lang="zh-CN" altLang="en-US"/>
        </a:p>
      </dgm:t>
    </dgm:pt>
    <dgm:pt modelId="{4C445083-707C-411B-B369-A9B6C02756B0}" type="pres">
      <dgm:prSet presAssocID="{DDC0B79A-77A6-4FA4-9182-881DBB534593}" presName="rootConnector" presStyleLbl="node3" presStyleIdx="14" presStyleCnt="27"/>
      <dgm:spPr/>
      <dgm:t>
        <a:bodyPr/>
        <a:lstStyle/>
        <a:p>
          <a:endParaRPr lang="zh-CN" altLang="en-US"/>
        </a:p>
      </dgm:t>
    </dgm:pt>
    <dgm:pt modelId="{3B7C60A1-4F69-42BC-8A89-D75BF724F56C}" type="pres">
      <dgm:prSet presAssocID="{DDC0B79A-77A6-4FA4-9182-881DBB534593}" presName="hierChild4" presStyleCnt="0"/>
      <dgm:spPr/>
      <dgm:t>
        <a:bodyPr/>
        <a:lstStyle/>
        <a:p>
          <a:endParaRPr lang="zh-CN" altLang="en-US"/>
        </a:p>
      </dgm:t>
    </dgm:pt>
    <dgm:pt modelId="{C25B91A1-C9FC-4480-83B4-AE0267218668}" type="pres">
      <dgm:prSet presAssocID="{DDC0B79A-77A6-4FA4-9182-881DBB534593}" presName="hierChild5" presStyleCnt="0"/>
      <dgm:spPr/>
      <dgm:t>
        <a:bodyPr/>
        <a:lstStyle/>
        <a:p>
          <a:endParaRPr lang="zh-CN" altLang="en-US"/>
        </a:p>
      </dgm:t>
    </dgm:pt>
    <dgm:pt modelId="{2C3801BD-2582-4E1D-AEB1-104F9F8F2613}" type="pres">
      <dgm:prSet presAssocID="{33CC918B-5B94-4D3F-A0A3-69D1D7CB573F}" presName="Name37" presStyleLbl="parChTrans1D3" presStyleIdx="15" presStyleCnt="27"/>
      <dgm:spPr/>
      <dgm:t>
        <a:bodyPr/>
        <a:lstStyle/>
        <a:p>
          <a:endParaRPr lang="zh-CN" altLang="en-US"/>
        </a:p>
      </dgm:t>
    </dgm:pt>
    <dgm:pt modelId="{3ED69B74-60A7-4831-BD91-2312D1E3EE87}" type="pres">
      <dgm:prSet presAssocID="{99FC3670-C325-4DF9-8536-5CB4505DB0C9}" presName="hierRoot2" presStyleCnt="0">
        <dgm:presLayoutVars>
          <dgm:hierBranch val="init"/>
        </dgm:presLayoutVars>
      </dgm:prSet>
      <dgm:spPr/>
      <dgm:t>
        <a:bodyPr/>
        <a:lstStyle/>
        <a:p>
          <a:endParaRPr lang="zh-CN" altLang="en-US"/>
        </a:p>
      </dgm:t>
    </dgm:pt>
    <dgm:pt modelId="{DAE49FE8-2B7F-4149-A07F-F299B161BD7B}" type="pres">
      <dgm:prSet presAssocID="{99FC3670-C325-4DF9-8536-5CB4505DB0C9}" presName="rootComposite" presStyleCnt="0"/>
      <dgm:spPr/>
      <dgm:t>
        <a:bodyPr/>
        <a:lstStyle/>
        <a:p>
          <a:endParaRPr lang="zh-CN" altLang="en-US"/>
        </a:p>
      </dgm:t>
    </dgm:pt>
    <dgm:pt modelId="{7763B793-0F16-41A6-8397-CBF76602989C}" type="pres">
      <dgm:prSet presAssocID="{99FC3670-C325-4DF9-8536-5CB4505DB0C9}" presName="rootText" presStyleLbl="node3" presStyleIdx="15" presStyleCnt="27" custScaleX="96853" custScaleY="116223">
        <dgm:presLayoutVars>
          <dgm:chPref val="3"/>
        </dgm:presLayoutVars>
      </dgm:prSet>
      <dgm:spPr/>
      <dgm:t>
        <a:bodyPr/>
        <a:lstStyle/>
        <a:p>
          <a:endParaRPr lang="zh-CN" altLang="en-US"/>
        </a:p>
      </dgm:t>
    </dgm:pt>
    <dgm:pt modelId="{E27D4C00-3BBD-4210-94F3-E0A31AC7332A}" type="pres">
      <dgm:prSet presAssocID="{99FC3670-C325-4DF9-8536-5CB4505DB0C9}" presName="rootConnector" presStyleLbl="node3" presStyleIdx="15" presStyleCnt="27"/>
      <dgm:spPr/>
      <dgm:t>
        <a:bodyPr/>
        <a:lstStyle/>
        <a:p>
          <a:endParaRPr lang="zh-CN" altLang="en-US"/>
        </a:p>
      </dgm:t>
    </dgm:pt>
    <dgm:pt modelId="{A554B133-8D3C-4460-A6AE-AE492B0AFCA9}" type="pres">
      <dgm:prSet presAssocID="{99FC3670-C325-4DF9-8536-5CB4505DB0C9}" presName="hierChild4" presStyleCnt="0"/>
      <dgm:spPr/>
      <dgm:t>
        <a:bodyPr/>
        <a:lstStyle/>
        <a:p>
          <a:endParaRPr lang="zh-CN" altLang="en-US"/>
        </a:p>
      </dgm:t>
    </dgm:pt>
    <dgm:pt modelId="{A516F137-CE96-4988-8C78-9A618B5C3579}" type="pres">
      <dgm:prSet presAssocID="{99FC3670-C325-4DF9-8536-5CB4505DB0C9}" presName="hierChild5" presStyleCnt="0"/>
      <dgm:spPr/>
      <dgm:t>
        <a:bodyPr/>
        <a:lstStyle/>
        <a:p>
          <a:endParaRPr lang="zh-CN" altLang="en-US"/>
        </a:p>
      </dgm:t>
    </dgm:pt>
    <dgm:pt modelId="{E02EE485-B318-4881-8763-89C76EC41E28}" type="pres">
      <dgm:prSet presAssocID="{58039071-1FAC-45C0-81B7-9C1916AB923A}" presName="hierChild5" presStyleCnt="0"/>
      <dgm:spPr/>
    </dgm:pt>
    <dgm:pt modelId="{C6B25C70-F219-4249-B50F-22EA57A2DD10}" type="pres">
      <dgm:prSet presAssocID="{AB3E30B5-0A91-417B-A8B4-586D180974CA}" presName="Name37" presStyleLbl="parChTrans1D2" presStyleIdx="4" presStyleCnt="6"/>
      <dgm:spPr/>
      <dgm:t>
        <a:bodyPr/>
        <a:lstStyle/>
        <a:p>
          <a:endParaRPr lang="zh-CN" altLang="en-US"/>
        </a:p>
      </dgm:t>
    </dgm:pt>
    <dgm:pt modelId="{66B8F2D3-EB2E-49A9-9DC2-2E7C1925788F}" type="pres">
      <dgm:prSet presAssocID="{3261FB06-05C2-4B12-95BF-20E7CD53105A}" presName="hierRoot2" presStyleCnt="0">
        <dgm:presLayoutVars>
          <dgm:hierBranch val="init"/>
        </dgm:presLayoutVars>
      </dgm:prSet>
      <dgm:spPr/>
      <dgm:t>
        <a:bodyPr/>
        <a:lstStyle/>
        <a:p>
          <a:endParaRPr lang="zh-CN" altLang="en-US"/>
        </a:p>
      </dgm:t>
    </dgm:pt>
    <dgm:pt modelId="{394D7406-0979-43B8-A2AA-B69C3EC020B1}" type="pres">
      <dgm:prSet presAssocID="{3261FB06-05C2-4B12-95BF-20E7CD53105A}" presName="rootComposite" presStyleCnt="0"/>
      <dgm:spPr/>
      <dgm:t>
        <a:bodyPr/>
        <a:lstStyle/>
        <a:p>
          <a:endParaRPr lang="zh-CN" altLang="en-US"/>
        </a:p>
      </dgm:t>
    </dgm:pt>
    <dgm:pt modelId="{E34682B2-1303-4F49-A2C0-ADF598E68DDD}" type="pres">
      <dgm:prSet presAssocID="{3261FB06-05C2-4B12-95BF-20E7CD53105A}" presName="rootText" presStyleLbl="node2" presStyleIdx="4" presStyleCnt="6" custScaleX="99716" custScaleY="99716">
        <dgm:presLayoutVars>
          <dgm:chPref val="3"/>
        </dgm:presLayoutVars>
      </dgm:prSet>
      <dgm:spPr/>
      <dgm:t>
        <a:bodyPr/>
        <a:lstStyle/>
        <a:p>
          <a:endParaRPr lang="zh-CN" altLang="en-US"/>
        </a:p>
      </dgm:t>
    </dgm:pt>
    <dgm:pt modelId="{F53BF3B6-D7BF-4F5C-8CC4-1637156DC8F1}" type="pres">
      <dgm:prSet presAssocID="{3261FB06-05C2-4B12-95BF-20E7CD53105A}" presName="rootConnector" presStyleLbl="node2" presStyleIdx="4" presStyleCnt="6"/>
      <dgm:spPr/>
      <dgm:t>
        <a:bodyPr/>
        <a:lstStyle/>
        <a:p>
          <a:endParaRPr lang="zh-CN" altLang="en-US"/>
        </a:p>
      </dgm:t>
    </dgm:pt>
    <dgm:pt modelId="{643D31D8-EC5A-47BF-9FE0-3929B36FC6A4}" type="pres">
      <dgm:prSet presAssocID="{3261FB06-05C2-4B12-95BF-20E7CD53105A}" presName="hierChild4" presStyleCnt="0"/>
      <dgm:spPr/>
      <dgm:t>
        <a:bodyPr/>
        <a:lstStyle/>
        <a:p>
          <a:endParaRPr lang="zh-CN" altLang="en-US"/>
        </a:p>
      </dgm:t>
    </dgm:pt>
    <dgm:pt modelId="{2341B960-246C-416F-A032-A899DF6E266E}" type="pres">
      <dgm:prSet presAssocID="{F01CB9C6-B65C-44FE-850D-725420154539}" presName="Name37" presStyleLbl="parChTrans1D3" presStyleIdx="16" presStyleCnt="27"/>
      <dgm:spPr/>
      <dgm:t>
        <a:bodyPr/>
        <a:lstStyle/>
        <a:p>
          <a:endParaRPr lang="zh-CN" altLang="en-US"/>
        </a:p>
      </dgm:t>
    </dgm:pt>
    <dgm:pt modelId="{29D3D69B-C034-459F-804F-D3BB71F7DB84}" type="pres">
      <dgm:prSet presAssocID="{A2330086-1B29-4FB5-B551-1531556B201C}" presName="hierRoot2" presStyleCnt="0">
        <dgm:presLayoutVars>
          <dgm:hierBranch val="init"/>
        </dgm:presLayoutVars>
      </dgm:prSet>
      <dgm:spPr/>
      <dgm:t>
        <a:bodyPr/>
        <a:lstStyle/>
        <a:p>
          <a:endParaRPr lang="zh-CN" altLang="en-US"/>
        </a:p>
      </dgm:t>
    </dgm:pt>
    <dgm:pt modelId="{FD4507B7-FDD1-409B-A9E2-A32E50460DDD}" type="pres">
      <dgm:prSet presAssocID="{A2330086-1B29-4FB5-B551-1531556B201C}" presName="rootComposite" presStyleCnt="0"/>
      <dgm:spPr/>
      <dgm:t>
        <a:bodyPr/>
        <a:lstStyle/>
        <a:p>
          <a:endParaRPr lang="zh-CN" altLang="en-US"/>
        </a:p>
      </dgm:t>
    </dgm:pt>
    <dgm:pt modelId="{4AD2845B-6904-42C2-AB48-817536FBA593}" type="pres">
      <dgm:prSet presAssocID="{A2330086-1B29-4FB5-B551-1531556B201C}" presName="rootText" presStyleLbl="node3" presStyleIdx="16" presStyleCnt="27" custScaleX="108475" custScaleY="170461">
        <dgm:presLayoutVars>
          <dgm:chPref val="3"/>
        </dgm:presLayoutVars>
      </dgm:prSet>
      <dgm:spPr/>
      <dgm:t>
        <a:bodyPr/>
        <a:lstStyle/>
        <a:p>
          <a:endParaRPr lang="zh-CN" altLang="en-US"/>
        </a:p>
      </dgm:t>
    </dgm:pt>
    <dgm:pt modelId="{8AB2F598-1FD1-4247-A954-9BF8C1BCED96}" type="pres">
      <dgm:prSet presAssocID="{A2330086-1B29-4FB5-B551-1531556B201C}" presName="rootConnector" presStyleLbl="node3" presStyleIdx="16" presStyleCnt="27"/>
      <dgm:spPr/>
      <dgm:t>
        <a:bodyPr/>
        <a:lstStyle/>
        <a:p>
          <a:endParaRPr lang="zh-CN" altLang="en-US"/>
        </a:p>
      </dgm:t>
    </dgm:pt>
    <dgm:pt modelId="{A323B34B-BC94-4452-9D79-EB1912AA436C}" type="pres">
      <dgm:prSet presAssocID="{A2330086-1B29-4FB5-B551-1531556B201C}" presName="hierChild4" presStyleCnt="0"/>
      <dgm:spPr/>
      <dgm:t>
        <a:bodyPr/>
        <a:lstStyle/>
        <a:p>
          <a:endParaRPr lang="zh-CN" altLang="en-US"/>
        </a:p>
      </dgm:t>
    </dgm:pt>
    <dgm:pt modelId="{8223D782-5A9C-4925-A4E4-F40762314442}" type="pres">
      <dgm:prSet presAssocID="{A2330086-1B29-4FB5-B551-1531556B201C}" presName="hierChild5" presStyleCnt="0"/>
      <dgm:spPr/>
      <dgm:t>
        <a:bodyPr/>
        <a:lstStyle/>
        <a:p>
          <a:endParaRPr lang="zh-CN" altLang="en-US"/>
        </a:p>
      </dgm:t>
    </dgm:pt>
    <dgm:pt modelId="{3DD6B9E2-EDBE-41D2-8991-B4AF30A23E21}" type="pres">
      <dgm:prSet presAssocID="{6E3D79A5-F26F-4918-9205-BEF03B205CF6}" presName="Name37" presStyleLbl="parChTrans1D3" presStyleIdx="17" presStyleCnt="27"/>
      <dgm:spPr/>
      <dgm:t>
        <a:bodyPr/>
        <a:lstStyle/>
        <a:p>
          <a:endParaRPr lang="zh-CN" altLang="en-US"/>
        </a:p>
      </dgm:t>
    </dgm:pt>
    <dgm:pt modelId="{24603DAA-DAC8-4F37-91C4-0717896F2A64}" type="pres">
      <dgm:prSet presAssocID="{CFF38C0B-13BF-499E-B349-D713B58583D8}" presName="hierRoot2" presStyleCnt="0">
        <dgm:presLayoutVars>
          <dgm:hierBranch val="init"/>
        </dgm:presLayoutVars>
      </dgm:prSet>
      <dgm:spPr/>
      <dgm:t>
        <a:bodyPr/>
        <a:lstStyle/>
        <a:p>
          <a:endParaRPr lang="zh-CN" altLang="en-US"/>
        </a:p>
      </dgm:t>
    </dgm:pt>
    <dgm:pt modelId="{3FFBBAFE-8626-4413-8B46-5A39FB709453}" type="pres">
      <dgm:prSet presAssocID="{CFF38C0B-13BF-499E-B349-D713B58583D8}" presName="rootComposite" presStyleCnt="0"/>
      <dgm:spPr/>
      <dgm:t>
        <a:bodyPr/>
        <a:lstStyle/>
        <a:p>
          <a:endParaRPr lang="zh-CN" altLang="en-US"/>
        </a:p>
      </dgm:t>
    </dgm:pt>
    <dgm:pt modelId="{A7A9C275-E9BC-45FF-AB20-89F609A0C0AE}" type="pres">
      <dgm:prSet presAssocID="{CFF38C0B-13BF-499E-B349-D713B58583D8}" presName="rootText" presStyleLbl="node3" presStyleIdx="17" presStyleCnt="27" custScaleX="116223" custScaleY="116223">
        <dgm:presLayoutVars>
          <dgm:chPref val="3"/>
        </dgm:presLayoutVars>
      </dgm:prSet>
      <dgm:spPr/>
      <dgm:t>
        <a:bodyPr/>
        <a:lstStyle/>
        <a:p>
          <a:endParaRPr lang="zh-CN" altLang="en-US"/>
        </a:p>
      </dgm:t>
    </dgm:pt>
    <dgm:pt modelId="{3F8CDC87-6AF6-4A04-8BD1-57122CFBFAA2}" type="pres">
      <dgm:prSet presAssocID="{CFF38C0B-13BF-499E-B349-D713B58583D8}" presName="rootConnector" presStyleLbl="node3" presStyleIdx="17" presStyleCnt="27"/>
      <dgm:spPr/>
      <dgm:t>
        <a:bodyPr/>
        <a:lstStyle/>
        <a:p>
          <a:endParaRPr lang="zh-CN" altLang="en-US"/>
        </a:p>
      </dgm:t>
    </dgm:pt>
    <dgm:pt modelId="{8165830E-4129-4D6A-A9E3-B766E2D52DB1}" type="pres">
      <dgm:prSet presAssocID="{CFF38C0B-13BF-499E-B349-D713B58583D8}" presName="hierChild4" presStyleCnt="0"/>
      <dgm:spPr/>
      <dgm:t>
        <a:bodyPr/>
        <a:lstStyle/>
        <a:p>
          <a:endParaRPr lang="zh-CN" altLang="en-US"/>
        </a:p>
      </dgm:t>
    </dgm:pt>
    <dgm:pt modelId="{ED1DD367-D9A5-4736-83BC-885322711F33}" type="pres">
      <dgm:prSet presAssocID="{CFF38C0B-13BF-499E-B349-D713B58583D8}" presName="hierChild5" presStyleCnt="0"/>
      <dgm:spPr/>
      <dgm:t>
        <a:bodyPr/>
        <a:lstStyle/>
        <a:p>
          <a:endParaRPr lang="zh-CN" altLang="en-US"/>
        </a:p>
      </dgm:t>
    </dgm:pt>
    <dgm:pt modelId="{A75CD9E2-9214-42B5-BBE2-EE3EC1D64BE1}" type="pres">
      <dgm:prSet presAssocID="{BDB814EA-B760-451F-8D45-8BECA9776097}" presName="Name37" presStyleLbl="parChTrans1D3" presStyleIdx="18" presStyleCnt="27"/>
      <dgm:spPr/>
      <dgm:t>
        <a:bodyPr/>
        <a:lstStyle/>
        <a:p>
          <a:endParaRPr lang="zh-CN" altLang="en-US"/>
        </a:p>
      </dgm:t>
    </dgm:pt>
    <dgm:pt modelId="{7E9CAF4A-B5EF-4164-B72C-6AEC36A08CFC}" type="pres">
      <dgm:prSet presAssocID="{10C9777B-77ED-4944-8E37-D48C253511D9}" presName="hierRoot2" presStyleCnt="0">
        <dgm:presLayoutVars>
          <dgm:hierBranch val="init"/>
        </dgm:presLayoutVars>
      </dgm:prSet>
      <dgm:spPr/>
    </dgm:pt>
    <dgm:pt modelId="{1742132B-0588-4C1D-82AF-97E4EEB95704}" type="pres">
      <dgm:prSet presAssocID="{10C9777B-77ED-4944-8E37-D48C253511D9}" presName="rootComposite" presStyleCnt="0"/>
      <dgm:spPr/>
    </dgm:pt>
    <dgm:pt modelId="{7D573A0D-4083-4534-8684-6F99F7A86646}" type="pres">
      <dgm:prSet presAssocID="{10C9777B-77ED-4944-8E37-D48C253511D9}" presName="rootText" presStyleLbl="node3" presStyleIdx="18" presStyleCnt="27" custScaleX="116223" custScaleY="116223">
        <dgm:presLayoutVars>
          <dgm:chPref val="3"/>
        </dgm:presLayoutVars>
      </dgm:prSet>
      <dgm:spPr/>
      <dgm:t>
        <a:bodyPr/>
        <a:lstStyle/>
        <a:p>
          <a:endParaRPr lang="zh-CN" altLang="en-US"/>
        </a:p>
      </dgm:t>
    </dgm:pt>
    <dgm:pt modelId="{D99AC9DC-F91A-418C-B607-A664FC9EC561}" type="pres">
      <dgm:prSet presAssocID="{10C9777B-77ED-4944-8E37-D48C253511D9}" presName="rootConnector" presStyleLbl="node3" presStyleIdx="18" presStyleCnt="27"/>
      <dgm:spPr/>
      <dgm:t>
        <a:bodyPr/>
        <a:lstStyle/>
        <a:p>
          <a:endParaRPr lang="zh-CN" altLang="en-US"/>
        </a:p>
      </dgm:t>
    </dgm:pt>
    <dgm:pt modelId="{0FAC1F39-C999-456C-94BB-5C0859B7D24D}" type="pres">
      <dgm:prSet presAssocID="{10C9777B-77ED-4944-8E37-D48C253511D9}" presName="hierChild4" presStyleCnt="0"/>
      <dgm:spPr/>
    </dgm:pt>
    <dgm:pt modelId="{D13818B4-51A1-4032-9BD1-7B6D4C641ADA}" type="pres">
      <dgm:prSet presAssocID="{10C9777B-77ED-4944-8E37-D48C253511D9}" presName="hierChild5" presStyleCnt="0"/>
      <dgm:spPr/>
    </dgm:pt>
    <dgm:pt modelId="{13C765AB-78D0-4C2A-9935-2EDCB5DCB8C2}" type="pres">
      <dgm:prSet presAssocID="{DC85CFC5-B672-4C82-9F77-3A905FB21F2F}" presName="Name37" presStyleLbl="parChTrans1D3" presStyleIdx="19" presStyleCnt="27"/>
      <dgm:spPr/>
      <dgm:t>
        <a:bodyPr/>
        <a:lstStyle/>
        <a:p>
          <a:endParaRPr lang="zh-CN" altLang="en-US"/>
        </a:p>
      </dgm:t>
    </dgm:pt>
    <dgm:pt modelId="{3DBEC3DC-43CF-4D92-A3DF-09ADACC45DAC}" type="pres">
      <dgm:prSet presAssocID="{0E7C93E7-68B0-41D8-9113-326A8AA97910}" presName="hierRoot2" presStyleCnt="0">
        <dgm:presLayoutVars>
          <dgm:hierBranch val="init"/>
        </dgm:presLayoutVars>
      </dgm:prSet>
      <dgm:spPr/>
      <dgm:t>
        <a:bodyPr/>
        <a:lstStyle/>
        <a:p>
          <a:endParaRPr lang="zh-CN" altLang="en-US"/>
        </a:p>
      </dgm:t>
    </dgm:pt>
    <dgm:pt modelId="{0A69A40F-2014-4913-B66D-7412D4CE3AC5}" type="pres">
      <dgm:prSet presAssocID="{0E7C93E7-68B0-41D8-9113-326A8AA97910}" presName="rootComposite" presStyleCnt="0"/>
      <dgm:spPr/>
      <dgm:t>
        <a:bodyPr/>
        <a:lstStyle/>
        <a:p>
          <a:endParaRPr lang="zh-CN" altLang="en-US"/>
        </a:p>
      </dgm:t>
    </dgm:pt>
    <dgm:pt modelId="{7C14F8BD-58ED-4031-9015-4873F3F3C6C1}" type="pres">
      <dgm:prSet presAssocID="{0E7C93E7-68B0-41D8-9113-326A8AA97910}" presName="rootText" presStyleLbl="node3" presStyleIdx="19" presStyleCnt="27" custScaleX="96853" custScaleY="116223">
        <dgm:presLayoutVars>
          <dgm:chPref val="3"/>
        </dgm:presLayoutVars>
      </dgm:prSet>
      <dgm:spPr/>
      <dgm:t>
        <a:bodyPr/>
        <a:lstStyle/>
        <a:p>
          <a:endParaRPr lang="zh-CN" altLang="en-US"/>
        </a:p>
      </dgm:t>
    </dgm:pt>
    <dgm:pt modelId="{0ADC0C19-EC55-4516-B2FA-3721436BDB1A}" type="pres">
      <dgm:prSet presAssocID="{0E7C93E7-68B0-41D8-9113-326A8AA97910}" presName="rootConnector" presStyleLbl="node3" presStyleIdx="19" presStyleCnt="27"/>
      <dgm:spPr/>
      <dgm:t>
        <a:bodyPr/>
        <a:lstStyle/>
        <a:p>
          <a:endParaRPr lang="zh-CN" altLang="en-US"/>
        </a:p>
      </dgm:t>
    </dgm:pt>
    <dgm:pt modelId="{57850BF0-491B-41CB-9574-3850A48EBCDF}" type="pres">
      <dgm:prSet presAssocID="{0E7C93E7-68B0-41D8-9113-326A8AA97910}" presName="hierChild4" presStyleCnt="0"/>
      <dgm:spPr/>
      <dgm:t>
        <a:bodyPr/>
        <a:lstStyle/>
        <a:p>
          <a:endParaRPr lang="zh-CN" altLang="en-US"/>
        </a:p>
      </dgm:t>
    </dgm:pt>
    <dgm:pt modelId="{FDC3F1E0-482B-42BE-9C6E-0F146A6C027B}" type="pres">
      <dgm:prSet presAssocID="{0E7C93E7-68B0-41D8-9113-326A8AA97910}" presName="hierChild5" presStyleCnt="0"/>
      <dgm:spPr/>
      <dgm:t>
        <a:bodyPr/>
        <a:lstStyle/>
        <a:p>
          <a:endParaRPr lang="zh-CN" altLang="en-US"/>
        </a:p>
      </dgm:t>
    </dgm:pt>
    <dgm:pt modelId="{B5265CC4-5F93-42E1-994B-4DDB02CA926E}" type="pres">
      <dgm:prSet presAssocID="{3261FB06-05C2-4B12-95BF-20E7CD53105A}" presName="hierChild5" presStyleCnt="0"/>
      <dgm:spPr/>
      <dgm:t>
        <a:bodyPr/>
        <a:lstStyle/>
        <a:p>
          <a:endParaRPr lang="zh-CN" altLang="en-US"/>
        </a:p>
      </dgm:t>
    </dgm:pt>
    <dgm:pt modelId="{2978CB6A-0544-4460-BCF2-F651D3E2F248}" type="pres">
      <dgm:prSet presAssocID="{FA7CD001-D219-4497-A049-C2733A51C1F7}" presName="Name37" presStyleLbl="parChTrans1D2" presStyleIdx="5" presStyleCnt="6"/>
      <dgm:spPr/>
      <dgm:t>
        <a:bodyPr/>
        <a:lstStyle/>
        <a:p>
          <a:endParaRPr lang="zh-CN" altLang="en-US"/>
        </a:p>
      </dgm:t>
    </dgm:pt>
    <dgm:pt modelId="{A0C13893-A8B6-4C01-9E2C-571A714B3256}" type="pres">
      <dgm:prSet presAssocID="{9843AD8E-DEB6-4929-8DF8-6F1AE6D9979E}" presName="hierRoot2" presStyleCnt="0">
        <dgm:presLayoutVars>
          <dgm:hierBranch val="init"/>
        </dgm:presLayoutVars>
      </dgm:prSet>
      <dgm:spPr/>
      <dgm:t>
        <a:bodyPr/>
        <a:lstStyle/>
        <a:p>
          <a:endParaRPr lang="zh-CN" altLang="en-US"/>
        </a:p>
      </dgm:t>
    </dgm:pt>
    <dgm:pt modelId="{54278F1B-9237-47AB-817E-3D0405A6C355}" type="pres">
      <dgm:prSet presAssocID="{9843AD8E-DEB6-4929-8DF8-6F1AE6D9979E}" presName="rootComposite" presStyleCnt="0"/>
      <dgm:spPr/>
      <dgm:t>
        <a:bodyPr/>
        <a:lstStyle/>
        <a:p>
          <a:endParaRPr lang="zh-CN" altLang="en-US"/>
        </a:p>
      </dgm:t>
    </dgm:pt>
    <dgm:pt modelId="{734962A1-5CC2-4701-AA26-A77BFF7460F6}" type="pres">
      <dgm:prSet presAssocID="{9843AD8E-DEB6-4929-8DF8-6F1AE6D9979E}" presName="rootText" presStyleLbl="node2" presStyleIdx="5" presStyleCnt="6" custScaleX="95709" custScaleY="99716">
        <dgm:presLayoutVars>
          <dgm:chPref val="3"/>
        </dgm:presLayoutVars>
      </dgm:prSet>
      <dgm:spPr/>
      <dgm:t>
        <a:bodyPr/>
        <a:lstStyle/>
        <a:p>
          <a:endParaRPr lang="zh-CN" altLang="en-US"/>
        </a:p>
      </dgm:t>
    </dgm:pt>
    <dgm:pt modelId="{EE9FF03F-A7A1-4F30-B5CC-B144EA000B07}" type="pres">
      <dgm:prSet presAssocID="{9843AD8E-DEB6-4929-8DF8-6F1AE6D9979E}" presName="rootConnector" presStyleLbl="node2" presStyleIdx="5" presStyleCnt="6"/>
      <dgm:spPr/>
      <dgm:t>
        <a:bodyPr/>
        <a:lstStyle/>
        <a:p>
          <a:endParaRPr lang="zh-CN" altLang="en-US"/>
        </a:p>
      </dgm:t>
    </dgm:pt>
    <dgm:pt modelId="{BAB61B19-C6D4-4FC0-B0F1-860299415C99}" type="pres">
      <dgm:prSet presAssocID="{9843AD8E-DEB6-4929-8DF8-6F1AE6D9979E}" presName="hierChild4" presStyleCnt="0"/>
      <dgm:spPr/>
      <dgm:t>
        <a:bodyPr/>
        <a:lstStyle/>
        <a:p>
          <a:endParaRPr lang="zh-CN" altLang="en-US"/>
        </a:p>
      </dgm:t>
    </dgm:pt>
    <dgm:pt modelId="{852D98C1-C1F6-4F76-9A6A-8E70F677B969}" type="pres">
      <dgm:prSet presAssocID="{763E1903-EAF4-4969-84A5-5462B2AE47A1}" presName="Name37" presStyleLbl="parChTrans1D3" presStyleIdx="20" presStyleCnt="27"/>
      <dgm:spPr/>
      <dgm:t>
        <a:bodyPr/>
        <a:lstStyle/>
        <a:p>
          <a:endParaRPr lang="zh-CN" altLang="en-US"/>
        </a:p>
      </dgm:t>
    </dgm:pt>
    <dgm:pt modelId="{A68D8F72-1D70-4300-A2F5-177E268F90FB}" type="pres">
      <dgm:prSet presAssocID="{25F9213C-29F9-4B57-8770-7C81F9E5CE9B}" presName="hierRoot2" presStyleCnt="0">
        <dgm:presLayoutVars>
          <dgm:hierBranch val="init"/>
        </dgm:presLayoutVars>
      </dgm:prSet>
      <dgm:spPr/>
      <dgm:t>
        <a:bodyPr/>
        <a:lstStyle/>
        <a:p>
          <a:endParaRPr lang="zh-CN" altLang="en-US"/>
        </a:p>
      </dgm:t>
    </dgm:pt>
    <dgm:pt modelId="{4620899D-442D-43A8-A9A8-92C421D2BAD0}" type="pres">
      <dgm:prSet presAssocID="{25F9213C-29F9-4B57-8770-7C81F9E5CE9B}" presName="rootComposite" presStyleCnt="0"/>
      <dgm:spPr/>
      <dgm:t>
        <a:bodyPr/>
        <a:lstStyle/>
        <a:p>
          <a:endParaRPr lang="zh-CN" altLang="en-US"/>
        </a:p>
      </dgm:t>
    </dgm:pt>
    <dgm:pt modelId="{9982D99C-AF26-48B6-90FA-8107B20DD4B6}" type="pres">
      <dgm:prSet presAssocID="{25F9213C-29F9-4B57-8770-7C81F9E5CE9B}" presName="rootText" presStyleLbl="node3" presStyleIdx="20" presStyleCnt="27" custScaleX="88848" custScaleY="71079">
        <dgm:presLayoutVars>
          <dgm:chPref val="3"/>
        </dgm:presLayoutVars>
      </dgm:prSet>
      <dgm:spPr/>
      <dgm:t>
        <a:bodyPr/>
        <a:lstStyle/>
        <a:p>
          <a:endParaRPr lang="zh-CN" altLang="en-US"/>
        </a:p>
      </dgm:t>
    </dgm:pt>
    <dgm:pt modelId="{DE9716E4-7841-44E0-AA6F-B674FDC449C0}" type="pres">
      <dgm:prSet presAssocID="{25F9213C-29F9-4B57-8770-7C81F9E5CE9B}" presName="rootConnector" presStyleLbl="node3" presStyleIdx="20" presStyleCnt="27"/>
      <dgm:spPr/>
      <dgm:t>
        <a:bodyPr/>
        <a:lstStyle/>
        <a:p>
          <a:endParaRPr lang="zh-CN" altLang="en-US"/>
        </a:p>
      </dgm:t>
    </dgm:pt>
    <dgm:pt modelId="{7AD6ED79-010E-439B-AFB0-FCD32E962078}" type="pres">
      <dgm:prSet presAssocID="{25F9213C-29F9-4B57-8770-7C81F9E5CE9B}" presName="hierChild4" presStyleCnt="0"/>
      <dgm:spPr/>
      <dgm:t>
        <a:bodyPr/>
        <a:lstStyle/>
        <a:p>
          <a:endParaRPr lang="zh-CN" altLang="en-US"/>
        </a:p>
      </dgm:t>
    </dgm:pt>
    <dgm:pt modelId="{6C391992-2DB4-4DE3-99FC-1A37843A2249}" type="pres">
      <dgm:prSet presAssocID="{25F9213C-29F9-4B57-8770-7C81F9E5CE9B}" presName="hierChild5" presStyleCnt="0"/>
      <dgm:spPr/>
      <dgm:t>
        <a:bodyPr/>
        <a:lstStyle/>
        <a:p>
          <a:endParaRPr lang="zh-CN" altLang="en-US"/>
        </a:p>
      </dgm:t>
    </dgm:pt>
    <dgm:pt modelId="{47831D18-9FA1-4E15-B5A8-6A309EE6F5AD}" type="pres">
      <dgm:prSet presAssocID="{411B01EB-7633-48DB-A696-515E98C78973}" presName="Name37" presStyleLbl="parChTrans1D3" presStyleIdx="21" presStyleCnt="27"/>
      <dgm:spPr/>
      <dgm:t>
        <a:bodyPr/>
        <a:lstStyle/>
        <a:p>
          <a:endParaRPr lang="zh-CN" altLang="en-US"/>
        </a:p>
      </dgm:t>
    </dgm:pt>
    <dgm:pt modelId="{057A3129-C127-4484-8689-94E474E8F7C3}" type="pres">
      <dgm:prSet presAssocID="{FC3B5AB0-D624-432F-88CA-2DEB001E5013}" presName="hierRoot2" presStyleCnt="0">
        <dgm:presLayoutVars>
          <dgm:hierBranch val="init"/>
        </dgm:presLayoutVars>
      </dgm:prSet>
      <dgm:spPr/>
      <dgm:t>
        <a:bodyPr/>
        <a:lstStyle/>
        <a:p>
          <a:endParaRPr lang="zh-CN" altLang="en-US"/>
        </a:p>
      </dgm:t>
    </dgm:pt>
    <dgm:pt modelId="{6C92FA15-EDCD-4255-A0FF-445F2E366338}" type="pres">
      <dgm:prSet presAssocID="{FC3B5AB0-D624-432F-88CA-2DEB001E5013}" presName="rootComposite" presStyleCnt="0"/>
      <dgm:spPr/>
      <dgm:t>
        <a:bodyPr/>
        <a:lstStyle/>
        <a:p>
          <a:endParaRPr lang="zh-CN" altLang="en-US"/>
        </a:p>
      </dgm:t>
    </dgm:pt>
    <dgm:pt modelId="{B06AE6C8-AEC5-47DB-87DF-49987BA1275A}" type="pres">
      <dgm:prSet presAssocID="{FC3B5AB0-D624-432F-88CA-2DEB001E5013}" presName="rootText" presStyleLbl="node3" presStyleIdx="21" presStyleCnt="27" custScaleX="89094" custScaleY="71275">
        <dgm:presLayoutVars>
          <dgm:chPref val="3"/>
        </dgm:presLayoutVars>
      </dgm:prSet>
      <dgm:spPr/>
      <dgm:t>
        <a:bodyPr/>
        <a:lstStyle/>
        <a:p>
          <a:endParaRPr lang="zh-CN" altLang="en-US"/>
        </a:p>
      </dgm:t>
    </dgm:pt>
    <dgm:pt modelId="{AE8D0F07-E53E-4378-BCDF-306DD38C3A4E}" type="pres">
      <dgm:prSet presAssocID="{FC3B5AB0-D624-432F-88CA-2DEB001E5013}" presName="rootConnector" presStyleLbl="node3" presStyleIdx="21" presStyleCnt="27"/>
      <dgm:spPr/>
      <dgm:t>
        <a:bodyPr/>
        <a:lstStyle/>
        <a:p>
          <a:endParaRPr lang="zh-CN" altLang="en-US"/>
        </a:p>
      </dgm:t>
    </dgm:pt>
    <dgm:pt modelId="{CE137340-7823-4F27-B07D-A1B19FDD91C4}" type="pres">
      <dgm:prSet presAssocID="{FC3B5AB0-D624-432F-88CA-2DEB001E5013}" presName="hierChild4" presStyleCnt="0"/>
      <dgm:spPr/>
      <dgm:t>
        <a:bodyPr/>
        <a:lstStyle/>
        <a:p>
          <a:endParaRPr lang="zh-CN" altLang="en-US"/>
        </a:p>
      </dgm:t>
    </dgm:pt>
    <dgm:pt modelId="{E60A8BB0-2031-447E-8E8C-398F3B40E350}" type="pres">
      <dgm:prSet presAssocID="{FC3B5AB0-D624-432F-88CA-2DEB001E5013}" presName="hierChild5" presStyleCnt="0"/>
      <dgm:spPr/>
      <dgm:t>
        <a:bodyPr/>
        <a:lstStyle/>
        <a:p>
          <a:endParaRPr lang="zh-CN" altLang="en-US"/>
        </a:p>
      </dgm:t>
    </dgm:pt>
    <dgm:pt modelId="{3297B158-23DA-4AF0-AD0D-008548086077}" type="pres">
      <dgm:prSet presAssocID="{5E381097-29D4-47F6-978B-7E10221277A8}" presName="Name37" presStyleLbl="parChTrans1D3" presStyleIdx="22" presStyleCnt="27"/>
      <dgm:spPr/>
      <dgm:t>
        <a:bodyPr/>
        <a:lstStyle/>
        <a:p>
          <a:endParaRPr lang="zh-CN" altLang="en-US"/>
        </a:p>
      </dgm:t>
    </dgm:pt>
    <dgm:pt modelId="{9495B2A8-E125-479A-8A36-F929E177BA9F}" type="pres">
      <dgm:prSet presAssocID="{E1B5A03D-F298-4F0C-9901-BDFA3E2A768C}" presName="hierRoot2" presStyleCnt="0">
        <dgm:presLayoutVars>
          <dgm:hierBranch val="init"/>
        </dgm:presLayoutVars>
      </dgm:prSet>
      <dgm:spPr/>
    </dgm:pt>
    <dgm:pt modelId="{F19E79B3-C553-4FB1-9AE3-E1B07EB8B001}" type="pres">
      <dgm:prSet presAssocID="{E1B5A03D-F298-4F0C-9901-BDFA3E2A768C}" presName="rootComposite" presStyleCnt="0"/>
      <dgm:spPr/>
    </dgm:pt>
    <dgm:pt modelId="{2FDD35D1-A562-41AC-A1F5-4E2B491E8404}" type="pres">
      <dgm:prSet presAssocID="{E1B5A03D-F298-4F0C-9901-BDFA3E2A768C}" presName="rootText" presStyleLbl="node3" presStyleIdx="22" presStyleCnt="27" custScaleX="88848" custScaleY="71079">
        <dgm:presLayoutVars>
          <dgm:chPref val="3"/>
        </dgm:presLayoutVars>
      </dgm:prSet>
      <dgm:spPr/>
      <dgm:t>
        <a:bodyPr/>
        <a:lstStyle/>
        <a:p>
          <a:endParaRPr lang="zh-CN" altLang="en-US"/>
        </a:p>
      </dgm:t>
    </dgm:pt>
    <dgm:pt modelId="{E0225C82-65C8-4D1E-91A9-BF9FD4A92E6E}" type="pres">
      <dgm:prSet presAssocID="{E1B5A03D-F298-4F0C-9901-BDFA3E2A768C}" presName="rootConnector" presStyleLbl="node3" presStyleIdx="22" presStyleCnt="27"/>
      <dgm:spPr/>
      <dgm:t>
        <a:bodyPr/>
        <a:lstStyle/>
        <a:p>
          <a:endParaRPr lang="zh-CN" altLang="en-US"/>
        </a:p>
      </dgm:t>
    </dgm:pt>
    <dgm:pt modelId="{BDEF500B-995A-490D-BC16-24E80C8951AF}" type="pres">
      <dgm:prSet presAssocID="{E1B5A03D-F298-4F0C-9901-BDFA3E2A768C}" presName="hierChild4" presStyleCnt="0"/>
      <dgm:spPr/>
    </dgm:pt>
    <dgm:pt modelId="{4410F4F9-2422-48E7-8194-BF640EEB5CA5}" type="pres">
      <dgm:prSet presAssocID="{E1B5A03D-F298-4F0C-9901-BDFA3E2A768C}" presName="hierChild5" presStyleCnt="0"/>
      <dgm:spPr/>
    </dgm:pt>
    <dgm:pt modelId="{98A80A87-AC73-4043-9EE1-F892CB0EB8A4}" type="pres">
      <dgm:prSet presAssocID="{FC1703B3-06D7-436A-BC59-5FE8030B74C1}" presName="Name37" presStyleLbl="parChTrans1D3" presStyleIdx="23" presStyleCnt="27"/>
      <dgm:spPr/>
      <dgm:t>
        <a:bodyPr/>
        <a:lstStyle/>
        <a:p>
          <a:endParaRPr lang="zh-CN" altLang="en-US"/>
        </a:p>
      </dgm:t>
    </dgm:pt>
    <dgm:pt modelId="{5F31CB52-15BB-4E47-A193-F22B036EF8DF}" type="pres">
      <dgm:prSet presAssocID="{625D249E-32D6-4EA7-8030-5B2124CF9DF6}" presName="hierRoot2" presStyleCnt="0">
        <dgm:presLayoutVars>
          <dgm:hierBranch val="init"/>
        </dgm:presLayoutVars>
      </dgm:prSet>
      <dgm:spPr/>
      <dgm:t>
        <a:bodyPr/>
        <a:lstStyle/>
        <a:p>
          <a:endParaRPr lang="zh-CN" altLang="en-US"/>
        </a:p>
      </dgm:t>
    </dgm:pt>
    <dgm:pt modelId="{7A468D00-7CFB-45C3-BE5D-13694B6F6746}" type="pres">
      <dgm:prSet presAssocID="{625D249E-32D6-4EA7-8030-5B2124CF9DF6}" presName="rootComposite" presStyleCnt="0"/>
      <dgm:spPr/>
      <dgm:t>
        <a:bodyPr/>
        <a:lstStyle/>
        <a:p>
          <a:endParaRPr lang="zh-CN" altLang="en-US"/>
        </a:p>
      </dgm:t>
    </dgm:pt>
    <dgm:pt modelId="{AB309B37-D6DD-4478-8170-54CD05D285B1}" type="pres">
      <dgm:prSet presAssocID="{625D249E-32D6-4EA7-8030-5B2124CF9DF6}" presName="rootText" presStyleLbl="node3" presStyleIdx="23" presStyleCnt="27" custScaleX="88848" custScaleY="71079">
        <dgm:presLayoutVars>
          <dgm:chPref val="3"/>
        </dgm:presLayoutVars>
      </dgm:prSet>
      <dgm:spPr/>
      <dgm:t>
        <a:bodyPr/>
        <a:lstStyle/>
        <a:p>
          <a:endParaRPr lang="zh-CN" altLang="en-US"/>
        </a:p>
      </dgm:t>
    </dgm:pt>
    <dgm:pt modelId="{2A6C7D18-49FE-4C06-8EF1-CF8457F4C08C}" type="pres">
      <dgm:prSet presAssocID="{625D249E-32D6-4EA7-8030-5B2124CF9DF6}" presName="rootConnector" presStyleLbl="node3" presStyleIdx="23" presStyleCnt="27"/>
      <dgm:spPr/>
      <dgm:t>
        <a:bodyPr/>
        <a:lstStyle/>
        <a:p>
          <a:endParaRPr lang="zh-CN" altLang="en-US"/>
        </a:p>
      </dgm:t>
    </dgm:pt>
    <dgm:pt modelId="{2787D9E2-68A0-4BBC-AAFD-F8DBC6F6064C}" type="pres">
      <dgm:prSet presAssocID="{625D249E-32D6-4EA7-8030-5B2124CF9DF6}" presName="hierChild4" presStyleCnt="0"/>
      <dgm:spPr/>
      <dgm:t>
        <a:bodyPr/>
        <a:lstStyle/>
        <a:p>
          <a:endParaRPr lang="zh-CN" altLang="en-US"/>
        </a:p>
      </dgm:t>
    </dgm:pt>
    <dgm:pt modelId="{0BC97960-13B2-4F78-B707-0F492907BC88}" type="pres">
      <dgm:prSet presAssocID="{625D249E-32D6-4EA7-8030-5B2124CF9DF6}" presName="hierChild5" presStyleCnt="0"/>
      <dgm:spPr/>
      <dgm:t>
        <a:bodyPr/>
        <a:lstStyle/>
        <a:p>
          <a:endParaRPr lang="zh-CN" altLang="en-US"/>
        </a:p>
      </dgm:t>
    </dgm:pt>
    <dgm:pt modelId="{3455B811-1501-40E5-A2D6-CD555550FBAE}" type="pres">
      <dgm:prSet presAssocID="{DB70E169-6AB0-4702-9C2E-AE1CC719E848}" presName="Name37" presStyleLbl="parChTrans1D3" presStyleIdx="24" presStyleCnt="27"/>
      <dgm:spPr/>
      <dgm:t>
        <a:bodyPr/>
        <a:lstStyle/>
        <a:p>
          <a:endParaRPr lang="zh-CN" altLang="en-US"/>
        </a:p>
      </dgm:t>
    </dgm:pt>
    <dgm:pt modelId="{C15888E9-8C79-4621-A4CE-6872CC7FE498}" type="pres">
      <dgm:prSet presAssocID="{7A61B36B-C589-433E-9AE7-83D8D9BBBB75}" presName="hierRoot2" presStyleCnt="0">
        <dgm:presLayoutVars>
          <dgm:hierBranch val="init"/>
        </dgm:presLayoutVars>
      </dgm:prSet>
      <dgm:spPr/>
      <dgm:t>
        <a:bodyPr/>
        <a:lstStyle/>
        <a:p>
          <a:endParaRPr lang="zh-CN" altLang="en-US"/>
        </a:p>
      </dgm:t>
    </dgm:pt>
    <dgm:pt modelId="{A2D602D7-728E-4032-A0A8-8D1E8354CC68}" type="pres">
      <dgm:prSet presAssocID="{7A61B36B-C589-433E-9AE7-83D8D9BBBB75}" presName="rootComposite" presStyleCnt="0"/>
      <dgm:spPr/>
      <dgm:t>
        <a:bodyPr/>
        <a:lstStyle/>
        <a:p>
          <a:endParaRPr lang="zh-CN" altLang="en-US"/>
        </a:p>
      </dgm:t>
    </dgm:pt>
    <dgm:pt modelId="{55CBE388-ACA3-4D66-A9EC-CEA7C6662589}" type="pres">
      <dgm:prSet presAssocID="{7A61B36B-C589-433E-9AE7-83D8D9BBBB75}" presName="rootText" presStyleLbl="node3" presStyleIdx="24" presStyleCnt="27" custScaleX="88848" custScaleY="106617">
        <dgm:presLayoutVars>
          <dgm:chPref val="3"/>
        </dgm:presLayoutVars>
      </dgm:prSet>
      <dgm:spPr/>
      <dgm:t>
        <a:bodyPr/>
        <a:lstStyle/>
        <a:p>
          <a:endParaRPr lang="zh-CN" altLang="en-US"/>
        </a:p>
      </dgm:t>
    </dgm:pt>
    <dgm:pt modelId="{E3E26D38-5C70-431E-A395-27FCF321F12B}" type="pres">
      <dgm:prSet presAssocID="{7A61B36B-C589-433E-9AE7-83D8D9BBBB75}" presName="rootConnector" presStyleLbl="node3" presStyleIdx="24" presStyleCnt="27"/>
      <dgm:spPr/>
      <dgm:t>
        <a:bodyPr/>
        <a:lstStyle/>
        <a:p>
          <a:endParaRPr lang="zh-CN" altLang="en-US"/>
        </a:p>
      </dgm:t>
    </dgm:pt>
    <dgm:pt modelId="{5C7539B2-2D31-4BEA-B660-5653EB649FA8}" type="pres">
      <dgm:prSet presAssocID="{7A61B36B-C589-433E-9AE7-83D8D9BBBB75}" presName="hierChild4" presStyleCnt="0"/>
      <dgm:spPr/>
      <dgm:t>
        <a:bodyPr/>
        <a:lstStyle/>
        <a:p>
          <a:endParaRPr lang="zh-CN" altLang="en-US"/>
        </a:p>
      </dgm:t>
    </dgm:pt>
    <dgm:pt modelId="{8F3837F7-7B76-4418-8EA8-22F947699BFF}" type="pres">
      <dgm:prSet presAssocID="{7A61B36B-C589-433E-9AE7-83D8D9BBBB75}" presName="hierChild5" presStyleCnt="0"/>
      <dgm:spPr/>
      <dgm:t>
        <a:bodyPr/>
        <a:lstStyle/>
        <a:p>
          <a:endParaRPr lang="zh-CN" altLang="en-US"/>
        </a:p>
      </dgm:t>
    </dgm:pt>
    <dgm:pt modelId="{676A83F3-DFC8-4F3B-BDB2-A4BAED357CE0}" type="pres">
      <dgm:prSet presAssocID="{B7ADADB7-0011-40DF-BA4A-68652B210B04}" presName="Name37" presStyleLbl="parChTrans1D3" presStyleIdx="25" presStyleCnt="27"/>
      <dgm:spPr/>
      <dgm:t>
        <a:bodyPr/>
        <a:lstStyle/>
        <a:p>
          <a:endParaRPr lang="zh-CN" altLang="en-US"/>
        </a:p>
      </dgm:t>
    </dgm:pt>
    <dgm:pt modelId="{857CE262-FFDE-49BC-BE34-7942B4C7208F}" type="pres">
      <dgm:prSet presAssocID="{050B48BC-6AF4-4906-98AD-6C4CA9465877}" presName="hierRoot2" presStyleCnt="0">
        <dgm:presLayoutVars>
          <dgm:hierBranch val="init"/>
        </dgm:presLayoutVars>
      </dgm:prSet>
      <dgm:spPr/>
      <dgm:t>
        <a:bodyPr/>
        <a:lstStyle/>
        <a:p>
          <a:endParaRPr lang="zh-CN" altLang="en-US"/>
        </a:p>
      </dgm:t>
    </dgm:pt>
    <dgm:pt modelId="{4D812F27-E9A3-4784-BBD0-CCECBA242833}" type="pres">
      <dgm:prSet presAssocID="{050B48BC-6AF4-4906-98AD-6C4CA9465877}" presName="rootComposite" presStyleCnt="0"/>
      <dgm:spPr/>
      <dgm:t>
        <a:bodyPr/>
        <a:lstStyle/>
        <a:p>
          <a:endParaRPr lang="zh-CN" altLang="en-US"/>
        </a:p>
      </dgm:t>
    </dgm:pt>
    <dgm:pt modelId="{DBE17AA2-1D69-4604-8F78-3E46B6BCF25F}" type="pres">
      <dgm:prSet presAssocID="{050B48BC-6AF4-4906-98AD-6C4CA9465877}" presName="rootText" presStyleLbl="node3" presStyleIdx="25" presStyleCnt="27" custScaleX="88848" custScaleY="106617">
        <dgm:presLayoutVars>
          <dgm:chPref val="3"/>
        </dgm:presLayoutVars>
      </dgm:prSet>
      <dgm:spPr/>
      <dgm:t>
        <a:bodyPr/>
        <a:lstStyle/>
        <a:p>
          <a:endParaRPr lang="zh-CN" altLang="en-US"/>
        </a:p>
      </dgm:t>
    </dgm:pt>
    <dgm:pt modelId="{C70D58A7-924D-4436-94DB-B62E6762BA84}" type="pres">
      <dgm:prSet presAssocID="{050B48BC-6AF4-4906-98AD-6C4CA9465877}" presName="rootConnector" presStyleLbl="node3" presStyleIdx="25" presStyleCnt="27"/>
      <dgm:spPr/>
      <dgm:t>
        <a:bodyPr/>
        <a:lstStyle/>
        <a:p>
          <a:endParaRPr lang="zh-CN" altLang="en-US"/>
        </a:p>
      </dgm:t>
    </dgm:pt>
    <dgm:pt modelId="{98694929-4175-42D4-A357-5FCECA59ADD4}" type="pres">
      <dgm:prSet presAssocID="{050B48BC-6AF4-4906-98AD-6C4CA9465877}" presName="hierChild4" presStyleCnt="0"/>
      <dgm:spPr/>
      <dgm:t>
        <a:bodyPr/>
        <a:lstStyle/>
        <a:p>
          <a:endParaRPr lang="zh-CN" altLang="en-US"/>
        </a:p>
      </dgm:t>
    </dgm:pt>
    <dgm:pt modelId="{96497380-5CD3-408C-ACE2-69ABEC9BCD4B}" type="pres">
      <dgm:prSet presAssocID="{050B48BC-6AF4-4906-98AD-6C4CA9465877}" presName="hierChild5" presStyleCnt="0"/>
      <dgm:spPr/>
      <dgm:t>
        <a:bodyPr/>
        <a:lstStyle/>
        <a:p>
          <a:endParaRPr lang="zh-CN" altLang="en-US"/>
        </a:p>
      </dgm:t>
    </dgm:pt>
    <dgm:pt modelId="{9485DDF0-B7FD-4386-AB62-810945189E34}" type="pres">
      <dgm:prSet presAssocID="{596D1597-501D-4875-8981-8187F6227711}" presName="Name37" presStyleLbl="parChTrans1D3" presStyleIdx="26" presStyleCnt="27"/>
      <dgm:spPr/>
      <dgm:t>
        <a:bodyPr/>
        <a:lstStyle/>
        <a:p>
          <a:endParaRPr lang="zh-CN" altLang="en-US"/>
        </a:p>
      </dgm:t>
    </dgm:pt>
    <dgm:pt modelId="{BFAF3046-1AB2-411B-B924-09E6C671299B}" type="pres">
      <dgm:prSet presAssocID="{BE94ED4D-57ED-4372-A14D-2C4A879B640D}" presName="hierRoot2" presStyleCnt="0">
        <dgm:presLayoutVars>
          <dgm:hierBranch val="init"/>
        </dgm:presLayoutVars>
      </dgm:prSet>
      <dgm:spPr/>
      <dgm:t>
        <a:bodyPr/>
        <a:lstStyle/>
        <a:p>
          <a:endParaRPr lang="zh-CN" altLang="en-US"/>
        </a:p>
      </dgm:t>
    </dgm:pt>
    <dgm:pt modelId="{CA245FD9-FC9B-471A-A161-F9BBC5257850}" type="pres">
      <dgm:prSet presAssocID="{BE94ED4D-57ED-4372-A14D-2C4A879B640D}" presName="rootComposite" presStyleCnt="0"/>
      <dgm:spPr/>
      <dgm:t>
        <a:bodyPr/>
        <a:lstStyle/>
        <a:p>
          <a:endParaRPr lang="zh-CN" altLang="en-US"/>
        </a:p>
      </dgm:t>
    </dgm:pt>
    <dgm:pt modelId="{555B3780-56C6-4767-AC67-177AE8549984}" type="pres">
      <dgm:prSet presAssocID="{BE94ED4D-57ED-4372-A14D-2C4A879B640D}" presName="rootText" presStyleLbl="node3" presStyleIdx="26" presStyleCnt="27" custScaleX="88848" custScaleY="106617">
        <dgm:presLayoutVars>
          <dgm:chPref val="3"/>
        </dgm:presLayoutVars>
      </dgm:prSet>
      <dgm:spPr/>
      <dgm:t>
        <a:bodyPr/>
        <a:lstStyle/>
        <a:p>
          <a:endParaRPr lang="zh-CN" altLang="en-US"/>
        </a:p>
      </dgm:t>
    </dgm:pt>
    <dgm:pt modelId="{01162131-499C-4A5B-BDE7-807CD695279E}" type="pres">
      <dgm:prSet presAssocID="{BE94ED4D-57ED-4372-A14D-2C4A879B640D}" presName="rootConnector" presStyleLbl="node3" presStyleIdx="26" presStyleCnt="27"/>
      <dgm:spPr/>
      <dgm:t>
        <a:bodyPr/>
        <a:lstStyle/>
        <a:p>
          <a:endParaRPr lang="zh-CN" altLang="en-US"/>
        </a:p>
      </dgm:t>
    </dgm:pt>
    <dgm:pt modelId="{56EAC825-5548-4325-9C51-C15A60C96D9E}" type="pres">
      <dgm:prSet presAssocID="{BE94ED4D-57ED-4372-A14D-2C4A879B640D}" presName="hierChild4" presStyleCnt="0"/>
      <dgm:spPr/>
      <dgm:t>
        <a:bodyPr/>
        <a:lstStyle/>
        <a:p>
          <a:endParaRPr lang="zh-CN" altLang="en-US"/>
        </a:p>
      </dgm:t>
    </dgm:pt>
    <dgm:pt modelId="{0DDE2AF0-8965-4267-929F-FF8B2A6C328A}" type="pres">
      <dgm:prSet presAssocID="{BE94ED4D-57ED-4372-A14D-2C4A879B640D}" presName="hierChild5" presStyleCnt="0"/>
      <dgm:spPr/>
      <dgm:t>
        <a:bodyPr/>
        <a:lstStyle/>
        <a:p>
          <a:endParaRPr lang="zh-CN" altLang="en-US"/>
        </a:p>
      </dgm:t>
    </dgm:pt>
    <dgm:pt modelId="{DEB70182-223E-4548-9EA9-B88E5543AF00}" type="pres">
      <dgm:prSet presAssocID="{9843AD8E-DEB6-4929-8DF8-6F1AE6D9979E}" presName="hierChild5" presStyleCnt="0"/>
      <dgm:spPr/>
      <dgm:t>
        <a:bodyPr/>
        <a:lstStyle/>
        <a:p>
          <a:endParaRPr lang="zh-CN" altLang="en-US"/>
        </a:p>
      </dgm:t>
    </dgm:pt>
    <dgm:pt modelId="{7DF4B962-904F-4C42-9496-73D17140F268}" type="pres">
      <dgm:prSet presAssocID="{36546883-CD79-4A72-8A47-33BCAE595C99}" presName="hierChild3" presStyleCnt="0"/>
      <dgm:spPr/>
      <dgm:t>
        <a:bodyPr/>
        <a:lstStyle/>
        <a:p>
          <a:endParaRPr lang="zh-CN" altLang="en-US"/>
        </a:p>
      </dgm:t>
    </dgm:pt>
  </dgm:ptLst>
  <dgm:cxnLst>
    <dgm:cxn modelId="{828913D1-7715-4859-8D84-D1238DAAD8D1}" type="presOf" srcId="{36546883-CD79-4A72-8A47-33BCAE595C99}" destId="{D650241C-1B3E-484A-8589-89B5570F9E92}" srcOrd="0" destOrd="0" presId="urn:microsoft.com/office/officeart/2005/8/layout/orgChart1"/>
    <dgm:cxn modelId="{1215CA16-F2D2-4661-9274-44CA511988CB}" type="presOf" srcId="{96087225-90B4-4725-8C2D-3DE6C0270ECC}" destId="{FC01B001-C578-41B3-B145-25B6EAF2334B}" srcOrd="0" destOrd="0" presId="urn:microsoft.com/office/officeart/2005/8/layout/orgChart1"/>
    <dgm:cxn modelId="{EB1B24B8-EAFD-4505-BB82-85AE399ED587}" srcId="{36546883-CD79-4A72-8A47-33BCAE595C99}" destId="{3261FB06-05C2-4B12-95BF-20E7CD53105A}" srcOrd="4" destOrd="0" parTransId="{AB3E30B5-0A91-417B-A8B4-586D180974CA}" sibTransId="{C117B366-09C7-4665-9173-62F03645E86D}"/>
    <dgm:cxn modelId="{09D2FABD-335D-4DDC-8656-804AC06A696C}" type="presOf" srcId="{C062C36B-6733-4EF7-B22D-179941B3C882}" destId="{69B4D1A4-9CB1-4C2E-9515-7619462EDDBE}" srcOrd="0" destOrd="0" presId="urn:microsoft.com/office/officeart/2005/8/layout/orgChart1"/>
    <dgm:cxn modelId="{D0D407ED-DDDA-4D40-8E78-D229616A4DCA}" type="presOf" srcId="{2F7E59A4-9F40-4245-8C3D-0AD05DA1C3C6}" destId="{5462C8F1-6E3E-47DB-BE01-AC32B0C86F7A}" srcOrd="1" destOrd="0" presId="urn:microsoft.com/office/officeart/2005/8/layout/orgChart1"/>
    <dgm:cxn modelId="{33CB52EF-1AE6-4E87-A596-A7AAFD26DE10}" type="presOf" srcId="{FC3B5AB0-D624-432F-88CA-2DEB001E5013}" destId="{B06AE6C8-AEC5-47DB-87DF-49987BA1275A}" srcOrd="0" destOrd="0" presId="urn:microsoft.com/office/officeart/2005/8/layout/orgChart1"/>
    <dgm:cxn modelId="{1F854E73-5576-4D37-87BE-8A34059A9710}" type="presOf" srcId="{DD336F09-800A-41E5-8691-63C2E2EF2EEF}" destId="{6128AD0B-CFB2-4EF1-87A4-31F9A5FE6EDC}" srcOrd="1" destOrd="0" presId="urn:microsoft.com/office/officeart/2005/8/layout/orgChart1"/>
    <dgm:cxn modelId="{041E5F52-CA97-44C7-95BA-B576E179817E}" type="presOf" srcId="{5BBBE72D-5BB9-44E5-8D0E-32312043A084}" destId="{1F6B4447-DF49-4282-BE18-B15F380335E7}" srcOrd="0" destOrd="0" presId="urn:microsoft.com/office/officeart/2005/8/layout/orgChart1"/>
    <dgm:cxn modelId="{3CB629A2-CF32-4C60-AF86-2AE61C9E0406}" type="presOf" srcId="{93D57292-79E0-47DD-9DC7-DEF8529942B7}" destId="{11711C2B-6986-49CA-997E-3A17C0F0666E}" srcOrd="1" destOrd="0" presId="urn:microsoft.com/office/officeart/2005/8/layout/orgChart1"/>
    <dgm:cxn modelId="{415E0ED3-3B21-41E9-B7FC-86E1EEA22E89}" srcId="{36546883-CD79-4A72-8A47-33BCAE595C99}" destId="{58039071-1FAC-45C0-81B7-9C1916AB923A}" srcOrd="3" destOrd="0" parTransId="{6F9B3062-B013-45D9-9322-6FB0B86C9803}" sibTransId="{28E43F2A-DBFC-4FE8-BE18-8F2051AEF6BB}"/>
    <dgm:cxn modelId="{AEDA7BF4-055F-4945-813C-99704BEB7140}" type="presOf" srcId="{58039071-1FAC-45C0-81B7-9C1916AB923A}" destId="{5D4A1732-C568-4979-AB60-CCFC0312ECE4}" srcOrd="0" destOrd="0" presId="urn:microsoft.com/office/officeart/2005/8/layout/orgChart1"/>
    <dgm:cxn modelId="{F4363965-BAC6-4E74-AC3A-BD3DC5024830}" type="presOf" srcId="{94D52F18-6631-4CC2-966D-D6E18616A4B4}" destId="{ACC28E90-9F5E-4D34-9AE6-D08634A68AEF}" srcOrd="0" destOrd="0" presId="urn:microsoft.com/office/officeart/2005/8/layout/orgChart1"/>
    <dgm:cxn modelId="{10F53E98-E272-490E-8547-1C167C912448}" srcId="{58039071-1FAC-45C0-81B7-9C1916AB923A}" destId="{7FBF169D-42DA-46E2-A699-C217E37ED5FD}" srcOrd="1" destOrd="0" parTransId="{61A347A1-2884-4F32-8614-D5DF14126045}" sibTransId="{AF10BF30-C755-4F00-BB7F-CD8F3807002F}"/>
    <dgm:cxn modelId="{4442CF1A-6EA9-437A-B0E7-6DF01411BF9F}" type="presOf" srcId="{9A6BF6B4-5B07-4B66-A6B8-6F7CCECB4BE9}" destId="{B329A366-724C-4A59-A97A-F24408C0F6DE}" srcOrd="1" destOrd="0" presId="urn:microsoft.com/office/officeart/2005/8/layout/orgChart1"/>
    <dgm:cxn modelId="{098D49D7-3FF4-412F-BCF2-0F9B70E3CC76}" type="presOf" srcId="{F41666EB-FFCD-49BD-B000-0F09018BD742}" destId="{0CA79CCA-D228-4EFC-96ED-047D70F1CCA1}" srcOrd="0" destOrd="0" presId="urn:microsoft.com/office/officeart/2005/8/layout/orgChart1"/>
    <dgm:cxn modelId="{B031A325-7759-47D2-87D5-F9F364D35039}" srcId="{9843AD8E-DEB6-4929-8DF8-6F1AE6D9979E}" destId="{FC3B5AB0-D624-432F-88CA-2DEB001E5013}" srcOrd="1" destOrd="0" parTransId="{411B01EB-7633-48DB-A696-515E98C78973}" sibTransId="{EC142B5E-34C5-4536-BEBD-D1967E0ABAC4}"/>
    <dgm:cxn modelId="{AEE3DA19-23D2-4504-94D7-24A59305A381}" srcId="{94D52F18-6631-4CC2-966D-D6E18616A4B4}" destId="{A08AC908-808E-4DDC-9BB5-F3A4B1D81677}" srcOrd="4" destOrd="0" parTransId="{C9814A07-1499-4876-869E-C522EC3CD8DE}" sibTransId="{5FF8F422-E1FA-4C88-A798-A58A90B43858}"/>
    <dgm:cxn modelId="{BB226A84-8849-4AAC-95F6-91DC2B410CC5}" type="presOf" srcId="{91C12EA5-29F6-4FD2-B04B-F921954D6A9B}" destId="{A6596949-ECEA-484B-8DE6-D68C5D4246E5}" srcOrd="0" destOrd="0" presId="urn:microsoft.com/office/officeart/2005/8/layout/orgChart1"/>
    <dgm:cxn modelId="{E7C7EFC8-5EB3-44AE-B021-02CEF8A66AF5}" type="presOf" srcId="{E1AD2337-E955-4DAB-AD65-A6AEBC60E505}" destId="{575DA9CC-9A8D-4DEE-B5C7-E35B78BFE4F9}" srcOrd="0" destOrd="0" presId="urn:microsoft.com/office/officeart/2005/8/layout/orgChart1"/>
    <dgm:cxn modelId="{6005DBAF-BDBC-48CA-902F-1C5E24BB2EA7}" type="presOf" srcId="{A2330086-1B29-4FB5-B551-1531556B201C}" destId="{4AD2845B-6904-42C2-AB48-817536FBA593}" srcOrd="0" destOrd="0" presId="urn:microsoft.com/office/officeart/2005/8/layout/orgChart1"/>
    <dgm:cxn modelId="{49E60ABC-0BD5-4712-BD44-D47184AD9938}" type="presOf" srcId="{A08AC908-808E-4DDC-9BB5-F3A4B1D81677}" destId="{B10F2D00-5F67-473D-87A8-F43632DFE926}" srcOrd="1" destOrd="0" presId="urn:microsoft.com/office/officeart/2005/8/layout/orgChart1"/>
    <dgm:cxn modelId="{A0EA799F-C1FF-4A50-8653-3DBAFB8F8D2C}" srcId="{94D52F18-6631-4CC2-966D-D6E18616A4B4}" destId="{93C30168-E1AF-4A12-AE7E-8778E39EA9BE}" srcOrd="5" destOrd="0" parTransId="{8FDF18EC-D2ED-43D1-89EA-2CDBB0088728}" sibTransId="{D077542A-5DDD-4F9E-8413-516FB260A11D}"/>
    <dgm:cxn modelId="{0C24EA46-2471-410B-81C9-1B4A14D33AE9}" type="presOf" srcId="{5E381097-29D4-47F6-978B-7E10221277A8}" destId="{3297B158-23DA-4AF0-AD0D-008548086077}" srcOrd="0" destOrd="0" presId="urn:microsoft.com/office/officeart/2005/8/layout/orgChart1"/>
    <dgm:cxn modelId="{A190E4BE-1461-4CA4-9518-52F61C5118A7}" type="presOf" srcId="{AB3E30B5-0A91-417B-A8B4-586D180974CA}" destId="{C6B25C70-F219-4249-B50F-22EA57A2DD10}" srcOrd="0" destOrd="0" presId="urn:microsoft.com/office/officeart/2005/8/layout/orgChart1"/>
    <dgm:cxn modelId="{DF037DED-BEF0-470A-B68C-078E90302C58}" type="presOf" srcId="{A2330086-1B29-4FB5-B551-1531556B201C}" destId="{8AB2F598-1FD1-4247-A954-9BF8C1BCED96}" srcOrd="1" destOrd="0" presId="urn:microsoft.com/office/officeart/2005/8/layout/orgChart1"/>
    <dgm:cxn modelId="{71A7265D-A3C2-48C4-9EBA-B6C3278A6F29}" srcId="{9843AD8E-DEB6-4929-8DF8-6F1AE6D9979E}" destId="{7A61B36B-C589-433E-9AE7-83D8D9BBBB75}" srcOrd="4" destOrd="0" parTransId="{DB70E169-6AB0-4702-9C2E-AE1CC719E848}" sibTransId="{C572FBAA-D767-4656-9504-D588D3D0C69D}"/>
    <dgm:cxn modelId="{474E38E5-77CC-4B12-A04D-93AC85C8CE26}" type="presOf" srcId="{7FBF169D-42DA-46E2-A699-C217E37ED5FD}" destId="{386924CE-9C60-4989-8025-DAC513097A32}" srcOrd="1" destOrd="0" presId="urn:microsoft.com/office/officeart/2005/8/layout/orgChart1"/>
    <dgm:cxn modelId="{9757A21D-532A-412E-8D98-F05F8FC9B64B}" type="presOf" srcId="{33CC918B-5B94-4D3F-A0A3-69D1D7CB573F}" destId="{2C3801BD-2582-4E1D-AEB1-104F9F8F2613}" srcOrd="0" destOrd="0" presId="urn:microsoft.com/office/officeart/2005/8/layout/orgChart1"/>
    <dgm:cxn modelId="{986D1055-09B1-4852-BF15-D739E05B364D}" type="presOf" srcId="{B13AAEF6-A1DC-435C-8632-946341FF1CE3}" destId="{D251A930-6B2A-4FCB-AF9C-484D2DF403B9}" srcOrd="1" destOrd="0" presId="urn:microsoft.com/office/officeart/2005/8/layout/orgChart1"/>
    <dgm:cxn modelId="{5CFA6EE6-F6FD-402F-8197-FFE9CE973C38}" type="presOf" srcId="{8FDF18EC-D2ED-43D1-89EA-2CDBB0088728}" destId="{39887C9F-090E-4DF9-A702-DC99BEDC6481}" srcOrd="0" destOrd="0" presId="urn:microsoft.com/office/officeart/2005/8/layout/orgChart1"/>
    <dgm:cxn modelId="{68960AEB-5393-49C3-A787-DBB6C19E9A03}" type="presOf" srcId="{25F9213C-29F9-4B57-8770-7C81F9E5CE9B}" destId="{9982D99C-AF26-48B6-90FA-8107B20DD4B6}" srcOrd="0" destOrd="0" presId="urn:microsoft.com/office/officeart/2005/8/layout/orgChart1"/>
    <dgm:cxn modelId="{34B92842-76DE-4542-BE28-CC836001EC11}" type="presOf" srcId="{C4A2A9A2-D760-42BD-9AA2-BEE6A7D761DF}" destId="{CA3DDEE2-DD76-4BC9-9A8B-A40AE7BFCF91}" srcOrd="1" destOrd="0" presId="urn:microsoft.com/office/officeart/2005/8/layout/orgChart1"/>
    <dgm:cxn modelId="{D8DE201D-D78C-41DB-9489-08B1D8E532AF}" srcId="{3261FB06-05C2-4B12-95BF-20E7CD53105A}" destId="{0E7C93E7-68B0-41D8-9113-326A8AA97910}" srcOrd="3" destOrd="0" parTransId="{DC85CFC5-B672-4C82-9F77-3A905FB21F2F}" sibTransId="{AF2E0F10-1CE7-4492-960B-02D45ED6CFE6}"/>
    <dgm:cxn modelId="{3F097F1E-3A0A-4F7C-9184-6CABC9A4C9EF}" type="presOf" srcId="{C36B0555-534B-4324-A03B-F847E8ED2F76}" destId="{2F451472-8D1E-47AD-9CC4-DECA136ECF22}" srcOrd="0" destOrd="0" presId="urn:microsoft.com/office/officeart/2005/8/layout/orgChart1"/>
    <dgm:cxn modelId="{AD52E5B1-82C9-42B0-8FBC-2274107174D5}" type="presOf" srcId="{E1B5A03D-F298-4F0C-9901-BDFA3E2A768C}" destId="{2FDD35D1-A562-41AC-A1F5-4E2B491E8404}" srcOrd="0" destOrd="0" presId="urn:microsoft.com/office/officeart/2005/8/layout/orgChart1"/>
    <dgm:cxn modelId="{FCD25451-51FF-4CDD-9A64-AB6196219ED0}" type="presOf" srcId="{D4CB0ED4-3BFB-45AD-8E8C-A5DD8814B23E}" destId="{D041BCF5-FB3E-4B49-A9E8-E386AB946636}" srcOrd="0" destOrd="0" presId="urn:microsoft.com/office/officeart/2005/8/layout/orgChart1"/>
    <dgm:cxn modelId="{E9771941-D527-4A05-B618-0CE06E7AFE67}" srcId="{B13AAEF6-A1DC-435C-8632-946341FF1CE3}" destId="{D4CB0ED4-3BFB-45AD-8E8C-A5DD8814B23E}" srcOrd="1" destOrd="0" parTransId="{F6F35625-7608-4539-8FE6-E45F10B5F60F}" sibTransId="{18CF6383-9725-4F90-A800-F18E91C2645C}"/>
    <dgm:cxn modelId="{05DD7624-4DB3-42FA-8062-B7B943FA2EBC}" type="presOf" srcId="{8991C59F-EE5B-450B-9CD7-6C5D83BDDA45}" destId="{63C52056-9D84-45B0-934D-51F524CE9ECF}" srcOrd="1" destOrd="0" presId="urn:microsoft.com/office/officeart/2005/8/layout/orgChart1"/>
    <dgm:cxn modelId="{FB48F015-1FB9-4A72-89FB-D1516943ECA2}" srcId="{58039071-1FAC-45C0-81B7-9C1916AB923A}" destId="{99FC3670-C325-4DF9-8536-5CB4505DB0C9}" srcOrd="4" destOrd="0" parTransId="{33CC918B-5B94-4D3F-A0A3-69D1D7CB573F}" sibTransId="{E2152ABA-F56E-4D8D-943D-3C8255C35578}"/>
    <dgm:cxn modelId="{FDD73260-E9FC-4DBA-B82C-CAC76BE213B5}" srcId="{9843AD8E-DEB6-4929-8DF8-6F1AE6D9979E}" destId="{E1B5A03D-F298-4F0C-9901-BDFA3E2A768C}" srcOrd="2" destOrd="0" parTransId="{5E381097-29D4-47F6-978B-7E10221277A8}" sibTransId="{F21063BD-7D16-438D-B04B-AAB8F3C61407}"/>
    <dgm:cxn modelId="{67F721F0-CA4D-438B-8347-778771458973}" srcId="{3261FB06-05C2-4B12-95BF-20E7CD53105A}" destId="{CFF38C0B-13BF-499E-B349-D713B58583D8}" srcOrd="1" destOrd="0" parTransId="{6E3D79A5-F26F-4918-9205-BEF03B205CF6}" sibTransId="{19E49D59-0767-4FC4-9465-CE3557664AB0}"/>
    <dgm:cxn modelId="{945DCA02-DB95-4553-B692-A5C71B8F0198}" type="presOf" srcId="{DDC0B79A-77A6-4FA4-9182-881DBB534593}" destId="{4C445083-707C-411B-B369-A9B6C02756B0}" srcOrd="1" destOrd="0" presId="urn:microsoft.com/office/officeart/2005/8/layout/orgChart1"/>
    <dgm:cxn modelId="{84D6C20C-58E7-4E52-8486-75A33165D41D}" type="presOf" srcId="{93C30168-E1AF-4A12-AE7E-8778E39EA9BE}" destId="{FC13242B-D34B-416E-A12B-0F1D7B003E80}" srcOrd="1" destOrd="0" presId="urn:microsoft.com/office/officeart/2005/8/layout/orgChart1"/>
    <dgm:cxn modelId="{F3F22820-2C56-4421-8A54-7B9BAA0075FE}" type="presOf" srcId="{185758E9-E875-4700-A7AF-3B964D4F4EF0}" destId="{1D7919AE-0DD0-48D9-924B-10E1CE72373D}" srcOrd="0" destOrd="0" presId="urn:microsoft.com/office/officeart/2005/8/layout/orgChart1"/>
    <dgm:cxn modelId="{26887CAF-166A-4E16-9EEA-BBA47AABAE00}" type="presOf" srcId="{6F9B3062-B013-45D9-9322-6FB0B86C9803}" destId="{198D12E8-D3EC-4812-A183-F8BC4F45C9AB}" srcOrd="0" destOrd="0" presId="urn:microsoft.com/office/officeart/2005/8/layout/orgChart1"/>
    <dgm:cxn modelId="{0337CB1F-0A04-45A4-BD7C-9CBB8812873C}" type="presOf" srcId="{6E3D79A5-F26F-4918-9205-BEF03B205CF6}" destId="{3DD6B9E2-EDBE-41D2-8991-B4AF30A23E21}" srcOrd="0" destOrd="0" presId="urn:microsoft.com/office/officeart/2005/8/layout/orgChart1"/>
    <dgm:cxn modelId="{6F0F1002-D241-47F9-AD40-2F42F8D78E97}" type="presOf" srcId="{050B48BC-6AF4-4906-98AD-6C4CA9465877}" destId="{DBE17AA2-1D69-4604-8F78-3E46B6BCF25F}" srcOrd="0" destOrd="0" presId="urn:microsoft.com/office/officeart/2005/8/layout/orgChart1"/>
    <dgm:cxn modelId="{5416EF42-FF7E-4728-B0A0-067FEF276DF8}" srcId="{9843AD8E-DEB6-4929-8DF8-6F1AE6D9979E}" destId="{050B48BC-6AF4-4906-98AD-6C4CA9465877}" srcOrd="5" destOrd="0" parTransId="{B7ADADB7-0011-40DF-BA4A-68652B210B04}" sibTransId="{F4E71FFA-AA43-4A6E-8488-9E3C16C82329}"/>
    <dgm:cxn modelId="{CDE1EB97-9167-4A1B-A4B0-904EBB0EFF80}" type="presOf" srcId="{93C30168-E1AF-4A12-AE7E-8778E39EA9BE}" destId="{84AD9A08-C5A8-488B-9CA8-9F54094AA95F}" srcOrd="0" destOrd="0" presId="urn:microsoft.com/office/officeart/2005/8/layout/orgChart1"/>
    <dgm:cxn modelId="{EB9A072D-8579-4CE4-AB09-0B5D191DB18A}" type="presOf" srcId="{18ECA62F-FED6-4D08-8CE6-26CDE75C8D9C}" destId="{E2235FFE-8545-4030-ABE6-24B313B5DEA7}" srcOrd="0" destOrd="0" presId="urn:microsoft.com/office/officeart/2005/8/layout/orgChart1"/>
    <dgm:cxn modelId="{1AEFB140-6927-4DD4-A69C-F3F1368ACC82}" type="presOf" srcId="{C4A2A9A2-D760-42BD-9AA2-BEE6A7D761DF}" destId="{44FF8181-9A3E-41E9-AD09-8356965C9C40}" srcOrd="0" destOrd="0" presId="urn:microsoft.com/office/officeart/2005/8/layout/orgChart1"/>
    <dgm:cxn modelId="{F208FFE0-E09C-40FB-B122-2188DDB59080}" type="presOf" srcId="{625D249E-32D6-4EA7-8030-5B2124CF9DF6}" destId="{2A6C7D18-49FE-4C06-8EF1-CF8457F4C08C}" srcOrd="1" destOrd="0" presId="urn:microsoft.com/office/officeart/2005/8/layout/orgChart1"/>
    <dgm:cxn modelId="{6D93CE7F-01F8-4AC6-A185-9DAA6BE869B0}" type="presOf" srcId="{61A347A1-2884-4F32-8614-D5DF14126045}" destId="{AD50A792-03D1-4AC9-BA3A-F015C7B0F4A3}" srcOrd="0" destOrd="0" presId="urn:microsoft.com/office/officeart/2005/8/layout/orgChart1"/>
    <dgm:cxn modelId="{DCC105E4-23D7-4C21-8D63-9EF5D10CEC4C}" type="presOf" srcId="{DD336F09-800A-41E5-8691-63C2E2EF2EEF}" destId="{E76799B2-53AC-45EE-8469-580267525244}" srcOrd="0" destOrd="0" presId="urn:microsoft.com/office/officeart/2005/8/layout/orgChart1"/>
    <dgm:cxn modelId="{8EA6BDF3-4332-4823-A1BE-F3A58C6278C1}" type="presOf" srcId="{02B8F4D0-9DFF-438F-A19D-FA4A22C3FA30}" destId="{C7CC54FB-3E85-439A-8606-65E5F3264ACE}" srcOrd="1" destOrd="0" presId="urn:microsoft.com/office/officeart/2005/8/layout/orgChart1"/>
    <dgm:cxn modelId="{6413C312-99F1-4A3C-9FF7-4E137A84612B}" type="presOf" srcId="{FFCDDB9C-6233-42DB-929B-439CBB8C9D84}" destId="{0B92B57C-182A-4F0A-A0B2-8F7416BECAA3}" srcOrd="0" destOrd="0" presId="urn:microsoft.com/office/officeart/2005/8/layout/orgChart1"/>
    <dgm:cxn modelId="{603BF2F2-E91C-4DD3-A16F-86E809CD13DF}" srcId="{36546883-CD79-4A72-8A47-33BCAE595C99}" destId="{9A6BF6B4-5B07-4B66-A6B8-6F7CCECB4BE9}" srcOrd="2" destOrd="0" parTransId="{E1AD2337-E955-4DAB-AD65-A6AEBC60E505}" sibTransId="{F3042CCA-D6F5-4F4D-B332-76410A606FC4}"/>
    <dgm:cxn modelId="{0043275E-943B-4D2B-948A-BBA4725474DD}" type="presOf" srcId="{F6F35625-7608-4539-8FE6-E45F10B5F60F}" destId="{E4EFC180-4375-451C-AFDD-FF6D44755946}" srcOrd="0" destOrd="0" presId="urn:microsoft.com/office/officeart/2005/8/layout/orgChart1"/>
    <dgm:cxn modelId="{497C7AC2-9C80-4E58-A9B0-EB10B60A3DAC}" srcId="{3261FB06-05C2-4B12-95BF-20E7CD53105A}" destId="{A2330086-1B29-4FB5-B551-1531556B201C}" srcOrd="0" destOrd="0" parTransId="{F01CB9C6-B65C-44FE-850D-725420154539}" sibTransId="{37E58BCB-4C12-4292-80AE-6E365D89C8E6}"/>
    <dgm:cxn modelId="{5199D83D-6BD6-47D2-ABB7-367143F38D0D}" type="presOf" srcId="{B67C8DD2-29D0-4CEA-8917-408A3A42E0D8}" destId="{8AC62B4A-FBC7-4F20-B77F-A65D3F7E25CA}" srcOrd="0" destOrd="0" presId="urn:microsoft.com/office/officeart/2005/8/layout/orgChart1"/>
    <dgm:cxn modelId="{FF8B0D4E-AFC1-41FF-8068-F40E7FC8475C}" type="presOf" srcId="{E5D989D0-81A6-473C-B098-8ACBE293D8CB}" destId="{2D4FAC1B-7808-4F8C-AF7B-843A8817F644}" srcOrd="1" destOrd="0" presId="urn:microsoft.com/office/officeart/2005/8/layout/orgChart1"/>
    <dgm:cxn modelId="{FCE60391-10CC-407E-917F-340F100CAACB}" type="presOf" srcId="{2F7E59A4-9F40-4245-8C3D-0AD05DA1C3C6}" destId="{76D0C614-E9E6-4360-AEDF-B129DFF49235}" srcOrd="0" destOrd="0" presId="urn:microsoft.com/office/officeart/2005/8/layout/orgChart1"/>
    <dgm:cxn modelId="{3C815C6B-9761-4F66-8E0F-58D101E78AD9}" srcId="{94D52F18-6631-4CC2-966D-D6E18616A4B4}" destId="{E5D989D0-81A6-473C-B098-8ACBE293D8CB}" srcOrd="1" destOrd="0" parTransId="{96087225-90B4-4725-8C2D-3DE6C0270ECC}" sibTransId="{B4E930CC-AF67-4408-B9DD-C4BB5DEF6707}"/>
    <dgm:cxn modelId="{1A4F6BF8-41FD-4B25-8A0C-CDEB29A20B8C}" type="presOf" srcId="{F01CB9C6-B65C-44FE-850D-725420154539}" destId="{2341B960-246C-416F-A032-A899DF6E266E}" srcOrd="0" destOrd="0" presId="urn:microsoft.com/office/officeart/2005/8/layout/orgChart1"/>
    <dgm:cxn modelId="{9DE9F2B0-B737-4253-8FD6-875A280FB506}" srcId="{9843AD8E-DEB6-4929-8DF8-6F1AE6D9979E}" destId="{25F9213C-29F9-4B57-8770-7C81F9E5CE9B}" srcOrd="0" destOrd="0" parTransId="{763E1903-EAF4-4969-84A5-5462B2AE47A1}" sibTransId="{BA9CC3B2-5FCF-44A6-A425-687212BA7B64}"/>
    <dgm:cxn modelId="{E4BE6773-4D21-44E4-AB92-AEFB05709894}" type="presOf" srcId="{3261FB06-05C2-4B12-95BF-20E7CD53105A}" destId="{E34682B2-1303-4F49-A2C0-ADF598E68DDD}" srcOrd="0" destOrd="0" presId="urn:microsoft.com/office/officeart/2005/8/layout/orgChart1"/>
    <dgm:cxn modelId="{03A2FB12-B92A-4F9E-9EC9-B37A566286A4}" type="presOf" srcId="{E5D989D0-81A6-473C-B098-8ACBE293D8CB}" destId="{9F243FA5-7381-4620-99DB-CD538EFBFB08}" srcOrd="0" destOrd="0" presId="urn:microsoft.com/office/officeart/2005/8/layout/orgChart1"/>
    <dgm:cxn modelId="{CD7A6F74-D1EC-4BEE-8167-8940F9DC526F}" type="presOf" srcId="{9843AD8E-DEB6-4929-8DF8-6F1AE6D9979E}" destId="{734962A1-5CC2-4701-AA26-A77BFF7460F6}" srcOrd="0" destOrd="0" presId="urn:microsoft.com/office/officeart/2005/8/layout/orgChart1"/>
    <dgm:cxn modelId="{052453F5-F385-44BE-926A-B32C5145DAB4}" type="presOf" srcId="{EFF3CCCD-884D-40B8-8880-08890FE5D429}" destId="{EF2625BA-FB84-4EE2-9130-ABBF8F943722}" srcOrd="0" destOrd="0" presId="urn:microsoft.com/office/officeart/2005/8/layout/orgChart1"/>
    <dgm:cxn modelId="{C0E03647-260F-410D-838D-AEB5DAE71D93}" type="presOf" srcId="{411B01EB-7633-48DB-A696-515E98C78973}" destId="{47831D18-9FA1-4E15-B5A8-6A309EE6F5AD}" srcOrd="0" destOrd="0" presId="urn:microsoft.com/office/officeart/2005/8/layout/orgChart1"/>
    <dgm:cxn modelId="{DE68D219-2237-4D0C-A2B6-BC0A93709286}" type="presOf" srcId="{3261FB06-05C2-4B12-95BF-20E7CD53105A}" destId="{F53BF3B6-D7BF-4F5C-8CC4-1637156DC8F1}" srcOrd="1" destOrd="0" presId="urn:microsoft.com/office/officeart/2005/8/layout/orgChart1"/>
    <dgm:cxn modelId="{4A59C49D-7EB7-495E-BFCA-3E7290765B8A}" type="presOf" srcId="{4FEBC4F8-8EC6-44E2-B9B8-6A73C52D2984}" destId="{05BFF812-9C94-457D-BE68-AC28955B8727}" srcOrd="0" destOrd="0" presId="urn:microsoft.com/office/officeart/2005/8/layout/orgChart1"/>
    <dgm:cxn modelId="{7DB58C90-74BC-4970-BCF8-C2660A1C46FE}" srcId="{58039071-1FAC-45C0-81B7-9C1916AB923A}" destId="{DDC0B79A-77A6-4FA4-9182-881DBB534593}" srcOrd="3" destOrd="0" parTransId="{C356FEFD-FE46-4766-AFE9-42D2AE0BCCF1}" sibTransId="{F56483AD-4E03-46B1-965D-3374020DB641}"/>
    <dgm:cxn modelId="{5C025486-94F1-444F-A087-01430823BCF8}" type="presOf" srcId="{050B48BC-6AF4-4906-98AD-6C4CA9465877}" destId="{C70D58A7-924D-4436-94DB-B62E6762BA84}" srcOrd="1" destOrd="0" presId="urn:microsoft.com/office/officeart/2005/8/layout/orgChart1"/>
    <dgm:cxn modelId="{ABF6A5A6-E090-4412-B448-9CD557E81C10}" srcId="{36546883-CD79-4A72-8A47-33BCAE595C99}" destId="{94D52F18-6631-4CC2-966D-D6E18616A4B4}" srcOrd="0" destOrd="0" parTransId="{C36B0555-534B-4324-A03B-F847E8ED2F76}" sibTransId="{20F826B1-0877-4ECC-B325-858FD78312C0}"/>
    <dgm:cxn modelId="{C1997590-68CC-4CEC-ADB1-EFD88F6AE730}" type="presOf" srcId="{9A6BF6B4-5B07-4B66-A6B8-6F7CCECB4BE9}" destId="{A4D7A2A2-1B46-478E-BE46-D68512A072F8}" srcOrd="0" destOrd="0" presId="urn:microsoft.com/office/officeart/2005/8/layout/orgChart1"/>
    <dgm:cxn modelId="{5F656D54-EB1F-4CC9-8BF7-B3FD44E37FA2}" type="presOf" srcId="{596D1597-501D-4875-8981-8187F6227711}" destId="{9485DDF0-B7FD-4386-AB62-810945189E34}" srcOrd="0" destOrd="0" presId="urn:microsoft.com/office/officeart/2005/8/layout/orgChart1"/>
    <dgm:cxn modelId="{EA6AA7D0-6242-4660-B6AD-7000E78569D5}" type="presOf" srcId="{36546883-CD79-4A72-8A47-33BCAE595C99}" destId="{1FD4029B-A0A4-4954-B91D-A381C9F73316}" srcOrd="1" destOrd="0" presId="urn:microsoft.com/office/officeart/2005/8/layout/orgChart1"/>
    <dgm:cxn modelId="{652A55F8-C557-4D18-8C25-E299F8EC1406}" type="presOf" srcId="{BE94ED4D-57ED-4372-A14D-2C4A879B640D}" destId="{555B3780-56C6-4767-AC67-177AE8549984}" srcOrd="0" destOrd="0" presId="urn:microsoft.com/office/officeart/2005/8/layout/orgChart1"/>
    <dgm:cxn modelId="{31FDFF68-279D-4968-BB71-78B8C61BE51C}" type="presOf" srcId="{B67C8DD2-29D0-4CEA-8917-408A3A42E0D8}" destId="{1D8D387A-EB72-478C-A2C9-85A580972588}" srcOrd="1" destOrd="0" presId="urn:microsoft.com/office/officeart/2005/8/layout/orgChart1"/>
    <dgm:cxn modelId="{B06CC284-847C-4307-B6ED-1C55ED00EF1F}" type="presOf" srcId="{BDB814EA-B760-451F-8D45-8BECA9776097}" destId="{A75CD9E2-9214-42B5-BBE2-EE3EC1D64BE1}" srcOrd="0" destOrd="0" presId="urn:microsoft.com/office/officeart/2005/8/layout/orgChart1"/>
    <dgm:cxn modelId="{892600FD-95BB-4AF9-8077-17701DB86E85}" srcId="{EFF3CCCD-884D-40B8-8880-08890FE5D429}" destId="{36546883-CD79-4A72-8A47-33BCAE595C99}" srcOrd="0" destOrd="0" parTransId="{D3F57236-8EDF-4298-93FC-943AAA8CC77B}" sibTransId="{7721EEEF-609D-43A2-B920-C1AE2E19A82F}"/>
    <dgm:cxn modelId="{5F7D7C76-D9AB-4059-9E86-554D6EB229B0}" srcId="{3261FB06-05C2-4B12-95BF-20E7CD53105A}" destId="{10C9777B-77ED-4944-8E37-D48C253511D9}" srcOrd="2" destOrd="0" parTransId="{BDB814EA-B760-451F-8D45-8BECA9776097}" sibTransId="{E88D9169-434E-47C1-BB58-12C84550314E}"/>
    <dgm:cxn modelId="{E660C771-B6DD-4C9B-B5EA-6B572E1FC76C}" type="presOf" srcId="{FC3B5AB0-D624-432F-88CA-2DEB001E5013}" destId="{AE8D0F07-E53E-4378-BCDF-306DD38C3A4E}" srcOrd="1" destOrd="0" presId="urn:microsoft.com/office/officeart/2005/8/layout/orgChart1"/>
    <dgm:cxn modelId="{179F31F4-2630-48F9-A714-4625D17272BC}" type="presOf" srcId="{BE94ED4D-57ED-4372-A14D-2C4A879B640D}" destId="{01162131-499C-4A5B-BDE7-807CD695279E}" srcOrd="1" destOrd="0" presId="urn:microsoft.com/office/officeart/2005/8/layout/orgChart1"/>
    <dgm:cxn modelId="{C1A00B4D-666B-4B89-BB89-D58C709A2927}" srcId="{9843AD8E-DEB6-4929-8DF8-6F1AE6D9979E}" destId="{BE94ED4D-57ED-4372-A14D-2C4A879B640D}" srcOrd="6" destOrd="0" parTransId="{596D1597-501D-4875-8981-8187F6227711}" sibTransId="{8C62A93C-5C61-4322-915F-E032D0E5B545}"/>
    <dgm:cxn modelId="{3BBD1345-0B5E-42D8-ADC4-91F077BA21F4}" type="presOf" srcId="{8991C59F-EE5B-450B-9CD7-6C5D83BDDA45}" destId="{A3270B00-7131-4ECC-B312-64DFFB82A6F5}" srcOrd="0" destOrd="0" presId="urn:microsoft.com/office/officeart/2005/8/layout/orgChart1"/>
    <dgm:cxn modelId="{B42AD45A-E350-4D56-96EE-E392E075A068}" type="presOf" srcId="{D4CB0ED4-3BFB-45AD-8E8C-A5DD8814B23E}" destId="{A03245DC-8ED9-4BEB-B0E7-01B8B2B1014C}" srcOrd="1" destOrd="0" presId="urn:microsoft.com/office/officeart/2005/8/layout/orgChart1"/>
    <dgm:cxn modelId="{5F4EDFAA-3C23-4273-8B22-5A5A039AD1E3}" type="presOf" srcId="{CFF38C0B-13BF-499E-B349-D713B58583D8}" destId="{A7A9C275-E9BC-45FF-AB20-89F609A0C0AE}" srcOrd="0" destOrd="0" presId="urn:microsoft.com/office/officeart/2005/8/layout/orgChart1"/>
    <dgm:cxn modelId="{07FC0CAE-9B0B-4928-82AB-D8EAC1CAB6B3}" type="presOf" srcId="{9843AD8E-DEB6-4929-8DF8-6F1AE6D9979E}" destId="{EE9FF03F-A7A1-4F30-B5CC-B144EA000B07}" srcOrd="1" destOrd="0" presId="urn:microsoft.com/office/officeart/2005/8/layout/orgChart1"/>
    <dgm:cxn modelId="{19BCCB8F-6306-40EB-9360-57B13F7ACFC9}" srcId="{94D52F18-6631-4CC2-966D-D6E18616A4B4}" destId="{F41666EB-FFCD-49BD-B000-0F09018BD742}" srcOrd="3" destOrd="0" parTransId="{91C12EA5-29F6-4FD2-B04B-F921954D6A9B}" sibTransId="{0DA26CE0-04C5-4394-B0CB-495797FBCEA5}"/>
    <dgm:cxn modelId="{9B86C25D-BDF1-4B62-B9BF-1FAE53B51500}" srcId="{9A6BF6B4-5B07-4B66-A6B8-6F7CCECB4BE9}" destId="{2F7E59A4-9F40-4245-8C3D-0AD05DA1C3C6}" srcOrd="0" destOrd="0" parTransId="{84A278EC-DAA1-4894-B216-75A150DD16B6}" sibTransId="{18B581DE-3465-4346-83DD-17E4108D52FB}"/>
    <dgm:cxn modelId="{35E55208-D841-4261-BFA7-89EE9A14B771}" type="presOf" srcId="{0E7C93E7-68B0-41D8-9113-326A8AA97910}" destId="{7C14F8BD-58ED-4031-9015-4873F3F3C6C1}" srcOrd="0" destOrd="0" presId="urn:microsoft.com/office/officeart/2005/8/layout/orgChart1"/>
    <dgm:cxn modelId="{B6053272-96F6-4032-BBBF-6AD28FE8A534}" type="presOf" srcId="{763E1903-EAF4-4969-84A5-5462B2AE47A1}" destId="{852D98C1-C1F6-4F76-9A6A-8E70F677B969}" srcOrd="0" destOrd="0" presId="urn:microsoft.com/office/officeart/2005/8/layout/orgChart1"/>
    <dgm:cxn modelId="{09E4FD2C-D398-4888-8220-C72CF5AB4A2D}" type="presOf" srcId="{7A61B36B-C589-433E-9AE7-83D8D9BBBB75}" destId="{55CBE388-ACA3-4D66-A9EC-CEA7C6662589}" srcOrd="0" destOrd="0" presId="urn:microsoft.com/office/officeart/2005/8/layout/orgChart1"/>
    <dgm:cxn modelId="{547992F6-43E6-49BA-968E-F119EB69F461}" type="presOf" srcId="{93D57292-79E0-47DD-9DC7-DEF8529942B7}" destId="{2DBEB5FC-C61C-46F6-86BA-B747005B3495}" srcOrd="0" destOrd="0" presId="urn:microsoft.com/office/officeart/2005/8/layout/orgChart1"/>
    <dgm:cxn modelId="{24F929CF-3B97-4E52-A250-3FBAB201E824}" type="presOf" srcId="{FA7CD001-D219-4497-A049-C2733A51C1F7}" destId="{2978CB6A-0544-4460-BCF2-F651D3E2F248}" srcOrd="0" destOrd="0" presId="urn:microsoft.com/office/officeart/2005/8/layout/orgChart1"/>
    <dgm:cxn modelId="{45681D3D-4882-4363-B857-84E80B8D15DF}" type="presOf" srcId="{DC85CFC5-B672-4C82-9F77-3A905FB21F2F}" destId="{13C765AB-78D0-4C2A-9935-2EDCB5DCB8C2}" srcOrd="0" destOrd="0" presId="urn:microsoft.com/office/officeart/2005/8/layout/orgChart1"/>
    <dgm:cxn modelId="{050ED301-0BCD-4293-9E4E-2474666F7C18}" type="presOf" srcId="{F41666EB-FFCD-49BD-B000-0F09018BD742}" destId="{691B3E0E-E815-497B-8C00-D63C1D4F76DE}" srcOrd="1" destOrd="0" presId="urn:microsoft.com/office/officeart/2005/8/layout/orgChart1"/>
    <dgm:cxn modelId="{135D1871-C071-402C-8290-2E310B5BA2BC}" srcId="{94D52F18-6631-4CC2-966D-D6E18616A4B4}" destId="{02B8F4D0-9DFF-438F-A19D-FA4A22C3FA30}" srcOrd="2" destOrd="0" parTransId="{71DA3145-1EB0-45CF-8C25-5BA29EB615F4}" sibTransId="{4493641F-7C9D-40FB-A8F9-AAA2DA5B6128}"/>
    <dgm:cxn modelId="{03434C64-61E4-4437-A114-AC694A88A810}" type="presOf" srcId="{C356FEFD-FE46-4766-AFE9-42D2AE0BCCF1}" destId="{A2A28B37-2B4F-4E33-8B30-FDFA2CC5FFA0}" srcOrd="0" destOrd="0" presId="urn:microsoft.com/office/officeart/2005/8/layout/orgChart1"/>
    <dgm:cxn modelId="{6D86D8E5-7815-4489-996E-EC00A9ECE7D2}" type="presOf" srcId="{A08AC908-808E-4DDC-9BB5-F3A4B1D81677}" destId="{BE995E43-B24E-4605-B0EF-1297E132DDBA}" srcOrd="0" destOrd="0" presId="urn:microsoft.com/office/officeart/2005/8/layout/orgChart1"/>
    <dgm:cxn modelId="{46B4A399-8302-4FAD-A016-10BC56CCFE03}" type="presOf" srcId="{CFF38C0B-13BF-499E-B349-D713B58583D8}" destId="{3F8CDC87-6AF6-4A04-8BD1-57122CFBFAA2}" srcOrd="1" destOrd="0" presId="urn:microsoft.com/office/officeart/2005/8/layout/orgChart1"/>
    <dgm:cxn modelId="{ACF956A6-CE6D-4229-83DA-70E455CCD344}" srcId="{94D52F18-6631-4CC2-966D-D6E18616A4B4}" destId="{DD336F09-800A-41E5-8691-63C2E2EF2EEF}" srcOrd="0" destOrd="0" parTransId="{F6EE8091-77AB-4A9E-A417-18989FCD9399}" sibTransId="{C39107B1-DAE0-416A-8B22-A0BD1377057A}"/>
    <dgm:cxn modelId="{32A73516-B073-4EE1-B4D2-9FD005AC2406}" srcId="{9843AD8E-DEB6-4929-8DF8-6F1AE6D9979E}" destId="{625D249E-32D6-4EA7-8030-5B2124CF9DF6}" srcOrd="3" destOrd="0" parTransId="{FC1703B3-06D7-436A-BC59-5FE8030B74C1}" sibTransId="{08B08794-7483-4A06-A931-ADCF9E663D8C}"/>
    <dgm:cxn modelId="{83854B3A-EA5A-4A76-9DFF-B872DC5B4A80}" type="presOf" srcId="{99FC3670-C325-4DF9-8536-5CB4505DB0C9}" destId="{7763B793-0F16-41A6-8397-CBF76602989C}" srcOrd="0" destOrd="0" presId="urn:microsoft.com/office/officeart/2005/8/layout/orgChart1"/>
    <dgm:cxn modelId="{5A8E48D3-0F2B-4922-8F3A-19ED60D23C69}" type="presOf" srcId="{94D52F18-6631-4CC2-966D-D6E18616A4B4}" destId="{60FCB845-59DB-482D-97C1-A913932BDE30}" srcOrd="1" destOrd="0" presId="urn:microsoft.com/office/officeart/2005/8/layout/orgChart1"/>
    <dgm:cxn modelId="{C93296D5-FCED-459A-A8A5-CEAC95112245}" type="presOf" srcId="{7A61B36B-C589-433E-9AE7-83D8D9BBBB75}" destId="{E3E26D38-5C70-431E-A395-27FCF321F12B}" srcOrd="1" destOrd="0" presId="urn:microsoft.com/office/officeart/2005/8/layout/orgChart1"/>
    <dgm:cxn modelId="{4A345CE1-0D99-4261-8C9F-F75A5A9532A3}" type="presOf" srcId="{F6EE8091-77AB-4A9E-A417-18989FCD9399}" destId="{5293581B-4063-4A61-B0BE-503DF31B37BC}" srcOrd="0" destOrd="0" presId="urn:microsoft.com/office/officeart/2005/8/layout/orgChart1"/>
    <dgm:cxn modelId="{3EFD730E-E463-4566-81AF-2F270110D1E5}" type="presOf" srcId="{10C9777B-77ED-4944-8E37-D48C253511D9}" destId="{7D573A0D-4083-4534-8684-6F99F7A86646}" srcOrd="0" destOrd="0" presId="urn:microsoft.com/office/officeart/2005/8/layout/orgChart1"/>
    <dgm:cxn modelId="{D33BE85F-F3AF-48E5-BA07-92CD3A1F78C6}" type="presOf" srcId="{F44EE0E2-C1F7-4A07-A6BA-3F04367B2880}" destId="{3BD2E683-525C-4D59-B6E0-A070097EDFDC}" srcOrd="0" destOrd="0" presId="urn:microsoft.com/office/officeart/2005/8/layout/orgChart1"/>
    <dgm:cxn modelId="{87F89C36-26C9-43E9-A966-5864FC8A12E3}" type="presOf" srcId="{0E7C93E7-68B0-41D8-9113-326A8AA97910}" destId="{0ADC0C19-EC55-4516-B2FA-3721436BDB1A}" srcOrd="1" destOrd="0" presId="urn:microsoft.com/office/officeart/2005/8/layout/orgChart1"/>
    <dgm:cxn modelId="{E9BE7111-3C31-40F9-89B3-EA5CD1822A3B}" srcId="{58039071-1FAC-45C0-81B7-9C1916AB923A}" destId="{93D57292-79E0-47DD-9DC7-DEF8529942B7}" srcOrd="2" destOrd="0" parTransId="{C062C36B-6733-4EF7-B22D-179941B3C882}" sibTransId="{E59C30FA-8A10-423C-A4A2-F69ADF424807}"/>
    <dgm:cxn modelId="{472E3FA2-4AC8-493F-9F7B-9BE4D9D52554}" type="presOf" srcId="{84A278EC-DAA1-4894-B216-75A150DD16B6}" destId="{967E6F36-451B-4AAE-9CC4-EF2F693B6DF1}" srcOrd="0" destOrd="0" presId="urn:microsoft.com/office/officeart/2005/8/layout/orgChart1"/>
    <dgm:cxn modelId="{DED7B124-AAD5-4E2A-BC90-0D2600DB9F37}" srcId="{9A6BF6B4-5B07-4B66-A6B8-6F7CCECB4BE9}" destId="{4FEBC4F8-8EC6-44E2-B9B8-6A73C52D2984}" srcOrd="1" destOrd="0" parTransId="{5BBBE72D-5BB9-44E5-8D0E-32312043A084}" sibTransId="{746CE12C-3863-4BD1-AFF3-222875DEE113}"/>
    <dgm:cxn modelId="{CE306706-01C9-44F2-9BC7-1772FC337F8A}" type="presOf" srcId="{99FC3670-C325-4DF9-8536-5CB4505DB0C9}" destId="{E27D4C00-3BBD-4210-94F3-E0A31AC7332A}" srcOrd="1" destOrd="0" presId="urn:microsoft.com/office/officeart/2005/8/layout/orgChart1"/>
    <dgm:cxn modelId="{7669E5D5-D6FE-4DBF-8ACE-327BDFA82E42}" type="presOf" srcId="{C9814A07-1499-4876-869E-C522EC3CD8DE}" destId="{2581A1CC-B91F-4203-B1AE-4C7BCAFCF7A8}" srcOrd="0" destOrd="0" presId="urn:microsoft.com/office/officeart/2005/8/layout/orgChart1"/>
    <dgm:cxn modelId="{EB165659-0BF6-4389-A4EA-4E23147071E5}" type="presOf" srcId="{02B8F4D0-9DFF-438F-A19D-FA4A22C3FA30}" destId="{33F87EBF-189A-40D4-9328-7791C83367AB}" srcOrd="0" destOrd="0" presId="urn:microsoft.com/office/officeart/2005/8/layout/orgChart1"/>
    <dgm:cxn modelId="{12AB2B6B-3C66-4A48-BCEB-C37971A710A0}" type="presOf" srcId="{B7ADADB7-0011-40DF-BA4A-68652B210B04}" destId="{676A83F3-DFC8-4F3B-BDB2-A4BAED357CE0}" srcOrd="0" destOrd="0" presId="urn:microsoft.com/office/officeart/2005/8/layout/orgChart1"/>
    <dgm:cxn modelId="{76B21922-E2C0-4CB8-8A31-26EFB37D9F2D}" type="presOf" srcId="{625D249E-32D6-4EA7-8030-5B2124CF9DF6}" destId="{AB309B37-D6DD-4478-8170-54CD05D285B1}" srcOrd="0" destOrd="0" presId="urn:microsoft.com/office/officeart/2005/8/layout/orgChart1"/>
    <dgm:cxn modelId="{90BC9193-3CAE-4E67-84C9-FE074BBBD0AE}" type="presOf" srcId="{E1B5A03D-F298-4F0C-9901-BDFA3E2A768C}" destId="{E0225C82-65C8-4D1E-91A9-BF9FD4A92E6E}" srcOrd="1" destOrd="0" presId="urn:microsoft.com/office/officeart/2005/8/layout/orgChart1"/>
    <dgm:cxn modelId="{3B8FF64D-6057-42BB-9738-6E579AD096BC}" type="presOf" srcId="{71DA3145-1EB0-45CF-8C25-5BA29EB615F4}" destId="{7A436B7B-F55E-41F2-B639-C9CAEB1B41CF}" srcOrd="0" destOrd="0" presId="urn:microsoft.com/office/officeart/2005/8/layout/orgChart1"/>
    <dgm:cxn modelId="{D61561B7-1EB2-4ECF-838D-970B72DB07E3}" srcId="{36546883-CD79-4A72-8A47-33BCAE595C99}" destId="{9843AD8E-DEB6-4929-8DF8-6F1AE6D9979E}" srcOrd="5" destOrd="0" parTransId="{FA7CD001-D219-4497-A049-C2733A51C1F7}" sibTransId="{097B5308-9CB6-4067-B714-C7E6C5A1997A}"/>
    <dgm:cxn modelId="{F3355B3C-6B81-4541-8173-0BDCE9616DDD}" srcId="{9A6BF6B4-5B07-4B66-A6B8-6F7CCECB4BE9}" destId="{8991C59F-EE5B-450B-9CD7-6C5D83BDDA45}" srcOrd="2" destOrd="0" parTransId="{185758E9-E875-4700-A7AF-3B964D4F4EF0}" sibTransId="{4ECFB524-CB4A-46E8-8653-DB0B8CC835B0}"/>
    <dgm:cxn modelId="{BA834F98-46B6-42F3-909F-A2A8CA490E83}" type="presOf" srcId="{DB70E169-6AB0-4702-9C2E-AE1CC719E848}" destId="{3455B811-1501-40E5-A2D6-CD555550FBAE}" srcOrd="0" destOrd="0" presId="urn:microsoft.com/office/officeart/2005/8/layout/orgChart1"/>
    <dgm:cxn modelId="{C675D95D-E9E0-4F6B-8D6E-0C9671538ADA}" srcId="{B13AAEF6-A1DC-435C-8632-946341FF1CE3}" destId="{C4A2A9A2-D760-42BD-9AA2-BEE6A7D761DF}" srcOrd="0" destOrd="0" parTransId="{FFCDDB9C-6233-42DB-929B-439CBB8C9D84}" sibTransId="{9CA99EAA-6D7D-4DC9-AE1D-51C18C0A20AE}"/>
    <dgm:cxn modelId="{F32CB4E8-6090-4EF1-842C-1BC9DEE1972F}" srcId="{36546883-CD79-4A72-8A47-33BCAE595C99}" destId="{B13AAEF6-A1DC-435C-8632-946341FF1CE3}" srcOrd="1" destOrd="0" parTransId="{18ECA62F-FED6-4D08-8CE6-26CDE75C8D9C}" sibTransId="{2037C467-00B4-409F-96D3-5AF488BC7BE0}"/>
    <dgm:cxn modelId="{386DA543-05E5-42A8-B1D8-36EF64E70A1F}" type="presOf" srcId="{DDC0B79A-77A6-4FA4-9182-881DBB534593}" destId="{576E56D9-AE3F-4969-AAA3-D292CDBEEEBD}" srcOrd="0" destOrd="0" presId="urn:microsoft.com/office/officeart/2005/8/layout/orgChart1"/>
    <dgm:cxn modelId="{6813606C-461E-4153-B216-8321683F970F}" type="presOf" srcId="{58039071-1FAC-45C0-81B7-9C1916AB923A}" destId="{FDC789AE-03E5-44A0-BC10-B66C17D74AA4}" srcOrd="1" destOrd="0" presId="urn:microsoft.com/office/officeart/2005/8/layout/orgChart1"/>
    <dgm:cxn modelId="{51599E15-41EF-408C-81FD-9098C167B5E4}" type="presOf" srcId="{4FEBC4F8-8EC6-44E2-B9B8-6A73C52D2984}" destId="{32272744-789A-43D9-A013-68EC5B861BFB}" srcOrd="1" destOrd="0" presId="urn:microsoft.com/office/officeart/2005/8/layout/orgChart1"/>
    <dgm:cxn modelId="{E6D1E25A-BCB1-4B82-A2A3-861AF6420D29}" type="presOf" srcId="{25F9213C-29F9-4B57-8770-7C81F9E5CE9B}" destId="{DE9716E4-7841-44E0-AA6F-B674FDC449C0}" srcOrd="1" destOrd="0" presId="urn:microsoft.com/office/officeart/2005/8/layout/orgChart1"/>
    <dgm:cxn modelId="{3A0A3BF4-2669-4704-A6D1-4B8AA519AEFE}" srcId="{58039071-1FAC-45C0-81B7-9C1916AB923A}" destId="{B67C8DD2-29D0-4CEA-8917-408A3A42E0D8}" srcOrd="0" destOrd="0" parTransId="{F44EE0E2-C1F7-4A07-A6BA-3F04367B2880}" sibTransId="{E32CD1A3-F6F5-4FBE-B12E-89649931DC17}"/>
    <dgm:cxn modelId="{F3312E7A-5FE9-45A6-95E5-65FAF74B9F96}" type="presOf" srcId="{FC1703B3-06D7-436A-BC59-5FE8030B74C1}" destId="{98A80A87-AC73-4043-9EE1-F892CB0EB8A4}" srcOrd="0" destOrd="0" presId="urn:microsoft.com/office/officeart/2005/8/layout/orgChart1"/>
    <dgm:cxn modelId="{925BFF44-4792-4756-ABB6-3CC58D008BB2}" type="presOf" srcId="{B13AAEF6-A1DC-435C-8632-946341FF1CE3}" destId="{702CAD03-7A2E-4831-ACA8-38D768ED71A9}" srcOrd="0" destOrd="0" presId="urn:microsoft.com/office/officeart/2005/8/layout/orgChart1"/>
    <dgm:cxn modelId="{42CC46C7-B45A-4C10-AC46-4CA4B35D30B6}" type="presOf" srcId="{7FBF169D-42DA-46E2-A699-C217E37ED5FD}" destId="{203F63D5-0FB1-479E-B3F2-184D3FCFEFC4}" srcOrd="0" destOrd="0" presId="urn:microsoft.com/office/officeart/2005/8/layout/orgChart1"/>
    <dgm:cxn modelId="{A6EC7B01-ED48-4582-BFD1-C05917E51A01}" type="presOf" srcId="{10C9777B-77ED-4944-8E37-D48C253511D9}" destId="{D99AC9DC-F91A-418C-B607-A664FC9EC561}" srcOrd="1" destOrd="0" presId="urn:microsoft.com/office/officeart/2005/8/layout/orgChart1"/>
    <dgm:cxn modelId="{E3343126-1CB3-45FD-9354-ED5D248B9EE2}" type="presParOf" srcId="{EF2625BA-FB84-4EE2-9130-ABBF8F943722}" destId="{43D57AEE-97B6-4724-9EA3-89BE7C8E1063}" srcOrd="0" destOrd="0" presId="urn:microsoft.com/office/officeart/2005/8/layout/orgChart1"/>
    <dgm:cxn modelId="{32CADF48-3DC2-4262-A07D-106FDCFF4A40}" type="presParOf" srcId="{43D57AEE-97B6-4724-9EA3-89BE7C8E1063}" destId="{188962A7-1087-45A7-9CDD-39CB6A1B611B}" srcOrd="0" destOrd="0" presId="urn:microsoft.com/office/officeart/2005/8/layout/orgChart1"/>
    <dgm:cxn modelId="{4F2DD5F1-EF50-4468-8456-BF0D64858A50}" type="presParOf" srcId="{188962A7-1087-45A7-9CDD-39CB6A1B611B}" destId="{D650241C-1B3E-484A-8589-89B5570F9E92}" srcOrd="0" destOrd="0" presId="urn:microsoft.com/office/officeart/2005/8/layout/orgChart1"/>
    <dgm:cxn modelId="{EE490895-BFB3-4333-A4C1-55489B1AA1D4}" type="presParOf" srcId="{188962A7-1087-45A7-9CDD-39CB6A1B611B}" destId="{1FD4029B-A0A4-4954-B91D-A381C9F73316}" srcOrd="1" destOrd="0" presId="urn:microsoft.com/office/officeart/2005/8/layout/orgChart1"/>
    <dgm:cxn modelId="{163F1216-1886-4625-9F8D-D9C19027C0D3}" type="presParOf" srcId="{43D57AEE-97B6-4724-9EA3-89BE7C8E1063}" destId="{DDC15E05-8A6F-4EFD-BFAF-84951DE84703}" srcOrd="1" destOrd="0" presId="urn:microsoft.com/office/officeart/2005/8/layout/orgChart1"/>
    <dgm:cxn modelId="{F08AEC47-CFEF-4A71-8626-967B2350F630}" type="presParOf" srcId="{DDC15E05-8A6F-4EFD-BFAF-84951DE84703}" destId="{2F451472-8D1E-47AD-9CC4-DECA136ECF22}" srcOrd="0" destOrd="0" presId="urn:microsoft.com/office/officeart/2005/8/layout/orgChart1"/>
    <dgm:cxn modelId="{48E04284-24C0-4515-879B-30AE97A05517}" type="presParOf" srcId="{DDC15E05-8A6F-4EFD-BFAF-84951DE84703}" destId="{4CA89B58-B063-4DE0-9DC3-D781DC8FC1DD}" srcOrd="1" destOrd="0" presId="urn:microsoft.com/office/officeart/2005/8/layout/orgChart1"/>
    <dgm:cxn modelId="{9CBE35F7-9F49-436B-A05C-780CF7F8F640}" type="presParOf" srcId="{4CA89B58-B063-4DE0-9DC3-D781DC8FC1DD}" destId="{C5E1BEB0-679E-419C-9EAF-2CB97B9867C2}" srcOrd="0" destOrd="0" presId="urn:microsoft.com/office/officeart/2005/8/layout/orgChart1"/>
    <dgm:cxn modelId="{FB70471B-08A2-439B-81C1-B88743C50E6E}" type="presParOf" srcId="{C5E1BEB0-679E-419C-9EAF-2CB97B9867C2}" destId="{ACC28E90-9F5E-4D34-9AE6-D08634A68AEF}" srcOrd="0" destOrd="0" presId="urn:microsoft.com/office/officeart/2005/8/layout/orgChart1"/>
    <dgm:cxn modelId="{45EF93ED-8395-4AE9-9015-CDA005573040}" type="presParOf" srcId="{C5E1BEB0-679E-419C-9EAF-2CB97B9867C2}" destId="{60FCB845-59DB-482D-97C1-A913932BDE30}" srcOrd="1" destOrd="0" presId="urn:microsoft.com/office/officeart/2005/8/layout/orgChart1"/>
    <dgm:cxn modelId="{CA32D211-1D94-4FA6-B235-575040D92CCB}" type="presParOf" srcId="{4CA89B58-B063-4DE0-9DC3-D781DC8FC1DD}" destId="{BAEF1441-56B9-4471-AECB-F27A16248E0C}" srcOrd="1" destOrd="0" presId="urn:microsoft.com/office/officeart/2005/8/layout/orgChart1"/>
    <dgm:cxn modelId="{0728DA41-A36E-46F3-A520-5CD10380342B}" type="presParOf" srcId="{BAEF1441-56B9-4471-AECB-F27A16248E0C}" destId="{5293581B-4063-4A61-B0BE-503DF31B37BC}" srcOrd="0" destOrd="0" presId="urn:microsoft.com/office/officeart/2005/8/layout/orgChart1"/>
    <dgm:cxn modelId="{B0AC0FF4-4881-47D7-99AF-C7B74684A901}" type="presParOf" srcId="{BAEF1441-56B9-4471-AECB-F27A16248E0C}" destId="{7D649915-8037-4203-99B9-9807F4AAAC0D}" srcOrd="1" destOrd="0" presId="urn:microsoft.com/office/officeart/2005/8/layout/orgChart1"/>
    <dgm:cxn modelId="{37742D5B-C4C6-47FC-ABD0-A3B73B6CA730}" type="presParOf" srcId="{7D649915-8037-4203-99B9-9807F4AAAC0D}" destId="{EE444AD0-77FC-4D7B-82AF-1D552C8E8A05}" srcOrd="0" destOrd="0" presId="urn:microsoft.com/office/officeart/2005/8/layout/orgChart1"/>
    <dgm:cxn modelId="{29281D4D-A273-49FE-B1D7-DC6AF52AEC19}" type="presParOf" srcId="{EE444AD0-77FC-4D7B-82AF-1D552C8E8A05}" destId="{E76799B2-53AC-45EE-8469-580267525244}" srcOrd="0" destOrd="0" presId="urn:microsoft.com/office/officeart/2005/8/layout/orgChart1"/>
    <dgm:cxn modelId="{DA432378-B9E1-481A-85A0-5DEBFFE48604}" type="presParOf" srcId="{EE444AD0-77FC-4D7B-82AF-1D552C8E8A05}" destId="{6128AD0B-CFB2-4EF1-87A4-31F9A5FE6EDC}" srcOrd="1" destOrd="0" presId="urn:microsoft.com/office/officeart/2005/8/layout/orgChart1"/>
    <dgm:cxn modelId="{C8A6DFC1-C3CC-4F3F-BBEA-97B4DF917B58}" type="presParOf" srcId="{7D649915-8037-4203-99B9-9807F4AAAC0D}" destId="{9AB37963-36B4-4EAA-8FCB-93CBA88158E9}" srcOrd="1" destOrd="0" presId="urn:microsoft.com/office/officeart/2005/8/layout/orgChart1"/>
    <dgm:cxn modelId="{66C6C3EE-20E5-46C2-8DDC-818C17CE0654}" type="presParOf" srcId="{7D649915-8037-4203-99B9-9807F4AAAC0D}" destId="{E1967635-686D-4878-8CDA-A0CD8A838108}" srcOrd="2" destOrd="0" presId="urn:microsoft.com/office/officeart/2005/8/layout/orgChart1"/>
    <dgm:cxn modelId="{C4B35833-ED7F-4065-B8B7-3A7CCA7F9215}" type="presParOf" srcId="{BAEF1441-56B9-4471-AECB-F27A16248E0C}" destId="{FC01B001-C578-41B3-B145-25B6EAF2334B}" srcOrd="2" destOrd="0" presId="urn:microsoft.com/office/officeart/2005/8/layout/orgChart1"/>
    <dgm:cxn modelId="{E9CB41BC-6531-4420-898C-C1A89BEF4FBA}" type="presParOf" srcId="{BAEF1441-56B9-4471-AECB-F27A16248E0C}" destId="{4FFCEDA3-E840-4386-AC76-6B5A9A3458B1}" srcOrd="3" destOrd="0" presId="urn:microsoft.com/office/officeart/2005/8/layout/orgChart1"/>
    <dgm:cxn modelId="{E2AC2857-E487-4EB3-BB82-5FD04F135380}" type="presParOf" srcId="{4FFCEDA3-E840-4386-AC76-6B5A9A3458B1}" destId="{65FBFD9E-33C1-4EF8-A926-F51DEEDD463A}" srcOrd="0" destOrd="0" presId="urn:microsoft.com/office/officeart/2005/8/layout/orgChart1"/>
    <dgm:cxn modelId="{39B2E64A-BFB0-47F9-96ED-CD21393DBDBA}" type="presParOf" srcId="{65FBFD9E-33C1-4EF8-A926-F51DEEDD463A}" destId="{9F243FA5-7381-4620-99DB-CD538EFBFB08}" srcOrd="0" destOrd="0" presId="urn:microsoft.com/office/officeart/2005/8/layout/orgChart1"/>
    <dgm:cxn modelId="{0B9A25E1-A036-4F41-A346-76D8C6E1CF40}" type="presParOf" srcId="{65FBFD9E-33C1-4EF8-A926-F51DEEDD463A}" destId="{2D4FAC1B-7808-4F8C-AF7B-843A8817F644}" srcOrd="1" destOrd="0" presId="urn:microsoft.com/office/officeart/2005/8/layout/orgChart1"/>
    <dgm:cxn modelId="{6068EDD2-23FD-41F3-B817-9D83F9F8B561}" type="presParOf" srcId="{4FFCEDA3-E840-4386-AC76-6B5A9A3458B1}" destId="{A36E1537-6F81-4FBD-BC5D-DC0E5C9E115F}" srcOrd="1" destOrd="0" presId="urn:microsoft.com/office/officeart/2005/8/layout/orgChart1"/>
    <dgm:cxn modelId="{2573AA78-6E11-4937-9869-FE4E7F868BDF}" type="presParOf" srcId="{4FFCEDA3-E840-4386-AC76-6B5A9A3458B1}" destId="{65A9F979-5C8D-4215-B8BF-86FCB10B2810}" srcOrd="2" destOrd="0" presId="urn:microsoft.com/office/officeart/2005/8/layout/orgChart1"/>
    <dgm:cxn modelId="{EC55471B-F012-4311-A006-B943D970AD67}" type="presParOf" srcId="{BAEF1441-56B9-4471-AECB-F27A16248E0C}" destId="{7A436B7B-F55E-41F2-B639-C9CAEB1B41CF}" srcOrd="4" destOrd="0" presId="urn:microsoft.com/office/officeart/2005/8/layout/orgChart1"/>
    <dgm:cxn modelId="{1A3321CF-B23A-4A76-886E-F351BA0B105C}" type="presParOf" srcId="{BAEF1441-56B9-4471-AECB-F27A16248E0C}" destId="{75B78A71-339F-43BA-A466-87B4E1D9E09A}" srcOrd="5" destOrd="0" presId="urn:microsoft.com/office/officeart/2005/8/layout/orgChart1"/>
    <dgm:cxn modelId="{B6837BBA-AABE-40CF-9410-1BAB58361277}" type="presParOf" srcId="{75B78A71-339F-43BA-A466-87B4E1D9E09A}" destId="{113BE21B-A463-464A-9F38-0E91BCB5C8D6}" srcOrd="0" destOrd="0" presId="urn:microsoft.com/office/officeart/2005/8/layout/orgChart1"/>
    <dgm:cxn modelId="{F53388A1-E40C-4FD4-A3A1-C0EEF2FB10C9}" type="presParOf" srcId="{113BE21B-A463-464A-9F38-0E91BCB5C8D6}" destId="{33F87EBF-189A-40D4-9328-7791C83367AB}" srcOrd="0" destOrd="0" presId="urn:microsoft.com/office/officeart/2005/8/layout/orgChart1"/>
    <dgm:cxn modelId="{EF202EA3-1A4F-42CC-BEEF-078896CD6F0C}" type="presParOf" srcId="{113BE21B-A463-464A-9F38-0E91BCB5C8D6}" destId="{C7CC54FB-3E85-439A-8606-65E5F3264ACE}" srcOrd="1" destOrd="0" presId="urn:microsoft.com/office/officeart/2005/8/layout/orgChart1"/>
    <dgm:cxn modelId="{2E6CF1E6-14BA-4AE8-BC9C-A0BAE22CA73E}" type="presParOf" srcId="{75B78A71-339F-43BA-A466-87B4E1D9E09A}" destId="{2222A574-02F9-4BF1-8115-307F4FBECFB7}" srcOrd="1" destOrd="0" presId="urn:microsoft.com/office/officeart/2005/8/layout/orgChart1"/>
    <dgm:cxn modelId="{F2852418-E7C9-43AD-BFE0-2EA388FAD6B0}" type="presParOf" srcId="{75B78A71-339F-43BA-A466-87B4E1D9E09A}" destId="{13FDE9A9-99BB-45D4-9A63-BFA3EC00D3E3}" srcOrd="2" destOrd="0" presId="urn:microsoft.com/office/officeart/2005/8/layout/orgChart1"/>
    <dgm:cxn modelId="{B96F4D4B-AF74-4C61-8C9F-60DE9CF6E74E}" type="presParOf" srcId="{BAEF1441-56B9-4471-AECB-F27A16248E0C}" destId="{A6596949-ECEA-484B-8DE6-D68C5D4246E5}" srcOrd="6" destOrd="0" presId="urn:microsoft.com/office/officeart/2005/8/layout/orgChart1"/>
    <dgm:cxn modelId="{81DEEA39-5A5A-4539-BE90-279492EAC29E}" type="presParOf" srcId="{BAEF1441-56B9-4471-AECB-F27A16248E0C}" destId="{EA973B0F-2BF8-4D11-BA01-5DAFFAAB552B}" srcOrd="7" destOrd="0" presId="urn:microsoft.com/office/officeart/2005/8/layout/orgChart1"/>
    <dgm:cxn modelId="{3E5B0615-21B5-42D2-9608-8B8515FC209A}" type="presParOf" srcId="{EA973B0F-2BF8-4D11-BA01-5DAFFAAB552B}" destId="{1C36B7D8-2220-4013-AD0E-BD2CD80AC46E}" srcOrd="0" destOrd="0" presId="urn:microsoft.com/office/officeart/2005/8/layout/orgChart1"/>
    <dgm:cxn modelId="{C58632CD-9D28-4EA4-842D-7ED35B03F2B1}" type="presParOf" srcId="{1C36B7D8-2220-4013-AD0E-BD2CD80AC46E}" destId="{0CA79CCA-D228-4EFC-96ED-047D70F1CCA1}" srcOrd="0" destOrd="0" presId="urn:microsoft.com/office/officeart/2005/8/layout/orgChart1"/>
    <dgm:cxn modelId="{E7FAF489-B9D8-4E20-B8C0-4D5FE2A016BB}" type="presParOf" srcId="{1C36B7D8-2220-4013-AD0E-BD2CD80AC46E}" destId="{691B3E0E-E815-497B-8C00-D63C1D4F76DE}" srcOrd="1" destOrd="0" presId="urn:microsoft.com/office/officeart/2005/8/layout/orgChart1"/>
    <dgm:cxn modelId="{C76AB9ED-2057-40B2-9E30-52B824B130F9}" type="presParOf" srcId="{EA973B0F-2BF8-4D11-BA01-5DAFFAAB552B}" destId="{23D59F75-09BD-49A8-A400-3BEF8D1A556F}" srcOrd="1" destOrd="0" presId="urn:microsoft.com/office/officeart/2005/8/layout/orgChart1"/>
    <dgm:cxn modelId="{6E8F51C0-2F3C-4416-A19C-7B52779150CA}" type="presParOf" srcId="{EA973B0F-2BF8-4D11-BA01-5DAFFAAB552B}" destId="{BCFA8E16-5CC6-4DE9-A804-4ED124FEEB45}" srcOrd="2" destOrd="0" presId="urn:microsoft.com/office/officeart/2005/8/layout/orgChart1"/>
    <dgm:cxn modelId="{6CDE82B5-FAC7-4303-AD96-5917777EE737}" type="presParOf" srcId="{BAEF1441-56B9-4471-AECB-F27A16248E0C}" destId="{2581A1CC-B91F-4203-B1AE-4C7BCAFCF7A8}" srcOrd="8" destOrd="0" presId="urn:microsoft.com/office/officeart/2005/8/layout/orgChart1"/>
    <dgm:cxn modelId="{40AA1B55-2B13-4A47-9C75-CAA419A56F9D}" type="presParOf" srcId="{BAEF1441-56B9-4471-AECB-F27A16248E0C}" destId="{84B5523D-3323-4BEF-85A2-EDE422DEF6DE}" srcOrd="9" destOrd="0" presId="urn:microsoft.com/office/officeart/2005/8/layout/orgChart1"/>
    <dgm:cxn modelId="{D3B293EB-C672-4B77-8602-D49E3FCD5DF0}" type="presParOf" srcId="{84B5523D-3323-4BEF-85A2-EDE422DEF6DE}" destId="{17D50965-3190-487E-9AC1-68D2758825CC}" srcOrd="0" destOrd="0" presId="urn:microsoft.com/office/officeart/2005/8/layout/orgChart1"/>
    <dgm:cxn modelId="{40B46104-C522-4390-A4BF-F2DBAB3B226E}" type="presParOf" srcId="{17D50965-3190-487E-9AC1-68D2758825CC}" destId="{BE995E43-B24E-4605-B0EF-1297E132DDBA}" srcOrd="0" destOrd="0" presId="urn:microsoft.com/office/officeart/2005/8/layout/orgChart1"/>
    <dgm:cxn modelId="{9F237CCB-CD27-404B-A0C0-FF2150C610EB}" type="presParOf" srcId="{17D50965-3190-487E-9AC1-68D2758825CC}" destId="{B10F2D00-5F67-473D-87A8-F43632DFE926}" srcOrd="1" destOrd="0" presId="urn:microsoft.com/office/officeart/2005/8/layout/orgChart1"/>
    <dgm:cxn modelId="{5ECE1EBE-9B19-4AEE-AFB0-00192ABEA232}" type="presParOf" srcId="{84B5523D-3323-4BEF-85A2-EDE422DEF6DE}" destId="{65CFAB6F-6E5E-450F-98C7-D07550D32D26}" srcOrd="1" destOrd="0" presId="urn:microsoft.com/office/officeart/2005/8/layout/orgChart1"/>
    <dgm:cxn modelId="{AA6BAD99-1E7A-415A-AC44-8F60F3566EE3}" type="presParOf" srcId="{84B5523D-3323-4BEF-85A2-EDE422DEF6DE}" destId="{AA316A1B-6AE3-4774-BF17-8804905A404E}" srcOrd="2" destOrd="0" presId="urn:microsoft.com/office/officeart/2005/8/layout/orgChart1"/>
    <dgm:cxn modelId="{45574EA1-424A-4121-98A9-9F17B7A040A4}" type="presParOf" srcId="{BAEF1441-56B9-4471-AECB-F27A16248E0C}" destId="{39887C9F-090E-4DF9-A702-DC99BEDC6481}" srcOrd="10" destOrd="0" presId="urn:microsoft.com/office/officeart/2005/8/layout/orgChart1"/>
    <dgm:cxn modelId="{7A369E69-94A7-4786-9E69-C0EEB47601E8}" type="presParOf" srcId="{BAEF1441-56B9-4471-AECB-F27A16248E0C}" destId="{E688A741-82D9-449E-8150-B6C8143FBA85}" srcOrd="11" destOrd="0" presId="urn:microsoft.com/office/officeart/2005/8/layout/orgChart1"/>
    <dgm:cxn modelId="{D946F728-EA87-4DF7-AA3C-554E344AEDF6}" type="presParOf" srcId="{E688A741-82D9-449E-8150-B6C8143FBA85}" destId="{A2C75E61-E668-408D-9F4D-B2E5A4F8C612}" srcOrd="0" destOrd="0" presId="urn:microsoft.com/office/officeart/2005/8/layout/orgChart1"/>
    <dgm:cxn modelId="{5BFAD4F0-32BF-48A3-BCB2-F551EB2680C1}" type="presParOf" srcId="{A2C75E61-E668-408D-9F4D-B2E5A4F8C612}" destId="{84AD9A08-C5A8-488B-9CA8-9F54094AA95F}" srcOrd="0" destOrd="0" presId="urn:microsoft.com/office/officeart/2005/8/layout/orgChart1"/>
    <dgm:cxn modelId="{8ED56202-4055-47C8-A071-FAEF459F8669}" type="presParOf" srcId="{A2C75E61-E668-408D-9F4D-B2E5A4F8C612}" destId="{FC13242B-D34B-416E-A12B-0F1D7B003E80}" srcOrd="1" destOrd="0" presId="urn:microsoft.com/office/officeart/2005/8/layout/orgChart1"/>
    <dgm:cxn modelId="{719CAB60-D232-44C3-A1D5-56E8F345AD7C}" type="presParOf" srcId="{E688A741-82D9-449E-8150-B6C8143FBA85}" destId="{61D57491-B1D1-4D05-8D49-B9898DBEF1F7}" srcOrd="1" destOrd="0" presId="urn:microsoft.com/office/officeart/2005/8/layout/orgChart1"/>
    <dgm:cxn modelId="{2F880E8B-6371-42E7-827D-EC8494D26D38}" type="presParOf" srcId="{E688A741-82D9-449E-8150-B6C8143FBA85}" destId="{F66F0A15-FF51-42DD-8854-AA6D3973AA28}" srcOrd="2" destOrd="0" presId="urn:microsoft.com/office/officeart/2005/8/layout/orgChart1"/>
    <dgm:cxn modelId="{7E20D744-ED8C-4BDE-A0C7-FFE1850D8558}" type="presParOf" srcId="{4CA89B58-B063-4DE0-9DC3-D781DC8FC1DD}" destId="{7ECA12F2-1928-458D-97ED-14E1C346570C}" srcOrd="2" destOrd="0" presId="urn:microsoft.com/office/officeart/2005/8/layout/orgChart1"/>
    <dgm:cxn modelId="{7A6B3CC4-F3D6-40DC-B3BA-263D023749E9}" type="presParOf" srcId="{DDC15E05-8A6F-4EFD-BFAF-84951DE84703}" destId="{E2235FFE-8545-4030-ABE6-24B313B5DEA7}" srcOrd="2" destOrd="0" presId="urn:microsoft.com/office/officeart/2005/8/layout/orgChart1"/>
    <dgm:cxn modelId="{46D4F7D4-A3FF-446A-BE36-44AF79100102}" type="presParOf" srcId="{DDC15E05-8A6F-4EFD-BFAF-84951DE84703}" destId="{43C1337D-947E-413D-AD27-B1D466C9653B}" srcOrd="3" destOrd="0" presId="urn:microsoft.com/office/officeart/2005/8/layout/orgChart1"/>
    <dgm:cxn modelId="{319333C9-4D71-4E7E-8E58-580E4DD7ECFF}" type="presParOf" srcId="{43C1337D-947E-413D-AD27-B1D466C9653B}" destId="{182CA018-5D4D-4CFB-A320-C52590A12FDE}" srcOrd="0" destOrd="0" presId="urn:microsoft.com/office/officeart/2005/8/layout/orgChart1"/>
    <dgm:cxn modelId="{A8B8E46E-491D-40AF-890C-0D0171309C1D}" type="presParOf" srcId="{182CA018-5D4D-4CFB-A320-C52590A12FDE}" destId="{702CAD03-7A2E-4831-ACA8-38D768ED71A9}" srcOrd="0" destOrd="0" presId="urn:microsoft.com/office/officeart/2005/8/layout/orgChart1"/>
    <dgm:cxn modelId="{4C574772-BA66-43F7-9475-C5F0EE8ECE4A}" type="presParOf" srcId="{182CA018-5D4D-4CFB-A320-C52590A12FDE}" destId="{D251A930-6B2A-4FCB-AF9C-484D2DF403B9}" srcOrd="1" destOrd="0" presId="urn:microsoft.com/office/officeart/2005/8/layout/orgChart1"/>
    <dgm:cxn modelId="{02CB7A7F-E480-415E-849C-CCBF05A26D5A}" type="presParOf" srcId="{43C1337D-947E-413D-AD27-B1D466C9653B}" destId="{00B33AD6-9801-45E2-8F17-608552AFE96D}" srcOrd="1" destOrd="0" presId="urn:microsoft.com/office/officeart/2005/8/layout/orgChart1"/>
    <dgm:cxn modelId="{D6467449-A353-451F-A243-9F2BF7092D3D}" type="presParOf" srcId="{00B33AD6-9801-45E2-8F17-608552AFE96D}" destId="{0B92B57C-182A-4F0A-A0B2-8F7416BECAA3}" srcOrd="0" destOrd="0" presId="urn:microsoft.com/office/officeart/2005/8/layout/orgChart1"/>
    <dgm:cxn modelId="{FC2FFB54-A6CC-4AC0-97A2-77663BBC5D56}" type="presParOf" srcId="{00B33AD6-9801-45E2-8F17-608552AFE96D}" destId="{F84A6E8E-2F37-417B-A38C-ACC7FB9C1120}" srcOrd="1" destOrd="0" presId="urn:microsoft.com/office/officeart/2005/8/layout/orgChart1"/>
    <dgm:cxn modelId="{939CE1EE-FC97-45AA-B1CE-CD40FF92E1EA}" type="presParOf" srcId="{F84A6E8E-2F37-417B-A38C-ACC7FB9C1120}" destId="{75C8F256-990D-4843-9619-39C992AEA7DE}" srcOrd="0" destOrd="0" presId="urn:microsoft.com/office/officeart/2005/8/layout/orgChart1"/>
    <dgm:cxn modelId="{B9BE7474-DA93-403F-9D52-17AE05D4DC4B}" type="presParOf" srcId="{75C8F256-990D-4843-9619-39C992AEA7DE}" destId="{44FF8181-9A3E-41E9-AD09-8356965C9C40}" srcOrd="0" destOrd="0" presId="urn:microsoft.com/office/officeart/2005/8/layout/orgChart1"/>
    <dgm:cxn modelId="{40E26156-0DE3-46E6-BB42-ED70BF2425DF}" type="presParOf" srcId="{75C8F256-990D-4843-9619-39C992AEA7DE}" destId="{CA3DDEE2-DD76-4BC9-9A8B-A40AE7BFCF91}" srcOrd="1" destOrd="0" presId="urn:microsoft.com/office/officeart/2005/8/layout/orgChart1"/>
    <dgm:cxn modelId="{07F85CFE-115C-49BF-B3DA-BCD6CE525B9E}" type="presParOf" srcId="{F84A6E8E-2F37-417B-A38C-ACC7FB9C1120}" destId="{F35D1B06-485F-45EB-9E86-0FC01F4A6398}" srcOrd="1" destOrd="0" presId="urn:microsoft.com/office/officeart/2005/8/layout/orgChart1"/>
    <dgm:cxn modelId="{0FF91810-28EC-4221-9F8C-E822EAFD3DFA}" type="presParOf" srcId="{F84A6E8E-2F37-417B-A38C-ACC7FB9C1120}" destId="{FE543F09-1F9D-4D7E-9D24-F63842AD6173}" srcOrd="2" destOrd="0" presId="urn:microsoft.com/office/officeart/2005/8/layout/orgChart1"/>
    <dgm:cxn modelId="{2E2ACD30-6310-48B8-9F40-C784ED1A0717}" type="presParOf" srcId="{00B33AD6-9801-45E2-8F17-608552AFE96D}" destId="{E4EFC180-4375-451C-AFDD-FF6D44755946}" srcOrd="2" destOrd="0" presId="urn:microsoft.com/office/officeart/2005/8/layout/orgChart1"/>
    <dgm:cxn modelId="{5EF95392-B5E1-483A-BB10-BB08D44D5CC5}" type="presParOf" srcId="{00B33AD6-9801-45E2-8F17-608552AFE96D}" destId="{B114B78F-72C3-4443-9ADE-3A61142FDDEB}" srcOrd="3" destOrd="0" presId="urn:microsoft.com/office/officeart/2005/8/layout/orgChart1"/>
    <dgm:cxn modelId="{25624366-05C5-485E-8371-A6C41E039059}" type="presParOf" srcId="{B114B78F-72C3-4443-9ADE-3A61142FDDEB}" destId="{5E4D9FED-6186-4CAA-B61F-3A83371990C0}" srcOrd="0" destOrd="0" presId="urn:microsoft.com/office/officeart/2005/8/layout/orgChart1"/>
    <dgm:cxn modelId="{B5034C54-C965-43EC-8D1B-8A219104F078}" type="presParOf" srcId="{5E4D9FED-6186-4CAA-B61F-3A83371990C0}" destId="{D041BCF5-FB3E-4B49-A9E8-E386AB946636}" srcOrd="0" destOrd="0" presId="urn:microsoft.com/office/officeart/2005/8/layout/orgChart1"/>
    <dgm:cxn modelId="{7F9D9CD3-089C-4242-987D-033EF8721CF8}" type="presParOf" srcId="{5E4D9FED-6186-4CAA-B61F-3A83371990C0}" destId="{A03245DC-8ED9-4BEB-B0E7-01B8B2B1014C}" srcOrd="1" destOrd="0" presId="urn:microsoft.com/office/officeart/2005/8/layout/orgChart1"/>
    <dgm:cxn modelId="{4029CA07-DCC3-4444-84A2-01812F53DD30}" type="presParOf" srcId="{B114B78F-72C3-4443-9ADE-3A61142FDDEB}" destId="{8DFD1FF3-E413-4157-AA2A-A5B9A30444AE}" srcOrd="1" destOrd="0" presId="urn:microsoft.com/office/officeart/2005/8/layout/orgChart1"/>
    <dgm:cxn modelId="{EF8DBB6B-3082-4680-AD0B-D019EE37DE55}" type="presParOf" srcId="{B114B78F-72C3-4443-9ADE-3A61142FDDEB}" destId="{941BBA93-D597-40EF-851E-46EDC4BE6276}" srcOrd="2" destOrd="0" presId="urn:microsoft.com/office/officeart/2005/8/layout/orgChart1"/>
    <dgm:cxn modelId="{353B85D6-7E66-4B84-98B1-BA23157A7279}" type="presParOf" srcId="{43C1337D-947E-413D-AD27-B1D466C9653B}" destId="{9BB2D95F-4242-40B5-B98D-3D59AA82F38C}" srcOrd="2" destOrd="0" presId="urn:microsoft.com/office/officeart/2005/8/layout/orgChart1"/>
    <dgm:cxn modelId="{B4FFB0ED-2A95-4358-87B8-365D46808985}" type="presParOf" srcId="{DDC15E05-8A6F-4EFD-BFAF-84951DE84703}" destId="{575DA9CC-9A8D-4DEE-B5C7-E35B78BFE4F9}" srcOrd="4" destOrd="0" presId="urn:microsoft.com/office/officeart/2005/8/layout/orgChart1"/>
    <dgm:cxn modelId="{7E97B408-AE22-407A-B730-29B15067369E}" type="presParOf" srcId="{DDC15E05-8A6F-4EFD-BFAF-84951DE84703}" destId="{17F63EC7-DD4E-4CAB-9E47-6EB98F7D227D}" srcOrd="5" destOrd="0" presId="urn:microsoft.com/office/officeart/2005/8/layout/orgChart1"/>
    <dgm:cxn modelId="{F35A26AD-2098-4951-B8C8-35B3B2C8160D}" type="presParOf" srcId="{17F63EC7-DD4E-4CAB-9E47-6EB98F7D227D}" destId="{44847A44-B4BC-40EA-A209-52F495350466}" srcOrd="0" destOrd="0" presId="urn:microsoft.com/office/officeart/2005/8/layout/orgChart1"/>
    <dgm:cxn modelId="{65F38CC4-9B13-4CD2-90D3-40C6D5D376F4}" type="presParOf" srcId="{44847A44-B4BC-40EA-A209-52F495350466}" destId="{A4D7A2A2-1B46-478E-BE46-D68512A072F8}" srcOrd="0" destOrd="0" presId="urn:microsoft.com/office/officeart/2005/8/layout/orgChart1"/>
    <dgm:cxn modelId="{AAB7E779-F5E1-4775-8652-360078C78B09}" type="presParOf" srcId="{44847A44-B4BC-40EA-A209-52F495350466}" destId="{B329A366-724C-4A59-A97A-F24408C0F6DE}" srcOrd="1" destOrd="0" presId="urn:microsoft.com/office/officeart/2005/8/layout/orgChart1"/>
    <dgm:cxn modelId="{859ACAFC-8310-46E6-BAB0-EB610AB6F786}" type="presParOf" srcId="{17F63EC7-DD4E-4CAB-9E47-6EB98F7D227D}" destId="{80504D97-20E4-4757-999F-0DAE8FFC1B91}" srcOrd="1" destOrd="0" presId="urn:microsoft.com/office/officeart/2005/8/layout/orgChart1"/>
    <dgm:cxn modelId="{40DB4E07-B2EF-4421-B13C-1C10194F5A33}" type="presParOf" srcId="{80504D97-20E4-4757-999F-0DAE8FFC1B91}" destId="{967E6F36-451B-4AAE-9CC4-EF2F693B6DF1}" srcOrd="0" destOrd="0" presId="urn:microsoft.com/office/officeart/2005/8/layout/orgChart1"/>
    <dgm:cxn modelId="{BDE7CC15-1E0F-4B33-AB2F-EF8A01F74DC3}" type="presParOf" srcId="{80504D97-20E4-4757-999F-0DAE8FFC1B91}" destId="{15822610-981A-4111-9188-AC4422380794}" srcOrd="1" destOrd="0" presId="urn:microsoft.com/office/officeart/2005/8/layout/orgChart1"/>
    <dgm:cxn modelId="{3D690CBE-FA00-4575-8435-F334292BF6B9}" type="presParOf" srcId="{15822610-981A-4111-9188-AC4422380794}" destId="{DA7007A4-55A8-49A7-8A56-14220FF37F02}" srcOrd="0" destOrd="0" presId="urn:microsoft.com/office/officeart/2005/8/layout/orgChart1"/>
    <dgm:cxn modelId="{5958E1B4-57BD-40DF-8B3D-2EDCCDF68617}" type="presParOf" srcId="{DA7007A4-55A8-49A7-8A56-14220FF37F02}" destId="{76D0C614-E9E6-4360-AEDF-B129DFF49235}" srcOrd="0" destOrd="0" presId="urn:microsoft.com/office/officeart/2005/8/layout/orgChart1"/>
    <dgm:cxn modelId="{29F76072-DE05-4B4A-BB81-7AEC920F72E7}" type="presParOf" srcId="{DA7007A4-55A8-49A7-8A56-14220FF37F02}" destId="{5462C8F1-6E3E-47DB-BE01-AC32B0C86F7A}" srcOrd="1" destOrd="0" presId="urn:microsoft.com/office/officeart/2005/8/layout/orgChart1"/>
    <dgm:cxn modelId="{1C0B82A0-2ACE-4AB1-B08F-F58458D1DE81}" type="presParOf" srcId="{15822610-981A-4111-9188-AC4422380794}" destId="{2139C39C-79C0-413B-A274-F29F2B79ACE6}" srcOrd="1" destOrd="0" presId="urn:microsoft.com/office/officeart/2005/8/layout/orgChart1"/>
    <dgm:cxn modelId="{1BA75CF2-34C3-4EA1-A28B-F166B800E8D9}" type="presParOf" srcId="{15822610-981A-4111-9188-AC4422380794}" destId="{17268EFD-231A-4D4C-BF07-70079EA1F5F3}" srcOrd="2" destOrd="0" presId="urn:microsoft.com/office/officeart/2005/8/layout/orgChart1"/>
    <dgm:cxn modelId="{57E0CB69-17D3-4FC4-8B07-53718056C444}" type="presParOf" srcId="{80504D97-20E4-4757-999F-0DAE8FFC1B91}" destId="{1F6B4447-DF49-4282-BE18-B15F380335E7}" srcOrd="2" destOrd="0" presId="urn:microsoft.com/office/officeart/2005/8/layout/orgChart1"/>
    <dgm:cxn modelId="{ACBBC5F2-7D4C-49F8-A25E-C31C9BC07247}" type="presParOf" srcId="{80504D97-20E4-4757-999F-0DAE8FFC1B91}" destId="{94DFFC7C-A381-446C-97B2-A664E786E7AA}" srcOrd="3" destOrd="0" presId="urn:microsoft.com/office/officeart/2005/8/layout/orgChart1"/>
    <dgm:cxn modelId="{D456891A-737D-4EC2-81E2-A6B60F30C196}" type="presParOf" srcId="{94DFFC7C-A381-446C-97B2-A664E786E7AA}" destId="{05406CC1-E3A3-46EE-9E24-8D1AB24921AD}" srcOrd="0" destOrd="0" presId="urn:microsoft.com/office/officeart/2005/8/layout/orgChart1"/>
    <dgm:cxn modelId="{0AE2E937-44D2-47D4-8D75-FB1FF0A6644B}" type="presParOf" srcId="{05406CC1-E3A3-46EE-9E24-8D1AB24921AD}" destId="{05BFF812-9C94-457D-BE68-AC28955B8727}" srcOrd="0" destOrd="0" presId="urn:microsoft.com/office/officeart/2005/8/layout/orgChart1"/>
    <dgm:cxn modelId="{2E502196-A08D-4278-A80A-92D243B9F65E}" type="presParOf" srcId="{05406CC1-E3A3-46EE-9E24-8D1AB24921AD}" destId="{32272744-789A-43D9-A013-68EC5B861BFB}" srcOrd="1" destOrd="0" presId="urn:microsoft.com/office/officeart/2005/8/layout/orgChart1"/>
    <dgm:cxn modelId="{B4DB1E2F-57D3-4908-8B96-760027FA0645}" type="presParOf" srcId="{94DFFC7C-A381-446C-97B2-A664E786E7AA}" destId="{DBC2D185-8362-462C-9EEF-08990E81C4B6}" srcOrd="1" destOrd="0" presId="urn:microsoft.com/office/officeart/2005/8/layout/orgChart1"/>
    <dgm:cxn modelId="{8A05AE29-A52D-48BC-A2FF-EEEF0AEBFF9C}" type="presParOf" srcId="{94DFFC7C-A381-446C-97B2-A664E786E7AA}" destId="{73D0459C-3F31-4389-8CAA-0D3D0AD63751}" srcOrd="2" destOrd="0" presId="urn:microsoft.com/office/officeart/2005/8/layout/orgChart1"/>
    <dgm:cxn modelId="{89F53651-2D61-454E-A76B-58BF9438C05D}" type="presParOf" srcId="{80504D97-20E4-4757-999F-0DAE8FFC1B91}" destId="{1D7919AE-0DD0-48D9-924B-10E1CE72373D}" srcOrd="4" destOrd="0" presId="urn:microsoft.com/office/officeart/2005/8/layout/orgChart1"/>
    <dgm:cxn modelId="{C2E1C808-DB6E-4989-8042-5BFB84A65969}" type="presParOf" srcId="{80504D97-20E4-4757-999F-0DAE8FFC1B91}" destId="{2E1D29C0-A99A-425D-90A4-70E3BF5DF524}" srcOrd="5" destOrd="0" presId="urn:microsoft.com/office/officeart/2005/8/layout/orgChart1"/>
    <dgm:cxn modelId="{AD58F6B0-38F0-4493-A47C-EC834666528F}" type="presParOf" srcId="{2E1D29C0-A99A-425D-90A4-70E3BF5DF524}" destId="{7E80DE34-8168-4FA2-826C-6AFC1446849B}" srcOrd="0" destOrd="0" presId="urn:microsoft.com/office/officeart/2005/8/layout/orgChart1"/>
    <dgm:cxn modelId="{ECDAD64F-3128-45A1-B12D-BA9BFEB49830}" type="presParOf" srcId="{7E80DE34-8168-4FA2-826C-6AFC1446849B}" destId="{A3270B00-7131-4ECC-B312-64DFFB82A6F5}" srcOrd="0" destOrd="0" presId="urn:microsoft.com/office/officeart/2005/8/layout/orgChart1"/>
    <dgm:cxn modelId="{AD50EC9F-2AAA-45A5-B673-9EEDDBA25BF7}" type="presParOf" srcId="{7E80DE34-8168-4FA2-826C-6AFC1446849B}" destId="{63C52056-9D84-45B0-934D-51F524CE9ECF}" srcOrd="1" destOrd="0" presId="urn:microsoft.com/office/officeart/2005/8/layout/orgChart1"/>
    <dgm:cxn modelId="{DA82B2FE-2BD4-4D27-93E5-A6329C5BCC5A}" type="presParOf" srcId="{2E1D29C0-A99A-425D-90A4-70E3BF5DF524}" destId="{640B3C94-7B2D-4976-A6CA-3A66C4F6ECDA}" srcOrd="1" destOrd="0" presId="urn:microsoft.com/office/officeart/2005/8/layout/orgChart1"/>
    <dgm:cxn modelId="{7A41DF34-CB12-43CD-B9B1-0BC88C31DB5A}" type="presParOf" srcId="{2E1D29C0-A99A-425D-90A4-70E3BF5DF524}" destId="{AC80DA3B-6306-4C6A-8BDE-A3C90E9E70A9}" srcOrd="2" destOrd="0" presId="urn:microsoft.com/office/officeart/2005/8/layout/orgChart1"/>
    <dgm:cxn modelId="{91286F90-D41A-46CA-8BE0-44A5B5A819F9}" type="presParOf" srcId="{17F63EC7-DD4E-4CAB-9E47-6EB98F7D227D}" destId="{57446845-B39F-4EC9-950E-29898FCB0EB9}" srcOrd="2" destOrd="0" presId="urn:microsoft.com/office/officeart/2005/8/layout/orgChart1"/>
    <dgm:cxn modelId="{EAAFE415-770F-478F-B788-4683CC64724C}" type="presParOf" srcId="{DDC15E05-8A6F-4EFD-BFAF-84951DE84703}" destId="{198D12E8-D3EC-4812-A183-F8BC4F45C9AB}" srcOrd="6" destOrd="0" presId="urn:microsoft.com/office/officeart/2005/8/layout/orgChart1"/>
    <dgm:cxn modelId="{0E2A05E0-CB07-467F-BE8F-A8A7AADE7D1A}" type="presParOf" srcId="{DDC15E05-8A6F-4EFD-BFAF-84951DE84703}" destId="{1D338133-F7BF-40A4-8712-0ED9EC1E36F7}" srcOrd="7" destOrd="0" presId="urn:microsoft.com/office/officeart/2005/8/layout/orgChart1"/>
    <dgm:cxn modelId="{FECF7DAD-8597-4E34-A145-6D852687802D}" type="presParOf" srcId="{1D338133-F7BF-40A4-8712-0ED9EC1E36F7}" destId="{47ECA313-5BF2-4DA8-82AC-DA9841C346FE}" srcOrd="0" destOrd="0" presId="urn:microsoft.com/office/officeart/2005/8/layout/orgChart1"/>
    <dgm:cxn modelId="{DA5BC04A-919D-4E38-B285-E51C2833AB73}" type="presParOf" srcId="{47ECA313-5BF2-4DA8-82AC-DA9841C346FE}" destId="{5D4A1732-C568-4979-AB60-CCFC0312ECE4}" srcOrd="0" destOrd="0" presId="urn:microsoft.com/office/officeart/2005/8/layout/orgChart1"/>
    <dgm:cxn modelId="{6DF1FE62-99C7-4EDA-AF85-94E081591AF3}" type="presParOf" srcId="{47ECA313-5BF2-4DA8-82AC-DA9841C346FE}" destId="{FDC789AE-03E5-44A0-BC10-B66C17D74AA4}" srcOrd="1" destOrd="0" presId="urn:microsoft.com/office/officeart/2005/8/layout/orgChart1"/>
    <dgm:cxn modelId="{08BC311F-6746-4619-A35B-223E4502878E}" type="presParOf" srcId="{1D338133-F7BF-40A4-8712-0ED9EC1E36F7}" destId="{6A884861-4086-4DDE-AA82-E127AF16A2E9}" srcOrd="1" destOrd="0" presId="urn:microsoft.com/office/officeart/2005/8/layout/orgChart1"/>
    <dgm:cxn modelId="{39D3575B-9A1E-4FDC-90C1-3BD5BFC2DCAC}" type="presParOf" srcId="{6A884861-4086-4DDE-AA82-E127AF16A2E9}" destId="{3BD2E683-525C-4D59-B6E0-A070097EDFDC}" srcOrd="0" destOrd="0" presId="urn:microsoft.com/office/officeart/2005/8/layout/orgChart1"/>
    <dgm:cxn modelId="{A97D001B-D1EA-420B-831C-B717DA9E4F32}" type="presParOf" srcId="{6A884861-4086-4DDE-AA82-E127AF16A2E9}" destId="{9A37BA46-A3FE-44C7-A14A-431B2BFBA830}" srcOrd="1" destOrd="0" presId="urn:microsoft.com/office/officeart/2005/8/layout/orgChart1"/>
    <dgm:cxn modelId="{A5807D33-D2E3-48C0-AC1F-FB0CF86DB29F}" type="presParOf" srcId="{9A37BA46-A3FE-44C7-A14A-431B2BFBA830}" destId="{A515B982-5EC9-4F28-98EE-D187CA3239D4}" srcOrd="0" destOrd="0" presId="urn:microsoft.com/office/officeart/2005/8/layout/orgChart1"/>
    <dgm:cxn modelId="{4A2B1BBC-7D45-4B9D-9D87-FE781D900DA3}" type="presParOf" srcId="{A515B982-5EC9-4F28-98EE-D187CA3239D4}" destId="{8AC62B4A-FBC7-4F20-B77F-A65D3F7E25CA}" srcOrd="0" destOrd="0" presId="urn:microsoft.com/office/officeart/2005/8/layout/orgChart1"/>
    <dgm:cxn modelId="{4C3455F6-4E5C-4E6F-920C-CF982E894E1C}" type="presParOf" srcId="{A515B982-5EC9-4F28-98EE-D187CA3239D4}" destId="{1D8D387A-EB72-478C-A2C9-85A580972588}" srcOrd="1" destOrd="0" presId="urn:microsoft.com/office/officeart/2005/8/layout/orgChart1"/>
    <dgm:cxn modelId="{AD3581B8-01FE-4F1C-8B95-D73D15FACB4F}" type="presParOf" srcId="{9A37BA46-A3FE-44C7-A14A-431B2BFBA830}" destId="{3A407B66-B985-4D13-8DFC-4E21ACE8151E}" srcOrd="1" destOrd="0" presId="urn:microsoft.com/office/officeart/2005/8/layout/orgChart1"/>
    <dgm:cxn modelId="{1BC14612-B14D-447F-9294-7D4988725CDA}" type="presParOf" srcId="{9A37BA46-A3FE-44C7-A14A-431B2BFBA830}" destId="{B4171DA7-7969-4644-8A7D-D707497E0DC6}" srcOrd="2" destOrd="0" presId="urn:microsoft.com/office/officeart/2005/8/layout/orgChart1"/>
    <dgm:cxn modelId="{FDF3348B-3E52-4B9D-AEA9-065D7181EFE8}" type="presParOf" srcId="{6A884861-4086-4DDE-AA82-E127AF16A2E9}" destId="{AD50A792-03D1-4AC9-BA3A-F015C7B0F4A3}" srcOrd="2" destOrd="0" presId="urn:microsoft.com/office/officeart/2005/8/layout/orgChart1"/>
    <dgm:cxn modelId="{40C5BD6C-545C-4F47-9D58-B35CBFA1CBA1}" type="presParOf" srcId="{6A884861-4086-4DDE-AA82-E127AF16A2E9}" destId="{6815BCDC-8E9E-4791-8B95-E561746E0F24}" srcOrd="3" destOrd="0" presId="urn:microsoft.com/office/officeart/2005/8/layout/orgChart1"/>
    <dgm:cxn modelId="{55FACDD5-4F02-438E-B2C6-B54012DF0629}" type="presParOf" srcId="{6815BCDC-8E9E-4791-8B95-E561746E0F24}" destId="{7B6AE697-9A07-4E1F-8680-D8D5CFF1E29B}" srcOrd="0" destOrd="0" presId="urn:microsoft.com/office/officeart/2005/8/layout/orgChart1"/>
    <dgm:cxn modelId="{345FCAB1-0127-401A-87F2-9D287B1C3AAA}" type="presParOf" srcId="{7B6AE697-9A07-4E1F-8680-D8D5CFF1E29B}" destId="{203F63D5-0FB1-479E-B3F2-184D3FCFEFC4}" srcOrd="0" destOrd="0" presId="urn:microsoft.com/office/officeart/2005/8/layout/orgChart1"/>
    <dgm:cxn modelId="{297B4A5F-A655-446D-99D7-DF3BCB559844}" type="presParOf" srcId="{7B6AE697-9A07-4E1F-8680-D8D5CFF1E29B}" destId="{386924CE-9C60-4989-8025-DAC513097A32}" srcOrd="1" destOrd="0" presId="urn:microsoft.com/office/officeart/2005/8/layout/orgChart1"/>
    <dgm:cxn modelId="{CCF83770-07E2-4395-B252-449749BA1D8D}" type="presParOf" srcId="{6815BCDC-8E9E-4791-8B95-E561746E0F24}" destId="{592A4F52-BC3F-426C-8711-52E809DE7B53}" srcOrd="1" destOrd="0" presId="urn:microsoft.com/office/officeart/2005/8/layout/orgChart1"/>
    <dgm:cxn modelId="{9AA0E185-C1A7-4240-AE6F-651E806B8AA5}" type="presParOf" srcId="{6815BCDC-8E9E-4791-8B95-E561746E0F24}" destId="{AD077047-E468-48BE-8E47-EE4D24CA118A}" srcOrd="2" destOrd="0" presId="urn:microsoft.com/office/officeart/2005/8/layout/orgChart1"/>
    <dgm:cxn modelId="{13A6C9DD-4C39-4F63-BD1E-A606EC49E234}" type="presParOf" srcId="{6A884861-4086-4DDE-AA82-E127AF16A2E9}" destId="{69B4D1A4-9CB1-4C2E-9515-7619462EDDBE}" srcOrd="4" destOrd="0" presId="urn:microsoft.com/office/officeart/2005/8/layout/orgChart1"/>
    <dgm:cxn modelId="{E8C84DC7-B320-4E1B-9387-77F89CB3EB45}" type="presParOf" srcId="{6A884861-4086-4DDE-AA82-E127AF16A2E9}" destId="{AE7827AA-99FE-4F47-898C-A1095AA95A82}" srcOrd="5" destOrd="0" presId="urn:microsoft.com/office/officeart/2005/8/layout/orgChart1"/>
    <dgm:cxn modelId="{56FDEA1C-57C9-40B6-8139-A12D29763BDC}" type="presParOf" srcId="{AE7827AA-99FE-4F47-898C-A1095AA95A82}" destId="{231A9998-06C0-4311-921A-99159B1C3B2D}" srcOrd="0" destOrd="0" presId="urn:microsoft.com/office/officeart/2005/8/layout/orgChart1"/>
    <dgm:cxn modelId="{07CF2D35-6B07-46CA-A1A0-BDC7F67C0FFA}" type="presParOf" srcId="{231A9998-06C0-4311-921A-99159B1C3B2D}" destId="{2DBEB5FC-C61C-46F6-86BA-B747005B3495}" srcOrd="0" destOrd="0" presId="urn:microsoft.com/office/officeart/2005/8/layout/orgChart1"/>
    <dgm:cxn modelId="{B5B45F59-3CA7-4C84-870D-49E6A1A8D0C4}" type="presParOf" srcId="{231A9998-06C0-4311-921A-99159B1C3B2D}" destId="{11711C2B-6986-49CA-997E-3A17C0F0666E}" srcOrd="1" destOrd="0" presId="urn:microsoft.com/office/officeart/2005/8/layout/orgChart1"/>
    <dgm:cxn modelId="{658BF260-7F50-4010-A5D7-E7D7A9745909}" type="presParOf" srcId="{AE7827AA-99FE-4F47-898C-A1095AA95A82}" destId="{724B4D86-C001-4793-9B41-AFD1F6DECB4E}" srcOrd="1" destOrd="0" presId="urn:microsoft.com/office/officeart/2005/8/layout/orgChart1"/>
    <dgm:cxn modelId="{08DF77A3-DF2B-4445-BE67-C86426091243}" type="presParOf" srcId="{AE7827AA-99FE-4F47-898C-A1095AA95A82}" destId="{5E777CB9-217C-4B2F-8F7D-730CCF27DB40}" srcOrd="2" destOrd="0" presId="urn:microsoft.com/office/officeart/2005/8/layout/orgChart1"/>
    <dgm:cxn modelId="{E3BD3E08-2DDA-4208-A87A-70B56429E8C5}" type="presParOf" srcId="{6A884861-4086-4DDE-AA82-E127AF16A2E9}" destId="{A2A28B37-2B4F-4E33-8B30-FDFA2CC5FFA0}" srcOrd="6" destOrd="0" presId="urn:microsoft.com/office/officeart/2005/8/layout/orgChart1"/>
    <dgm:cxn modelId="{2D22B480-5E4F-46BC-86D7-BA1C3287094A}" type="presParOf" srcId="{6A884861-4086-4DDE-AA82-E127AF16A2E9}" destId="{F7B08307-26D8-44B8-B256-B23C8FC45E38}" srcOrd="7" destOrd="0" presId="urn:microsoft.com/office/officeart/2005/8/layout/orgChart1"/>
    <dgm:cxn modelId="{69E77807-A9B3-4540-A072-1747335029BC}" type="presParOf" srcId="{F7B08307-26D8-44B8-B256-B23C8FC45E38}" destId="{93B6F593-958D-4B7D-8824-2815649E9C7D}" srcOrd="0" destOrd="0" presId="urn:microsoft.com/office/officeart/2005/8/layout/orgChart1"/>
    <dgm:cxn modelId="{046F94DA-8F37-4477-8E9E-20E017BB196C}" type="presParOf" srcId="{93B6F593-958D-4B7D-8824-2815649E9C7D}" destId="{576E56D9-AE3F-4969-AAA3-D292CDBEEEBD}" srcOrd="0" destOrd="0" presId="urn:microsoft.com/office/officeart/2005/8/layout/orgChart1"/>
    <dgm:cxn modelId="{EB524735-FA58-4493-B579-A8E91A8AC548}" type="presParOf" srcId="{93B6F593-958D-4B7D-8824-2815649E9C7D}" destId="{4C445083-707C-411B-B369-A9B6C02756B0}" srcOrd="1" destOrd="0" presId="urn:microsoft.com/office/officeart/2005/8/layout/orgChart1"/>
    <dgm:cxn modelId="{2FD7FA86-1D49-42CD-AE2F-F7282B054A63}" type="presParOf" srcId="{F7B08307-26D8-44B8-B256-B23C8FC45E38}" destId="{3B7C60A1-4F69-42BC-8A89-D75BF724F56C}" srcOrd="1" destOrd="0" presId="urn:microsoft.com/office/officeart/2005/8/layout/orgChart1"/>
    <dgm:cxn modelId="{24D8A6B2-A8B7-48FE-A1DB-AA5088AB722A}" type="presParOf" srcId="{F7B08307-26D8-44B8-B256-B23C8FC45E38}" destId="{C25B91A1-C9FC-4480-83B4-AE0267218668}" srcOrd="2" destOrd="0" presId="urn:microsoft.com/office/officeart/2005/8/layout/orgChart1"/>
    <dgm:cxn modelId="{32C2A542-589F-4694-94F7-663FAFF59F3E}" type="presParOf" srcId="{6A884861-4086-4DDE-AA82-E127AF16A2E9}" destId="{2C3801BD-2582-4E1D-AEB1-104F9F8F2613}" srcOrd="8" destOrd="0" presId="urn:microsoft.com/office/officeart/2005/8/layout/orgChart1"/>
    <dgm:cxn modelId="{D8CDEE52-D9E9-413E-A917-09669B49A57C}" type="presParOf" srcId="{6A884861-4086-4DDE-AA82-E127AF16A2E9}" destId="{3ED69B74-60A7-4831-BD91-2312D1E3EE87}" srcOrd="9" destOrd="0" presId="urn:microsoft.com/office/officeart/2005/8/layout/orgChart1"/>
    <dgm:cxn modelId="{EF63D339-16C6-4D76-ABB8-CFBA55EB5534}" type="presParOf" srcId="{3ED69B74-60A7-4831-BD91-2312D1E3EE87}" destId="{DAE49FE8-2B7F-4149-A07F-F299B161BD7B}" srcOrd="0" destOrd="0" presId="urn:microsoft.com/office/officeart/2005/8/layout/orgChart1"/>
    <dgm:cxn modelId="{3C2F7072-2EB0-44C9-B85D-A862236DB04C}" type="presParOf" srcId="{DAE49FE8-2B7F-4149-A07F-F299B161BD7B}" destId="{7763B793-0F16-41A6-8397-CBF76602989C}" srcOrd="0" destOrd="0" presId="urn:microsoft.com/office/officeart/2005/8/layout/orgChart1"/>
    <dgm:cxn modelId="{ADE4A1D3-9A32-4AD7-ADBB-59CB5C75C43D}" type="presParOf" srcId="{DAE49FE8-2B7F-4149-A07F-F299B161BD7B}" destId="{E27D4C00-3BBD-4210-94F3-E0A31AC7332A}" srcOrd="1" destOrd="0" presId="urn:microsoft.com/office/officeart/2005/8/layout/orgChart1"/>
    <dgm:cxn modelId="{A0B2B762-87F4-4582-8C04-115F48B65562}" type="presParOf" srcId="{3ED69B74-60A7-4831-BD91-2312D1E3EE87}" destId="{A554B133-8D3C-4460-A6AE-AE492B0AFCA9}" srcOrd="1" destOrd="0" presId="urn:microsoft.com/office/officeart/2005/8/layout/orgChart1"/>
    <dgm:cxn modelId="{863CB863-0375-4664-BEB2-CC77419FDF50}" type="presParOf" srcId="{3ED69B74-60A7-4831-BD91-2312D1E3EE87}" destId="{A516F137-CE96-4988-8C78-9A618B5C3579}" srcOrd="2" destOrd="0" presId="urn:microsoft.com/office/officeart/2005/8/layout/orgChart1"/>
    <dgm:cxn modelId="{41FB6670-D64B-4854-849D-10B2BCC85512}" type="presParOf" srcId="{1D338133-F7BF-40A4-8712-0ED9EC1E36F7}" destId="{E02EE485-B318-4881-8763-89C76EC41E28}" srcOrd="2" destOrd="0" presId="urn:microsoft.com/office/officeart/2005/8/layout/orgChart1"/>
    <dgm:cxn modelId="{83FA5D4A-DC65-4FE4-AD94-5F1D089A3F11}" type="presParOf" srcId="{DDC15E05-8A6F-4EFD-BFAF-84951DE84703}" destId="{C6B25C70-F219-4249-B50F-22EA57A2DD10}" srcOrd="8" destOrd="0" presId="urn:microsoft.com/office/officeart/2005/8/layout/orgChart1"/>
    <dgm:cxn modelId="{FD03DDB0-2A5D-4767-A6DE-AA4B8ED46700}" type="presParOf" srcId="{DDC15E05-8A6F-4EFD-BFAF-84951DE84703}" destId="{66B8F2D3-EB2E-49A9-9DC2-2E7C1925788F}" srcOrd="9" destOrd="0" presId="urn:microsoft.com/office/officeart/2005/8/layout/orgChart1"/>
    <dgm:cxn modelId="{B29D7B2B-368C-4126-B1FD-2E5C6CA86DA4}" type="presParOf" srcId="{66B8F2D3-EB2E-49A9-9DC2-2E7C1925788F}" destId="{394D7406-0979-43B8-A2AA-B69C3EC020B1}" srcOrd="0" destOrd="0" presId="urn:microsoft.com/office/officeart/2005/8/layout/orgChart1"/>
    <dgm:cxn modelId="{14FDFEFE-2ACB-4080-B5FF-E141F61AF2B2}" type="presParOf" srcId="{394D7406-0979-43B8-A2AA-B69C3EC020B1}" destId="{E34682B2-1303-4F49-A2C0-ADF598E68DDD}" srcOrd="0" destOrd="0" presId="urn:microsoft.com/office/officeart/2005/8/layout/orgChart1"/>
    <dgm:cxn modelId="{76E0C521-F4D8-4337-9D21-BBA4C7FCF3A5}" type="presParOf" srcId="{394D7406-0979-43B8-A2AA-B69C3EC020B1}" destId="{F53BF3B6-D7BF-4F5C-8CC4-1637156DC8F1}" srcOrd="1" destOrd="0" presId="urn:microsoft.com/office/officeart/2005/8/layout/orgChart1"/>
    <dgm:cxn modelId="{9BF96F54-EE8B-4F48-98BE-24AE5F3530D6}" type="presParOf" srcId="{66B8F2D3-EB2E-49A9-9DC2-2E7C1925788F}" destId="{643D31D8-EC5A-47BF-9FE0-3929B36FC6A4}" srcOrd="1" destOrd="0" presId="urn:microsoft.com/office/officeart/2005/8/layout/orgChart1"/>
    <dgm:cxn modelId="{1CD62C0A-4083-4A85-B4B5-31E5CD9D231F}" type="presParOf" srcId="{643D31D8-EC5A-47BF-9FE0-3929B36FC6A4}" destId="{2341B960-246C-416F-A032-A899DF6E266E}" srcOrd="0" destOrd="0" presId="urn:microsoft.com/office/officeart/2005/8/layout/orgChart1"/>
    <dgm:cxn modelId="{5E393C79-D973-4A7A-AA5B-0F4DC5B7911F}" type="presParOf" srcId="{643D31D8-EC5A-47BF-9FE0-3929B36FC6A4}" destId="{29D3D69B-C034-459F-804F-D3BB71F7DB84}" srcOrd="1" destOrd="0" presId="urn:microsoft.com/office/officeart/2005/8/layout/orgChart1"/>
    <dgm:cxn modelId="{A6E67691-6057-4230-8E6F-36460A1EB7EE}" type="presParOf" srcId="{29D3D69B-C034-459F-804F-D3BB71F7DB84}" destId="{FD4507B7-FDD1-409B-A9E2-A32E50460DDD}" srcOrd="0" destOrd="0" presId="urn:microsoft.com/office/officeart/2005/8/layout/orgChart1"/>
    <dgm:cxn modelId="{8F08AE53-DCCC-4789-8B46-81DCEBDF4337}" type="presParOf" srcId="{FD4507B7-FDD1-409B-A9E2-A32E50460DDD}" destId="{4AD2845B-6904-42C2-AB48-817536FBA593}" srcOrd="0" destOrd="0" presId="urn:microsoft.com/office/officeart/2005/8/layout/orgChart1"/>
    <dgm:cxn modelId="{BD57A254-72E4-4D67-9DB8-774AA28CCE1A}" type="presParOf" srcId="{FD4507B7-FDD1-409B-A9E2-A32E50460DDD}" destId="{8AB2F598-1FD1-4247-A954-9BF8C1BCED96}" srcOrd="1" destOrd="0" presId="urn:microsoft.com/office/officeart/2005/8/layout/orgChart1"/>
    <dgm:cxn modelId="{AEE657DA-E815-4E50-BA37-EB89FF3B4DC1}" type="presParOf" srcId="{29D3D69B-C034-459F-804F-D3BB71F7DB84}" destId="{A323B34B-BC94-4452-9D79-EB1912AA436C}" srcOrd="1" destOrd="0" presId="urn:microsoft.com/office/officeart/2005/8/layout/orgChart1"/>
    <dgm:cxn modelId="{EC3E391B-705A-418E-AAF9-3E9C73BBEDD2}" type="presParOf" srcId="{29D3D69B-C034-459F-804F-D3BB71F7DB84}" destId="{8223D782-5A9C-4925-A4E4-F40762314442}" srcOrd="2" destOrd="0" presId="urn:microsoft.com/office/officeart/2005/8/layout/orgChart1"/>
    <dgm:cxn modelId="{BA985F14-0B33-490F-A701-E3373110B86C}" type="presParOf" srcId="{643D31D8-EC5A-47BF-9FE0-3929B36FC6A4}" destId="{3DD6B9E2-EDBE-41D2-8991-B4AF30A23E21}" srcOrd="2" destOrd="0" presId="urn:microsoft.com/office/officeart/2005/8/layout/orgChart1"/>
    <dgm:cxn modelId="{FB117F02-B6D9-4895-BCB9-AFCA2974E944}" type="presParOf" srcId="{643D31D8-EC5A-47BF-9FE0-3929B36FC6A4}" destId="{24603DAA-DAC8-4F37-91C4-0717896F2A64}" srcOrd="3" destOrd="0" presId="urn:microsoft.com/office/officeart/2005/8/layout/orgChart1"/>
    <dgm:cxn modelId="{556F441D-F21F-4BC5-A391-F0B81C21600C}" type="presParOf" srcId="{24603DAA-DAC8-4F37-91C4-0717896F2A64}" destId="{3FFBBAFE-8626-4413-8B46-5A39FB709453}" srcOrd="0" destOrd="0" presId="urn:microsoft.com/office/officeart/2005/8/layout/orgChart1"/>
    <dgm:cxn modelId="{B5D9DA85-DD6F-4A6A-8E60-7261FB1CBA08}" type="presParOf" srcId="{3FFBBAFE-8626-4413-8B46-5A39FB709453}" destId="{A7A9C275-E9BC-45FF-AB20-89F609A0C0AE}" srcOrd="0" destOrd="0" presId="urn:microsoft.com/office/officeart/2005/8/layout/orgChart1"/>
    <dgm:cxn modelId="{7973A735-CFF0-498B-859C-989AD6EC51C6}" type="presParOf" srcId="{3FFBBAFE-8626-4413-8B46-5A39FB709453}" destId="{3F8CDC87-6AF6-4A04-8BD1-57122CFBFAA2}" srcOrd="1" destOrd="0" presId="urn:microsoft.com/office/officeart/2005/8/layout/orgChart1"/>
    <dgm:cxn modelId="{5980BC73-14F7-4DAB-BFD5-7C5FCB38317F}" type="presParOf" srcId="{24603DAA-DAC8-4F37-91C4-0717896F2A64}" destId="{8165830E-4129-4D6A-A9E3-B766E2D52DB1}" srcOrd="1" destOrd="0" presId="urn:microsoft.com/office/officeart/2005/8/layout/orgChart1"/>
    <dgm:cxn modelId="{BFEE43DA-548D-401C-A8A3-FDE2FC11ECAB}" type="presParOf" srcId="{24603DAA-DAC8-4F37-91C4-0717896F2A64}" destId="{ED1DD367-D9A5-4736-83BC-885322711F33}" srcOrd="2" destOrd="0" presId="urn:microsoft.com/office/officeart/2005/8/layout/orgChart1"/>
    <dgm:cxn modelId="{310D9DE6-870A-47C5-919A-09148617762C}" type="presParOf" srcId="{643D31D8-EC5A-47BF-9FE0-3929B36FC6A4}" destId="{A75CD9E2-9214-42B5-BBE2-EE3EC1D64BE1}" srcOrd="4" destOrd="0" presId="urn:microsoft.com/office/officeart/2005/8/layout/orgChart1"/>
    <dgm:cxn modelId="{E165AE9B-64C9-4584-999D-5D6851E75F15}" type="presParOf" srcId="{643D31D8-EC5A-47BF-9FE0-3929B36FC6A4}" destId="{7E9CAF4A-B5EF-4164-B72C-6AEC36A08CFC}" srcOrd="5" destOrd="0" presId="urn:microsoft.com/office/officeart/2005/8/layout/orgChart1"/>
    <dgm:cxn modelId="{B88BC7A9-2B07-4822-A7CA-E26853B2CE82}" type="presParOf" srcId="{7E9CAF4A-B5EF-4164-B72C-6AEC36A08CFC}" destId="{1742132B-0588-4C1D-82AF-97E4EEB95704}" srcOrd="0" destOrd="0" presId="urn:microsoft.com/office/officeart/2005/8/layout/orgChart1"/>
    <dgm:cxn modelId="{6B6464AA-0B53-48A4-89AF-171DCEC5E683}" type="presParOf" srcId="{1742132B-0588-4C1D-82AF-97E4EEB95704}" destId="{7D573A0D-4083-4534-8684-6F99F7A86646}" srcOrd="0" destOrd="0" presId="urn:microsoft.com/office/officeart/2005/8/layout/orgChart1"/>
    <dgm:cxn modelId="{12E82877-66F9-4D67-828B-ACA52DC465A9}" type="presParOf" srcId="{1742132B-0588-4C1D-82AF-97E4EEB95704}" destId="{D99AC9DC-F91A-418C-B607-A664FC9EC561}" srcOrd="1" destOrd="0" presId="urn:microsoft.com/office/officeart/2005/8/layout/orgChart1"/>
    <dgm:cxn modelId="{356B9BC1-DACD-4DEE-B91F-F39C4BB85F1B}" type="presParOf" srcId="{7E9CAF4A-B5EF-4164-B72C-6AEC36A08CFC}" destId="{0FAC1F39-C999-456C-94BB-5C0859B7D24D}" srcOrd="1" destOrd="0" presId="urn:microsoft.com/office/officeart/2005/8/layout/orgChart1"/>
    <dgm:cxn modelId="{17B5FF7F-5390-469B-8231-F9C2E8182898}" type="presParOf" srcId="{7E9CAF4A-B5EF-4164-B72C-6AEC36A08CFC}" destId="{D13818B4-51A1-4032-9BD1-7B6D4C641ADA}" srcOrd="2" destOrd="0" presId="urn:microsoft.com/office/officeart/2005/8/layout/orgChart1"/>
    <dgm:cxn modelId="{2F341F3C-F537-43F7-9D6E-D86E2B6B0EA8}" type="presParOf" srcId="{643D31D8-EC5A-47BF-9FE0-3929B36FC6A4}" destId="{13C765AB-78D0-4C2A-9935-2EDCB5DCB8C2}" srcOrd="6" destOrd="0" presId="urn:microsoft.com/office/officeart/2005/8/layout/orgChart1"/>
    <dgm:cxn modelId="{49F178C0-C2B5-4D27-8214-C4D796265310}" type="presParOf" srcId="{643D31D8-EC5A-47BF-9FE0-3929B36FC6A4}" destId="{3DBEC3DC-43CF-4D92-A3DF-09ADACC45DAC}" srcOrd="7" destOrd="0" presId="urn:microsoft.com/office/officeart/2005/8/layout/orgChart1"/>
    <dgm:cxn modelId="{7B2CB904-4581-4A53-BABF-BD32E4D22414}" type="presParOf" srcId="{3DBEC3DC-43CF-4D92-A3DF-09ADACC45DAC}" destId="{0A69A40F-2014-4913-B66D-7412D4CE3AC5}" srcOrd="0" destOrd="0" presId="urn:microsoft.com/office/officeart/2005/8/layout/orgChart1"/>
    <dgm:cxn modelId="{5BE35080-6690-428F-9E86-13601EEF35C6}" type="presParOf" srcId="{0A69A40F-2014-4913-B66D-7412D4CE3AC5}" destId="{7C14F8BD-58ED-4031-9015-4873F3F3C6C1}" srcOrd="0" destOrd="0" presId="urn:microsoft.com/office/officeart/2005/8/layout/orgChart1"/>
    <dgm:cxn modelId="{B76EEF91-A541-4814-B0F6-8CA6156BF874}" type="presParOf" srcId="{0A69A40F-2014-4913-B66D-7412D4CE3AC5}" destId="{0ADC0C19-EC55-4516-B2FA-3721436BDB1A}" srcOrd="1" destOrd="0" presId="urn:microsoft.com/office/officeart/2005/8/layout/orgChart1"/>
    <dgm:cxn modelId="{D4070F75-F603-46E6-8935-DF5B53922CF6}" type="presParOf" srcId="{3DBEC3DC-43CF-4D92-A3DF-09ADACC45DAC}" destId="{57850BF0-491B-41CB-9574-3850A48EBCDF}" srcOrd="1" destOrd="0" presId="urn:microsoft.com/office/officeart/2005/8/layout/orgChart1"/>
    <dgm:cxn modelId="{DBAB03D9-6BFF-461D-8DB5-E97E08A300BB}" type="presParOf" srcId="{3DBEC3DC-43CF-4D92-A3DF-09ADACC45DAC}" destId="{FDC3F1E0-482B-42BE-9C6E-0F146A6C027B}" srcOrd="2" destOrd="0" presId="urn:microsoft.com/office/officeart/2005/8/layout/orgChart1"/>
    <dgm:cxn modelId="{AF5C50FA-96FB-4380-AF92-3D1A35A90E9E}" type="presParOf" srcId="{66B8F2D3-EB2E-49A9-9DC2-2E7C1925788F}" destId="{B5265CC4-5F93-42E1-994B-4DDB02CA926E}" srcOrd="2" destOrd="0" presId="urn:microsoft.com/office/officeart/2005/8/layout/orgChart1"/>
    <dgm:cxn modelId="{877AE0A3-7A8B-4DDF-95F8-4C7DFDEDB51C}" type="presParOf" srcId="{DDC15E05-8A6F-4EFD-BFAF-84951DE84703}" destId="{2978CB6A-0544-4460-BCF2-F651D3E2F248}" srcOrd="10" destOrd="0" presId="urn:microsoft.com/office/officeart/2005/8/layout/orgChart1"/>
    <dgm:cxn modelId="{6320F4C3-D9CF-43E3-AF17-3DD37D73743E}" type="presParOf" srcId="{DDC15E05-8A6F-4EFD-BFAF-84951DE84703}" destId="{A0C13893-A8B6-4C01-9E2C-571A714B3256}" srcOrd="11" destOrd="0" presId="urn:microsoft.com/office/officeart/2005/8/layout/orgChart1"/>
    <dgm:cxn modelId="{0A98741C-1208-4555-8CBD-AB9F8AB68B2B}" type="presParOf" srcId="{A0C13893-A8B6-4C01-9E2C-571A714B3256}" destId="{54278F1B-9237-47AB-817E-3D0405A6C355}" srcOrd="0" destOrd="0" presId="urn:microsoft.com/office/officeart/2005/8/layout/orgChart1"/>
    <dgm:cxn modelId="{A46FEF50-0252-4509-8CDD-E9F81E356E1D}" type="presParOf" srcId="{54278F1B-9237-47AB-817E-3D0405A6C355}" destId="{734962A1-5CC2-4701-AA26-A77BFF7460F6}" srcOrd="0" destOrd="0" presId="urn:microsoft.com/office/officeart/2005/8/layout/orgChart1"/>
    <dgm:cxn modelId="{9550C3AB-3D77-42C7-9E64-E0E30015A62C}" type="presParOf" srcId="{54278F1B-9237-47AB-817E-3D0405A6C355}" destId="{EE9FF03F-A7A1-4F30-B5CC-B144EA000B07}" srcOrd="1" destOrd="0" presId="urn:microsoft.com/office/officeart/2005/8/layout/orgChart1"/>
    <dgm:cxn modelId="{EDFD3E5F-4153-4F73-9348-ACB7E816E24E}" type="presParOf" srcId="{A0C13893-A8B6-4C01-9E2C-571A714B3256}" destId="{BAB61B19-C6D4-4FC0-B0F1-860299415C99}" srcOrd="1" destOrd="0" presId="urn:microsoft.com/office/officeart/2005/8/layout/orgChart1"/>
    <dgm:cxn modelId="{6A20BC53-A924-4D22-B3B5-DA19794B1EA5}" type="presParOf" srcId="{BAB61B19-C6D4-4FC0-B0F1-860299415C99}" destId="{852D98C1-C1F6-4F76-9A6A-8E70F677B969}" srcOrd="0" destOrd="0" presId="urn:microsoft.com/office/officeart/2005/8/layout/orgChart1"/>
    <dgm:cxn modelId="{EF549AC9-3D9B-409C-A371-86041F061B23}" type="presParOf" srcId="{BAB61B19-C6D4-4FC0-B0F1-860299415C99}" destId="{A68D8F72-1D70-4300-A2F5-177E268F90FB}" srcOrd="1" destOrd="0" presId="urn:microsoft.com/office/officeart/2005/8/layout/orgChart1"/>
    <dgm:cxn modelId="{BEB9BAAC-C327-4C1D-9B8B-83AFE380F21D}" type="presParOf" srcId="{A68D8F72-1D70-4300-A2F5-177E268F90FB}" destId="{4620899D-442D-43A8-A9A8-92C421D2BAD0}" srcOrd="0" destOrd="0" presId="urn:microsoft.com/office/officeart/2005/8/layout/orgChart1"/>
    <dgm:cxn modelId="{20EC9AB3-0A61-43C1-A9F4-F1715D9227BC}" type="presParOf" srcId="{4620899D-442D-43A8-A9A8-92C421D2BAD0}" destId="{9982D99C-AF26-48B6-90FA-8107B20DD4B6}" srcOrd="0" destOrd="0" presId="urn:microsoft.com/office/officeart/2005/8/layout/orgChart1"/>
    <dgm:cxn modelId="{F7CFE891-07B6-4AE5-8F22-B6AD17E7F8FD}" type="presParOf" srcId="{4620899D-442D-43A8-A9A8-92C421D2BAD0}" destId="{DE9716E4-7841-44E0-AA6F-B674FDC449C0}" srcOrd="1" destOrd="0" presId="urn:microsoft.com/office/officeart/2005/8/layout/orgChart1"/>
    <dgm:cxn modelId="{3670FD57-ED8F-46B6-B9FB-3A87475F9CE4}" type="presParOf" srcId="{A68D8F72-1D70-4300-A2F5-177E268F90FB}" destId="{7AD6ED79-010E-439B-AFB0-FCD32E962078}" srcOrd="1" destOrd="0" presId="urn:microsoft.com/office/officeart/2005/8/layout/orgChart1"/>
    <dgm:cxn modelId="{33CA7BEB-3894-4EE0-957E-4E191F87EE77}" type="presParOf" srcId="{A68D8F72-1D70-4300-A2F5-177E268F90FB}" destId="{6C391992-2DB4-4DE3-99FC-1A37843A2249}" srcOrd="2" destOrd="0" presId="urn:microsoft.com/office/officeart/2005/8/layout/orgChart1"/>
    <dgm:cxn modelId="{3065BEFD-FD25-44FB-8F46-16DE474D4529}" type="presParOf" srcId="{BAB61B19-C6D4-4FC0-B0F1-860299415C99}" destId="{47831D18-9FA1-4E15-B5A8-6A309EE6F5AD}" srcOrd="2" destOrd="0" presId="urn:microsoft.com/office/officeart/2005/8/layout/orgChart1"/>
    <dgm:cxn modelId="{4AD4B9EF-8B45-4844-9A7D-4C78237BC5BC}" type="presParOf" srcId="{BAB61B19-C6D4-4FC0-B0F1-860299415C99}" destId="{057A3129-C127-4484-8689-94E474E8F7C3}" srcOrd="3" destOrd="0" presId="urn:microsoft.com/office/officeart/2005/8/layout/orgChart1"/>
    <dgm:cxn modelId="{E1158A67-98C4-4DB1-B44E-6D8A9B89A8FC}" type="presParOf" srcId="{057A3129-C127-4484-8689-94E474E8F7C3}" destId="{6C92FA15-EDCD-4255-A0FF-445F2E366338}" srcOrd="0" destOrd="0" presId="urn:microsoft.com/office/officeart/2005/8/layout/orgChart1"/>
    <dgm:cxn modelId="{BCD03706-C08B-4AAE-9C52-7BE90F42FC58}" type="presParOf" srcId="{6C92FA15-EDCD-4255-A0FF-445F2E366338}" destId="{B06AE6C8-AEC5-47DB-87DF-49987BA1275A}" srcOrd="0" destOrd="0" presId="urn:microsoft.com/office/officeart/2005/8/layout/orgChart1"/>
    <dgm:cxn modelId="{985CB871-248F-4D22-8356-AD110F7FB570}" type="presParOf" srcId="{6C92FA15-EDCD-4255-A0FF-445F2E366338}" destId="{AE8D0F07-E53E-4378-BCDF-306DD38C3A4E}" srcOrd="1" destOrd="0" presId="urn:microsoft.com/office/officeart/2005/8/layout/orgChart1"/>
    <dgm:cxn modelId="{7FAB19F8-A03E-491B-BF34-97230FFF741F}" type="presParOf" srcId="{057A3129-C127-4484-8689-94E474E8F7C3}" destId="{CE137340-7823-4F27-B07D-A1B19FDD91C4}" srcOrd="1" destOrd="0" presId="urn:microsoft.com/office/officeart/2005/8/layout/orgChart1"/>
    <dgm:cxn modelId="{5AE5278D-64F1-41CA-A681-5C57E1F63DB1}" type="presParOf" srcId="{057A3129-C127-4484-8689-94E474E8F7C3}" destId="{E60A8BB0-2031-447E-8E8C-398F3B40E350}" srcOrd="2" destOrd="0" presId="urn:microsoft.com/office/officeart/2005/8/layout/orgChart1"/>
    <dgm:cxn modelId="{9A323023-5E0B-48B0-94E3-7CFD404C3B0D}" type="presParOf" srcId="{BAB61B19-C6D4-4FC0-B0F1-860299415C99}" destId="{3297B158-23DA-4AF0-AD0D-008548086077}" srcOrd="4" destOrd="0" presId="urn:microsoft.com/office/officeart/2005/8/layout/orgChart1"/>
    <dgm:cxn modelId="{BF9794EF-09AA-4B7B-9EFC-FA17A6F368CB}" type="presParOf" srcId="{BAB61B19-C6D4-4FC0-B0F1-860299415C99}" destId="{9495B2A8-E125-479A-8A36-F929E177BA9F}" srcOrd="5" destOrd="0" presId="urn:microsoft.com/office/officeart/2005/8/layout/orgChart1"/>
    <dgm:cxn modelId="{06453E05-9419-4843-9762-D5F77B4AD218}" type="presParOf" srcId="{9495B2A8-E125-479A-8A36-F929E177BA9F}" destId="{F19E79B3-C553-4FB1-9AE3-E1B07EB8B001}" srcOrd="0" destOrd="0" presId="urn:microsoft.com/office/officeart/2005/8/layout/orgChart1"/>
    <dgm:cxn modelId="{202BA455-EF28-4327-B9B7-B3B31FD605D5}" type="presParOf" srcId="{F19E79B3-C553-4FB1-9AE3-E1B07EB8B001}" destId="{2FDD35D1-A562-41AC-A1F5-4E2B491E8404}" srcOrd="0" destOrd="0" presId="urn:microsoft.com/office/officeart/2005/8/layout/orgChart1"/>
    <dgm:cxn modelId="{3E823CEA-60B4-4960-90FF-4D84B1093E18}" type="presParOf" srcId="{F19E79B3-C553-4FB1-9AE3-E1B07EB8B001}" destId="{E0225C82-65C8-4D1E-91A9-BF9FD4A92E6E}" srcOrd="1" destOrd="0" presId="urn:microsoft.com/office/officeart/2005/8/layout/orgChart1"/>
    <dgm:cxn modelId="{135EAFE3-0EA4-4F84-AAE4-497733D532FE}" type="presParOf" srcId="{9495B2A8-E125-479A-8A36-F929E177BA9F}" destId="{BDEF500B-995A-490D-BC16-24E80C8951AF}" srcOrd="1" destOrd="0" presId="urn:microsoft.com/office/officeart/2005/8/layout/orgChart1"/>
    <dgm:cxn modelId="{B8283E9C-DE7E-4250-9DC3-5EEC369F41D9}" type="presParOf" srcId="{9495B2A8-E125-479A-8A36-F929E177BA9F}" destId="{4410F4F9-2422-48E7-8194-BF640EEB5CA5}" srcOrd="2" destOrd="0" presId="urn:microsoft.com/office/officeart/2005/8/layout/orgChart1"/>
    <dgm:cxn modelId="{D3303FAB-0AEB-44F5-BF93-2595A90EAFAA}" type="presParOf" srcId="{BAB61B19-C6D4-4FC0-B0F1-860299415C99}" destId="{98A80A87-AC73-4043-9EE1-F892CB0EB8A4}" srcOrd="6" destOrd="0" presId="urn:microsoft.com/office/officeart/2005/8/layout/orgChart1"/>
    <dgm:cxn modelId="{2561B8CF-90D7-479D-A2F1-4F70EE94A55C}" type="presParOf" srcId="{BAB61B19-C6D4-4FC0-B0F1-860299415C99}" destId="{5F31CB52-15BB-4E47-A193-F22B036EF8DF}" srcOrd="7" destOrd="0" presId="urn:microsoft.com/office/officeart/2005/8/layout/orgChart1"/>
    <dgm:cxn modelId="{E159BA22-1479-4B33-9C8B-05474EAA72D1}" type="presParOf" srcId="{5F31CB52-15BB-4E47-A193-F22B036EF8DF}" destId="{7A468D00-7CFB-45C3-BE5D-13694B6F6746}" srcOrd="0" destOrd="0" presId="urn:microsoft.com/office/officeart/2005/8/layout/orgChart1"/>
    <dgm:cxn modelId="{0E55B337-4A40-4E9C-96C1-0CCB3B5A8912}" type="presParOf" srcId="{7A468D00-7CFB-45C3-BE5D-13694B6F6746}" destId="{AB309B37-D6DD-4478-8170-54CD05D285B1}" srcOrd="0" destOrd="0" presId="urn:microsoft.com/office/officeart/2005/8/layout/orgChart1"/>
    <dgm:cxn modelId="{066F8797-3D8C-49D0-B341-3A615938E841}" type="presParOf" srcId="{7A468D00-7CFB-45C3-BE5D-13694B6F6746}" destId="{2A6C7D18-49FE-4C06-8EF1-CF8457F4C08C}" srcOrd="1" destOrd="0" presId="urn:microsoft.com/office/officeart/2005/8/layout/orgChart1"/>
    <dgm:cxn modelId="{DE78417E-B7E1-4C4C-94A8-1A6FB9E0DF2E}" type="presParOf" srcId="{5F31CB52-15BB-4E47-A193-F22B036EF8DF}" destId="{2787D9E2-68A0-4BBC-AAFD-F8DBC6F6064C}" srcOrd="1" destOrd="0" presId="urn:microsoft.com/office/officeart/2005/8/layout/orgChart1"/>
    <dgm:cxn modelId="{49B37BF8-B241-4CCA-9353-53BDBE5ACB9C}" type="presParOf" srcId="{5F31CB52-15BB-4E47-A193-F22B036EF8DF}" destId="{0BC97960-13B2-4F78-B707-0F492907BC88}" srcOrd="2" destOrd="0" presId="urn:microsoft.com/office/officeart/2005/8/layout/orgChart1"/>
    <dgm:cxn modelId="{5D50917A-CDC3-409F-B624-B028B3B3A4BB}" type="presParOf" srcId="{BAB61B19-C6D4-4FC0-B0F1-860299415C99}" destId="{3455B811-1501-40E5-A2D6-CD555550FBAE}" srcOrd="8" destOrd="0" presId="urn:microsoft.com/office/officeart/2005/8/layout/orgChart1"/>
    <dgm:cxn modelId="{1F9A6097-D910-401D-BDDA-05F0C8ADD9BD}" type="presParOf" srcId="{BAB61B19-C6D4-4FC0-B0F1-860299415C99}" destId="{C15888E9-8C79-4621-A4CE-6872CC7FE498}" srcOrd="9" destOrd="0" presId="urn:microsoft.com/office/officeart/2005/8/layout/orgChart1"/>
    <dgm:cxn modelId="{58E84FFB-102E-4EF3-93B5-2B8A713389C2}" type="presParOf" srcId="{C15888E9-8C79-4621-A4CE-6872CC7FE498}" destId="{A2D602D7-728E-4032-A0A8-8D1E8354CC68}" srcOrd="0" destOrd="0" presId="urn:microsoft.com/office/officeart/2005/8/layout/orgChart1"/>
    <dgm:cxn modelId="{2919A278-74EB-40A8-8965-23B06857FEC8}" type="presParOf" srcId="{A2D602D7-728E-4032-A0A8-8D1E8354CC68}" destId="{55CBE388-ACA3-4D66-A9EC-CEA7C6662589}" srcOrd="0" destOrd="0" presId="urn:microsoft.com/office/officeart/2005/8/layout/orgChart1"/>
    <dgm:cxn modelId="{EC1C05C1-506D-4669-9E79-4F06134165C7}" type="presParOf" srcId="{A2D602D7-728E-4032-A0A8-8D1E8354CC68}" destId="{E3E26D38-5C70-431E-A395-27FCF321F12B}" srcOrd="1" destOrd="0" presId="urn:microsoft.com/office/officeart/2005/8/layout/orgChart1"/>
    <dgm:cxn modelId="{0BB6A5A4-983A-4281-B3E5-E2AD0A983F0A}" type="presParOf" srcId="{C15888E9-8C79-4621-A4CE-6872CC7FE498}" destId="{5C7539B2-2D31-4BEA-B660-5653EB649FA8}" srcOrd="1" destOrd="0" presId="urn:microsoft.com/office/officeart/2005/8/layout/orgChart1"/>
    <dgm:cxn modelId="{CED54B8C-63CB-40DD-9F9B-E4FE58FEF6A4}" type="presParOf" srcId="{C15888E9-8C79-4621-A4CE-6872CC7FE498}" destId="{8F3837F7-7B76-4418-8EA8-22F947699BFF}" srcOrd="2" destOrd="0" presId="urn:microsoft.com/office/officeart/2005/8/layout/orgChart1"/>
    <dgm:cxn modelId="{BB82D7D7-ED65-4FD9-BA7A-8ED1D9AC1567}" type="presParOf" srcId="{BAB61B19-C6D4-4FC0-B0F1-860299415C99}" destId="{676A83F3-DFC8-4F3B-BDB2-A4BAED357CE0}" srcOrd="10" destOrd="0" presId="urn:microsoft.com/office/officeart/2005/8/layout/orgChart1"/>
    <dgm:cxn modelId="{49BEE932-C2A0-416E-A837-2EC612D24D93}" type="presParOf" srcId="{BAB61B19-C6D4-4FC0-B0F1-860299415C99}" destId="{857CE262-FFDE-49BC-BE34-7942B4C7208F}" srcOrd="11" destOrd="0" presId="urn:microsoft.com/office/officeart/2005/8/layout/orgChart1"/>
    <dgm:cxn modelId="{99D93C4C-8484-4FDC-AA3D-6318A2D0252D}" type="presParOf" srcId="{857CE262-FFDE-49BC-BE34-7942B4C7208F}" destId="{4D812F27-E9A3-4784-BBD0-CCECBA242833}" srcOrd="0" destOrd="0" presId="urn:microsoft.com/office/officeart/2005/8/layout/orgChart1"/>
    <dgm:cxn modelId="{41B2125E-8470-445D-8D17-9D91F1A65D9F}" type="presParOf" srcId="{4D812F27-E9A3-4784-BBD0-CCECBA242833}" destId="{DBE17AA2-1D69-4604-8F78-3E46B6BCF25F}" srcOrd="0" destOrd="0" presId="urn:microsoft.com/office/officeart/2005/8/layout/orgChart1"/>
    <dgm:cxn modelId="{0FC14C31-6B20-4FD7-8A0D-1F1FF5BC49A2}" type="presParOf" srcId="{4D812F27-E9A3-4784-BBD0-CCECBA242833}" destId="{C70D58A7-924D-4436-94DB-B62E6762BA84}" srcOrd="1" destOrd="0" presId="urn:microsoft.com/office/officeart/2005/8/layout/orgChart1"/>
    <dgm:cxn modelId="{A9DEDEC6-3DE5-4C2F-88A6-334D1A5BA86E}" type="presParOf" srcId="{857CE262-FFDE-49BC-BE34-7942B4C7208F}" destId="{98694929-4175-42D4-A357-5FCECA59ADD4}" srcOrd="1" destOrd="0" presId="urn:microsoft.com/office/officeart/2005/8/layout/orgChart1"/>
    <dgm:cxn modelId="{00EE6BA0-39D2-420B-8774-8834D4973633}" type="presParOf" srcId="{857CE262-FFDE-49BC-BE34-7942B4C7208F}" destId="{96497380-5CD3-408C-ACE2-69ABEC9BCD4B}" srcOrd="2" destOrd="0" presId="urn:microsoft.com/office/officeart/2005/8/layout/orgChart1"/>
    <dgm:cxn modelId="{D8FF0923-5B32-4B0A-8E93-256BE2BEDD03}" type="presParOf" srcId="{BAB61B19-C6D4-4FC0-B0F1-860299415C99}" destId="{9485DDF0-B7FD-4386-AB62-810945189E34}" srcOrd="12" destOrd="0" presId="urn:microsoft.com/office/officeart/2005/8/layout/orgChart1"/>
    <dgm:cxn modelId="{7544E28B-4371-4264-A3D5-968D1B1240E1}" type="presParOf" srcId="{BAB61B19-C6D4-4FC0-B0F1-860299415C99}" destId="{BFAF3046-1AB2-411B-B924-09E6C671299B}" srcOrd="13" destOrd="0" presId="urn:microsoft.com/office/officeart/2005/8/layout/orgChart1"/>
    <dgm:cxn modelId="{0A255AED-2F9D-4F76-A730-C0E9A267F533}" type="presParOf" srcId="{BFAF3046-1AB2-411B-B924-09E6C671299B}" destId="{CA245FD9-FC9B-471A-A161-F9BBC5257850}" srcOrd="0" destOrd="0" presId="urn:microsoft.com/office/officeart/2005/8/layout/orgChart1"/>
    <dgm:cxn modelId="{65D27795-09ED-489B-83A8-4B538BC73855}" type="presParOf" srcId="{CA245FD9-FC9B-471A-A161-F9BBC5257850}" destId="{555B3780-56C6-4767-AC67-177AE8549984}" srcOrd="0" destOrd="0" presId="urn:microsoft.com/office/officeart/2005/8/layout/orgChart1"/>
    <dgm:cxn modelId="{B42ECCE4-DE0B-45E3-BFC3-5EF181A5C339}" type="presParOf" srcId="{CA245FD9-FC9B-471A-A161-F9BBC5257850}" destId="{01162131-499C-4A5B-BDE7-807CD695279E}" srcOrd="1" destOrd="0" presId="urn:microsoft.com/office/officeart/2005/8/layout/orgChart1"/>
    <dgm:cxn modelId="{85ED4B84-DBF4-4D4D-AA91-5FE184851DEC}" type="presParOf" srcId="{BFAF3046-1AB2-411B-B924-09E6C671299B}" destId="{56EAC825-5548-4325-9C51-C15A60C96D9E}" srcOrd="1" destOrd="0" presId="urn:microsoft.com/office/officeart/2005/8/layout/orgChart1"/>
    <dgm:cxn modelId="{721177C8-33D2-4969-B6A3-78A715B668B8}" type="presParOf" srcId="{BFAF3046-1AB2-411B-B924-09E6C671299B}" destId="{0DDE2AF0-8965-4267-929F-FF8B2A6C328A}" srcOrd="2" destOrd="0" presId="urn:microsoft.com/office/officeart/2005/8/layout/orgChart1"/>
    <dgm:cxn modelId="{8C458AC5-4D0B-4D48-8BC0-50EA3214DB47}" type="presParOf" srcId="{A0C13893-A8B6-4C01-9E2C-571A714B3256}" destId="{DEB70182-223E-4548-9EA9-B88E5543AF00}" srcOrd="2" destOrd="0" presId="urn:microsoft.com/office/officeart/2005/8/layout/orgChart1"/>
    <dgm:cxn modelId="{90FFF533-EE96-467E-95DE-9215A1ACEFAD}" type="presParOf" srcId="{43D57AEE-97B6-4724-9EA3-89BE7C8E1063}" destId="{7DF4B962-904F-4C42-9496-73D17140F268}" srcOrd="2" destOrd="0" presId="urn:microsoft.com/office/officeart/2005/8/layout/orgChar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144000" cy="6761159"/>
        <a:chOff x="0" y="0"/>
        <a:chExt cx="9144000" cy="6761159"/>
      </a:xfrm>
    </dsp:grpSpPr>
    <dsp:sp modelId="{2F451472-8D1E-47AD-9CC4-DECA136ECF22}">
      <dsp:nvSpPr>
        <dsp:cNvPr id="5" name="任意多边形 4"/>
        <dsp:cNvSpPr/>
      </dsp:nvSpPr>
      <dsp:spPr bwMode="white">
        <a:xfrm>
          <a:off x="976177" y="561481"/>
          <a:ext cx="3498618" cy="235822"/>
        </a:xfrm>
        <a:custGeom>
          <a:avLst/>
          <a:gdLst/>
          <a:ahLst/>
          <a:cxnLst/>
          <a:pathLst>
            <a:path w="5510" h="371">
              <a:moveTo>
                <a:pt x="5510" y="0"/>
              </a:moveTo>
              <a:lnTo>
                <a:pt x="5510" y="186"/>
              </a:lnTo>
              <a:lnTo>
                <a:pt x="0" y="186"/>
              </a:lnTo>
              <a:lnTo>
                <a:pt x="0" y="371"/>
              </a:lnTo>
            </a:path>
          </a:pathLst>
        </a:custGeom>
      </dsp:spPr>
      <dsp:style>
        <a:lnRef idx="2">
          <a:schemeClr val="accent1">
            <a:shade val="60000"/>
          </a:schemeClr>
        </a:lnRef>
        <a:fillRef idx="0">
          <a:schemeClr val="accent1"/>
        </a:fillRef>
        <a:effectRef idx="0">
          <a:scrgbClr r="0" g="0" b="0"/>
        </a:effectRef>
        <a:fontRef idx="minor"/>
      </dsp:style>
      <dsp:txXfrm>
        <a:off x="976177" y="561481"/>
        <a:ext cx="3498618" cy="235822"/>
      </dsp:txXfrm>
    </dsp:sp>
    <dsp:sp modelId="{5293581B-4063-4A61-B0BE-503DF31B37BC}">
      <dsp:nvSpPr>
        <dsp:cNvPr id="8" name="任意多边形 7"/>
        <dsp:cNvSpPr/>
      </dsp:nvSpPr>
      <dsp:spPr bwMode="white">
        <a:xfrm>
          <a:off x="528268" y="1357189"/>
          <a:ext cx="167966" cy="642544"/>
        </a:xfrm>
        <a:custGeom>
          <a:avLst/>
          <a:gdLst/>
          <a:ahLst/>
          <a:cxnLst/>
          <a:pathLst>
            <a:path w="265" h="1012">
              <a:moveTo>
                <a:pt x="0" y="0"/>
              </a:moveTo>
              <a:lnTo>
                <a:pt x="0" y="1012"/>
              </a:lnTo>
              <a:lnTo>
                <a:pt x="265" y="1012"/>
              </a:lnTo>
            </a:path>
          </a:pathLst>
        </a:custGeom>
      </dsp:spPr>
      <dsp:style>
        <a:lnRef idx="2">
          <a:schemeClr val="accent1">
            <a:shade val="80000"/>
          </a:schemeClr>
        </a:lnRef>
        <a:fillRef idx="0">
          <a:schemeClr val="accent1"/>
        </a:fillRef>
        <a:effectRef idx="0">
          <a:scrgbClr r="0" g="0" b="0"/>
        </a:effectRef>
        <a:fontRef idx="minor"/>
      </dsp:style>
      <dsp:txXfrm>
        <a:off x="528268" y="1357189"/>
        <a:ext cx="167966" cy="642544"/>
      </dsp:txXfrm>
    </dsp:sp>
    <dsp:sp modelId="{FC01B001-C578-41B3-B145-25B6EAF2334B}">
      <dsp:nvSpPr>
        <dsp:cNvPr id="11" name="任意多边形 10"/>
        <dsp:cNvSpPr/>
      </dsp:nvSpPr>
      <dsp:spPr bwMode="white">
        <a:xfrm>
          <a:off x="528268" y="1357189"/>
          <a:ext cx="167966" cy="1686446"/>
        </a:xfrm>
        <a:custGeom>
          <a:avLst/>
          <a:gdLst/>
          <a:ahLst/>
          <a:cxnLst/>
          <a:pathLst>
            <a:path w="265" h="2656">
              <a:moveTo>
                <a:pt x="0" y="0"/>
              </a:moveTo>
              <a:lnTo>
                <a:pt x="0" y="2656"/>
              </a:lnTo>
              <a:lnTo>
                <a:pt x="265" y="2656"/>
              </a:lnTo>
            </a:path>
          </a:pathLst>
        </a:custGeom>
      </dsp:spPr>
      <dsp:style>
        <a:lnRef idx="2">
          <a:schemeClr val="accent1">
            <a:shade val="80000"/>
          </a:schemeClr>
        </a:lnRef>
        <a:fillRef idx="0">
          <a:schemeClr val="accent1"/>
        </a:fillRef>
        <a:effectRef idx="0">
          <a:scrgbClr r="0" g="0" b="0"/>
        </a:effectRef>
        <a:fontRef idx="minor"/>
      </dsp:style>
      <dsp:txXfrm>
        <a:off x="528268" y="1357189"/>
        <a:ext cx="167966" cy="1686446"/>
      </dsp:txXfrm>
    </dsp:sp>
    <dsp:sp modelId="{7A436B7B-F55E-41F2-B639-C9CAEB1B41CF}">
      <dsp:nvSpPr>
        <dsp:cNvPr id="14" name="任意多边形 13"/>
        <dsp:cNvSpPr/>
      </dsp:nvSpPr>
      <dsp:spPr bwMode="white">
        <a:xfrm>
          <a:off x="528268" y="1357189"/>
          <a:ext cx="167966" cy="2626623"/>
        </a:xfrm>
        <a:custGeom>
          <a:avLst/>
          <a:gdLst/>
          <a:ahLst/>
          <a:cxnLst/>
          <a:pathLst>
            <a:path w="265" h="4136">
              <a:moveTo>
                <a:pt x="0" y="0"/>
              </a:moveTo>
              <a:lnTo>
                <a:pt x="0" y="4136"/>
              </a:lnTo>
              <a:lnTo>
                <a:pt x="265" y="4136"/>
              </a:lnTo>
            </a:path>
          </a:pathLst>
        </a:custGeom>
      </dsp:spPr>
      <dsp:style>
        <a:lnRef idx="2">
          <a:schemeClr val="accent1">
            <a:shade val="80000"/>
          </a:schemeClr>
        </a:lnRef>
        <a:fillRef idx="0">
          <a:schemeClr val="accent1"/>
        </a:fillRef>
        <a:effectRef idx="0">
          <a:scrgbClr r="0" g="0" b="0"/>
        </a:effectRef>
        <a:fontRef idx="minor"/>
      </dsp:style>
      <dsp:txXfrm>
        <a:off x="528268" y="1357189"/>
        <a:ext cx="167966" cy="2626623"/>
      </dsp:txXfrm>
    </dsp:sp>
    <dsp:sp modelId="{A6596949-ECEA-484B-8DE6-D68C5D4246E5}">
      <dsp:nvSpPr>
        <dsp:cNvPr id="17" name="任意多边形 16"/>
        <dsp:cNvSpPr/>
      </dsp:nvSpPr>
      <dsp:spPr bwMode="white">
        <a:xfrm>
          <a:off x="528268" y="1357189"/>
          <a:ext cx="167966" cy="3593173"/>
        </a:xfrm>
        <a:custGeom>
          <a:avLst/>
          <a:gdLst/>
          <a:ahLst/>
          <a:cxnLst/>
          <a:pathLst>
            <a:path w="265" h="5659">
              <a:moveTo>
                <a:pt x="0" y="0"/>
              </a:moveTo>
              <a:lnTo>
                <a:pt x="0" y="5659"/>
              </a:lnTo>
              <a:lnTo>
                <a:pt x="265" y="5659"/>
              </a:lnTo>
            </a:path>
          </a:pathLst>
        </a:custGeom>
      </dsp:spPr>
      <dsp:style>
        <a:lnRef idx="2">
          <a:schemeClr val="accent1">
            <a:shade val="80000"/>
          </a:schemeClr>
        </a:lnRef>
        <a:fillRef idx="0">
          <a:schemeClr val="accent1"/>
        </a:fillRef>
        <a:effectRef idx="0">
          <a:scrgbClr r="0" g="0" b="0"/>
        </a:effectRef>
        <a:fontRef idx="minor"/>
      </dsp:style>
      <dsp:txXfrm>
        <a:off x="528268" y="1357189"/>
        <a:ext cx="167966" cy="3593173"/>
      </dsp:txXfrm>
    </dsp:sp>
    <dsp:sp modelId="{2581A1CC-B91F-4203-B1AE-4C7BCAFCF7A8}">
      <dsp:nvSpPr>
        <dsp:cNvPr id="20" name="任意多边形 19"/>
        <dsp:cNvSpPr/>
      </dsp:nvSpPr>
      <dsp:spPr bwMode="white">
        <a:xfrm>
          <a:off x="528268" y="1357189"/>
          <a:ext cx="167966" cy="4440804"/>
        </a:xfrm>
        <a:custGeom>
          <a:avLst/>
          <a:gdLst/>
          <a:ahLst/>
          <a:cxnLst/>
          <a:pathLst>
            <a:path w="265" h="6993">
              <a:moveTo>
                <a:pt x="0" y="0"/>
              </a:moveTo>
              <a:lnTo>
                <a:pt x="0" y="6993"/>
              </a:lnTo>
              <a:lnTo>
                <a:pt x="265" y="6993"/>
              </a:lnTo>
            </a:path>
          </a:pathLst>
        </a:custGeom>
      </dsp:spPr>
      <dsp:style>
        <a:lnRef idx="2">
          <a:schemeClr val="accent1">
            <a:shade val="80000"/>
          </a:schemeClr>
        </a:lnRef>
        <a:fillRef idx="0">
          <a:schemeClr val="accent1"/>
        </a:fillRef>
        <a:effectRef idx="0">
          <a:scrgbClr r="0" g="0" b="0"/>
        </a:effectRef>
        <a:fontRef idx="minor"/>
      </dsp:style>
      <dsp:txXfrm>
        <a:off x="528268" y="1357189"/>
        <a:ext cx="167966" cy="4440804"/>
      </dsp:txXfrm>
    </dsp:sp>
    <dsp:sp modelId="{39887C9F-090E-4DF9-A702-DC99BEDC6481}">
      <dsp:nvSpPr>
        <dsp:cNvPr id="23" name="任意多边形 22"/>
        <dsp:cNvSpPr/>
      </dsp:nvSpPr>
      <dsp:spPr bwMode="white">
        <a:xfrm>
          <a:off x="528268" y="1357189"/>
          <a:ext cx="167966" cy="5132337"/>
        </a:xfrm>
        <a:custGeom>
          <a:avLst/>
          <a:gdLst/>
          <a:ahLst/>
          <a:cxnLst/>
          <a:pathLst>
            <a:path w="265" h="8082">
              <a:moveTo>
                <a:pt x="0" y="0"/>
              </a:moveTo>
              <a:lnTo>
                <a:pt x="0" y="8082"/>
              </a:lnTo>
              <a:lnTo>
                <a:pt x="265" y="8082"/>
              </a:lnTo>
            </a:path>
          </a:pathLst>
        </a:custGeom>
      </dsp:spPr>
      <dsp:style>
        <a:lnRef idx="2">
          <a:schemeClr val="accent1">
            <a:shade val="80000"/>
          </a:schemeClr>
        </a:lnRef>
        <a:fillRef idx="0">
          <a:schemeClr val="accent1"/>
        </a:fillRef>
        <a:effectRef idx="0">
          <a:scrgbClr r="0" g="0" b="0"/>
        </a:effectRef>
        <a:fontRef idx="minor"/>
      </dsp:style>
      <dsp:txXfrm>
        <a:off x="528268" y="1357189"/>
        <a:ext cx="167966" cy="5132337"/>
      </dsp:txXfrm>
    </dsp:sp>
    <dsp:sp modelId="{E2235FFE-8545-4030-ABE6-24B313B5DEA7}">
      <dsp:nvSpPr>
        <dsp:cNvPr id="26" name="任意多边形 25"/>
        <dsp:cNvSpPr/>
      </dsp:nvSpPr>
      <dsp:spPr bwMode="white">
        <a:xfrm>
          <a:off x="2396229" y="561481"/>
          <a:ext cx="2078566" cy="235822"/>
        </a:xfrm>
        <a:custGeom>
          <a:avLst/>
          <a:gdLst/>
          <a:ahLst/>
          <a:cxnLst/>
          <a:pathLst>
            <a:path w="3273" h="371">
              <a:moveTo>
                <a:pt x="3273" y="0"/>
              </a:moveTo>
              <a:lnTo>
                <a:pt x="3273" y="186"/>
              </a:lnTo>
              <a:lnTo>
                <a:pt x="0" y="186"/>
              </a:lnTo>
              <a:lnTo>
                <a:pt x="0" y="371"/>
              </a:lnTo>
            </a:path>
          </a:pathLst>
        </a:custGeom>
      </dsp:spPr>
      <dsp:style>
        <a:lnRef idx="2">
          <a:schemeClr val="accent1">
            <a:shade val="60000"/>
          </a:schemeClr>
        </a:lnRef>
        <a:fillRef idx="0">
          <a:schemeClr val="accent1"/>
        </a:fillRef>
        <a:effectRef idx="0">
          <a:scrgbClr r="0" g="0" b="0"/>
        </a:effectRef>
        <a:fontRef idx="minor"/>
      </dsp:style>
      <dsp:txXfrm>
        <a:off x="2396229" y="561481"/>
        <a:ext cx="2078566" cy="235822"/>
      </dsp:txXfrm>
    </dsp:sp>
    <dsp:sp modelId="{0B92B57C-182A-4F0A-A0B2-8F7416BECAA3}">
      <dsp:nvSpPr>
        <dsp:cNvPr id="29" name="任意多边形 28"/>
        <dsp:cNvSpPr/>
      </dsp:nvSpPr>
      <dsp:spPr bwMode="white">
        <a:xfrm>
          <a:off x="1948320" y="1358783"/>
          <a:ext cx="167966" cy="453345"/>
        </a:xfrm>
        <a:custGeom>
          <a:avLst/>
          <a:gdLst/>
          <a:ahLst/>
          <a:cxnLst/>
          <a:pathLst>
            <a:path w="265" h="714">
              <a:moveTo>
                <a:pt x="0" y="0"/>
              </a:moveTo>
              <a:lnTo>
                <a:pt x="0" y="714"/>
              </a:lnTo>
              <a:lnTo>
                <a:pt x="265" y="714"/>
              </a:lnTo>
            </a:path>
          </a:pathLst>
        </a:custGeom>
      </dsp:spPr>
      <dsp:style>
        <a:lnRef idx="2">
          <a:schemeClr val="accent1">
            <a:shade val="80000"/>
          </a:schemeClr>
        </a:lnRef>
        <a:fillRef idx="0">
          <a:schemeClr val="accent1"/>
        </a:fillRef>
        <a:effectRef idx="0">
          <a:scrgbClr r="0" g="0" b="0"/>
        </a:effectRef>
        <a:fontRef idx="minor"/>
      </dsp:style>
      <dsp:txXfrm>
        <a:off x="1948320" y="1358783"/>
        <a:ext cx="167966" cy="453345"/>
      </dsp:txXfrm>
    </dsp:sp>
    <dsp:sp modelId="{E4EFC180-4375-451C-AFDD-FF6D44755946}">
      <dsp:nvSpPr>
        <dsp:cNvPr id="32" name="任意多边形 31"/>
        <dsp:cNvSpPr/>
      </dsp:nvSpPr>
      <dsp:spPr bwMode="white">
        <a:xfrm>
          <a:off x="1948320" y="1358783"/>
          <a:ext cx="167966" cy="1124213"/>
        </a:xfrm>
        <a:custGeom>
          <a:avLst/>
          <a:gdLst/>
          <a:ahLst/>
          <a:cxnLst/>
          <a:pathLst>
            <a:path w="265" h="1770">
              <a:moveTo>
                <a:pt x="0" y="0"/>
              </a:moveTo>
              <a:lnTo>
                <a:pt x="0" y="1770"/>
              </a:lnTo>
              <a:lnTo>
                <a:pt x="265" y="1770"/>
              </a:lnTo>
            </a:path>
          </a:pathLst>
        </a:custGeom>
      </dsp:spPr>
      <dsp:style>
        <a:lnRef idx="2">
          <a:schemeClr val="accent1">
            <a:shade val="80000"/>
          </a:schemeClr>
        </a:lnRef>
        <a:fillRef idx="0">
          <a:schemeClr val="accent1"/>
        </a:fillRef>
        <a:effectRef idx="0">
          <a:scrgbClr r="0" g="0" b="0"/>
        </a:effectRef>
        <a:fontRef idx="minor"/>
      </dsp:style>
      <dsp:txXfrm>
        <a:off x="1948320" y="1358783"/>
        <a:ext cx="167966" cy="1124213"/>
      </dsp:txXfrm>
    </dsp:sp>
    <dsp:sp modelId="{575DA9CC-9A8D-4DEE-B5C7-E35B78BFE4F9}">
      <dsp:nvSpPr>
        <dsp:cNvPr id="35" name="任意多边形 34"/>
        <dsp:cNvSpPr/>
      </dsp:nvSpPr>
      <dsp:spPr bwMode="white">
        <a:xfrm>
          <a:off x="3751823" y="561481"/>
          <a:ext cx="722972" cy="235822"/>
        </a:xfrm>
        <a:custGeom>
          <a:avLst/>
          <a:gdLst/>
          <a:ahLst/>
          <a:cxnLst/>
          <a:pathLst>
            <a:path w="1139" h="371">
              <a:moveTo>
                <a:pt x="1139" y="0"/>
              </a:moveTo>
              <a:lnTo>
                <a:pt x="1139" y="186"/>
              </a:lnTo>
              <a:lnTo>
                <a:pt x="0" y="186"/>
              </a:lnTo>
              <a:lnTo>
                <a:pt x="0" y="371"/>
              </a:lnTo>
            </a:path>
          </a:pathLst>
        </a:custGeom>
      </dsp:spPr>
      <dsp:style>
        <a:lnRef idx="2">
          <a:schemeClr val="accent1">
            <a:shade val="60000"/>
          </a:schemeClr>
        </a:lnRef>
        <a:fillRef idx="0">
          <a:schemeClr val="accent1"/>
        </a:fillRef>
        <a:effectRef idx="0">
          <a:scrgbClr r="0" g="0" b="0"/>
        </a:effectRef>
        <a:fontRef idx="minor"/>
      </dsp:style>
      <dsp:txXfrm>
        <a:off x="3751823" y="561481"/>
        <a:ext cx="722972" cy="235822"/>
      </dsp:txXfrm>
    </dsp:sp>
    <dsp:sp modelId="{967E6F36-451B-4AAE-9CC4-EF2F693B6DF1}">
      <dsp:nvSpPr>
        <dsp:cNvPr id="38" name="任意多边形 37"/>
        <dsp:cNvSpPr/>
      </dsp:nvSpPr>
      <dsp:spPr bwMode="white">
        <a:xfrm>
          <a:off x="3303914" y="1358783"/>
          <a:ext cx="167966" cy="571688"/>
        </a:xfrm>
        <a:custGeom>
          <a:avLst/>
          <a:gdLst/>
          <a:ahLst/>
          <a:cxnLst/>
          <a:pathLst>
            <a:path w="265" h="900">
              <a:moveTo>
                <a:pt x="0" y="0"/>
              </a:moveTo>
              <a:lnTo>
                <a:pt x="0" y="900"/>
              </a:lnTo>
              <a:lnTo>
                <a:pt x="265" y="900"/>
              </a:lnTo>
            </a:path>
          </a:pathLst>
        </a:custGeom>
      </dsp:spPr>
      <dsp:style>
        <a:lnRef idx="2">
          <a:schemeClr val="accent1">
            <a:shade val="80000"/>
          </a:schemeClr>
        </a:lnRef>
        <a:fillRef idx="0">
          <a:schemeClr val="accent1"/>
        </a:fillRef>
        <a:effectRef idx="0">
          <a:scrgbClr r="0" g="0" b="0"/>
        </a:effectRef>
        <a:fontRef idx="minor"/>
      </dsp:style>
      <dsp:txXfrm>
        <a:off x="3303914" y="1358783"/>
        <a:ext cx="167966" cy="571688"/>
      </dsp:txXfrm>
    </dsp:sp>
    <dsp:sp modelId="{1F6B4447-DF49-4282-BE18-B15F380335E7}">
      <dsp:nvSpPr>
        <dsp:cNvPr id="41" name="任意多边形 40"/>
        <dsp:cNvSpPr/>
      </dsp:nvSpPr>
      <dsp:spPr bwMode="white">
        <a:xfrm>
          <a:off x="3303914" y="1358783"/>
          <a:ext cx="167966" cy="1479243"/>
        </a:xfrm>
        <a:custGeom>
          <a:avLst/>
          <a:gdLst/>
          <a:ahLst/>
          <a:cxnLst/>
          <a:pathLst>
            <a:path w="265" h="2330">
              <a:moveTo>
                <a:pt x="0" y="0"/>
              </a:moveTo>
              <a:lnTo>
                <a:pt x="0" y="2330"/>
              </a:lnTo>
              <a:lnTo>
                <a:pt x="265" y="2330"/>
              </a:lnTo>
            </a:path>
          </a:pathLst>
        </a:custGeom>
      </dsp:spPr>
      <dsp:style>
        <a:lnRef idx="2">
          <a:schemeClr val="accent1">
            <a:shade val="80000"/>
          </a:schemeClr>
        </a:lnRef>
        <a:fillRef idx="0">
          <a:schemeClr val="accent1"/>
        </a:fillRef>
        <a:effectRef idx="0">
          <a:scrgbClr r="0" g="0" b="0"/>
        </a:effectRef>
        <a:fontRef idx="minor"/>
      </dsp:style>
      <dsp:txXfrm>
        <a:off x="3303914" y="1358783"/>
        <a:ext cx="167966" cy="1479243"/>
      </dsp:txXfrm>
    </dsp:sp>
    <dsp:sp modelId="{1D7919AE-0DD0-48D9-924B-10E1CE72373D}">
      <dsp:nvSpPr>
        <dsp:cNvPr id="44" name="任意多边形 43"/>
        <dsp:cNvSpPr/>
      </dsp:nvSpPr>
      <dsp:spPr bwMode="white">
        <a:xfrm>
          <a:off x="3303914" y="1358783"/>
          <a:ext cx="167966" cy="2386798"/>
        </a:xfrm>
        <a:custGeom>
          <a:avLst/>
          <a:gdLst/>
          <a:ahLst/>
          <a:cxnLst/>
          <a:pathLst>
            <a:path w="265" h="3759">
              <a:moveTo>
                <a:pt x="0" y="0"/>
              </a:moveTo>
              <a:lnTo>
                <a:pt x="0" y="3759"/>
              </a:lnTo>
              <a:lnTo>
                <a:pt x="265" y="3759"/>
              </a:lnTo>
            </a:path>
          </a:pathLst>
        </a:custGeom>
      </dsp:spPr>
      <dsp:style>
        <a:lnRef idx="2">
          <a:schemeClr val="accent1">
            <a:shade val="80000"/>
          </a:schemeClr>
        </a:lnRef>
        <a:fillRef idx="0">
          <a:schemeClr val="accent1"/>
        </a:fillRef>
        <a:effectRef idx="0">
          <a:scrgbClr r="0" g="0" b="0"/>
        </a:effectRef>
        <a:fontRef idx="minor"/>
      </dsp:style>
      <dsp:txXfrm>
        <a:off x="3303914" y="1358783"/>
        <a:ext cx="167966" cy="2386798"/>
      </dsp:txXfrm>
    </dsp:sp>
    <dsp:sp modelId="{198D12E8-D3EC-4812-A183-F8BC4F45C9AB}">
      <dsp:nvSpPr>
        <dsp:cNvPr id="47" name="任意多边形 46"/>
        <dsp:cNvSpPr/>
      </dsp:nvSpPr>
      <dsp:spPr bwMode="white">
        <a:xfrm>
          <a:off x="4474795" y="561481"/>
          <a:ext cx="635811" cy="235822"/>
        </a:xfrm>
        <a:custGeom>
          <a:avLst/>
          <a:gdLst/>
          <a:ahLst/>
          <a:cxnLst/>
          <a:pathLst>
            <a:path w="1001" h="371">
              <a:moveTo>
                <a:pt x="0" y="0"/>
              </a:moveTo>
              <a:lnTo>
                <a:pt x="0" y="186"/>
              </a:lnTo>
              <a:lnTo>
                <a:pt x="1001" y="186"/>
              </a:lnTo>
              <a:lnTo>
                <a:pt x="1001" y="371"/>
              </a:lnTo>
            </a:path>
          </a:pathLst>
        </a:custGeom>
      </dsp:spPr>
      <dsp:style>
        <a:lnRef idx="2">
          <a:schemeClr val="accent1">
            <a:shade val="60000"/>
          </a:schemeClr>
        </a:lnRef>
        <a:fillRef idx="0">
          <a:schemeClr val="accent1"/>
        </a:fillRef>
        <a:effectRef idx="0">
          <a:scrgbClr r="0" g="0" b="0"/>
        </a:effectRef>
        <a:fontRef idx="minor"/>
      </dsp:style>
      <dsp:txXfrm>
        <a:off x="4474795" y="561481"/>
        <a:ext cx="635811" cy="235822"/>
      </dsp:txXfrm>
    </dsp:sp>
    <dsp:sp modelId="{3BD2E683-525C-4D59-B6E0-A070097EDFDC}">
      <dsp:nvSpPr>
        <dsp:cNvPr id="50" name="任意多边形 49"/>
        <dsp:cNvSpPr/>
      </dsp:nvSpPr>
      <dsp:spPr bwMode="white">
        <a:xfrm>
          <a:off x="4662697" y="1358783"/>
          <a:ext cx="167966" cy="562107"/>
        </a:xfrm>
        <a:custGeom>
          <a:avLst/>
          <a:gdLst/>
          <a:ahLst/>
          <a:cxnLst/>
          <a:pathLst>
            <a:path w="265" h="885">
              <a:moveTo>
                <a:pt x="0" y="0"/>
              </a:moveTo>
              <a:lnTo>
                <a:pt x="0" y="885"/>
              </a:lnTo>
              <a:lnTo>
                <a:pt x="265" y="885"/>
              </a:lnTo>
            </a:path>
          </a:pathLst>
        </a:custGeom>
      </dsp:spPr>
      <dsp:style>
        <a:lnRef idx="2">
          <a:schemeClr val="accent1">
            <a:shade val="80000"/>
          </a:schemeClr>
        </a:lnRef>
        <a:fillRef idx="0">
          <a:schemeClr val="accent1"/>
        </a:fillRef>
        <a:effectRef idx="0">
          <a:scrgbClr r="0" g="0" b="0"/>
        </a:effectRef>
        <a:fontRef idx="minor"/>
      </dsp:style>
      <dsp:txXfrm>
        <a:off x="4662697" y="1358783"/>
        <a:ext cx="167966" cy="562107"/>
      </dsp:txXfrm>
    </dsp:sp>
    <dsp:sp modelId="{AD50A792-03D1-4AC9-BA3A-F015C7B0F4A3}">
      <dsp:nvSpPr>
        <dsp:cNvPr id="53" name="任意多边形 52"/>
        <dsp:cNvSpPr/>
      </dsp:nvSpPr>
      <dsp:spPr bwMode="white">
        <a:xfrm>
          <a:off x="4662697" y="1358783"/>
          <a:ext cx="167966" cy="1450498"/>
        </a:xfrm>
        <a:custGeom>
          <a:avLst/>
          <a:gdLst/>
          <a:ahLst/>
          <a:cxnLst/>
          <a:pathLst>
            <a:path w="265" h="2284">
              <a:moveTo>
                <a:pt x="0" y="0"/>
              </a:moveTo>
              <a:lnTo>
                <a:pt x="0" y="2284"/>
              </a:lnTo>
              <a:lnTo>
                <a:pt x="265" y="2284"/>
              </a:lnTo>
            </a:path>
          </a:pathLst>
        </a:custGeom>
      </dsp:spPr>
      <dsp:style>
        <a:lnRef idx="2">
          <a:schemeClr val="accent1">
            <a:shade val="80000"/>
          </a:schemeClr>
        </a:lnRef>
        <a:fillRef idx="0">
          <a:schemeClr val="accent1"/>
        </a:fillRef>
        <a:effectRef idx="0">
          <a:scrgbClr r="0" g="0" b="0"/>
        </a:effectRef>
        <a:fontRef idx="minor"/>
      </dsp:style>
      <dsp:txXfrm>
        <a:off x="4662697" y="1358783"/>
        <a:ext cx="167966" cy="1450498"/>
      </dsp:txXfrm>
    </dsp:sp>
    <dsp:sp modelId="{69B4D1A4-9CB1-4C2E-9515-7619462EDDBE}">
      <dsp:nvSpPr>
        <dsp:cNvPr id="56" name="任意多边形 55"/>
        <dsp:cNvSpPr/>
      </dsp:nvSpPr>
      <dsp:spPr bwMode="white">
        <a:xfrm>
          <a:off x="4662697" y="1358783"/>
          <a:ext cx="167966" cy="2338890"/>
        </a:xfrm>
        <a:custGeom>
          <a:avLst/>
          <a:gdLst/>
          <a:ahLst/>
          <a:cxnLst/>
          <a:pathLst>
            <a:path w="265" h="3683">
              <a:moveTo>
                <a:pt x="0" y="0"/>
              </a:moveTo>
              <a:lnTo>
                <a:pt x="0" y="3683"/>
              </a:lnTo>
              <a:lnTo>
                <a:pt x="265" y="3683"/>
              </a:lnTo>
            </a:path>
          </a:pathLst>
        </a:custGeom>
      </dsp:spPr>
      <dsp:style>
        <a:lnRef idx="2">
          <a:schemeClr val="accent1">
            <a:shade val="80000"/>
          </a:schemeClr>
        </a:lnRef>
        <a:fillRef idx="0">
          <a:schemeClr val="accent1"/>
        </a:fillRef>
        <a:effectRef idx="0">
          <a:scrgbClr r="0" g="0" b="0"/>
        </a:effectRef>
        <a:fontRef idx="minor"/>
      </dsp:style>
      <dsp:txXfrm>
        <a:off x="4662697" y="1358783"/>
        <a:ext cx="167966" cy="2338890"/>
      </dsp:txXfrm>
    </dsp:sp>
    <dsp:sp modelId="{A2A28B37-2B4F-4E33-8B30-FDFA2CC5FFA0}">
      <dsp:nvSpPr>
        <dsp:cNvPr id="59" name="任意多边形 58"/>
        <dsp:cNvSpPr/>
      </dsp:nvSpPr>
      <dsp:spPr bwMode="white">
        <a:xfrm>
          <a:off x="4662697" y="1358783"/>
          <a:ext cx="167966" cy="3359954"/>
        </a:xfrm>
        <a:custGeom>
          <a:avLst/>
          <a:gdLst/>
          <a:ahLst/>
          <a:cxnLst/>
          <a:pathLst>
            <a:path w="265" h="5291">
              <a:moveTo>
                <a:pt x="0" y="0"/>
              </a:moveTo>
              <a:lnTo>
                <a:pt x="0" y="5291"/>
              </a:lnTo>
              <a:lnTo>
                <a:pt x="265" y="5291"/>
              </a:lnTo>
            </a:path>
          </a:pathLst>
        </a:custGeom>
      </dsp:spPr>
      <dsp:style>
        <a:lnRef idx="2">
          <a:schemeClr val="accent1">
            <a:shade val="80000"/>
          </a:schemeClr>
        </a:lnRef>
        <a:fillRef idx="0">
          <a:schemeClr val="accent1"/>
        </a:fillRef>
        <a:effectRef idx="0">
          <a:scrgbClr r="0" g="0" b="0"/>
        </a:effectRef>
        <a:fontRef idx="minor"/>
      </dsp:style>
      <dsp:txXfrm>
        <a:off x="4662697" y="1358783"/>
        <a:ext cx="167966" cy="3359954"/>
      </dsp:txXfrm>
    </dsp:sp>
    <dsp:sp modelId="{2C3801BD-2582-4E1D-AEB1-104F9F8F2613}">
      <dsp:nvSpPr>
        <dsp:cNvPr id="62" name="任意多边形 61"/>
        <dsp:cNvSpPr/>
      </dsp:nvSpPr>
      <dsp:spPr bwMode="white">
        <a:xfrm>
          <a:off x="4662697" y="1358783"/>
          <a:ext cx="167966" cy="4381017"/>
        </a:xfrm>
        <a:custGeom>
          <a:avLst/>
          <a:gdLst/>
          <a:ahLst/>
          <a:cxnLst/>
          <a:pathLst>
            <a:path w="265" h="6899">
              <a:moveTo>
                <a:pt x="0" y="0"/>
              </a:moveTo>
              <a:lnTo>
                <a:pt x="0" y="6899"/>
              </a:lnTo>
              <a:lnTo>
                <a:pt x="265" y="6899"/>
              </a:lnTo>
            </a:path>
          </a:pathLst>
        </a:custGeom>
      </dsp:spPr>
      <dsp:style>
        <a:lnRef idx="2">
          <a:schemeClr val="accent1">
            <a:shade val="80000"/>
          </a:schemeClr>
        </a:lnRef>
        <a:fillRef idx="0">
          <a:schemeClr val="accent1"/>
        </a:fillRef>
        <a:effectRef idx="0">
          <a:scrgbClr r="0" g="0" b="0"/>
        </a:effectRef>
        <a:fontRef idx="minor"/>
      </dsp:style>
      <dsp:txXfrm>
        <a:off x="4662697" y="1358783"/>
        <a:ext cx="167966" cy="4381017"/>
      </dsp:txXfrm>
    </dsp:sp>
    <dsp:sp modelId="{C6B25C70-F219-4249-B50F-22EA57A2DD10}">
      <dsp:nvSpPr>
        <dsp:cNvPr id="65" name="任意多边形 64"/>
        <dsp:cNvSpPr/>
      </dsp:nvSpPr>
      <dsp:spPr bwMode="white">
        <a:xfrm>
          <a:off x="4474795" y="561481"/>
          <a:ext cx="1991405" cy="235822"/>
        </a:xfrm>
        <a:custGeom>
          <a:avLst/>
          <a:gdLst/>
          <a:ahLst/>
          <a:cxnLst/>
          <a:pathLst>
            <a:path w="3136" h="371">
              <a:moveTo>
                <a:pt x="0" y="0"/>
              </a:moveTo>
              <a:lnTo>
                <a:pt x="0" y="186"/>
              </a:lnTo>
              <a:lnTo>
                <a:pt x="3136" y="186"/>
              </a:lnTo>
              <a:lnTo>
                <a:pt x="3136" y="371"/>
              </a:lnTo>
            </a:path>
          </a:pathLst>
        </a:custGeom>
      </dsp:spPr>
      <dsp:style>
        <a:lnRef idx="2">
          <a:schemeClr val="accent1">
            <a:shade val="60000"/>
          </a:schemeClr>
        </a:lnRef>
        <a:fillRef idx="0">
          <a:schemeClr val="accent1"/>
        </a:fillRef>
        <a:effectRef idx="0">
          <a:scrgbClr r="0" g="0" b="0"/>
        </a:effectRef>
        <a:fontRef idx="minor"/>
      </dsp:style>
      <dsp:txXfrm>
        <a:off x="4474795" y="561481"/>
        <a:ext cx="1991405" cy="235822"/>
      </dsp:txXfrm>
    </dsp:sp>
    <dsp:sp modelId="{2341B960-246C-416F-A032-A899DF6E266E}">
      <dsp:nvSpPr>
        <dsp:cNvPr id="68" name="任意多边形 67"/>
        <dsp:cNvSpPr/>
      </dsp:nvSpPr>
      <dsp:spPr bwMode="white">
        <a:xfrm>
          <a:off x="6018291" y="1357189"/>
          <a:ext cx="167966" cy="714375"/>
        </a:xfrm>
        <a:custGeom>
          <a:avLst/>
          <a:gdLst/>
          <a:ahLst/>
          <a:cxnLst/>
          <a:pathLst>
            <a:path w="265" h="1125">
              <a:moveTo>
                <a:pt x="0" y="0"/>
              </a:moveTo>
              <a:lnTo>
                <a:pt x="0" y="1125"/>
              </a:lnTo>
              <a:lnTo>
                <a:pt x="265" y="1125"/>
              </a:lnTo>
            </a:path>
          </a:pathLst>
        </a:custGeom>
      </dsp:spPr>
      <dsp:style>
        <a:lnRef idx="2">
          <a:schemeClr val="accent1">
            <a:shade val="80000"/>
          </a:schemeClr>
        </a:lnRef>
        <a:fillRef idx="0">
          <a:schemeClr val="accent1"/>
        </a:fillRef>
        <a:effectRef idx="0">
          <a:scrgbClr r="0" g="0" b="0"/>
        </a:effectRef>
        <a:fontRef idx="minor"/>
      </dsp:style>
      <dsp:txXfrm>
        <a:off x="6018291" y="1357189"/>
        <a:ext cx="167966" cy="714375"/>
      </dsp:txXfrm>
    </dsp:sp>
    <dsp:sp modelId="{3DD6B9E2-EDBE-41D2-8991-B4AF30A23E21}">
      <dsp:nvSpPr>
        <dsp:cNvPr id="71" name="任意多边形 70"/>
        <dsp:cNvSpPr/>
      </dsp:nvSpPr>
      <dsp:spPr bwMode="white">
        <a:xfrm>
          <a:off x="6018291" y="1357189"/>
          <a:ext cx="167966" cy="1755034"/>
        </a:xfrm>
        <a:custGeom>
          <a:avLst/>
          <a:gdLst/>
          <a:ahLst/>
          <a:cxnLst/>
          <a:pathLst>
            <a:path w="265" h="2764">
              <a:moveTo>
                <a:pt x="0" y="0"/>
              </a:moveTo>
              <a:lnTo>
                <a:pt x="0" y="2764"/>
              </a:lnTo>
              <a:lnTo>
                <a:pt x="265" y="2764"/>
              </a:lnTo>
            </a:path>
          </a:pathLst>
        </a:custGeom>
      </dsp:spPr>
      <dsp:style>
        <a:lnRef idx="2">
          <a:schemeClr val="accent1">
            <a:shade val="80000"/>
          </a:schemeClr>
        </a:lnRef>
        <a:fillRef idx="0">
          <a:schemeClr val="accent1"/>
        </a:fillRef>
        <a:effectRef idx="0">
          <a:scrgbClr r="0" g="0" b="0"/>
        </a:effectRef>
        <a:fontRef idx="minor"/>
      </dsp:style>
      <dsp:txXfrm>
        <a:off x="6018291" y="1357189"/>
        <a:ext cx="167966" cy="1755034"/>
      </dsp:txXfrm>
    </dsp:sp>
    <dsp:sp modelId="{A75CD9E2-9214-42B5-BBE2-EE3EC1D64BE1}">
      <dsp:nvSpPr>
        <dsp:cNvPr id="74" name="任意多边形 73"/>
        <dsp:cNvSpPr/>
      </dsp:nvSpPr>
      <dsp:spPr bwMode="white">
        <a:xfrm>
          <a:off x="6018291" y="1357189"/>
          <a:ext cx="167966" cy="2643426"/>
        </a:xfrm>
        <a:custGeom>
          <a:avLst/>
          <a:gdLst/>
          <a:ahLst/>
          <a:cxnLst/>
          <a:pathLst>
            <a:path w="265" h="4163">
              <a:moveTo>
                <a:pt x="0" y="0"/>
              </a:moveTo>
              <a:lnTo>
                <a:pt x="0" y="4163"/>
              </a:lnTo>
              <a:lnTo>
                <a:pt x="265" y="4163"/>
              </a:lnTo>
            </a:path>
          </a:pathLst>
        </a:custGeom>
      </dsp:spPr>
      <dsp:style>
        <a:lnRef idx="2">
          <a:schemeClr val="accent1">
            <a:shade val="80000"/>
          </a:schemeClr>
        </a:lnRef>
        <a:fillRef idx="0">
          <a:schemeClr val="accent1"/>
        </a:fillRef>
        <a:effectRef idx="0">
          <a:scrgbClr r="0" g="0" b="0"/>
        </a:effectRef>
        <a:fontRef idx="minor"/>
      </dsp:style>
      <dsp:txXfrm>
        <a:off x="6018291" y="1357189"/>
        <a:ext cx="167966" cy="2643426"/>
      </dsp:txXfrm>
    </dsp:sp>
    <dsp:sp modelId="{13C765AB-78D0-4C2A-9935-2EDCB5DCB8C2}">
      <dsp:nvSpPr>
        <dsp:cNvPr id="77" name="任意多边形 76"/>
        <dsp:cNvSpPr/>
      </dsp:nvSpPr>
      <dsp:spPr bwMode="white">
        <a:xfrm>
          <a:off x="6018291" y="1357189"/>
          <a:ext cx="167966" cy="3531817"/>
        </a:xfrm>
        <a:custGeom>
          <a:avLst/>
          <a:gdLst/>
          <a:ahLst/>
          <a:cxnLst/>
          <a:pathLst>
            <a:path w="265" h="5562">
              <a:moveTo>
                <a:pt x="0" y="0"/>
              </a:moveTo>
              <a:lnTo>
                <a:pt x="0" y="5562"/>
              </a:lnTo>
              <a:lnTo>
                <a:pt x="265" y="5562"/>
              </a:lnTo>
            </a:path>
          </a:pathLst>
        </a:custGeom>
      </dsp:spPr>
      <dsp:style>
        <a:lnRef idx="2">
          <a:schemeClr val="accent1">
            <a:shade val="80000"/>
          </a:schemeClr>
        </a:lnRef>
        <a:fillRef idx="0">
          <a:schemeClr val="accent1"/>
        </a:fillRef>
        <a:effectRef idx="0">
          <a:scrgbClr r="0" g="0" b="0"/>
        </a:effectRef>
        <a:fontRef idx="minor"/>
      </dsp:style>
      <dsp:txXfrm>
        <a:off x="6018291" y="1357189"/>
        <a:ext cx="167966" cy="3531817"/>
      </dsp:txXfrm>
    </dsp:sp>
    <dsp:sp modelId="{2978CB6A-0544-4460-BCF2-F651D3E2F248}">
      <dsp:nvSpPr>
        <dsp:cNvPr id="80" name="任意多边形 79"/>
        <dsp:cNvSpPr/>
      </dsp:nvSpPr>
      <dsp:spPr bwMode="white">
        <a:xfrm>
          <a:off x="4474795" y="561481"/>
          <a:ext cx="3521117" cy="235822"/>
        </a:xfrm>
        <a:custGeom>
          <a:avLst/>
          <a:gdLst/>
          <a:ahLst/>
          <a:cxnLst/>
          <a:pathLst>
            <a:path w="5545" h="371">
              <a:moveTo>
                <a:pt x="0" y="0"/>
              </a:moveTo>
              <a:lnTo>
                <a:pt x="0" y="186"/>
              </a:lnTo>
              <a:lnTo>
                <a:pt x="5545" y="186"/>
              </a:lnTo>
              <a:lnTo>
                <a:pt x="5545" y="371"/>
              </a:lnTo>
            </a:path>
          </a:pathLst>
        </a:custGeom>
      </dsp:spPr>
      <dsp:style>
        <a:lnRef idx="2">
          <a:schemeClr val="accent1">
            <a:shade val="60000"/>
          </a:schemeClr>
        </a:lnRef>
        <a:fillRef idx="0">
          <a:schemeClr val="accent1"/>
        </a:fillRef>
        <a:effectRef idx="0">
          <a:scrgbClr r="0" g="0" b="0"/>
        </a:effectRef>
        <a:fontRef idx="minor"/>
      </dsp:style>
      <dsp:txXfrm>
        <a:off x="4474795" y="561481"/>
        <a:ext cx="3521117" cy="235822"/>
      </dsp:txXfrm>
    </dsp:sp>
    <dsp:sp modelId="{852D98C1-C1F6-4F76-9A6A-8E70F677B969}">
      <dsp:nvSpPr>
        <dsp:cNvPr id="83" name="任意多边形 82"/>
        <dsp:cNvSpPr/>
      </dsp:nvSpPr>
      <dsp:spPr bwMode="white">
        <a:xfrm>
          <a:off x="7566002" y="1357189"/>
          <a:ext cx="161216" cy="435369"/>
        </a:xfrm>
        <a:custGeom>
          <a:avLst/>
          <a:gdLst/>
          <a:ahLst/>
          <a:cxnLst/>
          <a:pathLst>
            <a:path w="254" h="686">
              <a:moveTo>
                <a:pt x="0" y="0"/>
              </a:moveTo>
              <a:lnTo>
                <a:pt x="0" y="686"/>
              </a:lnTo>
              <a:lnTo>
                <a:pt x="254" y="686"/>
              </a:lnTo>
            </a:path>
          </a:pathLst>
        </a:custGeom>
      </dsp:spPr>
      <dsp:style>
        <a:lnRef idx="2">
          <a:schemeClr val="accent1">
            <a:shade val="80000"/>
          </a:schemeClr>
        </a:lnRef>
        <a:fillRef idx="0">
          <a:schemeClr val="accent1"/>
        </a:fillRef>
        <a:effectRef idx="0">
          <a:scrgbClr r="0" g="0" b="0"/>
        </a:effectRef>
        <a:fontRef idx="minor"/>
      </dsp:style>
      <dsp:txXfrm>
        <a:off x="7566002" y="1357189"/>
        <a:ext cx="161216" cy="435369"/>
      </dsp:txXfrm>
    </dsp:sp>
    <dsp:sp modelId="{47831D18-9FA1-4E15-B5A8-6A309EE6F5AD}">
      <dsp:nvSpPr>
        <dsp:cNvPr id="86" name="任意多边形 85"/>
        <dsp:cNvSpPr/>
      </dsp:nvSpPr>
      <dsp:spPr bwMode="white">
        <a:xfrm>
          <a:off x="7566002" y="1357189"/>
          <a:ext cx="161216" cy="1070836"/>
        </a:xfrm>
        <a:custGeom>
          <a:avLst/>
          <a:gdLst/>
          <a:ahLst/>
          <a:cxnLst/>
          <a:pathLst>
            <a:path w="254" h="1686">
              <a:moveTo>
                <a:pt x="0" y="0"/>
              </a:moveTo>
              <a:lnTo>
                <a:pt x="0" y="1686"/>
              </a:lnTo>
              <a:lnTo>
                <a:pt x="254" y="1686"/>
              </a:lnTo>
            </a:path>
          </a:pathLst>
        </a:custGeom>
      </dsp:spPr>
      <dsp:style>
        <a:lnRef idx="2">
          <a:schemeClr val="accent1">
            <a:shade val="80000"/>
          </a:schemeClr>
        </a:lnRef>
        <a:fillRef idx="0">
          <a:schemeClr val="accent1"/>
        </a:fillRef>
        <a:effectRef idx="0">
          <a:scrgbClr r="0" g="0" b="0"/>
        </a:effectRef>
        <a:fontRef idx="minor"/>
      </dsp:style>
      <dsp:txXfrm>
        <a:off x="7566002" y="1357189"/>
        <a:ext cx="161216" cy="1070836"/>
      </dsp:txXfrm>
    </dsp:sp>
    <dsp:sp modelId="{3297B158-23DA-4AF0-AD0D-008548086077}">
      <dsp:nvSpPr>
        <dsp:cNvPr id="89" name="任意多边形 88"/>
        <dsp:cNvSpPr/>
      </dsp:nvSpPr>
      <dsp:spPr bwMode="white">
        <a:xfrm>
          <a:off x="7566002" y="1357189"/>
          <a:ext cx="161216" cy="1706303"/>
        </a:xfrm>
        <a:custGeom>
          <a:avLst/>
          <a:gdLst/>
          <a:ahLst/>
          <a:cxnLst/>
          <a:pathLst>
            <a:path w="254" h="2687">
              <a:moveTo>
                <a:pt x="0" y="0"/>
              </a:moveTo>
              <a:lnTo>
                <a:pt x="0" y="2687"/>
              </a:lnTo>
              <a:lnTo>
                <a:pt x="254" y="2687"/>
              </a:lnTo>
            </a:path>
          </a:pathLst>
        </a:custGeom>
      </dsp:spPr>
      <dsp:style>
        <a:lnRef idx="2">
          <a:schemeClr val="accent1">
            <a:shade val="80000"/>
          </a:schemeClr>
        </a:lnRef>
        <a:fillRef idx="0">
          <a:schemeClr val="accent1"/>
        </a:fillRef>
        <a:effectRef idx="0">
          <a:scrgbClr r="0" g="0" b="0"/>
        </a:effectRef>
        <a:fontRef idx="minor"/>
      </dsp:style>
      <dsp:txXfrm>
        <a:off x="7566002" y="1357189"/>
        <a:ext cx="161216" cy="1706303"/>
      </dsp:txXfrm>
    </dsp:sp>
    <dsp:sp modelId="{98A80A87-AC73-4043-9EE1-F892CB0EB8A4}">
      <dsp:nvSpPr>
        <dsp:cNvPr id="92" name="任意多边形 91"/>
        <dsp:cNvSpPr/>
      </dsp:nvSpPr>
      <dsp:spPr bwMode="white">
        <a:xfrm>
          <a:off x="7566002" y="1357189"/>
          <a:ext cx="161216" cy="2341220"/>
        </a:xfrm>
        <a:custGeom>
          <a:avLst/>
          <a:gdLst/>
          <a:ahLst/>
          <a:cxnLst/>
          <a:pathLst>
            <a:path w="254" h="3687">
              <a:moveTo>
                <a:pt x="0" y="0"/>
              </a:moveTo>
              <a:lnTo>
                <a:pt x="0" y="3687"/>
              </a:lnTo>
              <a:lnTo>
                <a:pt x="254" y="3687"/>
              </a:lnTo>
            </a:path>
          </a:pathLst>
        </a:custGeom>
      </dsp:spPr>
      <dsp:style>
        <a:lnRef idx="2">
          <a:schemeClr val="accent1">
            <a:shade val="80000"/>
          </a:schemeClr>
        </a:lnRef>
        <a:fillRef idx="0">
          <a:schemeClr val="accent1"/>
        </a:fillRef>
        <a:effectRef idx="0">
          <a:scrgbClr r="0" g="0" b="0"/>
        </a:effectRef>
        <a:fontRef idx="minor"/>
      </dsp:style>
      <dsp:txXfrm>
        <a:off x="7566002" y="1357189"/>
        <a:ext cx="161216" cy="2341220"/>
      </dsp:txXfrm>
    </dsp:sp>
    <dsp:sp modelId="{3455B811-1501-40E5-A2D6-CD555550FBAE}">
      <dsp:nvSpPr>
        <dsp:cNvPr id="95" name="任意多边形 94"/>
        <dsp:cNvSpPr/>
      </dsp:nvSpPr>
      <dsp:spPr bwMode="white">
        <a:xfrm>
          <a:off x="7566002" y="1357189"/>
          <a:ext cx="161216" cy="3075906"/>
        </a:xfrm>
        <a:custGeom>
          <a:avLst/>
          <a:gdLst/>
          <a:ahLst/>
          <a:cxnLst/>
          <a:pathLst>
            <a:path w="254" h="4844">
              <a:moveTo>
                <a:pt x="0" y="0"/>
              </a:moveTo>
              <a:lnTo>
                <a:pt x="0" y="4844"/>
              </a:lnTo>
              <a:lnTo>
                <a:pt x="254" y="4844"/>
              </a:lnTo>
            </a:path>
          </a:pathLst>
        </a:custGeom>
      </dsp:spPr>
      <dsp:style>
        <a:lnRef idx="2">
          <a:schemeClr val="accent1">
            <a:shade val="80000"/>
          </a:schemeClr>
        </a:lnRef>
        <a:fillRef idx="0">
          <a:schemeClr val="accent1"/>
        </a:fillRef>
        <a:effectRef idx="0">
          <a:scrgbClr r="0" g="0" b="0"/>
        </a:effectRef>
        <a:fontRef idx="minor"/>
      </dsp:style>
      <dsp:txXfrm>
        <a:off x="7566002" y="1357189"/>
        <a:ext cx="161216" cy="3075906"/>
      </dsp:txXfrm>
    </dsp:sp>
    <dsp:sp modelId="{676A83F3-DFC8-4F3B-BDB2-A4BAED357CE0}">
      <dsp:nvSpPr>
        <dsp:cNvPr id="98" name="任意多边形 97"/>
        <dsp:cNvSpPr/>
      </dsp:nvSpPr>
      <dsp:spPr bwMode="white">
        <a:xfrm>
          <a:off x="7566002" y="1357189"/>
          <a:ext cx="161216" cy="3910362"/>
        </a:xfrm>
        <a:custGeom>
          <a:avLst/>
          <a:gdLst/>
          <a:ahLst/>
          <a:cxnLst/>
          <a:pathLst>
            <a:path w="254" h="6158">
              <a:moveTo>
                <a:pt x="0" y="0"/>
              </a:moveTo>
              <a:lnTo>
                <a:pt x="0" y="6158"/>
              </a:lnTo>
              <a:lnTo>
                <a:pt x="254" y="6158"/>
              </a:lnTo>
            </a:path>
          </a:pathLst>
        </a:custGeom>
      </dsp:spPr>
      <dsp:style>
        <a:lnRef idx="2">
          <a:schemeClr val="accent1">
            <a:shade val="80000"/>
          </a:schemeClr>
        </a:lnRef>
        <a:fillRef idx="0">
          <a:schemeClr val="accent1"/>
        </a:fillRef>
        <a:effectRef idx="0">
          <a:scrgbClr r="0" g="0" b="0"/>
        </a:effectRef>
        <a:fontRef idx="minor"/>
      </dsp:style>
      <dsp:txXfrm>
        <a:off x="7566002" y="1357189"/>
        <a:ext cx="161216" cy="3910362"/>
      </dsp:txXfrm>
    </dsp:sp>
    <dsp:sp modelId="{9485DDF0-B7FD-4386-AB62-810945189E34}">
      <dsp:nvSpPr>
        <dsp:cNvPr id="101" name="任意多边形 100"/>
        <dsp:cNvSpPr/>
      </dsp:nvSpPr>
      <dsp:spPr bwMode="white">
        <a:xfrm>
          <a:off x="7566002" y="1357189"/>
          <a:ext cx="161216" cy="4744817"/>
        </a:xfrm>
        <a:custGeom>
          <a:avLst/>
          <a:gdLst/>
          <a:ahLst/>
          <a:cxnLst/>
          <a:pathLst>
            <a:path w="254" h="7472">
              <a:moveTo>
                <a:pt x="0" y="0"/>
              </a:moveTo>
              <a:lnTo>
                <a:pt x="0" y="7472"/>
              </a:lnTo>
              <a:lnTo>
                <a:pt x="254" y="7472"/>
              </a:lnTo>
            </a:path>
          </a:pathLst>
        </a:custGeom>
      </dsp:spPr>
      <dsp:style>
        <a:lnRef idx="2">
          <a:schemeClr val="accent1">
            <a:shade val="80000"/>
          </a:schemeClr>
        </a:lnRef>
        <a:fillRef idx="0">
          <a:schemeClr val="accent1"/>
        </a:fillRef>
        <a:effectRef idx="0">
          <a:scrgbClr r="0" g="0" b="0"/>
        </a:effectRef>
        <a:fontRef idx="minor"/>
      </dsp:style>
      <dsp:txXfrm>
        <a:off x="7566002" y="1357189"/>
        <a:ext cx="161216" cy="4744817"/>
      </dsp:txXfrm>
    </dsp:sp>
    <dsp:sp modelId="{D650241C-1B3E-484A-8589-89B5570F9E92}">
      <dsp:nvSpPr>
        <dsp:cNvPr id="3" name="矩形 2"/>
        <dsp:cNvSpPr/>
      </dsp:nvSpPr>
      <dsp:spPr bwMode="white">
        <a:xfrm>
          <a:off x="3913314" y="0"/>
          <a:ext cx="1122961" cy="561481"/>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tIns="108000" anchor="ctr" anchorCtr="1"/>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600" dirty="0">
            <a:solidFill>
              <a:schemeClr val="dk1"/>
            </a:solidFill>
          </a:endParaRPr>
        </a:p>
      </dsp:txBody>
      <dsp:txXfrm>
        <a:off x="3913314" y="0"/>
        <a:ext cx="1122961" cy="561481"/>
      </dsp:txXfrm>
    </dsp:sp>
    <dsp:sp modelId="{ACC28E90-9F5E-4D34-9AE6-D08634A68AEF}">
      <dsp:nvSpPr>
        <dsp:cNvPr id="6" name="矩形 5"/>
        <dsp:cNvSpPr/>
      </dsp:nvSpPr>
      <dsp:spPr bwMode="white">
        <a:xfrm>
          <a:off x="416291" y="797303"/>
          <a:ext cx="1119772" cy="559886"/>
        </a:xfrm>
        <a:prstGeom prst="rect">
          <a:avLst/>
        </a:prstGeom>
        <a:solidFill>
          <a:schemeClr val="accent1">
            <a:lumMod val="60000"/>
            <a:lumOff val="40000"/>
          </a:schemeClr>
        </a:solidFill>
      </dsp:spPr>
      <dsp:style>
        <a:lnRef idx="2">
          <a:schemeClr val="accent1">
            <a:shade val="80000"/>
          </a:schemeClr>
        </a:lnRef>
        <a:fillRef idx="1">
          <a:schemeClr val="lt1"/>
        </a:fillRef>
        <a:effectRef idx="0">
          <a:scrgbClr r="0" g="0" b="0"/>
        </a:effectRef>
        <a:fontRef idx="minor">
          <a:schemeClr val="lt1"/>
        </a:fontRef>
      </dsp:style>
      <dsp:txBody>
        <a:bodyPr lIns="10160" tIns="10800" rIns="10160" bIns="10160" anchor="ctr" anchorCtr="1"/>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b="1" dirty="0" smtClean="0">
              <a:solidFill>
                <a:schemeClr val="dk1"/>
              </a:solidFill>
            </a:rPr>
            <a:t>政治风险</a:t>
          </a:r>
          <a:endParaRPr lang="zh-CN" altLang="en-US" sz="1600" b="1" dirty="0">
            <a:solidFill>
              <a:schemeClr val="dk1"/>
            </a:solidFill>
          </a:endParaRPr>
        </a:p>
      </dsp:txBody>
      <dsp:txXfrm>
        <a:off x="416291" y="797303"/>
        <a:ext cx="1119772" cy="559886"/>
      </dsp:txXfrm>
    </dsp:sp>
    <dsp:sp modelId="{E76799B2-53AC-45EE-8469-580267525244}">
      <dsp:nvSpPr>
        <dsp:cNvPr id="9" name="矩形 8"/>
        <dsp:cNvSpPr/>
      </dsp:nvSpPr>
      <dsp:spPr bwMode="white">
        <a:xfrm>
          <a:off x="696234" y="1593010"/>
          <a:ext cx="1184230" cy="813445"/>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dirty="0" smtClean="0">
              <a:solidFill>
                <a:schemeClr val="dk1"/>
              </a:solidFill>
            </a:rPr>
            <a:t>多渠道及时获取政局信息</a:t>
          </a:r>
          <a:endParaRPr lang="zh-CN" altLang="en-US" sz="1600" dirty="0">
            <a:solidFill>
              <a:schemeClr val="dk1"/>
            </a:solidFill>
          </a:endParaRPr>
        </a:p>
      </dsp:txBody>
      <dsp:txXfrm>
        <a:off x="696234" y="1593010"/>
        <a:ext cx="1184230" cy="813445"/>
      </dsp:txXfrm>
    </dsp:sp>
    <dsp:sp modelId="{9F243FA5-7381-4620-99DB-CD538EFBFB08}">
      <dsp:nvSpPr>
        <dsp:cNvPr id="12" name="矩形 11"/>
        <dsp:cNvSpPr/>
      </dsp:nvSpPr>
      <dsp:spPr bwMode="white">
        <a:xfrm>
          <a:off x="696234" y="2642277"/>
          <a:ext cx="1169890" cy="802715"/>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dirty="0" smtClean="0">
              <a:solidFill>
                <a:schemeClr val="dk1"/>
              </a:solidFill>
            </a:rPr>
            <a:t>利用当地人做好场地安全保卫</a:t>
          </a:r>
          <a:endParaRPr lang="zh-CN" altLang="en-US" sz="1600" dirty="0">
            <a:solidFill>
              <a:schemeClr val="dk1"/>
            </a:solidFill>
          </a:endParaRPr>
        </a:p>
      </dsp:txBody>
      <dsp:txXfrm>
        <a:off x="696234" y="2642277"/>
        <a:ext cx="1169890" cy="802715"/>
      </dsp:txXfrm>
    </dsp:sp>
    <dsp:sp modelId="{33F87EBF-189A-40D4-9328-7791C83367AB}">
      <dsp:nvSpPr>
        <dsp:cNvPr id="15" name="矩形 14"/>
        <dsp:cNvSpPr/>
      </dsp:nvSpPr>
      <dsp:spPr bwMode="white">
        <a:xfrm>
          <a:off x="696234" y="3680814"/>
          <a:ext cx="1140715" cy="605995"/>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dirty="0" smtClean="0">
              <a:solidFill>
                <a:schemeClr val="dk1"/>
              </a:solidFill>
            </a:rPr>
            <a:t>做好安全维稳应急预案</a:t>
          </a:r>
          <a:endParaRPr lang="zh-CN" altLang="en-US" sz="1600" dirty="0">
            <a:solidFill>
              <a:schemeClr val="dk1"/>
            </a:solidFill>
          </a:endParaRPr>
        </a:p>
      </dsp:txBody>
      <dsp:txXfrm>
        <a:off x="696234" y="3680814"/>
        <a:ext cx="1140715" cy="605995"/>
      </dsp:txXfrm>
    </dsp:sp>
    <dsp:sp modelId="{0CA79CCA-D228-4EFC-96ED-047D70F1CCA1}">
      <dsp:nvSpPr>
        <dsp:cNvPr id="18" name="矩形 17"/>
        <dsp:cNvSpPr/>
      </dsp:nvSpPr>
      <dsp:spPr bwMode="white">
        <a:xfrm>
          <a:off x="696234" y="4522631"/>
          <a:ext cx="1130317" cy="855461"/>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dirty="0" smtClean="0">
              <a:solidFill>
                <a:schemeClr val="dk1"/>
              </a:solidFill>
            </a:rPr>
            <a:t>利用合同特殊条款应对法律风险</a:t>
          </a:r>
          <a:endParaRPr lang="zh-CN" altLang="en-US" sz="1600" dirty="0">
            <a:solidFill>
              <a:schemeClr val="dk1"/>
            </a:solidFill>
          </a:endParaRPr>
        </a:p>
      </dsp:txBody>
      <dsp:txXfrm>
        <a:off x="696234" y="4522631"/>
        <a:ext cx="1130317" cy="855461"/>
      </dsp:txXfrm>
    </dsp:sp>
    <dsp:sp modelId="{BE995E43-B24E-4605-B0EF-1297E132DDBA}">
      <dsp:nvSpPr>
        <dsp:cNvPr id="21" name="矩形 20"/>
        <dsp:cNvSpPr/>
      </dsp:nvSpPr>
      <dsp:spPr bwMode="white">
        <a:xfrm>
          <a:off x="696234" y="5613914"/>
          <a:ext cx="923916" cy="368157"/>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dirty="0" smtClean="0">
              <a:solidFill>
                <a:schemeClr val="dk1"/>
              </a:solidFill>
            </a:rPr>
            <a:t>适当索赔</a:t>
          </a:r>
          <a:endParaRPr lang="zh-CN" altLang="en-US" sz="1600" dirty="0">
            <a:solidFill>
              <a:schemeClr val="dk1"/>
            </a:solidFill>
          </a:endParaRPr>
        </a:p>
      </dsp:txBody>
      <dsp:txXfrm>
        <a:off x="696234" y="5613914"/>
        <a:ext cx="923916" cy="368157"/>
      </dsp:txXfrm>
    </dsp:sp>
    <dsp:sp modelId="{84AD9A08-C5A8-488B-9CA8-9F54094AA95F}">
      <dsp:nvSpPr>
        <dsp:cNvPr id="24" name="矩形 23"/>
        <dsp:cNvSpPr/>
      </dsp:nvSpPr>
      <dsp:spPr bwMode="white">
        <a:xfrm>
          <a:off x="696234" y="6217893"/>
          <a:ext cx="914585" cy="543266"/>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dirty="0" smtClean="0">
              <a:solidFill>
                <a:schemeClr val="dk1"/>
              </a:solidFill>
            </a:rPr>
            <a:t>建立伙伴关系</a:t>
          </a:r>
          <a:endParaRPr lang="zh-CN" altLang="en-US" sz="1600" dirty="0">
            <a:solidFill>
              <a:schemeClr val="dk1"/>
            </a:solidFill>
          </a:endParaRPr>
        </a:p>
      </dsp:txBody>
      <dsp:txXfrm>
        <a:off x="696234" y="6217893"/>
        <a:ext cx="914585" cy="543266"/>
      </dsp:txXfrm>
    </dsp:sp>
    <dsp:sp modelId="{702CAD03-7A2E-4831-ACA8-38D768ED71A9}">
      <dsp:nvSpPr>
        <dsp:cNvPr id="27" name="矩形 26"/>
        <dsp:cNvSpPr/>
      </dsp:nvSpPr>
      <dsp:spPr bwMode="white">
        <a:xfrm>
          <a:off x="1836343" y="797303"/>
          <a:ext cx="1119772" cy="561481"/>
        </a:xfrm>
        <a:prstGeom prst="rect">
          <a:avLst/>
        </a:prstGeom>
        <a:solidFill>
          <a:schemeClr val="accent1">
            <a:lumMod val="60000"/>
            <a:lumOff val="40000"/>
          </a:schemeClr>
        </a:solidFill>
      </dsp:spPr>
      <dsp:style>
        <a:lnRef idx="2">
          <a:schemeClr val="accent1">
            <a:shade val="80000"/>
          </a:schemeClr>
        </a:lnRef>
        <a:fillRef idx="1">
          <a:schemeClr val="lt1"/>
        </a:fillRef>
        <a:effectRef idx="0">
          <a:scrgbClr r="0" g="0" b="0"/>
        </a:effectRef>
        <a:fontRef idx="minor">
          <a:schemeClr val="lt1"/>
        </a:fontRef>
      </dsp:style>
      <dsp:txBody>
        <a:bodyPr lIns="10160" tIns="10800" rIns="10160" bIns="10160" anchor="ctr" anchorCtr="1"/>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b="1" dirty="0" smtClean="0">
              <a:solidFill>
                <a:schemeClr val="dk1"/>
              </a:solidFill>
            </a:rPr>
            <a:t>经济风险</a:t>
          </a:r>
          <a:endParaRPr lang="zh-CN" altLang="en-US" sz="1600" b="1" dirty="0">
            <a:solidFill>
              <a:schemeClr val="dk1"/>
            </a:solidFill>
          </a:endParaRPr>
        </a:p>
      </dsp:txBody>
      <dsp:txXfrm>
        <a:off x="1836343" y="797303"/>
        <a:ext cx="1119772" cy="561481"/>
      </dsp:txXfrm>
    </dsp:sp>
    <dsp:sp modelId="{44FF8181-9A3E-41E9-AD09-8356965C9C40}">
      <dsp:nvSpPr>
        <dsp:cNvPr id="30" name="矩形 29"/>
        <dsp:cNvSpPr/>
      </dsp:nvSpPr>
      <dsp:spPr bwMode="white">
        <a:xfrm>
          <a:off x="2116286" y="1594605"/>
          <a:ext cx="1087622" cy="435046"/>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dirty="0" smtClean="0">
              <a:solidFill>
                <a:schemeClr val="dk1"/>
              </a:solidFill>
            </a:rPr>
            <a:t>支付措施</a:t>
          </a:r>
          <a:endParaRPr lang="zh-CN" altLang="en-US" sz="1600" dirty="0">
            <a:solidFill>
              <a:schemeClr val="dk1"/>
            </a:solidFill>
          </a:endParaRPr>
        </a:p>
      </dsp:txBody>
      <dsp:txXfrm>
        <a:off x="2116286" y="1594605"/>
        <a:ext cx="1087622" cy="435046"/>
      </dsp:txXfrm>
    </dsp:sp>
    <dsp:sp modelId="{D041BCF5-FB3E-4B49-A9E8-E386AB946636}">
      <dsp:nvSpPr>
        <dsp:cNvPr id="33" name="矩形 32"/>
        <dsp:cNvSpPr/>
      </dsp:nvSpPr>
      <dsp:spPr bwMode="white">
        <a:xfrm>
          <a:off x="2116286" y="2265473"/>
          <a:ext cx="1087622" cy="435046"/>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dirty="0" smtClean="0">
              <a:solidFill>
                <a:schemeClr val="dk1"/>
              </a:solidFill>
            </a:rPr>
            <a:t>调价措施</a:t>
          </a:r>
          <a:endParaRPr lang="zh-CN" altLang="en-US" sz="1600" dirty="0">
            <a:solidFill>
              <a:schemeClr val="dk1"/>
            </a:solidFill>
          </a:endParaRPr>
        </a:p>
      </dsp:txBody>
      <dsp:txXfrm>
        <a:off x="2116286" y="2265473"/>
        <a:ext cx="1087622" cy="435046"/>
      </dsp:txXfrm>
    </dsp:sp>
    <dsp:sp modelId="{A4D7A2A2-1B46-478E-BE46-D68512A072F8}">
      <dsp:nvSpPr>
        <dsp:cNvPr id="36" name="矩形 35"/>
        <dsp:cNvSpPr/>
      </dsp:nvSpPr>
      <dsp:spPr bwMode="white">
        <a:xfrm>
          <a:off x="3191937" y="797303"/>
          <a:ext cx="1119772" cy="561481"/>
        </a:xfrm>
        <a:prstGeom prst="rect">
          <a:avLst/>
        </a:prstGeom>
        <a:solidFill>
          <a:schemeClr val="accent1">
            <a:lumMod val="60000"/>
            <a:lumOff val="40000"/>
          </a:schemeClr>
        </a:solidFill>
      </dsp:spPr>
      <dsp:style>
        <a:lnRef idx="2">
          <a:schemeClr val="accent1">
            <a:shade val="80000"/>
          </a:schemeClr>
        </a:lnRef>
        <a:fillRef idx="1">
          <a:schemeClr val="lt1"/>
        </a:fillRef>
        <a:effectRef idx="0">
          <a:scrgbClr r="0" g="0" b="0"/>
        </a:effectRef>
        <a:fontRef idx="minor">
          <a:schemeClr val="lt1"/>
        </a:fontRef>
      </dsp:style>
      <dsp:txBody>
        <a:bodyPr lIns="10160" tIns="10800" rIns="10160" bIns="10160" anchor="ctr" anchorCtr="1"/>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b="1" dirty="0" smtClean="0">
              <a:solidFill>
                <a:schemeClr val="dk1"/>
              </a:solidFill>
            </a:rPr>
            <a:t>设计风险</a:t>
          </a:r>
          <a:endParaRPr lang="zh-CN" altLang="en-US" sz="1600" b="1" dirty="0">
            <a:solidFill>
              <a:schemeClr val="dk1"/>
            </a:solidFill>
          </a:endParaRPr>
        </a:p>
      </dsp:txBody>
      <dsp:txXfrm>
        <a:off x="3191937" y="797303"/>
        <a:ext cx="1119772" cy="561481"/>
      </dsp:txXfrm>
    </dsp:sp>
    <dsp:sp modelId="{76D0C614-E9E6-4360-AEDF-B129DFF49235}">
      <dsp:nvSpPr>
        <dsp:cNvPr id="39" name="矩形 38"/>
        <dsp:cNvSpPr/>
      </dsp:nvSpPr>
      <dsp:spPr bwMode="white">
        <a:xfrm>
          <a:off x="3471880" y="1594605"/>
          <a:ext cx="1122961" cy="671733"/>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dirty="0" smtClean="0">
              <a:solidFill>
                <a:schemeClr val="dk1"/>
              </a:solidFill>
            </a:rPr>
            <a:t>技术、规范方面</a:t>
          </a:r>
          <a:endParaRPr lang="zh-CN" altLang="en-US" sz="1600" dirty="0">
            <a:solidFill>
              <a:schemeClr val="dk1"/>
            </a:solidFill>
          </a:endParaRPr>
        </a:p>
      </dsp:txBody>
      <dsp:txXfrm>
        <a:off x="3471880" y="1594605"/>
        <a:ext cx="1122961" cy="671733"/>
      </dsp:txXfrm>
    </dsp:sp>
    <dsp:sp modelId="{05BFF812-9C94-457D-BE68-AC28955B8727}">
      <dsp:nvSpPr>
        <dsp:cNvPr id="42" name="矩形 41"/>
        <dsp:cNvSpPr/>
      </dsp:nvSpPr>
      <dsp:spPr bwMode="white">
        <a:xfrm>
          <a:off x="3471880" y="2502160"/>
          <a:ext cx="1122961" cy="671733"/>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dirty="0" smtClean="0">
              <a:solidFill>
                <a:schemeClr val="dk1"/>
              </a:solidFill>
            </a:rPr>
            <a:t>人员、组织方面</a:t>
          </a:r>
          <a:endParaRPr lang="zh-CN" altLang="en-US" sz="1600" dirty="0">
            <a:solidFill>
              <a:schemeClr val="dk1"/>
            </a:solidFill>
          </a:endParaRPr>
        </a:p>
      </dsp:txBody>
      <dsp:txXfrm>
        <a:off x="3471880" y="2502160"/>
        <a:ext cx="1122961" cy="671733"/>
      </dsp:txXfrm>
    </dsp:sp>
    <dsp:sp modelId="{A3270B00-7131-4ECC-B312-64DFFB82A6F5}">
      <dsp:nvSpPr>
        <dsp:cNvPr id="45" name="矩形 44"/>
        <dsp:cNvSpPr/>
      </dsp:nvSpPr>
      <dsp:spPr bwMode="white">
        <a:xfrm>
          <a:off x="3471880" y="3409715"/>
          <a:ext cx="1122961" cy="671733"/>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dirty="0" smtClean="0">
              <a:solidFill>
                <a:schemeClr val="dk1"/>
              </a:solidFill>
            </a:rPr>
            <a:t>合作、沟通方面</a:t>
          </a:r>
          <a:endParaRPr lang="zh-CN" altLang="en-US" sz="1600" dirty="0">
            <a:solidFill>
              <a:schemeClr val="dk1"/>
            </a:solidFill>
          </a:endParaRPr>
        </a:p>
      </dsp:txBody>
      <dsp:txXfrm>
        <a:off x="3471880" y="3409715"/>
        <a:ext cx="1122961" cy="671733"/>
      </dsp:txXfrm>
    </dsp:sp>
    <dsp:sp modelId="{5D4A1732-C568-4979-AB60-CCFC0312ECE4}">
      <dsp:nvSpPr>
        <dsp:cNvPr id="48" name="矩形 47"/>
        <dsp:cNvSpPr/>
      </dsp:nvSpPr>
      <dsp:spPr bwMode="white">
        <a:xfrm>
          <a:off x="4550720" y="797303"/>
          <a:ext cx="1119772" cy="561481"/>
        </a:xfrm>
        <a:prstGeom prst="rect">
          <a:avLst/>
        </a:prstGeom>
        <a:solidFill>
          <a:schemeClr val="accent1">
            <a:lumMod val="60000"/>
            <a:lumOff val="40000"/>
          </a:schemeClr>
        </a:solidFill>
      </dsp:spPr>
      <dsp:style>
        <a:lnRef idx="2">
          <a:schemeClr val="accent1">
            <a:shade val="80000"/>
          </a:schemeClr>
        </a:lnRef>
        <a:fillRef idx="1">
          <a:schemeClr val="lt1"/>
        </a:fillRef>
        <a:effectRef idx="0">
          <a:scrgbClr r="0" g="0" b="0"/>
        </a:effectRef>
        <a:fontRef idx="minor">
          <a:schemeClr val="lt1"/>
        </a:fontRef>
      </dsp:style>
      <dsp:txBody>
        <a:bodyPr lIns="10160" tIns="10800" rIns="10160" bIns="10160" anchor="ctr" anchorCtr="1"/>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ts val="0"/>
            </a:spcAft>
          </a:pPr>
          <a:r>
            <a:rPr lang="zh-CN" altLang="en-US" sz="1600" b="1" dirty="0" smtClean="0">
              <a:solidFill>
                <a:schemeClr val="dk1"/>
              </a:solidFill>
            </a:rPr>
            <a:t>采购风险</a:t>
          </a:r>
          <a:endParaRPr lang="zh-CN" altLang="en-US" sz="1600" b="1" dirty="0">
            <a:solidFill>
              <a:schemeClr val="dk1"/>
            </a:solidFill>
          </a:endParaRPr>
        </a:p>
      </dsp:txBody>
      <dsp:txXfrm>
        <a:off x="4550720" y="797303"/>
        <a:ext cx="1119772" cy="561481"/>
      </dsp:txXfrm>
    </dsp:sp>
    <dsp:sp modelId="{8AC62B4A-FBC7-4F20-B77F-A65D3F7E25CA}">
      <dsp:nvSpPr>
        <dsp:cNvPr id="51" name="矩形 50"/>
        <dsp:cNvSpPr/>
      </dsp:nvSpPr>
      <dsp:spPr bwMode="white">
        <a:xfrm>
          <a:off x="4830663" y="1594605"/>
          <a:ext cx="1087622" cy="652570"/>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800" rIns="10160" bIns="10160" anchor="ctr" anchorCtr="0"/>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sz="1600" dirty="0" smtClean="0">
              <a:solidFill>
                <a:schemeClr val="dk1"/>
              </a:solidFill>
            </a:rPr>
            <a:t>计划、</a:t>
          </a:r>
          <a:r>
            <a:rPr lang="zh-CN" altLang="en-US" sz="1600" dirty="0" smtClean="0">
              <a:solidFill>
                <a:schemeClr val="dk1"/>
              </a:solidFill>
            </a:rPr>
            <a:t>流程</a:t>
          </a:r>
          <a:r>
            <a:rPr lang="zh-CN" sz="1600" dirty="0" smtClean="0">
              <a:solidFill>
                <a:schemeClr val="dk1"/>
              </a:solidFill>
            </a:rPr>
            <a:t>制定</a:t>
          </a:r>
          <a:endParaRPr lang="zh-CN" altLang="en-US" sz="1600" dirty="0">
            <a:solidFill>
              <a:schemeClr val="dk1"/>
            </a:solidFill>
          </a:endParaRPr>
        </a:p>
      </dsp:txBody>
      <dsp:txXfrm>
        <a:off x="4830663" y="1594605"/>
        <a:ext cx="1087622" cy="652570"/>
      </dsp:txXfrm>
    </dsp:sp>
    <dsp:sp modelId="{203F63D5-0FB1-479E-B3F2-184D3FCFEFC4}">
      <dsp:nvSpPr>
        <dsp:cNvPr id="54" name="矩形 53"/>
        <dsp:cNvSpPr/>
      </dsp:nvSpPr>
      <dsp:spPr bwMode="white">
        <a:xfrm>
          <a:off x="4830663" y="2482997"/>
          <a:ext cx="1087622" cy="652570"/>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800" rIns="10160" bIns="10160" anchor="ctr" anchorCtr="1"/>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sz="1600" dirty="0" smtClean="0">
              <a:solidFill>
                <a:schemeClr val="dk1"/>
              </a:solidFill>
            </a:rPr>
            <a:t>组织、人员保障</a:t>
          </a:r>
          <a:endParaRPr lang="zh-CN" altLang="en-US" sz="1600" dirty="0">
            <a:solidFill>
              <a:schemeClr val="dk1"/>
            </a:solidFill>
          </a:endParaRPr>
        </a:p>
      </dsp:txBody>
      <dsp:txXfrm>
        <a:off x="4830663" y="2482997"/>
        <a:ext cx="1087622" cy="652570"/>
      </dsp:txXfrm>
    </dsp:sp>
    <dsp:sp modelId="{2DBEB5FC-C61C-46F6-86BA-B747005B3495}">
      <dsp:nvSpPr>
        <dsp:cNvPr id="57" name="矩形 56"/>
        <dsp:cNvSpPr/>
      </dsp:nvSpPr>
      <dsp:spPr bwMode="white">
        <a:xfrm>
          <a:off x="4830663" y="3371388"/>
          <a:ext cx="1087644" cy="652570"/>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80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sz="1600" dirty="0" smtClean="0">
              <a:solidFill>
                <a:schemeClr val="dk1"/>
              </a:solidFill>
            </a:rPr>
            <a:t>质量、成本控制</a:t>
          </a:r>
          <a:endParaRPr lang="zh-CN" altLang="en-US" sz="1600" dirty="0">
            <a:solidFill>
              <a:schemeClr val="dk1"/>
            </a:solidFill>
          </a:endParaRPr>
        </a:p>
      </dsp:txBody>
      <dsp:txXfrm>
        <a:off x="4830663" y="3371388"/>
        <a:ext cx="1087644" cy="652570"/>
      </dsp:txXfrm>
    </dsp:sp>
    <dsp:sp modelId="{576E56D9-AE3F-4969-AAA3-D292CDBEEEBD}">
      <dsp:nvSpPr>
        <dsp:cNvPr id="60" name="矩形 59"/>
        <dsp:cNvSpPr/>
      </dsp:nvSpPr>
      <dsp:spPr bwMode="white">
        <a:xfrm>
          <a:off x="4830663" y="4259780"/>
          <a:ext cx="1077549" cy="917914"/>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sz="1600" dirty="0" smtClean="0">
              <a:solidFill>
                <a:schemeClr val="dk1"/>
              </a:solidFill>
            </a:rPr>
            <a:t>与设计、施工等多方协调</a:t>
          </a:r>
          <a:endParaRPr lang="zh-CN" altLang="en-US" sz="1600" dirty="0">
            <a:solidFill>
              <a:schemeClr val="dk1"/>
            </a:solidFill>
          </a:endParaRPr>
        </a:p>
      </dsp:txBody>
      <dsp:txXfrm>
        <a:off x="4830663" y="4259780"/>
        <a:ext cx="1077549" cy="917914"/>
      </dsp:txXfrm>
    </dsp:sp>
    <dsp:sp modelId="{7763B793-0F16-41A6-8397-CBF76602989C}">
      <dsp:nvSpPr>
        <dsp:cNvPr id="63" name="矩形 62"/>
        <dsp:cNvSpPr/>
      </dsp:nvSpPr>
      <dsp:spPr bwMode="white">
        <a:xfrm>
          <a:off x="4830663" y="5413516"/>
          <a:ext cx="1087622" cy="652570"/>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sz="1600" dirty="0" smtClean="0">
              <a:solidFill>
                <a:schemeClr val="dk1"/>
              </a:solidFill>
            </a:rPr>
            <a:t>合同、保险应对</a:t>
          </a:r>
          <a:endParaRPr lang="zh-CN" altLang="en-US" sz="1600" dirty="0">
            <a:solidFill>
              <a:schemeClr val="dk1"/>
            </a:solidFill>
          </a:endParaRPr>
        </a:p>
      </dsp:txBody>
      <dsp:txXfrm>
        <a:off x="4830663" y="5413516"/>
        <a:ext cx="1087622" cy="652570"/>
      </dsp:txXfrm>
    </dsp:sp>
    <dsp:sp modelId="{E34682B2-1303-4F49-A2C0-ADF598E68DDD}">
      <dsp:nvSpPr>
        <dsp:cNvPr id="66" name="矩形 65"/>
        <dsp:cNvSpPr/>
      </dsp:nvSpPr>
      <dsp:spPr bwMode="white">
        <a:xfrm>
          <a:off x="5906314" y="797303"/>
          <a:ext cx="1119772" cy="559886"/>
        </a:xfrm>
        <a:prstGeom prst="rect">
          <a:avLst/>
        </a:prstGeom>
        <a:solidFill>
          <a:schemeClr val="accent1">
            <a:lumMod val="60000"/>
            <a:lumOff val="40000"/>
          </a:schemeClr>
        </a:solidFill>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nchorCtr="1"/>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ts val="0"/>
            </a:spcAft>
          </a:pPr>
          <a:r>
            <a:rPr lang="zh-CN" altLang="en-US" sz="1600" b="1" dirty="0" smtClean="0">
              <a:solidFill>
                <a:schemeClr val="dk1"/>
              </a:solidFill>
            </a:rPr>
            <a:t>业主风险</a:t>
          </a:r>
          <a:endParaRPr lang="zh-CN" altLang="en-US" sz="1600" b="1" dirty="0">
            <a:solidFill>
              <a:schemeClr val="dk1"/>
            </a:solidFill>
          </a:endParaRPr>
        </a:p>
      </dsp:txBody>
      <dsp:txXfrm>
        <a:off x="5906314" y="797303"/>
        <a:ext cx="1119772" cy="559886"/>
      </dsp:txXfrm>
    </dsp:sp>
    <dsp:sp modelId="{4AD2845B-6904-42C2-AB48-817536FBA593}">
      <dsp:nvSpPr>
        <dsp:cNvPr id="69" name="矩形 68"/>
        <dsp:cNvSpPr/>
      </dsp:nvSpPr>
      <dsp:spPr bwMode="white">
        <a:xfrm>
          <a:off x="6186257" y="1593010"/>
          <a:ext cx="1218132" cy="957106"/>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dirty="0" smtClean="0">
              <a:solidFill>
                <a:schemeClr val="dk1"/>
              </a:solidFill>
            </a:rPr>
            <a:t>不付款或拖延付款风险应对</a:t>
          </a:r>
          <a:endParaRPr lang="zh-CN" altLang="en-US" sz="1600" dirty="0">
            <a:solidFill>
              <a:schemeClr val="dk1"/>
            </a:solidFill>
          </a:endParaRPr>
        </a:p>
      </dsp:txBody>
      <dsp:txXfrm>
        <a:off x="6186257" y="1593010"/>
        <a:ext cx="1218132" cy="957106"/>
      </dsp:txXfrm>
    </dsp:sp>
    <dsp:sp modelId="{A7A9C275-E9BC-45FF-AB20-89F609A0C0AE}">
      <dsp:nvSpPr>
        <dsp:cNvPr id="72" name="矩形 71"/>
        <dsp:cNvSpPr/>
      </dsp:nvSpPr>
      <dsp:spPr bwMode="white">
        <a:xfrm>
          <a:off x="6186257" y="2785938"/>
          <a:ext cx="1305139" cy="652570"/>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dirty="0" smtClean="0">
              <a:solidFill>
                <a:schemeClr val="dk1"/>
              </a:solidFill>
            </a:rPr>
            <a:t>办事效率低下风险应对</a:t>
          </a:r>
          <a:endParaRPr lang="zh-CN" altLang="en-US" sz="1600" dirty="0">
            <a:solidFill>
              <a:schemeClr val="dk1"/>
            </a:solidFill>
          </a:endParaRPr>
        </a:p>
      </dsp:txBody>
      <dsp:txXfrm>
        <a:off x="6186257" y="2785938"/>
        <a:ext cx="1305139" cy="652570"/>
      </dsp:txXfrm>
    </dsp:sp>
    <dsp:sp modelId="{7D573A0D-4083-4534-8684-6F99F7A86646}">
      <dsp:nvSpPr>
        <dsp:cNvPr id="75" name="矩形 74"/>
        <dsp:cNvSpPr/>
      </dsp:nvSpPr>
      <dsp:spPr bwMode="white">
        <a:xfrm>
          <a:off x="6186257" y="3674329"/>
          <a:ext cx="1305139" cy="652570"/>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dirty="0" smtClean="0">
              <a:solidFill>
                <a:schemeClr val="dk1"/>
              </a:solidFill>
            </a:rPr>
            <a:t>充分利用合同进行索赔</a:t>
          </a:r>
          <a:endParaRPr lang="zh-CN" altLang="en-US" sz="1600" dirty="0">
            <a:solidFill>
              <a:schemeClr val="dk1"/>
            </a:solidFill>
          </a:endParaRPr>
        </a:p>
      </dsp:txBody>
      <dsp:txXfrm>
        <a:off x="6186257" y="3674329"/>
        <a:ext cx="1305139" cy="652570"/>
      </dsp:txXfrm>
    </dsp:sp>
    <dsp:sp modelId="{7C14F8BD-58ED-4031-9015-4873F3F3C6C1}">
      <dsp:nvSpPr>
        <dsp:cNvPr id="78" name="矩形 77"/>
        <dsp:cNvSpPr/>
      </dsp:nvSpPr>
      <dsp:spPr bwMode="white">
        <a:xfrm>
          <a:off x="6186257" y="4562721"/>
          <a:ext cx="1087622" cy="652570"/>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dirty="0" smtClean="0">
              <a:solidFill>
                <a:schemeClr val="dk1"/>
              </a:solidFill>
            </a:rPr>
            <a:t>建立伙伴关系</a:t>
          </a:r>
          <a:endParaRPr lang="zh-CN" altLang="en-US" sz="1600" dirty="0">
            <a:solidFill>
              <a:schemeClr val="dk1"/>
            </a:solidFill>
          </a:endParaRPr>
        </a:p>
      </dsp:txBody>
      <dsp:txXfrm>
        <a:off x="6186257" y="4562721"/>
        <a:ext cx="1087622" cy="652570"/>
      </dsp:txXfrm>
    </dsp:sp>
    <dsp:sp modelId="{734962A1-5CC2-4701-AA26-A77BFF7460F6}">
      <dsp:nvSpPr>
        <dsp:cNvPr id="81" name="矩形 80"/>
        <dsp:cNvSpPr/>
      </dsp:nvSpPr>
      <dsp:spPr bwMode="white">
        <a:xfrm>
          <a:off x="7458524" y="797303"/>
          <a:ext cx="1074775" cy="559886"/>
        </a:xfrm>
        <a:prstGeom prst="rect">
          <a:avLst/>
        </a:prstGeom>
        <a:solidFill>
          <a:schemeClr val="accent1">
            <a:lumMod val="60000"/>
            <a:lumOff val="40000"/>
          </a:schemeClr>
        </a:solidFill>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600" b="1" dirty="0" smtClean="0">
              <a:solidFill>
                <a:schemeClr val="dk1"/>
              </a:solidFill>
            </a:rPr>
            <a:t>HSE</a:t>
          </a:r>
          <a:r>
            <a:rPr lang="zh-CN" altLang="en-US" sz="1600" b="1" dirty="0" smtClean="0">
              <a:solidFill>
                <a:schemeClr val="dk1"/>
              </a:solidFill>
            </a:rPr>
            <a:t>风险</a:t>
          </a:r>
          <a:endParaRPr lang="zh-CN" altLang="en-US" sz="1600" b="1" dirty="0">
            <a:solidFill>
              <a:schemeClr val="dk1"/>
            </a:solidFill>
          </a:endParaRPr>
        </a:p>
      </dsp:txBody>
      <dsp:txXfrm>
        <a:off x="7458524" y="797303"/>
        <a:ext cx="1074775" cy="559886"/>
      </dsp:txXfrm>
    </dsp:sp>
    <dsp:sp modelId="{9982D99C-AF26-48B6-90FA-8107B20DD4B6}">
      <dsp:nvSpPr>
        <dsp:cNvPr id="84" name="矩形 83"/>
        <dsp:cNvSpPr/>
      </dsp:nvSpPr>
      <dsp:spPr bwMode="white">
        <a:xfrm>
          <a:off x="7727218" y="1593010"/>
          <a:ext cx="997729" cy="399095"/>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sz="1600" dirty="0" smtClean="0">
              <a:solidFill>
                <a:schemeClr val="dk1"/>
              </a:solidFill>
            </a:rPr>
            <a:t>制定计划</a:t>
          </a:r>
          <a:endParaRPr lang="zh-CN" sz="1600" dirty="0">
            <a:solidFill>
              <a:schemeClr val="dk1"/>
            </a:solidFill>
          </a:endParaRPr>
        </a:p>
      </dsp:txBody>
      <dsp:txXfrm>
        <a:off x="7727218" y="1593010"/>
        <a:ext cx="997729" cy="399095"/>
      </dsp:txXfrm>
    </dsp:sp>
    <dsp:sp modelId="{B06AE6C8-AEC5-47DB-87DF-49987BA1275A}">
      <dsp:nvSpPr>
        <dsp:cNvPr id="87" name="矩形 86"/>
        <dsp:cNvSpPr/>
      </dsp:nvSpPr>
      <dsp:spPr bwMode="white">
        <a:xfrm>
          <a:off x="7727218" y="2227927"/>
          <a:ext cx="1000491" cy="400195"/>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dirty="0" smtClean="0">
              <a:solidFill>
                <a:schemeClr val="dk1"/>
              </a:solidFill>
            </a:rPr>
            <a:t>组织保障</a:t>
          </a:r>
          <a:endParaRPr lang="zh-CN" altLang="en-US" sz="1600" dirty="0">
            <a:solidFill>
              <a:schemeClr val="dk1"/>
            </a:solidFill>
          </a:endParaRPr>
        </a:p>
      </dsp:txBody>
      <dsp:txXfrm>
        <a:off x="7727218" y="2227927"/>
        <a:ext cx="1000491" cy="400195"/>
      </dsp:txXfrm>
    </dsp:sp>
    <dsp:sp modelId="{2FDD35D1-A562-41AC-A1F5-4E2B491E8404}">
      <dsp:nvSpPr>
        <dsp:cNvPr id="90" name="矩形 89"/>
        <dsp:cNvSpPr/>
      </dsp:nvSpPr>
      <dsp:spPr bwMode="white">
        <a:xfrm>
          <a:off x="7727218" y="2863944"/>
          <a:ext cx="997729" cy="399095"/>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dirty="0" smtClean="0">
              <a:solidFill>
                <a:schemeClr val="dk1"/>
              </a:solidFill>
            </a:rPr>
            <a:t>制度保障</a:t>
          </a:r>
          <a:endParaRPr lang="zh-CN" altLang="en-US" sz="1600" dirty="0">
            <a:solidFill>
              <a:schemeClr val="dk1"/>
            </a:solidFill>
          </a:endParaRPr>
        </a:p>
      </dsp:txBody>
      <dsp:txXfrm>
        <a:off x="7727218" y="2863944"/>
        <a:ext cx="997729" cy="399095"/>
      </dsp:txXfrm>
    </dsp:sp>
    <dsp:sp modelId="{AB309B37-D6DD-4478-8170-54CD05D285B1}">
      <dsp:nvSpPr>
        <dsp:cNvPr id="93" name="矩形 92"/>
        <dsp:cNvSpPr/>
      </dsp:nvSpPr>
      <dsp:spPr bwMode="white">
        <a:xfrm>
          <a:off x="7727218" y="3498861"/>
          <a:ext cx="997729" cy="399095"/>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sz="1600" dirty="0" smtClean="0">
              <a:solidFill>
                <a:schemeClr val="dk1"/>
              </a:solidFill>
            </a:rPr>
            <a:t>设施</a:t>
          </a:r>
          <a:r>
            <a:rPr lang="zh-CN" altLang="en-US" sz="1600" dirty="0" smtClean="0">
              <a:solidFill>
                <a:schemeClr val="dk1"/>
              </a:solidFill>
            </a:rPr>
            <a:t>保障</a:t>
          </a:r>
          <a:endParaRPr lang="zh-CN" sz="1600" dirty="0">
            <a:solidFill>
              <a:schemeClr val="dk1"/>
            </a:solidFill>
          </a:endParaRPr>
        </a:p>
      </dsp:txBody>
      <dsp:txXfrm>
        <a:off x="7727218" y="3498861"/>
        <a:ext cx="997729" cy="399095"/>
      </dsp:txXfrm>
    </dsp:sp>
    <dsp:sp modelId="{55CBE388-ACA3-4D66-A9EC-CEA7C6662589}">
      <dsp:nvSpPr>
        <dsp:cNvPr id="96" name="矩形 95"/>
        <dsp:cNvSpPr/>
      </dsp:nvSpPr>
      <dsp:spPr bwMode="white">
        <a:xfrm>
          <a:off x="7727218" y="4133778"/>
          <a:ext cx="997729" cy="598634"/>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sz="1600" dirty="0" smtClean="0">
              <a:solidFill>
                <a:schemeClr val="dk1"/>
              </a:solidFill>
            </a:rPr>
            <a:t>加强培训教育</a:t>
          </a:r>
          <a:endParaRPr lang="zh-CN" sz="1600" dirty="0">
            <a:solidFill>
              <a:schemeClr val="dk1"/>
            </a:solidFill>
          </a:endParaRPr>
        </a:p>
      </dsp:txBody>
      <dsp:txXfrm>
        <a:off x="7727218" y="4133778"/>
        <a:ext cx="997729" cy="598634"/>
      </dsp:txXfrm>
    </dsp:sp>
    <dsp:sp modelId="{DBE17AA2-1D69-4604-8F78-3E46B6BCF25F}">
      <dsp:nvSpPr>
        <dsp:cNvPr id="99" name="矩形 98"/>
        <dsp:cNvSpPr/>
      </dsp:nvSpPr>
      <dsp:spPr bwMode="white">
        <a:xfrm>
          <a:off x="7727218" y="4968233"/>
          <a:ext cx="997729" cy="598634"/>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dirty="0" smtClean="0">
              <a:solidFill>
                <a:schemeClr val="dk1"/>
              </a:solidFill>
            </a:rPr>
            <a:t>做好应急管理</a:t>
          </a:r>
          <a:endParaRPr lang="zh-CN" altLang="en-US" sz="1600" dirty="0">
            <a:solidFill>
              <a:schemeClr val="dk1"/>
            </a:solidFill>
          </a:endParaRPr>
        </a:p>
      </dsp:txBody>
      <dsp:txXfrm>
        <a:off x="7727218" y="4968233"/>
        <a:ext cx="997729" cy="598634"/>
      </dsp:txXfrm>
    </dsp:sp>
    <dsp:sp modelId="{555B3780-56C6-4767-AC67-177AE8549984}">
      <dsp:nvSpPr>
        <dsp:cNvPr id="102" name="矩形 101"/>
        <dsp:cNvSpPr/>
      </dsp:nvSpPr>
      <dsp:spPr bwMode="white">
        <a:xfrm>
          <a:off x="7727218" y="5802689"/>
          <a:ext cx="997729" cy="598634"/>
        </a:xfrm>
        <a:prstGeom prst="rect">
          <a:avLst/>
        </a:prstGeom>
      </dsp:spPr>
      <dsp:style>
        <a:lnRef idx="2">
          <a:schemeClr val="accent1">
            <a:shade val="80000"/>
          </a:schemeClr>
        </a:lnRef>
        <a:fillRef idx="1">
          <a:schemeClr val="lt1"/>
        </a:fillRef>
        <a:effectRef idx="0">
          <a:scrgbClr r="0" g="0" b="0"/>
        </a:effectRef>
        <a:fontRef idx="minor">
          <a:schemeClr val="lt1"/>
        </a:fontRef>
      </dsp:style>
      <dsp:txBody>
        <a:bodyPr lIns="10160" tIns="10160" rIns="10160" bIns="10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600" dirty="0" smtClean="0">
              <a:solidFill>
                <a:schemeClr val="dk1"/>
              </a:solidFill>
            </a:rPr>
            <a:t>自然风险应对</a:t>
          </a:r>
          <a:endParaRPr lang="zh-CN" altLang="en-US" sz="1600" dirty="0">
            <a:solidFill>
              <a:schemeClr val="dk1"/>
            </a:solidFill>
          </a:endParaRPr>
        </a:p>
      </dsp:txBody>
      <dsp:txXfrm>
        <a:off x="7727218" y="5802689"/>
        <a:ext cx="997729" cy="598634"/>
      </dsp:txXfrm>
    </dsp:sp>
    <dsp:sp modelId="{1FD4029B-A0A4-4954-B91D-A381C9F73316}">
      <dsp:nvSpPr>
        <dsp:cNvPr id="4" name="矩形 3" hidden="1"/>
        <dsp:cNvSpPr/>
      </dsp:nvSpPr>
      <dsp:spPr>
        <a:xfrm>
          <a:off x="3913314" y="0"/>
          <a:ext cx="224592" cy="561481"/>
        </a:xfrm>
        <a:prstGeom prst="rect">
          <a:avLst/>
        </a:prstGeom>
      </dsp:spPr>
      <dsp:txXfrm>
        <a:off x="3913314" y="0"/>
        <a:ext cx="224592" cy="561481"/>
      </dsp:txXfrm>
    </dsp:sp>
    <dsp:sp modelId="{60FCB845-59DB-482D-97C1-A913932BDE30}">
      <dsp:nvSpPr>
        <dsp:cNvPr id="7" name="矩形 6" hidden="1"/>
        <dsp:cNvSpPr/>
      </dsp:nvSpPr>
      <dsp:spPr>
        <a:xfrm>
          <a:off x="416291" y="797303"/>
          <a:ext cx="223954" cy="559886"/>
        </a:xfrm>
        <a:prstGeom prst="rect">
          <a:avLst/>
        </a:prstGeom>
      </dsp:spPr>
      <dsp:txXfrm>
        <a:off x="416291" y="797303"/>
        <a:ext cx="223954" cy="559886"/>
      </dsp:txXfrm>
    </dsp:sp>
    <dsp:sp modelId="{6128AD0B-CFB2-4EF1-87A4-31F9A5FE6EDC}">
      <dsp:nvSpPr>
        <dsp:cNvPr id="10" name="矩形 9" hidden="1"/>
        <dsp:cNvSpPr/>
      </dsp:nvSpPr>
      <dsp:spPr>
        <a:xfrm>
          <a:off x="696234" y="1593010"/>
          <a:ext cx="236846" cy="813445"/>
        </a:xfrm>
        <a:prstGeom prst="rect">
          <a:avLst/>
        </a:prstGeom>
      </dsp:spPr>
      <dsp:txXfrm>
        <a:off x="696234" y="1593010"/>
        <a:ext cx="236846" cy="813445"/>
      </dsp:txXfrm>
    </dsp:sp>
    <dsp:sp modelId="{2D4FAC1B-7808-4F8C-AF7B-843A8817F644}">
      <dsp:nvSpPr>
        <dsp:cNvPr id="13" name="矩形 12" hidden="1"/>
        <dsp:cNvSpPr/>
      </dsp:nvSpPr>
      <dsp:spPr>
        <a:xfrm>
          <a:off x="696234" y="2642277"/>
          <a:ext cx="233978" cy="802715"/>
        </a:xfrm>
        <a:prstGeom prst="rect">
          <a:avLst/>
        </a:prstGeom>
      </dsp:spPr>
      <dsp:txXfrm>
        <a:off x="696234" y="2642277"/>
        <a:ext cx="233978" cy="802715"/>
      </dsp:txXfrm>
    </dsp:sp>
    <dsp:sp modelId="{C7CC54FB-3E85-439A-8606-65E5F3264ACE}">
      <dsp:nvSpPr>
        <dsp:cNvPr id="16" name="矩形 15" hidden="1"/>
        <dsp:cNvSpPr/>
      </dsp:nvSpPr>
      <dsp:spPr>
        <a:xfrm>
          <a:off x="696234" y="3680814"/>
          <a:ext cx="228143" cy="605995"/>
        </a:xfrm>
        <a:prstGeom prst="rect">
          <a:avLst/>
        </a:prstGeom>
      </dsp:spPr>
      <dsp:txXfrm>
        <a:off x="696234" y="3680814"/>
        <a:ext cx="228143" cy="605995"/>
      </dsp:txXfrm>
    </dsp:sp>
    <dsp:sp modelId="{691B3E0E-E815-497B-8C00-D63C1D4F76DE}">
      <dsp:nvSpPr>
        <dsp:cNvPr id="19" name="矩形 18" hidden="1"/>
        <dsp:cNvSpPr/>
      </dsp:nvSpPr>
      <dsp:spPr>
        <a:xfrm>
          <a:off x="696234" y="4522631"/>
          <a:ext cx="226063" cy="855461"/>
        </a:xfrm>
        <a:prstGeom prst="rect">
          <a:avLst/>
        </a:prstGeom>
      </dsp:spPr>
      <dsp:txXfrm>
        <a:off x="696234" y="4522631"/>
        <a:ext cx="226063" cy="855461"/>
      </dsp:txXfrm>
    </dsp:sp>
    <dsp:sp modelId="{B10F2D00-5F67-473D-87A8-F43632DFE926}">
      <dsp:nvSpPr>
        <dsp:cNvPr id="22" name="矩形 21" hidden="1"/>
        <dsp:cNvSpPr/>
      </dsp:nvSpPr>
      <dsp:spPr>
        <a:xfrm>
          <a:off x="696234" y="5613914"/>
          <a:ext cx="184783" cy="368157"/>
        </a:xfrm>
        <a:prstGeom prst="rect">
          <a:avLst/>
        </a:prstGeom>
      </dsp:spPr>
      <dsp:txXfrm>
        <a:off x="696234" y="5613914"/>
        <a:ext cx="184783" cy="368157"/>
      </dsp:txXfrm>
    </dsp:sp>
    <dsp:sp modelId="{FC13242B-D34B-416E-A12B-0F1D7B003E80}">
      <dsp:nvSpPr>
        <dsp:cNvPr id="25" name="矩形 24" hidden="1"/>
        <dsp:cNvSpPr/>
      </dsp:nvSpPr>
      <dsp:spPr>
        <a:xfrm>
          <a:off x="696234" y="6217893"/>
          <a:ext cx="182917" cy="543266"/>
        </a:xfrm>
        <a:prstGeom prst="rect">
          <a:avLst/>
        </a:prstGeom>
      </dsp:spPr>
      <dsp:txXfrm>
        <a:off x="696234" y="6217893"/>
        <a:ext cx="182917" cy="543266"/>
      </dsp:txXfrm>
    </dsp:sp>
    <dsp:sp modelId="{D251A930-6B2A-4FCB-AF9C-484D2DF403B9}">
      <dsp:nvSpPr>
        <dsp:cNvPr id="28" name="矩形 27" hidden="1"/>
        <dsp:cNvSpPr/>
      </dsp:nvSpPr>
      <dsp:spPr>
        <a:xfrm>
          <a:off x="1836343" y="797303"/>
          <a:ext cx="223954" cy="561481"/>
        </a:xfrm>
        <a:prstGeom prst="rect">
          <a:avLst/>
        </a:prstGeom>
      </dsp:spPr>
      <dsp:txXfrm>
        <a:off x="1836343" y="797303"/>
        <a:ext cx="223954" cy="561481"/>
      </dsp:txXfrm>
    </dsp:sp>
    <dsp:sp modelId="{CA3DDEE2-DD76-4BC9-9A8B-A40AE7BFCF91}">
      <dsp:nvSpPr>
        <dsp:cNvPr id="31" name="矩形 30" hidden="1"/>
        <dsp:cNvSpPr/>
      </dsp:nvSpPr>
      <dsp:spPr>
        <a:xfrm>
          <a:off x="2116286" y="1594605"/>
          <a:ext cx="217524" cy="435046"/>
        </a:xfrm>
        <a:prstGeom prst="rect">
          <a:avLst/>
        </a:prstGeom>
      </dsp:spPr>
      <dsp:txXfrm>
        <a:off x="2116286" y="1594605"/>
        <a:ext cx="217524" cy="435046"/>
      </dsp:txXfrm>
    </dsp:sp>
    <dsp:sp modelId="{A03245DC-8ED9-4BEB-B0E7-01B8B2B1014C}">
      <dsp:nvSpPr>
        <dsp:cNvPr id="34" name="矩形 33" hidden="1"/>
        <dsp:cNvSpPr/>
      </dsp:nvSpPr>
      <dsp:spPr>
        <a:xfrm>
          <a:off x="2116286" y="2265473"/>
          <a:ext cx="217524" cy="435046"/>
        </a:xfrm>
        <a:prstGeom prst="rect">
          <a:avLst/>
        </a:prstGeom>
      </dsp:spPr>
      <dsp:txXfrm>
        <a:off x="2116286" y="2265473"/>
        <a:ext cx="217524" cy="435046"/>
      </dsp:txXfrm>
    </dsp:sp>
    <dsp:sp modelId="{B329A366-724C-4A59-A97A-F24408C0F6DE}">
      <dsp:nvSpPr>
        <dsp:cNvPr id="37" name="矩形 36" hidden="1"/>
        <dsp:cNvSpPr/>
      </dsp:nvSpPr>
      <dsp:spPr>
        <a:xfrm>
          <a:off x="3191937" y="797303"/>
          <a:ext cx="223954" cy="561481"/>
        </a:xfrm>
        <a:prstGeom prst="rect">
          <a:avLst/>
        </a:prstGeom>
      </dsp:spPr>
      <dsp:txXfrm>
        <a:off x="3191937" y="797303"/>
        <a:ext cx="223954" cy="561481"/>
      </dsp:txXfrm>
    </dsp:sp>
    <dsp:sp modelId="{5462C8F1-6E3E-47DB-BE01-AC32B0C86F7A}">
      <dsp:nvSpPr>
        <dsp:cNvPr id="40" name="矩形 39" hidden="1"/>
        <dsp:cNvSpPr/>
      </dsp:nvSpPr>
      <dsp:spPr>
        <a:xfrm>
          <a:off x="3471880" y="1594605"/>
          <a:ext cx="224592" cy="671733"/>
        </a:xfrm>
        <a:prstGeom prst="rect">
          <a:avLst/>
        </a:prstGeom>
      </dsp:spPr>
      <dsp:txXfrm>
        <a:off x="3471880" y="1594605"/>
        <a:ext cx="224592" cy="671733"/>
      </dsp:txXfrm>
    </dsp:sp>
    <dsp:sp modelId="{32272744-789A-43D9-A013-68EC5B861BFB}">
      <dsp:nvSpPr>
        <dsp:cNvPr id="43" name="矩形 42" hidden="1"/>
        <dsp:cNvSpPr/>
      </dsp:nvSpPr>
      <dsp:spPr>
        <a:xfrm>
          <a:off x="3471880" y="2502160"/>
          <a:ext cx="224592" cy="671733"/>
        </a:xfrm>
        <a:prstGeom prst="rect">
          <a:avLst/>
        </a:prstGeom>
      </dsp:spPr>
      <dsp:txXfrm>
        <a:off x="3471880" y="2502160"/>
        <a:ext cx="224592" cy="671733"/>
      </dsp:txXfrm>
    </dsp:sp>
    <dsp:sp modelId="{63C52056-9D84-45B0-934D-51F524CE9ECF}">
      <dsp:nvSpPr>
        <dsp:cNvPr id="46" name="矩形 45" hidden="1"/>
        <dsp:cNvSpPr/>
      </dsp:nvSpPr>
      <dsp:spPr>
        <a:xfrm>
          <a:off x="3471880" y="3409715"/>
          <a:ext cx="224592" cy="671733"/>
        </a:xfrm>
        <a:prstGeom prst="rect">
          <a:avLst/>
        </a:prstGeom>
      </dsp:spPr>
      <dsp:txXfrm>
        <a:off x="3471880" y="3409715"/>
        <a:ext cx="224592" cy="671733"/>
      </dsp:txXfrm>
    </dsp:sp>
    <dsp:sp modelId="{FDC789AE-03E5-44A0-BC10-B66C17D74AA4}">
      <dsp:nvSpPr>
        <dsp:cNvPr id="49" name="矩形 48" hidden="1"/>
        <dsp:cNvSpPr/>
      </dsp:nvSpPr>
      <dsp:spPr>
        <a:xfrm>
          <a:off x="4550720" y="797303"/>
          <a:ext cx="223954" cy="561481"/>
        </a:xfrm>
        <a:prstGeom prst="rect">
          <a:avLst/>
        </a:prstGeom>
      </dsp:spPr>
      <dsp:txXfrm>
        <a:off x="4550720" y="797303"/>
        <a:ext cx="223954" cy="561481"/>
      </dsp:txXfrm>
    </dsp:sp>
    <dsp:sp modelId="{1D8D387A-EB72-478C-A2C9-85A580972588}">
      <dsp:nvSpPr>
        <dsp:cNvPr id="52" name="矩形 51" hidden="1"/>
        <dsp:cNvSpPr/>
      </dsp:nvSpPr>
      <dsp:spPr>
        <a:xfrm>
          <a:off x="4830663" y="1594605"/>
          <a:ext cx="217524" cy="652570"/>
        </a:xfrm>
        <a:prstGeom prst="rect">
          <a:avLst/>
        </a:prstGeom>
      </dsp:spPr>
      <dsp:txXfrm>
        <a:off x="4830663" y="1594605"/>
        <a:ext cx="217524" cy="652570"/>
      </dsp:txXfrm>
    </dsp:sp>
    <dsp:sp modelId="{386924CE-9C60-4989-8025-DAC513097A32}">
      <dsp:nvSpPr>
        <dsp:cNvPr id="55" name="矩形 54" hidden="1"/>
        <dsp:cNvSpPr/>
      </dsp:nvSpPr>
      <dsp:spPr>
        <a:xfrm>
          <a:off x="4830663" y="2482997"/>
          <a:ext cx="217524" cy="652570"/>
        </a:xfrm>
        <a:prstGeom prst="rect">
          <a:avLst/>
        </a:prstGeom>
      </dsp:spPr>
      <dsp:txXfrm>
        <a:off x="4830663" y="2482997"/>
        <a:ext cx="217524" cy="652570"/>
      </dsp:txXfrm>
    </dsp:sp>
    <dsp:sp modelId="{11711C2B-6986-49CA-997E-3A17C0F0666E}">
      <dsp:nvSpPr>
        <dsp:cNvPr id="58" name="矩形 57" hidden="1"/>
        <dsp:cNvSpPr/>
      </dsp:nvSpPr>
      <dsp:spPr>
        <a:xfrm>
          <a:off x="4830663" y="3371388"/>
          <a:ext cx="217529" cy="652570"/>
        </a:xfrm>
        <a:prstGeom prst="rect">
          <a:avLst/>
        </a:prstGeom>
      </dsp:spPr>
      <dsp:txXfrm>
        <a:off x="4830663" y="3371388"/>
        <a:ext cx="217529" cy="652570"/>
      </dsp:txXfrm>
    </dsp:sp>
    <dsp:sp modelId="{4C445083-707C-411B-B369-A9B6C02756B0}">
      <dsp:nvSpPr>
        <dsp:cNvPr id="61" name="矩形 60" hidden="1"/>
        <dsp:cNvSpPr/>
      </dsp:nvSpPr>
      <dsp:spPr>
        <a:xfrm>
          <a:off x="4830663" y="4259780"/>
          <a:ext cx="215510" cy="917914"/>
        </a:xfrm>
        <a:prstGeom prst="rect">
          <a:avLst/>
        </a:prstGeom>
      </dsp:spPr>
      <dsp:txXfrm>
        <a:off x="4830663" y="4259780"/>
        <a:ext cx="215510" cy="917914"/>
      </dsp:txXfrm>
    </dsp:sp>
    <dsp:sp modelId="{E27D4C00-3BBD-4210-94F3-E0A31AC7332A}">
      <dsp:nvSpPr>
        <dsp:cNvPr id="64" name="矩形 63" hidden="1"/>
        <dsp:cNvSpPr/>
      </dsp:nvSpPr>
      <dsp:spPr>
        <a:xfrm>
          <a:off x="4830663" y="5413516"/>
          <a:ext cx="217524" cy="652570"/>
        </a:xfrm>
        <a:prstGeom prst="rect">
          <a:avLst/>
        </a:prstGeom>
      </dsp:spPr>
      <dsp:txXfrm>
        <a:off x="4830663" y="5413516"/>
        <a:ext cx="217524" cy="652570"/>
      </dsp:txXfrm>
    </dsp:sp>
    <dsp:sp modelId="{F53BF3B6-D7BF-4F5C-8CC4-1637156DC8F1}">
      <dsp:nvSpPr>
        <dsp:cNvPr id="67" name="矩形 66" hidden="1"/>
        <dsp:cNvSpPr/>
      </dsp:nvSpPr>
      <dsp:spPr>
        <a:xfrm>
          <a:off x="5906314" y="797303"/>
          <a:ext cx="223954" cy="559886"/>
        </a:xfrm>
        <a:prstGeom prst="rect">
          <a:avLst/>
        </a:prstGeom>
      </dsp:spPr>
      <dsp:txXfrm>
        <a:off x="5906314" y="797303"/>
        <a:ext cx="223954" cy="559886"/>
      </dsp:txXfrm>
    </dsp:sp>
    <dsp:sp modelId="{8AB2F598-1FD1-4247-A954-9BF8C1BCED96}">
      <dsp:nvSpPr>
        <dsp:cNvPr id="70" name="矩形 69" hidden="1"/>
        <dsp:cNvSpPr/>
      </dsp:nvSpPr>
      <dsp:spPr>
        <a:xfrm>
          <a:off x="6186257" y="1593010"/>
          <a:ext cx="243626" cy="957106"/>
        </a:xfrm>
        <a:prstGeom prst="rect">
          <a:avLst/>
        </a:prstGeom>
      </dsp:spPr>
      <dsp:txXfrm>
        <a:off x="6186257" y="1593010"/>
        <a:ext cx="243626" cy="957106"/>
      </dsp:txXfrm>
    </dsp:sp>
    <dsp:sp modelId="{3F8CDC87-6AF6-4A04-8BD1-57122CFBFAA2}">
      <dsp:nvSpPr>
        <dsp:cNvPr id="73" name="矩形 72" hidden="1"/>
        <dsp:cNvSpPr/>
      </dsp:nvSpPr>
      <dsp:spPr>
        <a:xfrm>
          <a:off x="6186257" y="2785938"/>
          <a:ext cx="261028" cy="652570"/>
        </a:xfrm>
        <a:prstGeom prst="rect">
          <a:avLst/>
        </a:prstGeom>
      </dsp:spPr>
      <dsp:txXfrm>
        <a:off x="6186257" y="2785938"/>
        <a:ext cx="261028" cy="652570"/>
      </dsp:txXfrm>
    </dsp:sp>
    <dsp:sp modelId="{D99AC9DC-F91A-418C-B607-A664FC9EC561}">
      <dsp:nvSpPr>
        <dsp:cNvPr id="76" name="矩形 75" hidden="1"/>
        <dsp:cNvSpPr/>
      </dsp:nvSpPr>
      <dsp:spPr>
        <a:xfrm>
          <a:off x="6186257" y="3674329"/>
          <a:ext cx="261028" cy="652570"/>
        </a:xfrm>
        <a:prstGeom prst="rect">
          <a:avLst/>
        </a:prstGeom>
      </dsp:spPr>
      <dsp:txXfrm>
        <a:off x="6186257" y="3674329"/>
        <a:ext cx="261028" cy="652570"/>
      </dsp:txXfrm>
    </dsp:sp>
    <dsp:sp modelId="{0ADC0C19-EC55-4516-B2FA-3721436BDB1A}">
      <dsp:nvSpPr>
        <dsp:cNvPr id="79" name="矩形 78" hidden="1"/>
        <dsp:cNvSpPr/>
      </dsp:nvSpPr>
      <dsp:spPr>
        <a:xfrm>
          <a:off x="6186257" y="4562721"/>
          <a:ext cx="217524" cy="652570"/>
        </a:xfrm>
        <a:prstGeom prst="rect">
          <a:avLst/>
        </a:prstGeom>
      </dsp:spPr>
      <dsp:txXfrm>
        <a:off x="6186257" y="4562721"/>
        <a:ext cx="217524" cy="652570"/>
      </dsp:txXfrm>
    </dsp:sp>
    <dsp:sp modelId="{EE9FF03F-A7A1-4F30-B5CC-B144EA000B07}">
      <dsp:nvSpPr>
        <dsp:cNvPr id="82" name="矩形 81" hidden="1"/>
        <dsp:cNvSpPr/>
      </dsp:nvSpPr>
      <dsp:spPr>
        <a:xfrm>
          <a:off x="7458524" y="797303"/>
          <a:ext cx="214955" cy="559886"/>
        </a:xfrm>
        <a:prstGeom prst="rect">
          <a:avLst/>
        </a:prstGeom>
      </dsp:spPr>
      <dsp:txXfrm>
        <a:off x="7458524" y="797303"/>
        <a:ext cx="214955" cy="559886"/>
      </dsp:txXfrm>
    </dsp:sp>
    <dsp:sp modelId="{DE9716E4-7841-44E0-AA6F-B674FDC449C0}">
      <dsp:nvSpPr>
        <dsp:cNvPr id="85" name="矩形 84" hidden="1"/>
        <dsp:cNvSpPr/>
      </dsp:nvSpPr>
      <dsp:spPr>
        <a:xfrm>
          <a:off x="7727218" y="1593010"/>
          <a:ext cx="199546" cy="399095"/>
        </a:xfrm>
        <a:prstGeom prst="rect">
          <a:avLst/>
        </a:prstGeom>
      </dsp:spPr>
      <dsp:txXfrm>
        <a:off x="7727218" y="1593010"/>
        <a:ext cx="199546" cy="399095"/>
      </dsp:txXfrm>
    </dsp:sp>
    <dsp:sp modelId="{AE8D0F07-E53E-4378-BCDF-306DD38C3A4E}">
      <dsp:nvSpPr>
        <dsp:cNvPr id="88" name="矩形 87" hidden="1"/>
        <dsp:cNvSpPr/>
      </dsp:nvSpPr>
      <dsp:spPr>
        <a:xfrm>
          <a:off x="7727218" y="2227927"/>
          <a:ext cx="200098" cy="400195"/>
        </a:xfrm>
        <a:prstGeom prst="rect">
          <a:avLst/>
        </a:prstGeom>
      </dsp:spPr>
      <dsp:txXfrm>
        <a:off x="7727218" y="2227927"/>
        <a:ext cx="200098" cy="400195"/>
      </dsp:txXfrm>
    </dsp:sp>
    <dsp:sp modelId="{E0225C82-65C8-4D1E-91A9-BF9FD4A92E6E}">
      <dsp:nvSpPr>
        <dsp:cNvPr id="91" name="矩形 90" hidden="1"/>
        <dsp:cNvSpPr/>
      </dsp:nvSpPr>
      <dsp:spPr>
        <a:xfrm>
          <a:off x="7727218" y="2863944"/>
          <a:ext cx="199546" cy="399095"/>
        </a:xfrm>
        <a:prstGeom prst="rect">
          <a:avLst/>
        </a:prstGeom>
      </dsp:spPr>
      <dsp:txXfrm>
        <a:off x="7727218" y="2863944"/>
        <a:ext cx="199546" cy="399095"/>
      </dsp:txXfrm>
    </dsp:sp>
    <dsp:sp modelId="{2A6C7D18-49FE-4C06-8EF1-CF8457F4C08C}">
      <dsp:nvSpPr>
        <dsp:cNvPr id="94" name="矩形 93" hidden="1"/>
        <dsp:cNvSpPr/>
      </dsp:nvSpPr>
      <dsp:spPr>
        <a:xfrm>
          <a:off x="7727218" y="3498861"/>
          <a:ext cx="199546" cy="399095"/>
        </a:xfrm>
        <a:prstGeom prst="rect">
          <a:avLst/>
        </a:prstGeom>
      </dsp:spPr>
      <dsp:txXfrm>
        <a:off x="7727218" y="3498861"/>
        <a:ext cx="199546" cy="399095"/>
      </dsp:txXfrm>
    </dsp:sp>
    <dsp:sp modelId="{E3E26D38-5C70-431E-A395-27FCF321F12B}">
      <dsp:nvSpPr>
        <dsp:cNvPr id="97" name="矩形 96" hidden="1"/>
        <dsp:cNvSpPr/>
      </dsp:nvSpPr>
      <dsp:spPr>
        <a:xfrm>
          <a:off x="7727218" y="4133778"/>
          <a:ext cx="199546" cy="598634"/>
        </a:xfrm>
        <a:prstGeom prst="rect">
          <a:avLst/>
        </a:prstGeom>
      </dsp:spPr>
      <dsp:txXfrm>
        <a:off x="7727218" y="4133778"/>
        <a:ext cx="199546" cy="598634"/>
      </dsp:txXfrm>
    </dsp:sp>
    <dsp:sp modelId="{C70D58A7-924D-4436-94DB-B62E6762BA84}">
      <dsp:nvSpPr>
        <dsp:cNvPr id="100" name="矩形 99" hidden="1"/>
        <dsp:cNvSpPr/>
      </dsp:nvSpPr>
      <dsp:spPr>
        <a:xfrm>
          <a:off x="7727218" y="4968233"/>
          <a:ext cx="199546" cy="598634"/>
        </a:xfrm>
        <a:prstGeom prst="rect">
          <a:avLst/>
        </a:prstGeom>
      </dsp:spPr>
      <dsp:txXfrm>
        <a:off x="7727218" y="4968233"/>
        <a:ext cx="199546" cy="598634"/>
      </dsp:txXfrm>
    </dsp:sp>
    <dsp:sp modelId="{01162131-499C-4A5B-BDE7-807CD695279E}">
      <dsp:nvSpPr>
        <dsp:cNvPr id="103" name="矩形 102" hidden="1"/>
        <dsp:cNvSpPr/>
      </dsp:nvSpPr>
      <dsp:spPr>
        <a:xfrm>
          <a:off x="7727218" y="5802689"/>
          <a:ext cx="199546" cy="598634"/>
        </a:xfrm>
        <a:prstGeom prst="rect">
          <a:avLst/>
        </a:prstGeom>
      </dsp:spPr>
      <dsp:txXfrm>
        <a:off x="7727218" y="5802689"/>
        <a:ext cx="199546" cy="598634"/>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14.wmf"/><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4" Type="http://schemas.openxmlformats.org/officeDocument/2006/relationships/image" Target="../media/image27.wmf"/><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2450"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37" tIns="49519" rIns="99037" bIns="49519" numCol="1" anchor="t" anchorCtr="0" compatLnSpc="1"/>
          <a:lstStyle>
            <a:lvl1pP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mn-cs"/>
              </a:defRPr>
            </a:lvl1pPr>
          </a:lstStyle>
          <a:p>
            <a:pPr>
              <a:defRPr/>
            </a:pPr>
            <a:endParaRPr lang="zh-CN" altLang="en-US"/>
          </a:p>
        </p:txBody>
      </p:sp>
      <p:sp>
        <p:nvSpPr>
          <p:cNvPr id="232451" name="Rectangle 3"/>
          <p:cNvSpPr>
            <a:spLocks noGrp="1" noChangeArrowheads="1"/>
          </p:cNvSpPr>
          <p:nvPr>
            <p:ph type="dt" sz="quarter" idx="1"/>
          </p:nvPr>
        </p:nvSpPr>
        <p:spPr bwMode="auto">
          <a:xfrm>
            <a:off x="4021138" y="0"/>
            <a:ext cx="3076575" cy="511175"/>
          </a:xfrm>
          <a:prstGeom prst="rect">
            <a:avLst/>
          </a:prstGeom>
          <a:noFill/>
          <a:ln w="9525">
            <a:noFill/>
            <a:miter lim="800000"/>
          </a:ln>
          <a:effectLst/>
        </p:spPr>
        <p:txBody>
          <a:bodyPr vert="horz" wrap="square" lIns="99037" tIns="49519" rIns="99037" bIns="49519" numCol="1" anchor="t" anchorCtr="0" compatLnSpc="1"/>
          <a:lstStyle>
            <a:lvl1pPr algn="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mn-cs"/>
              </a:defRPr>
            </a:lvl1pPr>
          </a:lstStyle>
          <a:p>
            <a:pPr>
              <a:defRPr/>
            </a:pPr>
            <a:endParaRPr lang="en-US" altLang="zh-CN"/>
          </a:p>
        </p:txBody>
      </p:sp>
      <p:sp>
        <p:nvSpPr>
          <p:cNvPr id="232452" name="Rectangle 4"/>
          <p:cNvSpPr>
            <a:spLocks noGrp="1" noChangeArrowheads="1"/>
          </p:cNvSpPr>
          <p:nvPr>
            <p:ph type="ftr" sz="quarter" idx="2"/>
          </p:nvPr>
        </p:nvSpPr>
        <p:spPr bwMode="auto">
          <a:xfrm>
            <a:off x="0" y="9721850"/>
            <a:ext cx="3076575" cy="511175"/>
          </a:xfrm>
          <a:prstGeom prst="rect">
            <a:avLst/>
          </a:prstGeom>
          <a:noFill/>
          <a:ln w="9525">
            <a:noFill/>
            <a:miter lim="800000"/>
          </a:ln>
          <a:effectLst/>
        </p:spPr>
        <p:txBody>
          <a:bodyPr vert="horz" wrap="square" lIns="99037" tIns="49519" rIns="99037" bIns="49519" numCol="1" anchor="b" anchorCtr="0" compatLnSpc="1"/>
          <a:lstStyle>
            <a:lvl1pP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mn-cs"/>
              </a:defRPr>
            </a:lvl1pPr>
          </a:lstStyle>
          <a:p>
            <a:pPr>
              <a:defRPr/>
            </a:pPr>
            <a:endParaRPr lang="en-US" altLang="zh-CN"/>
          </a:p>
        </p:txBody>
      </p:sp>
      <p:sp>
        <p:nvSpPr>
          <p:cNvPr id="232453" name="Rectangle 5"/>
          <p:cNvSpPr>
            <a:spLocks noGrp="1" noChangeArrowheads="1"/>
          </p:cNvSpPr>
          <p:nvPr>
            <p:ph type="sldNum" sz="quarter" idx="3"/>
          </p:nvPr>
        </p:nvSpPr>
        <p:spPr bwMode="auto">
          <a:xfrm>
            <a:off x="4021138" y="9721850"/>
            <a:ext cx="3076575" cy="511175"/>
          </a:xfrm>
          <a:prstGeom prst="rect">
            <a:avLst/>
          </a:prstGeom>
          <a:noFill/>
          <a:ln w="9525">
            <a:noFill/>
            <a:miter lim="800000"/>
          </a:ln>
          <a:effectLst/>
        </p:spPr>
        <p:txBody>
          <a:bodyPr vert="horz" wrap="square" lIns="99037" tIns="49519" rIns="99037" bIns="49519" numCol="1" anchor="b" anchorCtr="0" compatLnSpc="1"/>
          <a:lstStyle>
            <a:lvl1pPr algn="r" defTabSz="990600">
              <a:defRPr sz="1300" b="0">
                <a:solidFill>
                  <a:schemeClr val="tx1"/>
                </a:solidFill>
                <a:latin typeface="Times" panose="02020603050405020304" pitchFamily="18" charset="0"/>
                <a:ea typeface="宋体" panose="02010600030101010101" pitchFamily="2" charset="-122"/>
                <a:cs typeface="宋体" panose="02010600030101010101" pitchFamily="2" charset="-122"/>
              </a:defRPr>
            </a:lvl1pPr>
          </a:lstStyle>
          <a:p>
            <a:fld id="{F4290780-03DB-464E-8349-DAFF5DC5D82A}"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37" tIns="49519" rIns="99037" bIns="49519" numCol="1" anchor="t" anchorCtr="0" compatLnSpc="1"/>
          <a:lstStyle>
            <a:lvl1pP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mn-cs"/>
              </a:defRPr>
            </a:lvl1pPr>
          </a:lstStyle>
          <a:p>
            <a:pPr>
              <a:defRPr/>
            </a:pPr>
            <a:endParaRPr lang="zh-CN" altLang="en-US"/>
          </a:p>
        </p:txBody>
      </p:sp>
      <p:sp>
        <p:nvSpPr>
          <p:cNvPr id="76803" name="Rectangle 3"/>
          <p:cNvSpPr>
            <a:spLocks noGrp="1" noChangeArrowheads="1"/>
          </p:cNvSpPr>
          <p:nvPr>
            <p:ph type="dt" idx="1"/>
          </p:nvPr>
        </p:nvSpPr>
        <p:spPr bwMode="auto">
          <a:xfrm>
            <a:off x="4021138" y="0"/>
            <a:ext cx="3076575" cy="511175"/>
          </a:xfrm>
          <a:prstGeom prst="rect">
            <a:avLst/>
          </a:prstGeom>
          <a:noFill/>
          <a:ln w="9525">
            <a:noFill/>
            <a:miter lim="800000"/>
          </a:ln>
          <a:effectLst/>
        </p:spPr>
        <p:txBody>
          <a:bodyPr vert="horz" wrap="square" lIns="99037" tIns="49519" rIns="99037" bIns="49519" numCol="1" anchor="t" anchorCtr="0" compatLnSpc="1"/>
          <a:lstStyle>
            <a:lvl1pPr algn="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mn-cs"/>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ln>
        </p:spPr>
      </p:sp>
      <p:sp>
        <p:nvSpPr>
          <p:cNvPr id="76805" name="Rectangle 5"/>
          <p:cNvSpPr>
            <a:spLocks noGrp="1" noChangeArrowheads="1"/>
          </p:cNvSpPr>
          <p:nvPr>
            <p:ph type="body" sz="quarter" idx="3"/>
          </p:nvPr>
        </p:nvSpPr>
        <p:spPr bwMode="auto">
          <a:xfrm>
            <a:off x="709613" y="4860925"/>
            <a:ext cx="5680075" cy="4605338"/>
          </a:xfrm>
          <a:prstGeom prst="rect">
            <a:avLst/>
          </a:prstGeom>
          <a:noFill/>
          <a:ln w="9525">
            <a:noFill/>
            <a:miter lim="800000"/>
          </a:ln>
          <a:effectLst/>
        </p:spPr>
        <p:txBody>
          <a:bodyPr vert="horz" wrap="square" lIns="99037" tIns="49519" rIns="99037" bIns="49519"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6806" name="Rectangle 6"/>
          <p:cNvSpPr>
            <a:spLocks noGrp="1" noChangeArrowheads="1"/>
          </p:cNvSpPr>
          <p:nvPr>
            <p:ph type="ftr" sz="quarter" idx="4"/>
          </p:nvPr>
        </p:nvSpPr>
        <p:spPr bwMode="auto">
          <a:xfrm>
            <a:off x="0" y="9721850"/>
            <a:ext cx="3076575" cy="511175"/>
          </a:xfrm>
          <a:prstGeom prst="rect">
            <a:avLst/>
          </a:prstGeom>
          <a:noFill/>
          <a:ln w="9525">
            <a:noFill/>
            <a:miter lim="800000"/>
          </a:ln>
          <a:effectLst/>
        </p:spPr>
        <p:txBody>
          <a:bodyPr vert="horz" wrap="square" lIns="99037" tIns="49519" rIns="99037" bIns="49519" numCol="1" anchor="b" anchorCtr="0" compatLnSpc="1"/>
          <a:lstStyle>
            <a:lvl1pP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mn-cs"/>
              </a:defRPr>
            </a:lvl1pPr>
          </a:lstStyle>
          <a:p>
            <a:pPr>
              <a:defRPr/>
            </a:pPr>
            <a:endParaRPr lang="en-US" altLang="zh-CN"/>
          </a:p>
        </p:txBody>
      </p:sp>
      <p:sp>
        <p:nvSpPr>
          <p:cNvPr id="76807" name="Rectangle 7"/>
          <p:cNvSpPr>
            <a:spLocks noGrp="1" noChangeArrowheads="1"/>
          </p:cNvSpPr>
          <p:nvPr>
            <p:ph type="sldNum" sz="quarter" idx="5"/>
          </p:nvPr>
        </p:nvSpPr>
        <p:spPr bwMode="auto">
          <a:xfrm>
            <a:off x="4021138" y="9721850"/>
            <a:ext cx="3076575" cy="511175"/>
          </a:xfrm>
          <a:prstGeom prst="rect">
            <a:avLst/>
          </a:prstGeom>
          <a:noFill/>
          <a:ln w="9525">
            <a:noFill/>
            <a:miter lim="800000"/>
          </a:ln>
          <a:effectLst/>
        </p:spPr>
        <p:txBody>
          <a:bodyPr vert="horz" wrap="square" lIns="99037" tIns="49519" rIns="99037" bIns="49519" numCol="1" anchor="b" anchorCtr="0" compatLnSpc="1"/>
          <a:lstStyle>
            <a:lvl1pPr algn="r" defTabSz="990600">
              <a:defRPr sz="1300" b="0">
                <a:solidFill>
                  <a:schemeClr val="tx1"/>
                </a:solidFill>
                <a:latin typeface="Times" panose="02020603050405020304" pitchFamily="18" charset="0"/>
                <a:ea typeface="宋体" panose="02010600030101010101" pitchFamily="2" charset="-122"/>
                <a:cs typeface="宋体" panose="02010600030101010101" pitchFamily="2" charset="-122"/>
              </a:defRPr>
            </a:lvl1pPr>
          </a:lstStyle>
          <a:p>
            <a:fld id="{A3FAB13E-AB70-924F-AA02-A93F03E3B867}"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F93C7BE6-6409-184A-A058-805B451FBBC9}" type="slidenum">
              <a:rPr lang="zh-CN" altLang="en-US" sz="1300"/>
            </a:fld>
            <a:endParaRPr lang="en-US" altLang="zh-CN" sz="1300"/>
          </a:p>
        </p:txBody>
      </p:sp>
      <p:sp>
        <p:nvSpPr>
          <p:cNvPr id="12291" name="Rectangle 2"/>
          <p:cNvSpPr>
            <a:spLocks noGrp="1" noRot="1" noChangeAspect="1" noChangeArrowheads="1" noTextEdit="1"/>
          </p:cNvSpPr>
          <p:nvPr>
            <p:ph type="sldImg"/>
          </p:nvPr>
        </p:nvSpPr>
        <p:spPr>
          <a:xfrm>
            <a:off x="992188" y="768350"/>
            <a:ext cx="5114925" cy="3836988"/>
          </a:xfrm>
        </p:spPr>
      </p:sp>
      <p:sp>
        <p:nvSpPr>
          <p:cNvPr id="12292"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EC51F180-B92B-8645-A80E-8D9546541146}" type="slidenum">
              <a:rPr lang="zh-CN" altLang="en-US" sz="1300"/>
            </a:fld>
            <a:endParaRPr lang="en-US" altLang="zh-CN" sz="1300"/>
          </a:p>
        </p:txBody>
      </p:sp>
      <p:sp>
        <p:nvSpPr>
          <p:cNvPr id="15363" name="Rectangle 2"/>
          <p:cNvSpPr>
            <a:spLocks noGrp="1" noRot="1" noChangeAspect="1" noChangeArrowheads="1" noTextEdit="1"/>
          </p:cNvSpPr>
          <p:nvPr>
            <p:ph type="sldImg"/>
          </p:nvPr>
        </p:nvSpPr>
        <p:spPr>
          <a:xfrm>
            <a:off x="992188" y="768350"/>
            <a:ext cx="5114925" cy="3836988"/>
          </a:xfrm>
        </p:spPr>
      </p:sp>
      <p:sp>
        <p:nvSpPr>
          <p:cNvPr id="15364"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6AE302EC-9F1B-714C-8D08-DDEC25FF6428}" type="slidenum">
              <a:rPr lang="zh-CN" altLang="en-US" sz="1300"/>
            </a:fld>
            <a:endParaRPr lang="en-US" altLang="zh-CN" sz="1300"/>
          </a:p>
        </p:txBody>
      </p:sp>
      <p:sp>
        <p:nvSpPr>
          <p:cNvPr id="17411" name="Rectangle 2"/>
          <p:cNvSpPr>
            <a:spLocks noGrp="1" noRot="1" noChangeAspect="1" noChangeArrowheads="1" noTextEdit="1"/>
          </p:cNvSpPr>
          <p:nvPr>
            <p:ph type="sldImg"/>
          </p:nvPr>
        </p:nvSpPr>
        <p:spPr>
          <a:xfrm>
            <a:off x="992188" y="768350"/>
            <a:ext cx="5114925" cy="3836988"/>
          </a:xfrm>
        </p:spPr>
      </p:sp>
      <p:sp>
        <p:nvSpPr>
          <p:cNvPr id="17412"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FC523970-5AA3-3E42-B128-72BA6449CFB5}" type="slidenum">
              <a:rPr lang="zh-CN" altLang="en-US" sz="1300"/>
            </a:fld>
            <a:endParaRPr lang="en-US" altLang="zh-CN" sz="1300"/>
          </a:p>
        </p:txBody>
      </p:sp>
      <p:sp>
        <p:nvSpPr>
          <p:cNvPr id="19459" name="Rectangle 2"/>
          <p:cNvSpPr>
            <a:spLocks noGrp="1" noRot="1" noChangeAspect="1" noChangeArrowheads="1" noTextEdit="1"/>
          </p:cNvSpPr>
          <p:nvPr>
            <p:ph type="sldImg"/>
          </p:nvPr>
        </p:nvSpPr>
        <p:spPr>
          <a:xfrm>
            <a:off x="992188" y="768350"/>
            <a:ext cx="5114925" cy="3836988"/>
          </a:xfrm>
        </p:spPr>
      </p:sp>
      <p:sp>
        <p:nvSpPr>
          <p:cNvPr id="19460"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AF3AFCDC-4D63-964F-BD0D-B2F013EFA464}" type="slidenum">
              <a:rPr lang="zh-CN" altLang="en-US" sz="1300"/>
            </a:fld>
            <a:endParaRPr lang="en-US" altLang="zh-CN" sz="1300"/>
          </a:p>
        </p:txBody>
      </p:sp>
      <p:sp>
        <p:nvSpPr>
          <p:cNvPr id="21507" name="Rectangle 2"/>
          <p:cNvSpPr>
            <a:spLocks noGrp="1" noRot="1" noChangeAspect="1" noChangeArrowheads="1" noTextEdit="1"/>
          </p:cNvSpPr>
          <p:nvPr>
            <p:ph type="sldImg"/>
          </p:nvPr>
        </p:nvSpPr>
        <p:spPr>
          <a:xfrm>
            <a:off x="992188" y="768350"/>
            <a:ext cx="5114925" cy="3836988"/>
          </a:xfrm>
        </p:spPr>
      </p:sp>
      <p:sp>
        <p:nvSpPr>
          <p:cNvPr id="21508"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C1E07DAC-F615-634A-B00D-3DEBC49E6872}" type="slidenum">
              <a:rPr lang="zh-CN" altLang="en-US" sz="1300"/>
            </a:fld>
            <a:endParaRPr lang="en-US" altLang="zh-CN" sz="1300"/>
          </a:p>
        </p:txBody>
      </p:sp>
      <p:sp>
        <p:nvSpPr>
          <p:cNvPr id="23555" name="Rectangle 2"/>
          <p:cNvSpPr>
            <a:spLocks noGrp="1" noRot="1" noChangeAspect="1" noChangeArrowheads="1" noTextEdit="1"/>
          </p:cNvSpPr>
          <p:nvPr>
            <p:ph type="sldImg"/>
          </p:nvPr>
        </p:nvSpPr>
        <p:spPr>
          <a:xfrm>
            <a:off x="992188" y="768350"/>
            <a:ext cx="5114925" cy="3836988"/>
          </a:xfrm>
        </p:spPr>
      </p:sp>
      <p:sp>
        <p:nvSpPr>
          <p:cNvPr id="23556"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9598FD05-D069-3148-B33F-70D121B92754}" type="slidenum">
              <a:rPr lang="zh-CN" altLang="en-US" sz="1300"/>
            </a:fld>
            <a:endParaRPr lang="en-US" altLang="zh-CN" sz="1300"/>
          </a:p>
        </p:txBody>
      </p:sp>
      <p:sp>
        <p:nvSpPr>
          <p:cNvPr id="26627" name="Rectangle 2"/>
          <p:cNvSpPr>
            <a:spLocks noGrp="1" noRot="1" noChangeAspect="1" noChangeArrowheads="1" noTextEdit="1"/>
          </p:cNvSpPr>
          <p:nvPr>
            <p:ph type="sldImg"/>
          </p:nvPr>
        </p:nvSpPr>
        <p:spPr>
          <a:xfrm>
            <a:off x="992188" y="768350"/>
            <a:ext cx="5114925" cy="3836988"/>
          </a:xfrm>
        </p:spPr>
      </p:sp>
      <p:sp>
        <p:nvSpPr>
          <p:cNvPr id="26628"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B81812D9-D59D-264A-9831-555E60E42ADA}" type="slidenum">
              <a:rPr lang="zh-CN" altLang="en-US" sz="1300"/>
            </a:fld>
            <a:endParaRPr lang="en-US" altLang="zh-CN" sz="1300"/>
          </a:p>
        </p:txBody>
      </p:sp>
      <p:sp>
        <p:nvSpPr>
          <p:cNvPr id="28675" name="Rectangle 2"/>
          <p:cNvSpPr>
            <a:spLocks noGrp="1" noRot="1" noChangeAspect="1" noChangeArrowheads="1" noTextEdit="1"/>
          </p:cNvSpPr>
          <p:nvPr>
            <p:ph type="sldImg"/>
          </p:nvPr>
        </p:nvSpPr>
        <p:spPr>
          <a:xfrm>
            <a:off x="992188" y="768350"/>
            <a:ext cx="5114925" cy="3836988"/>
          </a:xfrm>
        </p:spPr>
      </p:sp>
      <p:sp>
        <p:nvSpPr>
          <p:cNvPr id="28676"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0A45C090-FE61-4146-947F-2598A50827F3}" type="slidenum">
              <a:rPr lang="zh-CN" altLang="en-US" sz="1300"/>
            </a:fld>
            <a:endParaRPr lang="en-US" altLang="zh-CN" sz="1300"/>
          </a:p>
        </p:txBody>
      </p:sp>
      <p:sp>
        <p:nvSpPr>
          <p:cNvPr id="34819" name="Rectangle 2"/>
          <p:cNvSpPr>
            <a:spLocks noGrp="1" noRot="1" noChangeAspect="1" noChangeArrowheads="1" noTextEdit="1"/>
          </p:cNvSpPr>
          <p:nvPr>
            <p:ph type="sldImg"/>
          </p:nvPr>
        </p:nvSpPr>
        <p:spPr>
          <a:xfrm>
            <a:off x="992188" y="768350"/>
            <a:ext cx="5114925" cy="3836988"/>
          </a:xfrm>
        </p:spPr>
      </p:sp>
      <p:sp>
        <p:nvSpPr>
          <p:cNvPr id="34820"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0BB73A82-5666-854A-8277-3B7E66489FC3}" type="slidenum">
              <a:rPr lang="zh-CN" altLang="en-US" sz="1300"/>
            </a:fld>
            <a:endParaRPr lang="en-US" altLang="zh-CN" sz="1300"/>
          </a:p>
        </p:txBody>
      </p:sp>
      <p:sp>
        <p:nvSpPr>
          <p:cNvPr id="40963" name="Rectangle 2"/>
          <p:cNvSpPr>
            <a:spLocks noGrp="1" noRot="1" noChangeAspect="1" noChangeArrowheads="1" noTextEdit="1"/>
          </p:cNvSpPr>
          <p:nvPr>
            <p:ph type="sldImg"/>
          </p:nvPr>
        </p:nvSpPr>
        <p:spPr>
          <a:xfrm>
            <a:off x="992188" y="768350"/>
            <a:ext cx="5114925" cy="3836988"/>
          </a:xfrm>
        </p:spPr>
      </p:sp>
      <p:sp>
        <p:nvSpPr>
          <p:cNvPr id="40964"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22E7FFA5-9EA6-904A-B94D-FBECD0801F13}" type="slidenum">
              <a:rPr lang="zh-CN" altLang="en-US" sz="1300"/>
            </a:fld>
            <a:endParaRPr lang="en-US" altLang="zh-CN" sz="1300"/>
          </a:p>
        </p:txBody>
      </p:sp>
      <p:sp>
        <p:nvSpPr>
          <p:cNvPr id="43011" name="Rectangle 2"/>
          <p:cNvSpPr>
            <a:spLocks noGrp="1" noRot="1" noChangeAspect="1" noChangeArrowheads="1" noTextEdit="1"/>
          </p:cNvSpPr>
          <p:nvPr>
            <p:ph type="sldImg"/>
          </p:nvPr>
        </p:nvSpPr>
        <p:spPr>
          <a:xfrm>
            <a:off x="992188" y="768350"/>
            <a:ext cx="5114925" cy="3836988"/>
          </a:xfrm>
        </p:spPr>
      </p:sp>
      <p:sp>
        <p:nvSpPr>
          <p:cNvPr id="43012"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DCAC5132-6A02-2543-98B5-3021D55E6A29}" type="slidenum">
              <a:rPr lang="zh-CN" altLang="en-US" sz="1300"/>
            </a:fld>
            <a:endParaRPr lang="en-US" altLang="zh-CN" sz="1300"/>
          </a:p>
        </p:txBody>
      </p:sp>
      <p:sp>
        <p:nvSpPr>
          <p:cNvPr id="50179" name="Rectangle 2"/>
          <p:cNvSpPr>
            <a:spLocks noGrp="1" noRot="1" noChangeAspect="1" noChangeArrowheads="1" noTextEdit="1"/>
          </p:cNvSpPr>
          <p:nvPr>
            <p:ph type="sldImg"/>
          </p:nvPr>
        </p:nvSpPr>
        <p:spPr>
          <a:xfrm>
            <a:off x="992188" y="768350"/>
            <a:ext cx="5114925" cy="3836988"/>
          </a:xfrm>
        </p:spPr>
      </p:sp>
      <p:sp>
        <p:nvSpPr>
          <p:cNvPr id="50180"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27B60EE8-53A8-5941-856C-CB37709E3438}" type="slidenum">
              <a:rPr lang="zh-CN" altLang="en-US" sz="1300"/>
            </a:fld>
            <a:endParaRPr lang="en-US" altLang="zh-CN" sz="1300"/>
          </a:p>
        </p:txBody>
      </p:sp>
      <p:sp>
        <p:nvSpPr>
          <p:cNvPr id="52227" name="Rectangle 2"/>
          <p:cNvSpPr>
            <a:spLocks noGrp="1" noRot="1" noChangeAspect="1" noChangeArrowheads="1" noTextEdit="1"/>
          </p:cNvSpPr>
          <p:nvPr>
            <p:ph type="sldImg"/>
          </p:nvPr>
        </p:nvSpPr>
        <p:spPr>
          <a:xfrm>
            <a:off x="992188" y="768350"/>
            <a:ext cx="5114925" cy="3836988"/>
          </a:xfrm>
        </p:spPr>
      </p:sp>
      <p:sp>
        <p:nvSpPr>
          <p:cNvPr id="52228"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CEAB9182-B8D2-D241-81FA-7171EA3F8936}" type="slidenum">
              <a:rPr lang="zh-CN" altLang="en-US" sz="1300"/>
            </a:fld>
            <a:endParaRPr lang="en-US" altLang="zh-CN" sz="1300"/>
          </a:p>
        </p:txBody>
      </p:sp>
      <p:sp>
        <p:nvSpPr>
          <p:cNvPr id="54275" name="Rectangle 2"/>
          <p:cNvSpPr>
            <a:spLocks noGrp="1" noRot="1" noChangeAspect="1" noChangeArrowheads="1" noTextEdit="1"/>
          </p:cNvSpPr>
          <p:nvPr>
            <p:ph type="sldImg"/>
          </p:nvPr>
        </p:nvSpPr>
        <p:spPr>
          <a:xfrm>
            <a:off x="992188" y="768350"/>
            <a:ext cx="5114925" cy="3836988"/>
          </a:xfrm>
        </p:spPr>
      </p:sp>
      <p:sp>
        <p:nvSpPr>
          <p:cNvPr id="54276"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81D63231-006B-F247-8169-39B69888CD3E}" type="slidenum">
              <a:rPr lang="zh-CN" altLang="en-US" sz="1300"/>
            </a:fld>
            <a:endParaRPr lang="en-US" altLang="zh-CN" sz="1300"/>
          </a:p>
        </p:txBody>
      </p:sp>
      <p:sp>
        <p:nvSpPr>
          <p:cNvPr id="57347" name="Rectangle 2"/>
          <p:cNvSpPr>
            <a:spLocks noGrp="1" noRot="1" noChangeAspect="1" noChangeArrowheads="1" noTextEdit="1"/>
          </p:cNvSpPr>
          <p:nvPr>
            <p:ph type="sldImg"/>
          </p:nvPr>
        </p:nvSpPr>
        <p:spPr>
          <a:xfrm>
            <a:off x="992188" y="768350"/>
            <a:ext cx="5114925" cy="3836988"/>
          </a:xfrm>
        </p:spPr>
      </p:sp>
      <p:sp>
        <p:nvSpPr>
          <p:cNvPr id="57348"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FA0AA216-DF19-E64E-AABE-9F3308DD1996}" type="slidenum">
              <a:rPr lang="zh-CN" altLang="en-US" sz="1300"/>
            </a:fld>
            <a:endParaRPr lang="en-US" altLang="zh-CN" sz="1300"/>
          </a:p>
        </p:txBody>
      </p:sp>
      <p:sp>
        <p:nvSpPr>
          <p:cNvPr id="59395" name="Rectangle 2"/>
          <p:cNvSpPr>
            <a:spLocks noGrp="1" noRot="1" noChangeAspect="1" noChangeArrowheads="1" noTextEdit="1"/>
          </p:cNvSpPr>
          <p:nvPr>
            <p:ph type="sldImg"/>
          </p:nvPr>
        </p:nvSpPr>
        <p:spPr>
          <a:xfrm>
            <a:off x="992188" y="768350"/>
            <a:ext cx="5114925" cy="3836988"/>
          </a:xfrm>
        </p:spPr>
      </p:sp>
      <p:sp>
        <p:nvSpPr>
          <p:cNvPr id="59396"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79AAB8AA-7A24-DA44-8879-AF7C4931D9A5}" type="slidenum">
              <a:rPr lang="zh-CN" altLang="en-US" sz="1300"/>
            </a:fld>
            <a:endParaRPr lang="en-US" altLang="zh-CN" sz="1300"/>
          </a:p>
        </p:txBody>
      </p:sp>
      <p:sp>
        <p:nvSpPr>
          <p:cNvPr id="61443" name="Rectangle 2"/>
          <p:cNvSpPr>
            <a:spLocks noGrp="1" noRot="1" noChangeAspect="1" noChangeArrowheads="1" noTextEdit="1"/>
          </p:cNvSpPr>
          <p:nvPr>
            <p:ph type="sldImg"/>
          </p:nvPr>
        </p:nvSpPr>
        <p:spPr>
          <a:xfrm>
            <a:off x="992188" y="768350"/>
            <a:ext cx="5114925" cy="3836988"/>
          </a:xfrm>
        </p:spPr>
      </p:sp>
      <p:sp>
        <p:nvSpPr>
          <p:cNvPr id="61444"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0741DE17-E37B-7548-A27B-63EF867A54D9}" type="slidenum">
              <a:rPr lang="zh-CN" altLang="en-US" sz="1300"/>
            </a:fld>
            <a:endParaRPr lang="en-US" altLang="zh-CN" sz="1300"/>
          </a:p>
        </p:txBody>
      </p:sp>
      <p:sp>
        <p:nvSpPr>
          <p:cNvPr id="63491" name="Rectangle 2"/>
          <p:cNvSpPr>
            <a:spLocks noGrp="1" noRot="1" noChangeAspect="1" noChangeArrowheads="1" noTextEdit="1"/>
          </p:cNvSpPr>
          <p:nvPr>
            <p:ph type="sldImg"/>
          </p:nvPr>
        </p:nvSpPr>
        <p:spPr>
          <a:xfrm>
            <a:off x="992188" y="768350"/>
            <a:ext cx="5114925" cy="3836988"/>
          </a:xfrm>
        </p:spPr>
      </p:sp>
      <p:sp>
        <p:nvSpPr>
          <p:cNvPr id="63492"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10A5888B-80C8-EB45-8FD6-290F3A8DEE40}" type="slidenum">
              <a:rPr lang="zh-CN" altLang="en-US" sz="1300"/>
            </a:fld>
            <a:endParaRPr lang="en-US" altLang="zh-CN" sz="1300"/>
          </a:p>
        </p:txBody>
      </p:sp>
      <p:sp>
        <p:nvSpPr>
          <p:cNvPr id="81923" name="Rectangle 2"/>
          <p:cNvSpPr>
            <a:spLocks noGrp="1" noRot="1" noChangeAspect="1" noChangeArrowheads="1" noTextEdit="1"/>
          </p:cNvSpPr>
          <p:nvPr>
            <p:ph type="sldImg"/>
          </p:nvPr>
        </p:nvSpPr>
        <p:spPr>
          <a:xfrm>
            <a:off x="992188" y="768350"/>
            <a:ext cx="5114925" cy="3836988"/>
          </a:xfrm>
        </p:spPr>
      </p:sp>
      <p:sp>
        <p:nvSpPr>
          <p:cNvPr id="81924"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3A8B5D67-24A3-4943-8812-A724DA908FBE}" type="slidenum">
              <a:rPr lang="zh-CN" altLang="en-US" sz="1300"/>
            </a:fld>
            <a:endParaRPr lang="en-US" altLang="zh-CN" sz="1300"/>
          </a:p>
        </p:txBody>
      </p:sp>
      <p:sp>
        <p:nvSpPr>
          <p:cNvPr id="83971" name="Rectangle 2"/>
          <p:cNvSpPr>
            <a:spLocks noGrp="1" noRot="1" noChangeAspect="1" noChangeArrowheads="1" noTextEdit="1"/>
          </p:cNvSpPr>
          <p:nvPr>
            <p:ph type="sldImg"/>
          </p:nvPr>
        </p:nvSpPr>
        <p:spPr>
          <a:xfrm>
            <a:off x="992188" y="768350"/>
            <a:ext cx="5114925" cy="3836988"/>
          </a:xfrm>
        </p:spPr>
      </p:sp>
      <p:sp>
        <p:nvSpPr>
          <p:cNvPr id="83972"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C5AA9D27-A947-2B4D-B968-11A7C28A96AF}" type="slidenum">
              <a:rPr lang="zh-CN" altLang="en-US" sz="1300"/>
            </a:fld>
            <a:endParaRPr lang="en-US" altLang="zh-CN" sz="1300"/>
          </a:p>
        </p:txBody>
      </p:sp>
      <p:sp>
        <p:nvSpPr>
          <p:cNvPr id="86019" name="Rectangle 2"/>
          <p:cNvSpPr>
            <a:spLocks noGrp="1" noRot="1" noChangeAspect="1" noChangeArrowheads="1" noTextEdit="1"/>
          </p:cNvSpPr>
          <p:nvPr>
            <p:ph type="sldImg"/>
          </p:nvPr>
        </p:nvSpPr>
        <p:spPr>
          <a:xfrm>
            <a:off x="992188" y="768350"/>
            <a:ext cx="5114925" cy="3836988"/>
          </a:xfrm>
        </p:spPr>
      </p:sp>
      <p:sp>
        <p:nvSpPr>
          <p:cNvPr id="86020"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79BEA64A-09DE-D140-98D3-F42A7068CC4A}" type="slidenum">
              <a:rPr lang="zh-CN" altLang="en-US" sz="1300"/>
            </a:fld>
            <a:endParaRPr lang="en-US" altLang="zh-CN" sz="1300"/>
          </a:p>
        </p:txBody>
      </p:sp>
      <p:sp>
        <p:nvSpPr>
          <p:cNvPr id="90115" name="Rectangle 2"/>
          <p:cNvSpPr>
            <a:spLocks noGrp="1" noRot="1" noChangeAspect="1" noChangeArrowheads="1" noTextEdit="1"/>
          </p:cNvSpPr>
          <p:nvPr>
            <p:ph type="sldImg"/>
          </p:nvPr>
        </p:nvSpPr>
        <p:spPr>
          <a:xfrm>
            <a:off x="992188" y="768350"/>
            <a:ext cx="5114925" cy="3836988"/>
          </a:xfrm>
        </p:spPr>
      </p:sp>
      <p:sp>
        <p:nvSpPr>
          <p:cNvPr id="90116"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72E15CD4-D043-3F4A-8B44-ED1AAD079558}" type="slidenum">
              <a:rPr lang="zh-CN" altLang="en-US" sz="1300"/>
            </a:fld>
            <a:endParaRPr lang="en-US" altLang="zh-CN" sz="1300"/>
          </a:p>
        </p:txBody>
      </p:sp>
      <p:sp>
        <p:nvSpPr>
          <p:cNvPr id="92163" name="Rectangle 2"/>
          <p:cNvSpPr>
            <a:spLocks noGrp="1" noRot="1" noChangeAspect="1" noChangeArrowheads="1" noTextEdit="1"/>
          </p:cNvSpPr>
          <p:nvPr>
            <p:ph type="sldImg"/>
          </p:nvPr>
        </p:nvSpPr>
        <p:spPr>
          <a:xfrm>
            <a:off x="992188" y="768350"/>
            <a:ext cx="5114925" cy="3836988"/>
          </a:xfrm>
        </p:spPr>
      </p:sp>
      <p:sp>
        <p:nvSpPr>
          <p:cNvPr id="92164" name="Rectangle 3"/>
          <p:cNvSpPr>
            <a:spLocks noGrp="1" noChangeArrowheads="1"/>
          </p:cNvSpPr>
          <p:nvPr>
            <p:ph type="body" idx="1"/>
          </p:nvPr>
        </p:nvSpPr>
        <p:spPr>
          <a:xfrm>
            <a:off x="946150" y="4860925"/>
            <a:ext cx="5207000" cy="4605338"/>
          </a:xfrm>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DFC4B17A-21B5-E549-A1C2-48764B3E86E7}" type="slidenum">
              <a:rPr lang="zh-CN" altLang="en-US" sz="1300"/>
            </a:fld>
            <a:endParaRPr lang="en-US" altLang="zh-CN" sz="1300"/>
          </a:p>
        </p:txBody>
      </p:sp>
      <p:sp>
        <p:nvSpPr>
          <p:cNvPr id="94211" name="Rectangle 2"/>
          <p:cNvSpPr>
            <a:spLocks noGrp="1" noRot="1" noChangeAspect="1" noChangeArrowheads="1" noTextEdit="1"/>
          </p:cNvSpPr>
          <p:nvPr>
            <p:ph type="sldImg"/>
          </p:nvPr>
        </p:nvSpPr>
        <p:spPr>
          <a:xfrm>
            <a:off x="992188" y="768350"/>
            <a:ext cx="5114925" cy="3836988"/>
          </a:xfrm>
        </p:spPr>
      </p:sp>
      <p:sp>
        <p:nvSpPr>
          <p:cNvPr id="94212"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F63172-DF28-4926-B551-811194E0B55A}"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F63172-DF28-4926-B551-811194E0B55A}"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smtClean="0"/>
              <a:t>开工不久就因</a:t>
            </a:r>
            <a:r>
              <a:rPr lang="en-US" altLang="zh-CN" dirty="0" smtClean="0"/>
              <a:t>HSE</a:t>
            </a:r>
            <a:r>
              <a:rPr lang="zh-CN" altLang="en-US" dirty="0" smtClean="0"/>
              <a:t>方面存在不足，被业主、咨询投诉到集团公司</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CF63172-DF28-4926-B551-811194E0B55A}"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Rectangle 4"/>
          <p:cNvSpPr>
            <a:spLocks noChangeArrowheads="1"/>
          </p:cNvSpPr>
          <p:nvPr userDrawn="1"/>
        </p:nvSpPr>
        <p:spPr bwMode="auto">
          <a:xfrm>
            <a:off x="4371975" y="0"/>
            <a:ext cx="184150" cy="457200"/>
          </a:xfrm>
          <a:prstGeom prst="rect">
            <a:avLst/>
          </a:prstGeom>
          <a:noFill/>
          <a:ln>
            <a:noFill/>
          </a:ln>
        </p:spPr>
        <p:txBody>
          <a:bodyPr wrap="none">
            <a:spAutoFit/>
          </a:bodyPr>
          <a:lstStyle>
            <a:lvl1pPr>
              <a:lnSpc>
                <a:spcPct val="90000"/>
              </a:lnSpc>
              <a:spcBef>
                <a:spcPct val="50000"/>
              </a:spcBef>
              <a:buChar char="•"/>
              <a:defRPr sz="4000" b="1">
                <a:solidFill>
                  <a:srgbClr val="0000FF"/>
                </a:solidFill>
                <a:latin typeface="Arial" panose="020B0604020202020204" pitchFamily="34" charset="0"/>
                <a:ea typeface="楷体_GB2312" pitchFamily="49" charset="-122"/>
              </a:defRPr>
            </a:lvl1pPr>
            <a:lvl2pPr marL="742950" indent="-285750">
              <a:lnSpc>
                <a:spcPct val="90000"/>
              </a:lnSpc>
              <a:spcBef>
                <a:spcPct val="50000"/>
              </a:spcBef>
              <a:buChar char="•"/>
              <a:defRPr sz="4000" b="1">
                <a:solidFill>
                  <a:srgbClr val="0000FF"/>
                </a:solidFill>
                <a:latin typeface="Arial" panose="020B0604020202020204" pitchFamily="34" charset="0"/>
                <a:ea typeface="楷体_GB2312" pitchFamily="49" charset="-122"/>
              </a:defRPr>
            </a:lvl2pPr>
            <a:lvl3pPr marL="1143000" indent="-228600">
              <a:lnSpc>
                <a:spcPct val="90000"/>
              </a:lnSpc>
              <a:spcBef>
                <a:spcPct val="50000"/>
              </a:spcBef>
              <a:buChar char="•"/>
              <a:defRPr sz="4000" b="1">
                <a:solidFill>
                  <a:srgbClr val="0000FF"/>
                </a:solidFill>
                <a:latin typeface="Arial" panose="020B0604020202020204" pitchFamily="34" charset="0"/>
                <a:ea typeface="楷体_GB2312" pitchFamily="49" charset="-122"/>
              </a:defRPr>
            </a:lvl3pPr>
            <a:lvl4pPr marL="1600200" indent="-228600">
              <a:lnSpc>
                <a:spcPct val="90000"/>
              </a:lnSpc>
              <a:spcBef>
                <a:spcPct val="50000"/>
              </a:spcBef>
              <a:buChar char="•"/>
              <a:defRPr sz="4000" b="1">
                <a:solidFill>
                  <a:srgbClr val="0000FF"/>
                </a:solidFill>
                <a:latin typeface="Arial" panose="020B0604020202020204" pitchFamily="34" charset="0"/>
                <a:ea typeface="楷体_GB2312" pitchFamily="49" charset="-122"/>
              </a:defRPr>
            </a:lvl4pPr>
            <a:lvl5pPr marL="2057400" indent="-228600">
              <a:lnSpc>
                <a:spcPct val="90000"/>
              </a:lnSpc>
              <a:spcBef>
                <a:spcPct val="50000"/>
              </a:spcBef>
              <a:buChar char="•"/>
              <a:defRPr sz="4000" b="1">
                <a:solidFill>
                  <a:srgbClr val="0000FF"/>
                </a:solidFill>
                <a:latin typeface="Arial" panose="020B0604020202020204" pitchFamily="34" charset="0"/>
                <a:ea typeface="楷体_GB2312" pitchFamily="49"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9pPr>
          </a:lstStyle>
          <a:p>
            <a:pPr>
              <a:lnSpc>
                <a:spcPct val="100000"/>
              </a:lnSpc>
              <a:spcBef>
                <a:spcPct val="0"/>
              </a:spcBef>
              <a:buFontTx/>
              <a:buNone/>
              <a:defRPr/>
            </a:pPr>
            <a:endParaRPr lang="zh-CN" altLang="en-US" sz="2400" b="0" smtClean="0">
              <a:solidFill>
                <a:schemeClr val="tx1"/>
              </a:solidFill>
              <a:latin typeface="Times" panose="02020603050405020304" pitchFamily="18" charset="0"/>
              <a:ea typeface="宋体" panose="02010600030101010101" pitchFamily="2" charset="-122"/>
              <a:cs typeface="+mn-cs"/>
            </a:endParaRPr>
          </a:p>
        </p:txBody>
      </p:sp>
      <p:sp>
        <p:nvSpPr>
          <p:cNvPr id="5" name="Rectangle 5"/>
          <p:cNvSpPr>
            <a:spLocks noChangeArrowheads="1"/>
          </p:cNvSpPr>
          <p:nvPr userDrawn="1"/>
        </p:nvSpPr>
        <p:spPr bwMode="auto">
          <a:xfrm>
            <a:off x="0" y="6400800"/>
            <a:ext cx="9144000" cy="457200"/>
          </a:xfrm>
          <a:prstGeom prst="rect">
            <a:avLst/>
          </a:prstGeom>
          <a:solidFill>
            <a:srgbClr val="FF9900"/>
          </a:solidFill>
          <a:ln>
            <a:noFill/>
          </a:ln>
        </p:spPr>
        <p:txBody>
          <a:bodyPr>
            <a:spAutoFit/>
          </a:bodyPr>
          <a:lstStyle>
            <a:lvl1pPr>
              <a:lnSpc>
                <a:spcPct val="90000"/>
              </a:lnSpc>
              <a:spcBef>
                <a:spcPct val="50000"/>
              </a:spcBef>
              <a:buChar char="•"/>
              <a:defRPr sz="4000" b="1">
                <a:solidFill>
                  <a:srgbClr val="0000FF"/>
                </a:solidFill>
                <a:latin typeface="Arial" panose="020B0604020202020204" pitchFamily="34" charset="0"/>
                <a:ea typeface="楷体_GB2312" pitchFamily="49" charset="-122"/>
              </a:defRPr>
            </a:lvl1pPr>
            <a:lvl2pPr marL="742950" indent="-285750">
              <a:lnSpc>
                <a:spcPct val="90000"/>
              </a:lnSpc>
              <a:spcBef>
                <a:spcPct val="50000"/>
              </a:spcBef>
              <a:buChar char="•"/>
              <a:defRPr sz="4000" b="1">
                <a:solidFill>
                  <a:srgbClr val="0000FF"/>
                </a:solidFill>
                <a:latin typeface="Arial" panose="020B0604020202020204" pitchFamily="34" charset="0"/>
                <a:ea typeface="楷体_GB2312" pitchFamily="49" charset="-122"/>
              </a:defRPr>
            </a:lvl2pPr>
            <a:lvl3pPr marL="1143000" indent="-228600">
              <a:lnSpc>
                <a:spcPct val="90000"/>
              </a:lnSpc>
              <a:spcBef>
                <a:spcPct val="50000"/>
              </a:spcBef>
              <a:buChar char="•"/>
              <a:defRPr sz="4000" b="1">
                <a:solidFill>
                  <a:srgbClr val="0000FF"/>
                </a:solidFill>
                <a:latin typeface="Arial" panose="020B0604020202020204" pitchFamily="34" charset="0"/>
                <a:ea typeface="楷体_GB2312" pitchFamily="49" charset="-122"/>
              </a:defRPr>
            </a:lvl3pPr>
            <a:lvl4pPr marL="1600200" indent="-228600">
              <a:lnSpc>
                <a:spcPct val="90000"/>
              </a:lnSpc>
              <a:spcBef>
                <a:spcPct val="50000"/>
              </a:spcBef>
              <a:buChar char="•"/>
              <a:defRPr sz="4000" b="1">
                <a:solidFill>
                  <a:srgbClr val="0000FF"/>
                </a:solidFill>
                <a:latin typeface="Arial" panose="020B0604020202020204" pitchFamily="34" charset="0"/>
                <a:ea typeface="楷体_GB2312" pitchFamily="49" charset="-122"/>
              </a:defRPr>
            </a:lvl4pPr>
            <a:lvl5pPr marL="2057400" indent="-228600">
              <a:lnSpc>
                <a:spcPct val="90000"/>
              </a:lnSpc>
              <a:spcBef>
                <a:spcPct val="50000"/>
              </a:spcBef>
              <a:buChar char="•"/>
              <a:defRPr sz="4000" b="1">
                <a:solidFill>
                  <a:srgbClr val="0000FF"/>
                </a:solidFill>
                <a:latin typeface="Arial" panose="020B0604020202020204" pitchFamily="34" charset="0"/>
                <a:ea typeface="楷体_GB2312" pitchFamily="49"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9pPr>
          </a:lstStyle>
          <a:p>
            <a:pPr>
              <a:lnSpc>
                <a:spcPct val="100000"/>
              </a:lnSpc>
              <a:spcBef>
                <a:spcPct val="0"/>
              </a:spcBef>
              <a:buFontTx/>
              <a:buNone/>
              <a:defRPr/>
            </a:pPr>
            <a:endParaRPr lang="zh-CN" altLang="en-US" sz="2400" b="0" smtClean="0">
              <a:solidFill>
                <a:schemeClr val="tx1"/>
              </a:solidFill>
              <a:latin typeface="Times" panose="02020603050405020304" pitchFamily="18" charset="0"/>
              <a:ea typeface="宋体" panose="02010600030101010101" pitchFamily="2" charset="-122"/>
              <a:cs typeface="+mn-cs"/>
            </a:endParaRPr>
          </a:p>
        </p:txBody>
      </p:sp>
      <p:sp>
        <p:nvSpPr>
          <p:cNvPr id="6" name="Rectangle 10"/>
          <p:cNvSpPr>
            <a:spLocks noChangeArrowheads="1"/>
          </p:cNvSpPr>
          <p:nvPr userDrawn="1"/>
        </p:nvSpPr>
        <p:spPr bwMode="auto">
          <a:xfrm>
            <a:off x="0" y="0"/>
            <a:ext cx="9144000" cy="725488"/>
          </a:xfrm>
          <a:prstGeom prst="rect">
            <a:avLst/>
          </a:prstGeom>
          <a:solidFill>
            <a:srgbClr val="990000"/>
          </a:solidFill>
          <a:ln w="9525">
            <a:solidFill>
              <a:srgbClr val="990000"/>
            </a:solidFill>
            <a:miter lim="800000"/>
          </a:ln>
        </p:spPr>
        <p:txBody>
          <a:bodyPr wrap="none" anchor="ctr"/>
          <a:lstStyle>
            <a:lvl1pPr>
              <a:lnSpc>
                <a:spcPct val="90000"/>
              </a:lnSpc>
              <a:spcBef>
                <a:spcPct val="50000"/>
              </a:spcBef>
              <a:buChar char="•"/>
              <a:defRPr sz="4000" b="1">
                <a:solidFill>
                  <a:srgbClr val="0000FF"/>
                </a:solidFill>
                <a:latin typeface="Arial" panose="020B0604020202020204" pitchFamily="34" charset="0"/>
                <a:ea typeface="楷体_GB2312" pitchFamily="49" charset="-122"/>
              </a:defRPr>
            </a:lvl1pPr>
            <a:lvl2pPr marL="742950" indent="-285750">
              <a:lnSpc>
                <a:spcPct val="90000"/>
              </a:lnSpc>
              <a:spcBef>
                <a:spcPct val="50000"/>
              </a:spcBef>
              <a:buChar char="•"/>
              <a:defRPr sz="4000" b="1">
                <a:solidFill>
                  <a:srgbClr val="0000FF"/>
                </a:solidFill>
                <a:latin typeface="Arial" panose="020B0604020202020204" pitchFamily="34" charset="0"/>
                <a:ea typeface="楷体_GB2312" pitchFamily="49" charset="-122"/>
              </a:defRPr>
            </a:lvl2pPr>
            <a:lvl3pPr marL="1143000" indent="-228600">
              <a:lnSpc>
                <a:spcPct val="90000"/>
              </a:lnSpc>
              <a:spcBef>
                <a:spcPct val="50000"/>
              </a:spcBef>
              <a:buChar char="•"/>
              <a:defRPr sz="4000" b="1">
                <a:solidFill>
                  <a:srgbClr val="0000FF"/>
                </a:solidFill>
                <a:latin typeface="Arial" panose="020B0604020202020204" pitchFamily="34" charset="0"/>
                <a:ea typeface="楷体_GB2312" pitchFamily="49" charset="-122"/>
              </a:defRPr>
            </a:lvl3pPr>
            <a:lvl4pPr marL="1600200" indent="-228600">
              <a:lnSpc>
                <a:spcPct val="90000"/>
              </a:lnSpc>
              <a:spcBef>
                <a:spcPct val="50000"/>
              </a:spcBef>
              <a:buChar char="•"/>
              <a:defRPr sz="4000" b="1">
                <a:solidFill>
                  <a:srgbClr val="0000FF"/>
                </a:solidFill>
                <a:latin typeface="Arial" panose="020B0604020202020204" pitchFamily="34" charset="0"/>
                <a:ea typeface="楷体_GB2312" pitchFamily="49" charset="-122"/>
              </a:defRPr>
            </a:lvl4pPr>
            <a:lvl5pPr marL="2057400" indent="-228600">
              <a:lnSpc>
                <a:spcPct val="90000"/>
              </a:lnSpc>
              <a:spcBef>
                <a:spcPct val="50000"/>
              </a:spcBef>
              <a:buChar char="•"/>
              <a:defRPr sz="4000" b="1">
                <a:solidFill>
                  <a:srgbClr val="0000FF"/>
                </a:solidFill>
                <a:latin typeface="Arial" panose="020B0604020202020204" pitchFamily="34" charset="0"/>
                <a:ea typeface="楷体_GB2312" pitchFamily="49"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9pPr>
          </a:lstStyle>
          <a:p>
            <a:pPr eaLnBrk="1" hangingPunct="1">
              <a:defRPr/>
            </a:pPr>
            <a:endParaRPr lang="zh-CN" altLang="en-US" smtClean="0">
              <a:cs typeface="+mn-cs"/>
            </a:endParaRPr>
          </a:p>
        </p:txBody>
      </p:sp>
      <p:sp>
        <p:nvSpPr>
          <p:cNvPr id="7" name="Rectangle 14"/>
          <p:cNvSpPr>
            <a:spLocks noChangeArrowheads="1"/>
          </p:cNvSpPr>
          <p:nvPr userDrawn="1"/>
        </p:nvSpPr>
        <p:spPr bwMode="auto">
          <a:xfrm>
            <a:off x="0" y="6400800"/>
            <a:ext cx="9144000" cy="457200"/>
          </a:xfrm>
          <a:prstGeom prst="rect">
            <a:avLst/>
          </a:prstGeom>
          <a:solidFill>
            <a:srgbClr val="800000"/>
          </a:solidFill>
          <a:ln>
            <a:noFill/>
          </a:ln>
        </p:spPr>
        <p:txBody>
          <a:bodyPr>
            <a:spAutoFit/>
          </a:bodyPr>
          <a:lstStyle>
            <a:lvl1pPr>
              <a:lnSpc>
                <a:spcPct val="90000"/>
              </a:lnSpc>
              <a:spcBef>
                <a:spcPct val="50000"/>
              </a:spcBef>
              <a:buChar char="•"/>
              <a:defRPr sz="4000" b="1">
                <a:solidFill>
                  <a:srgbClr val="0000FF"/>
                </a:solidFill>
                <a:latin typeface="Arial" panose="020B0604020202020204" pitchFamily="34" charset="0"/>
                <a:ea typeface="楷体_GB2312" pitchFamily="49" charset="-122"/>
              </a:defRPr>
            </a:lvl1pPr>
            <a:lvl2pPr marL="742950" indent="-285750">
              <a:lnSpc>
                <a:spcPct val="90000"/>
              </a:lnSpc>
              <a:spcBef>
                <a:spcPct val="50000"/>
              </a:spcBef>
              <a:buChar char="•"/>
              <a:defRPr sz="4000" b="1">
                <a:solidFill>
                  <a:srgbClr val="0000FF"/>
                </a:solidFill>
                <a:latin typeface="Arial" panose="020B0604020202020204" pitchFamily="34" charset="0"/>
                <a:ea typeface="楷体_GB2312" pitchFamily="49" charset="-122"/>
              </a:defRPr>
            </a:lvl2pPr>
            <a:lvl3pPr marL="1143000" indent="-228600">
              <a:lnSpc>
                <a:spcPct val="90000"/>
              </a:lnSpc>
              <a:spcBef>
                <a:spcPct val="50000"/>
              </a:spcBef>
              <a:buChar char="•"/>
              <a:defRPr sz="4000" b="1">
                <a:solidFill>
                  <a:srgbClr val="0000FF"/>
                </a:solidFill>
                <a:latin typeface="Arial" panose="020B0604020202020204" pitchFamily="34" charset="0"/>
                <a:ea typeface="楷体_GB2312" pitchFamily="49" charset="-122"/>
              </a:defRPr>
            </a:lvl3pPr>
            <a:lvl4pPr marL="1600200" indent="-228600">
              <a:lnSpc>
                <a:spcPct val="90000"/>
              </a:lnSpc>
              <a:spcBef>
                <a:spcPct val="50000"/>
              </a:spcBef>
              <a:buChar char="•"/>
              <a:defRPr sz="4000" b="1">
                <a:solidFill>
                  <a:srgbClr val="0000FF"/>
                </a:solidFill>
                <a:latin typeface="Arial" panose="020B0604020202020204" pitchFamily="34" charset="0"/>
                <a:ea typeface="楷体_GB2312" pitchFamily="49" charset="-122"/>
              </a:defRPr>
            </a:lvl4pPr>
            <a:lvl5pPr marL="2057400" indent="-228600">
              <a:lnSpc>
                <a:spcPct val="90000"/>
              </a:lnSpc>
              <a:spcBef>
                <a:spcPct val="50000"/>
              </a:spcBef>
              <a:buChar char="•"/>
              <a:defRPr sz="4000" b="1">
                <a:solidFill>
                  <a:srgbClr val="0000FF"/>
                </a:solidFill>
                <a:latin typeface="Arial" panose="020B0604020202020204" pitchFamily="34" charset="0"/>
                <a:ea typeface="楷体_GB2312" pitchFamily="49"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9pPr>
          </a:lstStyle>
          <a:p>
            <a:pPr>
              <a:lnSpc>
                <a:spcPct val="100000"/>
              </a:lnSpc>
              <a:spcBef>
                <a:spcPct val="0"/>
              </a:spcBef>
              <a:buFontTx/>
              <a:buNone/>
              <a:defRPr/>
            </a:pPr>
            <a:endParaRPr lang="zh-CN" altLang="en-US" sz="2400" b="0" smtClean="0">
              <a:solidFill>
                <a:schemeClr val="tx1"/>
              </a:solidFill>
              <a:latin typeface="Times" panose="02020603050405020304" pitchFamily="18" charset="0"/>
              <a:ea typeface="宋体" panose="02010600030101010101" pitchFamily="2" charset="-122"/>
              <a:cs typeface="+mn-cs"/>
            </a:endParaRPr>
          </a:p>
        </p:txBody>
      </p:sp>
      <p:sp>
        <p:nvSpPr>
          <p:cNvPr id="3074" name="Rectangle 2"/>
          <p:cNvSpPr>
            <a:spLocks noGrp="1" noChangeArrowheads="1"/>
          </p:cNvSpPr>
          <p:nvPr>
            <p:ph type="ctrTitle"/>
          </p:nvPr>
        </p:nvSpPr>
        <p:spPr>
          <a:xfrm>
            <a:off x="685800" y="2286000"/>
            <a:ext cx="7772400" cy="1143000"/>
          </a:xfrm>
        </p:spPr>
        <p:txBody>
          <a:bodyPr/>
          <a:lstStyle>
            <a:lvl1pPr algn="ctr">
              <a:defRPr/>
            </a:lvl1pPr>
          </a:lstStyle>
          <a:p>
            <a:r>
              <a:rPr lang="en-US" altLang="zh-CN"/>
              <a:t>Click to edit Master title style</a:t>
            </a:r>
            <a:endParaRPr lang="en-US" altLang="zh-CN"/>
          </a:p>
        </p:txBody>
      </p:sp>
      <p:sp>
        <p:nvSpPr>
          <p:cNvPr id="3075" name="Rectangle 3"/>
          <p:cNvSpPr>
            <a:spLocks noGrp="1" noChangeArrowheads="1"/>
          </p:cNvSpPr>
          <p:nvPr>
            <p:ph type="subTitle" idx="1"/>
          </p:nvPr>
        </p:nvSpPr>
        <p:spPr>
          <a:xfrm>
            <a:off x="1371600" y="3886200"/>
            <a:ext cx="6400800" cy="1752600"/>
          </a:xfrm>
          <a:ln>
            <a:solidFill>
              <a:schemeClr val="bg2"/>
            </a:solidFill>
          </a:ln>
        </p:spPr>
        <p:txBody>
          <a:bodyPr/>
          <a:lstStyle>
            <a:lvl1pPr marL="0" indent="0" algn="ctr">
              <a:buFontTx/>
              <a:buNone/>
              <a:defRPr/>
            </a:lvl1pPr>
          </a:lstStyle>
          <a:p>
            <a:r>
              <a:rPr lang="en-US" altLang="zh-CN"/>
              <a:t>Click to edit Master subtitle style</a:t>
            </a:r>
            <a:endParaRPr lang="en-US" alt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0" y="977900"/>
            <a:ext cx="4495800" cy="5880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977900"/>
            <a:ext cx="4495800" cy="5880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12700"/>
            <a:ext cx="2286000" cy="68453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0" y="12700"/>
            <a:ext cx="6705600" cy="68453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12700"/>
            <a:ext cx="8178800" cy="609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0" y="977900"/>
            <a:ext cx="4495800" cy="58801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977900"/>
            <a:ext cx="4495800" cy="58801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12700"/>
            <a:ext cx="8178800" cy="609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0" y="977900"/>
            <a:ext cx="4495800" cy="58801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48200" y="977900"/>
            <a:ext cx="4495800" cy="28638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48200" y="3994150"/>
            <a:ext cx="4495800" cy="28638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0" y="12700"/>
            <a:ext cx="8178800" cy="6096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0" y="977900"/>
            <a:ext cx="9144000" cy="5880100"/>
          </a:xfrm>
        </p:spPr>
        <p:txBody>
          <a:bodyPr/>
          <a:lstStyle/>
          <a:p>
            <a:pPr lvl="0"/>
            <a:endParaRPr lang="zh-CN" altLang="en-US" noProof="0" smtClean="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Rectangle 4"/>
          <p:cNvSpPr>
            <a:spLocks noChangeArrowheads="1"/>
          </p:cNvSpPr>
          <p:nvPr userDrawn="1"/>
        </p:nvSpPr>
        <p:spPr bwMode="auto">
          <a:xfrm>
            <a:off x="4371975" y="0"/>
            <a:ext cx="184150" cy="457200"/>
          </a:xfrm>
          <a:prstGeom prst="rect">
            <a:avLst/>
          </a:prstGeom>
          <a:noFill/>
          <a:ln>
            <a:noFill/>
          </a:ln>
        </p:spPr>
        <p:txBody>
          <a:bodyPr wrap="none">
            <a:spAutoFit/>
          </a:bodyP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b="0" smtClean="0">
              <a:solidFill>
                <a:srgbClr val="FFFFFF"/>
              </a:solidFill>
              <a:latin typeface="Times" panose="02020603050405020304" pitchFamily="18" charset="0"/>
              <a:ea typeface="宋体" panose="02010600030101010101" pitchFamily="2" charset="-122"/>
            </a:endParaRPr>
          </a:p>
        </p:txBody>
      </p:sp>
      <p:sp>
        <p:nvSpPr>
          <p:cNvPr id="5" name="Rectangle 5"/>
          <p:cNvSpPr>
            <a:spLocks noChangeArrowheads="1"/>
          </p:cNvSpPr>
          <p:nvPr userDrawn="1"/>
        </p:nvSpPr>
        <p:spPr bwMode="auto">
          <a:xfrm>
            <a:off x="0" y="6400800"/>
            <a:ext cx="9144000" cy="457200"/>
          </a:xfrm>
          <a:prstGeom prst="rect">
            <a:avLst/>
          </a:prstGeom>
          <a:solidFill>
            <a:srgbClr val="FF9900"/>
          </a:solidFill>
          <a:ln>
            <a:noFill/>
          </a:ln>
        </p:spPr>
        <p:txBody>
          <a:bodyPr>
            <a:spAutoFit/>
          </a:bodyP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b="0" smtClean="0">
              <a:solidFill>
                <a:srgbClr val="FFFFFF"/>
              </a:solidFill>
              <a:latin typeface="Times" panose="02020603050405020304" pitchFamily="18" charset="0"/>
              <a:ea typeface="宋体" panose="02010600030101010101" pitchFamily="2" charset="-122"/>
            </a:endParaRPr>
          </a:p>
        </p:txBody>
      </p:sp>
      <p:sp>
        <p:nvSpPr>
          <p:cNvPr id="6" name="Rectangle 10"/>
          <p:cNvSpPr>
            <a:spLocks noChangeArrowheads="1"/>
          </p:cNvSpPr>
          <p:nvPr userDrawn="1"/>
        </p:nvSpPr>
        <p:spPr bwMode="auto">
          <a:xfrm>
            <a:off x="0" y="0"/>
            <a:ext cx="9144000" cy="725488"/>
          </a:xfrm>
          <a:prstGeom prst="rect">
            <a:avLst/>
          </a:prstGeom>
          <a:solidFill>
            <a:srgbClr val="990000"/>
          </a:solidFill>
          <a:ln w="9525">
            <a:solidFill>
              <a:srgbClr val="990000"/>
            </a:solidFill>
            <a:miter lim="800000"/>
          </a:ln>
        </p:spPr>
        <p:txBody>
          <a:bodyPr wrap="none" anchor="ct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b="0" smtClean="0">
              <a:solidFill>
                <a:srgbClr val="FFFFFF"/>
              </a:solidFill>
            </a:endParaRPr>
          </a:p>
        </p:txBody>
      </p:sp>
      <p:sp>
        <p:nvSpPr>
          <p:cNvPr id="7" name="Rectangle 14"/>
          <p:cNvSpPr>
            <a:spLocks noChangeArrowheads="1"/>
          </p:cNvSpPr>
          <p:nvPr userDrawn="1"/>
        </p:nvSpPr>
        <p:spPr bwMode="auto">
          <a:xfrm>
            <a:off x="0" y="6400800"/>
            <a:ext cx="9144000" cy="457200"/>
          </a:xfrm>
          <a:prstGeom prst="rect">
            <a:avLst/>
          </a:prstGeom>
          <a:solidFill>
            <a:srgbClr val="800000"/>
          </a:solidFill>
          <a:ln>
            <a:noFill/>
          </a:ln>
        </p:spPr>
        <p:txBody>
          <a:bodyPr>
            <a:spAutoFit/>
          </a:bodyP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b="0" smtClean="0">
              <a:solidFill>
                <a:srgbClr val="FFFFFF"/>
              </a:solidFill>
              <a:latin typeface="Times" panose="02020603050405020304" pitchFamily="18" charset="0"/>
              <a:ea typeface="宋体" panose="02010600030101010101" pitchFamily="2" charset="-122"/>
            </a:endParaRPr>
          </a:p>
        </p:txBody>
      </p:sp>
      <p:sp>
        <p:nvSpPr>
          <p:cNvPr id="3074" name="Rectangle 2"/>
          <p:cNvSpPr>
            <a:spLocks noGrp="1" noChangeArrowheads="1"/>
          </p:cNvSpPr>
          <p:nvPr>
            <p:ph type="ctrTitle"/>
          </p:nvPr>
        </p:nvSpPr>
        <p:spPr>
          <a:xfrm>
            <a:off x="685800" y="2286000"/>
            <a:ext cx="7772400" cy="1143000"/>
          </a:xfrm>
        </p:spPr>
        <p:txBody>
          <a:bodyPr/>
          <a:lstStyle>
            <a:lvl1pPr algn="ctr">
              <a:defRPr/>
            </a:lvl1pPr>
          </a:lstStyle>
          <a:p>
            <a:r>
              <a:rPr lang="en-US" altLang="zh-CN"/>
              <a:t>Click to edit Master title style</a:t>
            </a:r>
            <a:endParaRPr lang="en-US" altLang="zh-CN"/>
          </a:p>
        </p:txBody>
      </p:sp>
      <p:sp>
        <p:nvSpPr>
          <p:cNvPr id="3075" name="Rectangle 3"/>
          <p:cNvSpPr>
            <a:spLocks noGrp="1" noChangeArrowheads="1"/>
          </p:cNvSpPr>
          <p:nvPr>
            <p:ph type="subTitle" idx="1"/>
          </p:nvPr>
        </p:nvSpPr>
        <p:spPr>
          <a:xfrm>
            <a:off x="1371600" y="3886200"/>
            <a:ext cx="6400800" cy="1752600"/>
          </a:xfrm>
          <a:ln>
            <a:solidFill>
              <a:schemeClr val="bg2"/>
            </a:solidFill>
          </a:ln>
        </p:spPr>
        <p:txBody>
          <a:bodyPr/>
          <a:lstStyle>
            <a:lvl1pPr marL="0" indent="0" algn="ctr">
              <a:buFontTx/>
              <a:buNone/>
              <a:defRPr/>
            </a:lvl1pPr>
          </a:lstStyle>
          <a:p>
            <a:r>
              <a:rPr lang="en-US" altLang="zh-CN"/>
              <a:t>Click to edit Master subtitle style</a:t>
            </a:r>
            <a:endParaRPr lang="en-US" altLang="zh-CN"/>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0" y="1346200"/>
            <a:ext cx="449580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46200"/>
            <a:ext cx="449580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12700"/>
            <a:ext cx="2286000" cy="65405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0" y="12700"/>
            <a:ext cx="6705600" cy="65405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282575" y="12700"/>
            <a:ext cx="8178800" cy="11811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0" y="1346200"/>
            <a:ext cx="4495800" cy="5207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48200" y="1346200"/>
            <a:ext cx="4495800" cy="25273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48200" y="4025900"/>
            <a:ext cx="4495800" cy="25273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82575" y="12700"/>
            <a:ext cx="8178800" cy="11811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0" y="1346200"/>
            <a:ext cx="9144000" cy="5207000"/>
          </a:xfrm>
        </p:spPr>
        <p:txBody>
          <a:bodyPr/>
          <a:lstStyle/>
          <a:p>
            <a:pPr lvl="0"/>
            <a:endParaRPr lang="zh-CN" altLang="en-US" noProof="0" smtClean="0"/>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82575" y="12700"/>
            <a:ext cx="8178800" cy="11811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0" y="1346200"/>
            <a:ext cx="4495800" cy="5207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346200"/>
            <a:ext cx="4495800" cy="5207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bwMode="ltGray">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6" name="Rectangle 4"/>
          <p:cNvSpPr>
            <a:spLocks noGrp="1" noChangeArrowheads="1"/>
          </p:cNvSpPr>
          <p:nvPr>
            <p:ph type="dt" sz="half" idx="2"/>
          </p:nvPr>
        </p:nvSpPr>
        <p:spPr>
          <a:xfrm>
            <a:off x="457200" y="6477000"/>
            <a:ext cx="2133600" cy="244475"/>
          </a:xfrm>
          <a:extLst>
            <a:ext uri="{909E8E84-426E-40DD-AFC4-6F175D3DCCD1}">
              <a14:hiddenFill xmlns:a14="http://schemas.microsoft.com/office/drawing/2010/main">
                <a:solidFill>
                  <a:schemeClr val="accent1"/>
                </a:solidFill>
              </a14:hiddenFill>
            </a:ext>
          </a:extLst>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3077" name="Rectangle 5"/>
          <p:cNvSpPr>
            <a:spLocks noGrp="1" noChangeArrowheads="1"/>
          </p:cNvSpPr>
          <p:nvPr>
            <p:ph type="ftr" sz="quarter" idx="3"/>
          </p:nvPr>
        </p:nvSpPr>
        <p:spPr>
          <a:xfrm>
            <a:off x="3124200" y="6477000"/>
            <a:ext cx="2895600" cy="244475"/>
          </a:xfrm>
          <a:extLst>
            <a:ext uri="{909E8E84-426E-40DD-AFC4-6F175D3DCCD1}">
              <a14:hiddenFill xmlns:a14="http://schemas.microsoft.com/office/drawing/2010/main">
                <a:solidFill>
                  <a:schemeClr val="accent1"/>
                </a:solidFill>
              </a14:hiddenFill>
            </a:ext>
          </a:extLst>
        </p:spPr>
        <p:txBody>
          <a:bodyPr/>
          <a:lstStyle>
            <a:lvl1pPr algn="ctr">
              <a:defRPr b="0"/>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smtClean="0">
                <a:ln>
                  <a:noFill/>
                </a:ln>
                <a:solidFill>
                  <a:srgbClr val="FFFFFF"/>
                </a:solidFill>
                <a:effectLst/>
                <a:uLnTx/>
                <a:uFillTx/>
                <a:latin typeface="Arial" panose="020B0604020202020204" pitchFamily="34" charset="0"/>
                <a:ea typeface="宋体" panose="02010600030101010101" pitchFamily="2" charset="-122"/>
                <a:cs typeface="+mn-cs"/>
              </a:rPr>
              <a:t>www.themegallery.com</a:t>
            </a:r>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sldNum" sz="quarter" idx="4"/>
          </p:nvPr>
        </p:nvSpPr>
        <p:spPr>
          <a:xfrm>
            <a:off x="6553200" y="6477000"/>
            <a:ext cx="2133600" cy="244475"/>
          </a:xfrm>
          <a:extLst>
            <a:ext uri="{909E8E84-426E-40DD-AFC4-6F175D3DCCD1}">
              <a14:hiddenFill xmlns:a14="http://schemas.microsoft.com/office/drawing/2010/main">
                <a:solidFill>
                  <a:schemeClr val="accent1"/>
                </a:solidFill>
              </a14:hiddenFill>
            </a:ext>
          </a:extLst>
        </p:spPr>
        <p:txBody>
          <a:bodyPr/>
          <a:lstStyle>
            <a:lvl1pPr algn="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5BADAEF3-1736-46E3-AC56-D3E3A324F7F3}"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3086" name="Text Box 14"/>
          <p:cNvSpPr txBox="1">
            <a:spLocks noChangeArrowheads="1"/>
          </p:cNvSpPr>
          <p:nvPr/>
        </p:nvSpPr>
        <p:spPr bwMode="white">
          <a:xfrm>
            <a:off x="7162800" y="5729288"/>
            <a:ext cx="1384300" cy="519112"/>
          </a:xfrm>
          <a:prstGeom prst="rect">
            <a:avLst/>
          </a:prstGeom>
          <a:noFill/>
          <a:ln>
            <a:noFill/>
          </a:ln>
          <a:effectLst>
            <a:outerShdw dist="35921" dir="2700000" algn="ctr" rotWithShape="0">
              <a:schemeClr val="tx1">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1" u="none" strike="noStrike" kern="1200" cap="none" spc="0" normalizeH="0" baseline="0" noProof="0">
                <a:ln>
                  <a:noFill/>
                </a:ln>
                <a:solidFill>
                  <a:srgbClr val="D9520F"/>
                </a:solidFill>
                <a:effectLst/>
                <a:uLnTx/>
                <a:uFillTx/>
                <a:latin typeface="Arial" panose="020B0604020202020204" pitchFamily="34" charset="0"/>
                <a:ea typeface="宋体" panose="02010600030101010101" pitchFamily="2" charset="-122"/>
                <a:cs typeface="+mn-cs"/>
              </a:rPr>
              <a:t>LOGO</a:t>
            </a:r>
            <a:endParaRPr kumimoji="0" lang="en-US" altLang="zh-CN" sz="2800" b="1" i="1" u="none" strike="noStrike" kern="1200" cap="none" spc="0" normalizeH="0" baseline="0" noProof="0">
              <a:ln>
                <a:noFill/>
              </a:ln>
              <a:solidFill>
                <a:srgbClr val="D9520F"/>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subTitle" idx="1"/>
          </p:nvPr>
        </p:nvSpPr>
        <p:spPr bwMode="gray">
          <a:xfrm>
            <a:off x="2514600" y="5791200"/>
            <a:ext cx="4724400" cy="381000"/>
          </a:xfrm>
          <a:extLst>
            <a:ext uri="{91240B29-F687-4F45-9708-019B960494DF}">
              <a14:hiddenLine xmlns:a14="http://schemas.microsoft.com/office/drawing/2010/main" w="9525">
                <a:solidFill>
                  <a:schemeClr val="bg1"/>
                </a:solidFill>
                <a:miter lim="800000"/>
                <a:headEnd/>
                <a:tailEnd/>
              </a14:hiddenLine>
            </a:ext>
          </a:extLst>
        </p:spPr>
        <p:txBody>
          <a:bodyPr/>
          <a:lstStyle>
            <a:lvl1pPr marL="0" indent="0" algn="r">
              <a:buFont typeface="Wingdings" panose="05000000000000000000" pitchFamily="2" charset="2"/>
              <a:buNone/>
              <a:defRPr sz="1600" b="1">
                <a:solidFill>
                  <a:schemeClr val="bg1"/>
                </a:solidFill>
              </a:defRPr>
            </a:lvl1pPr>
          </a:lstStyle>
          <a:p>
            <a:pPr lvl="0"/>
            <a:r>
              <a:rPr lang="zh-CN" altLang="en-US" noProof="0" smtClean="0"/>
              <a:t>单击此处编辑母版副标题样式</a:t>
            </a:r>
            <a:endParaRPr lang="en-US" altLang="zh-CN" noProof="0" smtClean="0"/>
          </a:p>
        </p:txBody>
      </p:sp>
      <p:sp>
        <p:nvSpPr>
          <p:cNvPr id="3074" name="Rectangle 2"/>
          <p:cNvSpPr>
            <a:spLocks noGrp="1" noChangeArrowheads="1"/>
          </p:cNvSpPr>
          <p:nvPr>
            <p:ph type="ctrTitle"/>
          </p:nvPr>
        </p:nvSpPr>
        <p:spPr>
          <a:xfrm>
            <a:off x="2819400" y="2667000"/>
            <a:ext cx="5715000" cy="914400"/>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a:defRPr sz="4000">
                <a:solidFill>
                  <a:schemeClr val="tx1"/>
                </a:solidFill>
              </a:defRPr>
            </a:lvl1pPr>
          </a:lstStyle>
          <a:p>
            <a:pPr lvl="0"/>
            <a:r>
              <a:rPr lang="zh-CN" altLang="en-US" noProof="0" smtClean="0"/>
              <a:t>单击此处编辑母版标题样式</a:t>
            </a:r>
            <a:endParaRPr lang="en-US" altLang="zh-CN" noProof="0" smtClean="0"/>
          </a:p>
        </p:txBody>
      </p:sp>
    </p:spTree>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8" name="TextBox 7"/>
          <p:cNvSpPr txBox="1"/>
          <p:nvPr userDrawn="1"/>
        </p:nvSpPr>
        <p:spPr>
          <a:xfrm>
            <a:off x="7956376" y="6194363"/>
            <a:ext cx="815482" cy="400110"/>
          </a:xfrm>
          <a:prstGeom prst="rect">
            <a:avLst/>
          </a:prstGeom>
          <a:solidFill>
            <a:schemeClr val="accent1">
              <a:lumMod val="50000"/>
            </a:schemeClr>
          </a:solidFill>
        </p:spPr>
        <p:txBody>
          <a:bodyPr wrap="square" rtlCol="0">
            <a:spAutoFit/>
          </a:bodyPr>
          <a:lstStyle/>
          <a:p>
            <a:pPr marL="0" marR="0" lvl="0" indent="0" algn="r" defTabSz="914400" rtl="0" eaLnBrk="1" fontAlgn="base" latinLnBrk="0" hangingPunct="1">
              <a:lnSpc>
                <a:spcPct val="100000"/>
              </a:lnSpc>
              <a:spcBef>
                <a:spcPct val="0"/>
              </a:spcBef>
              <a:spcAft>
                <a:spcPct val="0"/>
              </a:spcAft>
              <a:buClrTx/>
              <a:buSzTx/>
              <a:buFontTx/>
              <a:buNone/>
              <a:defRPr/>
            </a:pPr>
            <a:fld id="{A650E87B-110E-48FE-8BA3-4792BFF14312}" type="slidenum">
              <a:rPr kumimoji="0" lang="zh-CN" altLang="en-US" sz="2000" b="0" i="0" u="none" strike="noStrike" kern="1200" cap="none" spc="0" normalizeH="0" baseline="0" noProof="0" smtClean="0">
                <a:ln>
                  <a:noFill/>
                </a:ln>
                <a:solidFill>
                  <a:srgbClr val="FFFFFF"/>
                </a:solidFill>
                <a:effectLst/>
                <a:uLnTx/>
                <a:uFillTx/>
                <a:latin typeface="Times New Roman" panose="02020603050405020304" pitchFamily="18" charset="0"/>
                <a:ea typeface="+mn-ea"/>
                <a:cs typeface="Times New Roman" panose="02020603050405020304" pitchFamily="18" charset="0"/>
              </a:rPr>
            </a:fld>
            <a:endParaRPr kumimoji="0" lang="zh-CN" altLang="en-US" sz="20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sp>
        <p:nvSpPr>
          <p:cNvPr id="4" name="矩形 3"/>
          <p:cNvSpPr/>
          <p:nvPr userDrawn="1"/>
        </p:nvSpPr>
        <p:spPr>
          <a:xfrm>
            <a:off x="323528" y="404664"/>
            <a:ext cx="576064" cy="7200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标题 1"/>
          <p:cNvSpPr>
            <a:spLocks noGrp="1"/>
          </p:cNvSpPr>
          <p:nvPr>
            <p:ph type="title"/>
          </p:nvPr>
        </p:nvSpPr>
        <p:spPr>
          <a:xfrm>
            <a:off x="441420" y="457200"/>
            <a:ext cx="7543800" cy="563563"/>
          </a:xfrm>
        </p:spPr>
        <p:txBody>
          <a:bodyPr/>
          <a:lstStyle/>
          <a:p>
            <a:r>
              <a:rPr lang="zh-CN" altLang="en-US" dirty="0" smtClean="0"/>
              <a:t>单击此处编辑母版标题样式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t>www.themegallery.com</a:t>
            </a:r>
            <a:endPar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989219BB-119D-4F11-BD56-60CEE53ECB39}"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81000" y="1295400"/>
            <a:ext cx="40767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10100" y="1295400"/>
            <a:ext cx="40767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t>www.themegallery.com</a:t>
            </a:r>
            <a:endPar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7E25DFC7-6CD6-406B-9953-751DF8FB2D82}"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t>www.themegallery.com</a:t>
            </a:r>
            <a:endPar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DB9BE46E-CDAE-4DC8-AADE-9A151BB0B752}"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t>www.themegallery.com</a:t>
            </a:r>
            <a:endPar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0E8B25FF-242D-4282-BCF2-E4C4C7BD753A}"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t>www.themegallery.com</a:t>
            </a:r>
            <a:endPar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D5CF1D2D-5533-4E86-8EE4-B881B625ED4F}"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t>www.themegallery.com</a:t>
            </a:r>
            <a:endPar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E5CE2390-0941-47F8-AA66-02D018F2A391}"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t>www.themegallery.com</a:t>
            </a:r>
            <a:endPar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8CD4CDFC-BB04-4E03-8A7C-307EBEB5EB97}"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t>www.themegallery.com</a:t>
            </a:r>
            <a:endPar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FF8A7147-2223-4CD4-ABFB-D3EF2C53F9E1}"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457200"/>
            <a:ext cx="2076450" cy="55626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81000" y="457200"/>
            <a:ext cx="6076950" cy="55626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t>www.themegallery.com</a:t>
            </a:r>
            <a:endPar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4F343BAB-7DC7-473C-A86C-130F21F9C442}"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914400" y="457200"/>
            <a:ext cx="7543800" cy="563563"/>
          </a:xfrm>
        </p:spPr>
        <p:txBody>
          <a:bodyPr/>
          <a:lstStyle/>
          <a:p>
            <a:r>
              <a:rPr lang="zh-CN" altLang="en-US" smtClean="0"/>
              <a:t>单击此处编辑母版标题样式</a:t>
            </a:r>
            <a:endParaRPr lang="zh-CN" altLang="en-US"/>
          </a:p>
        </p:txBody>
      </p:sp>
      <p:sp>
        <p:nvSpPr>
          <p:cNvPr id="3" name="图表占位符 2"/>
          <p:cNvSpPr>
            <a:spLocks noGrp="1"/>
          </p:cNvSpPr>
          <p:nvPr>
            <p:ph type="chart" idx="1" hasCustomPrompt="1"/>
          </p:nvPr>
        </p:nvSpPr>
        <p:spPr>
          <a:xfrm>
            <a:off x="381000" y="1295400"/>
            <a:ext cx="8305800" cy="4724400"/>
          </a:xfrm>
        </p:spPr>
        <p:txBody>
          <a:bodyPr/>
          <a:lstStyle/>
          <a:p>
            <a:r>
              <a:rPr lang="zh-CN" altLang="en-US" smtClean="0"/>
              <a:t>单击图标添加图表</a:t>
            </a:r>
            <a:endParaRPr lang="zh-CN" altLang="en-US"/>
          </a:p>
        </p:txBody>
      </p:sp>
      <p:sp>
        <p:nvSpPr>
          <p:cNvPr id="4" name="日期占位符 3"/>
          <p:cNvSpPr>
            <a:spLocks noGrp="1"/>
          </p:cNvSpPr>
          <p:nvPr>
            <p:ph type="dt" sz="half" idx="10"/>
          </p:nvPr>
        </p:nvSpPr>
        <p:spPr>
          <a:xfrm>
            <a:off x="762000" y="6553200"/>
            <a:ext cx="1828800" cy="228600"/>
          </a:xfr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a:xfrm>
            <a:off x="5029200" y="6248400"/>
            <a:ext cx="2895600" cy="228600"/>
          </a:xfrm>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t>www.themegallery.com</a:t>
            </a:r>
            <a:endPar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a:xfrm>
            <a:off x="3581400" y="6629400"/>
            <a:ext cx="2133600" cy="228600"/>
          </a:xfr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79FF69F8-E914-469B-A501-6A36F9B51771}"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457200"/>
            <a:ext cx="7543800" cy="563563"/>
          </a:xfrm>
        </p:spPr>
        <p:txBody>
          <a:bodyPr/>
          <a:lstStyle/>
          <a:p>
            <a:r>
              <a:rPr lang="zh-CN" altLang="en-US" smtClean="0"/>
              <a:t>单击此处编辑母版标题样式</a:t>
            </a:r>
            <a:endParaRPr lang="zh-CN" altLang="en-US"/>
          </a:p>
        </p:txBody>
      </p:sp>
      <p:sp>
        <p:nvSpPr>
          <p:cNvPr id="3" name="表格占位符 2"/>
          <p:cNvSpPr>
            <a:spLocks noGrp="1"/>
          </p:cNvSpPr>
          <p:nvPr>
            <p:ph type="tbl" idx="1" hasCustomPrompt="1"/>
          </p:nvPr>
        </p:nvSpPr>
        <p:spPr>
          <a:xfrm>
            <a:off x="381000" y="1295400"/>
            <a:ext cx="8305800" cy="4724400"/>
          </a:xfrm>
        </p:spPr>
        <p:txBody>
          <a:bodyPr/>
          <a:lstStyle/>
          <a:p>
            <a:r>
              <a:rPr lang="zh-CN" altLang="en-US" smtClean="0"/>
              <a:t>单击图标添加表格</a:t>
            </a:r>
            <a:endParaRPr lang="zh-CN" altLang="en-US"/>
          </a:p>
        </p:txBody>
      </p:sp>
      <p:sp>
        <p:nvSpPr>
          <p:cNvPr id="4" name="日期占位符 3"/>
          <p:cNvSpPr>
            <a:spLocks noGrp="1"/>
          </p:cNvSpPr>
          <p:nvPr>
            <p:ph type="dt" sz="half" idx="10"/>
          </p:nvPr>
        </p:nvSpPr>
        <p:spPr>
          <a:xfrm>
            <a:off x="762000" y="6553200"/>
            <a:ext cx="1828800" cy="228600"/>
          </a:xfrm>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a:xfrm>
            <a:off x="5029200" y="6248400"/>
            <a:ext cx="2895600" cy="228600"/>
          </a:xfrm>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t>www.themegallery.com</a:t>
            </a:r>
            <a:endPar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a:xfrm>
            <a:off x="3581400" y="6629400"/>
            <a:ext cx="2133600" cy="228600"/>
          </a:xfrm>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36C79195-AC07-43C6-970F-D0096FF93989}"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5" Type="http://schemas.openxmlformats.org/officeDocument/2006/relationships/theme" Target="../theme/theme2.xml"/><Relationship Id="rId14" Type="http://schemas.openxmlformats.org/officeDocument/2006/relationships/slideLayout" Target="../slideLayouts/slideLayout28.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7.xml"/><Relationship Id="rId8" Type="http://schemas.openxmlformats.org/officeDocument/2006/relationships/slideLayout" Target="../slideLayouts/slideLayout36.xml"/><Relationship Id="rId7" Type="http://schemas.openxmlformats.org/officeDocument/2006/relationships/slideLayout" Target="../slideLayouts/slideLayout35.xml"/><Relationship Id="rId6" Type="http://schemas.openxmlformats.org/officeDocument/2006/relationships/slideLayout" Target="../slideLayouts/slideLayout34.xml"/><Relationship Id="rId5" Type="http://schemas.openxmlformats.org/officeDocument/2006/relationships/slideLayout" Target="../slideLayouts/slideLayout33.xml"/><Relationship Id="rId4" Type="http://schemas.openxmlformats.org/officeDocument/2006/relationships/slideLayout" Target="../slideLayouts/slideLayout32.xml"/><Relationship Id="rId3" Type="http://schemas.openxmlformats.org/officeDocument/2006/relationships/slideLayout" Target="../slideLayouts/slideLayout31.xml"/><Relationship Id="rId2" Type="http://schemas.openxmlformats.org/officeDocument/2006/relationships/slideLayout" Target="../slideLayouts/slideLayout30.xml"/><Relationship Id="rId15" Type="http://schemas.openxmlformats.org/officeDocument/2006/relationships/theme" Target="../theme/theme3.xml"/><Relationship Id="rId14" Type="http://schemas.openxmlformats.org/officeDocument/2006/relationships/image" Target="../media/image2.jpeg"/><Relationship Id="rId13" Type="http://schemas.openxmlformats.org/officeDocument/2006/relationships/slideLayout" Target="../slideLayouts/slideLayout41.xml"/><Relationship Id="rId12" Type="http://schemas.openxmlformats.org/officeDocument/2006/relationships/slideLayout" Target="../slideLayouts/slideLayout40.xml"/><Relationship Id="rId11" Type="http://schemas.openxmlformats.org/officeDocument/2006/relationships/slideLayout" Target="../slideLayouts/slideLayout39.xml"/><Relationship Id="rId10" Type="http://schemas.openxmlformats.org/officeDocument/2006/relationships/slideLayout" Target="../slideLayouts/slideLayout38.xml"/><Relationship Id="rId1"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0" y="977900"/>
            <a:ext cx="9144000" cy="5880100"/>
          </a:xfrm>
          <a:prstGeom prst="rect">
            <a:avLst/>
          </a:prstGeom>
          <a:solidFill>
            <a:srgbClr val="FFFFFF"/>
          </a:solidFill>
          <a:ln>
            <a:noFill/>
          </a:ln>
        </p:spPr>
        <p:txBody>
          <a:bodyPr vert="horz" wrap="square" lIns="91440" tIns="45720" rIns="91440" bIns="4572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1027" name="Rectangle 7"/>
          <p:cNvSpPr>
            <a:spLocks noChangeArrowheads="1"/>
          </p:cNvSpPr>
          <p:nvPr userDrawn="1"/>
        </p:nvSpPr>
        <p:spPr bwMode="auto">
          <a:xfrm>
            <a:off x="4371975" y="0"/>
            <a:ext cx="184150" cy="457200"/>
          </a:xfrm>
          <a:prstGeom prst="rect">
            <a:avLst/>
          </a:prstGeom>
          <a:noFill/>
          <a:ln>
            <a:noFill/>
          </a:ln>
        </p:spPr>
        <p:txBody>
          <a:bodyPr wrap="none">
            <a:spAutoFit/>
          </a:bodyPr>
          <a:lstStyle>
            <a:lvl1pPr>
              <a:lnSpc>
                <a:spcPct val="90000"/>
              </a:lnSpc>
              <a:spcBef>
                <a:spcPct val="50000"/>
              </a:spcBef>
              <a:buChar char="•"/>
              <a:defRPr sz="4000" b="1">
                <a:solidFill>
                  <a:srgbClr val="0000FF"/>
                </a:solidFill>
                <a:latin typeface="Arial" panose="020B0604020202020204" pitchFamily="34" charset="0"/>
                <a:ea typeface="楷体_GB2312" pitchFamily="49" charset="-122"/>
              </a:defRPr>
            </a:lvl1pPr>
            <a:lvl2pPr marL="742950" indent="-285750">
              <a:lnSpc>
                <a:spcPct val="90000"/>
              </a:lnSpc>
              <a:spcBef>
                <a:spcPct val="50000"/>
              </a:spcBef>
              <a:buChar char="•"/>
              <a:defRPr sz="4000" b="1">
                <a:solidFill>
                  <a:srgbClr val="0000FF"/>
                </a:solidFill>
                <a:latin typeface="Arial" panose="020B0604020202020204" pitchFamily="34" charset="0"/>
                <a:ea typeface="楷体_GB2312" pitchFamily="49" charset="-122"/>
              </a:defRPr>
            </a:lvl2pPr>
            <a:lvl3pPr marL="1143000" indent="-228600">
              <a:lnSpc>
                <a:spcPct val="90000"/>
              </a:lnSpc>
              <a:spcBef>
                <a:spcPct val="50000"/>
              </a:spcBef>
              <a:buChar char="•"/>
              <a:defRPr sz="4000" b="1">
                <a:solidFill>
                  <a:srgbClr val="0000FF"/>
                </a:solidFill>
                <a:latin typeface="Arial" panose="020B0604020202020204" pitchFamily="34" charset="0"/>
                <a:ea typeface="楷体_GB2312" pitchFamily="49" charset="-122"/>
              </a:defRPr>
            </a:lvl3pPr>
            <a:lvl4pPr marL="1600200" indent="-228600">
              <a:lnSpc>
                <a:spcPct val="90000"/>
              </a:lnSpc>
              <a:spcBef>
                <a:spcPct val="50000"/>
              </a:spcBef>
              <a:buChar char="•"/>
              <a:defRPr sz="4000" b="1">
                <a:solidFill>
                  <a:srgbClr val="0000FF"/>
                </a:solidFill>
                <a:latin typeface="Arial" panose="020B0604020202020204" pitchFamily="34" charset="0"/>
                <a:ea typeface="楷体_GB2312" pitchFamily="49" charset="-122"/>
              </a:defRPr>
            </a:lvl4pPr>
            <a:lvl5pPr marL="2057400" indent="-228600">
              <a:lnSpc>
                <a:spcPct val="90000"/>
              </a:lnSpc>
              <a:spcBef>
                <a:spcPct val="50000"/>
              </a:spcBef>
              <a:buChar char="•"/>
              <a:defRPr sz="4000" b="1">
                <a:solidFill>
                  <a:srgbClr val="0000FF"/>
                </a:solidFill>
                <a:latin typeface="Arial" panose="020B0604020202020204" pitchFamily="34" charset="0"/>
                <a:ea typeface="楷体_GB2312" pitchFamily="49"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9pPr>
          </a:lstStyle>
          <a:p>
            <a:pPr>
              <a:lnSpc>
                <a:spcPct val="100000"/>
              </a:lnSpc>
              <a:spcBef>
                <a:spcPct val="0"/>
              </a:spcBef>
              <a:buFontTx/>
              <a:buNone/>
              <a:defRPr/>
            </a:pPr>
            <a:endParaRPr lang="zh-CN" altLang="en-US" sz="2400" b="0" smtClean="0">
              <a:solidFill>
                <a:schemeClr val="tx1"/>
              </a:solidFill>
              <a:latin typeface="Times" panose="02020603050405020304" pitchFamily="18" charset="0"/>
              <a:ea typeface="宋体" panose="02010600030101010101" pitchFamily="2" charset="-122"/>
              <a:cs typeface="+mn-cs"/>
            </a:endParaRPr>
          </a:p>
        </p:txBody>
      </p:sp>
      <p:sp>
        <p:nvSpPr>
          <p:cNvPr id="1028" name="Rectangle 14"/>
          <p:cNvSpPr>
            <a:spLocks noChangeArrowheads="1"/>
          </p:cNvSpPr>
          <p:nvPr userDrawn="1"/>
        </p:nvSpPr>
        <p:spPr bwMode="auto">
          <a:xfrm>
            <a:off x="-12700" y="774700"/>
            <a:ext cx="3467100" cy="42863"/>
          </a:xfrm>
          <a:prstGeom prst="rect">
            <a:avLst/>
          </a:prstGeom>
          <a:solidFill>
            <a:srgbClr val="800000"/>
          </a:solidFill>
          <a:ln w="9525">
            <a:solidFill>
              <a:srgbClr val="800000"/>
            </a:solidFill>
            <a:miter lim="800000"/>
          </a:ln>
        </p:spPr>
        <p:txBody>
          <a:bodyPr wrap="none" anchor="ctr"/>
          <a:lstStyle>
            <a:lvl1pPr>
              <a:lnSpc>
                <a:spcPct val="90000"/>
              </a:lnSpc>
              <a:spcBef>
                <a:spcPct val="50000"/>
              </a:spcBef>
              <a:buChar char="•"/>
              <a:defRPr sz="4000" b="1">
                <a:solidFill>
                  <a:srgbClr val="0000FF"/>
                </a:solidFill>
                <a:latin typeface="Arial" panose="020B0604020202020204" pitchFamily="34" charset="0"/>
                <a:ea typeface="楷体_GB2312" pitchFamily="49" charset="-122"/>
              </a:defRPr>
            </a:lvl1pPr>
            <a:lvl2pPr marL="742950" indent="-285750">
              <a:lnSpc>
                <a:spcPct val="90000"/>
              </a:lnSpc>
              <a:spcBef>
                <a:spcPct val="50000"/>
              </a:spcBef>
              <a:buChar char="•"/>
              <a:defRPr sz="4000" b="1">
                <a:solidFill>
                  <a:srgbClr val="0000FF"/>
                </a:solidFill>
                <a:latin typeface="Arial" panose="020B0604020202020204" pitchFamily="34" charset="0"/>
                <a:ea typeface="楷体_GB2312" pitchFamily="49" charset="-122"/>
              </a:defRPr>
            </a:lvl2pPr>
            <a:lvl3pPr marL="1143000" indent="-228600">
              <a:lnSpc>
                <a:spcPct val="90000"/>
              </a:lnSpc>
              <a:spcBef>
                <a:spcPct val="50000"/>
              </a:spcBef>
              <a:buChar char="•"/>
              <a:defRPr sz="4000" b="1">
                <a:solidFill>
                  <a:srgbClr val="0000FF"/>
                </a:solidFill>
                <a:latin typeface="Arial" panose="020B0604020202020204" pitchFamily="34" charset="0"/>
                <a:ea typeface="楷体_GB2312" pitchFamily="49" charset="-122"/>
              </a:defRPr>
            </a:lvl3pPr>
            <a:lvl4pPr marL="1600200" indent="-228600">
              <a:lnSpc>
                <a:spcPct val="90000"/>
              </a:lnSpc>
              <a:spcBef>
                <a:spcPct val="50000"/>
              </a:spcBef>
              <a:buChar char="•"/>
              <a:defRPr sz="4000" b="1">
                <a:solidFill>
                  <a:srgbClr val="0000FF"/>
                </a:solidFill>
                <a:latin typeface="Arial" panose="020B0604020202020204" pitchFamily="34" charset="0"/>
                <a:ea typeface="楷体_GB2312" pitchFamily="49" charset="-122"/>
              </a:defRPr>
            </a:lvl4pPr>
            <a:lvl5pPr marL="2057400" indent="-228600">
              <a:lnSpc>
                <a:spcPct val="90000"/>
              </a:lnSpc>
              <a:spcBef>
                <a:spcPct val="50000"/>
              </a:spcBef>
              <a:buChar char="•"/>
              <a:defRPr sz="4000" b="1">
                <a:solidFill>
                  <a:srgbClr val="0000FF"/>
                </a:solidFill>
                <a:latin typeface="Arial" panose="020B0604020202020204" pitchFamily="34" charset="0"/>
                <a:ea typeface="楷体_GB2312" pitchFamily="49"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pitchFamily="49" charset="-122"/>
              </a:defRPr>
            </a:lvl9pPr>
          </a:lstStyle>
          <a:p>
            <a:pPr eaLnBrk="1" hangingPunct="1">
              <a:defRPr/>
            </a:pPr>
            <a:endParaRPr lang="zh-CN" altLang="en-US" smtClean="0">
              <a:cs typeface="+mn-cs"/>
            </a:endParaRPr>
          </a:p>
        </p:txBody>
      </p:sp>
      <p:sp>
        <p:nvSpPr>
          <p:cNvPr id="1029" name="Rectangle 2"/>
          <p:cNvSpPr>
            <a:spLocks noGrp="1" noChangeArrowheads="1"/>
          </p:cNvSpPr>
          <p:nvPr>
            <p:ph type="title"/>
          </p:nvPr>
        </p:nvSpPr>
        <p:spPr bwMode="auto">
          <a:xfrm>
            <a:off x="0" y="12700"/>
            <a:ext cx="8178800" cy="609600"/>
          </a:xfrm>
          <a:prstGeom prst="rect">
            <a:avLst/>
          </a:prstGeom>
          <a:solidFill>
            <a:schemeClr val="tx2"/>
          </a:solidFill>
          <a:ln>
            <a:noFill/>
          </a:ln>
        </p:spPr>
        <p:txBody>
          <a:bodyPr vert="horz" wrap="square" lIns="91440" tIns="45720" rIns="91440" bIns="45720" numCol="1" anchor="ctr" anchorCtr="0" compatLnSpc="1"/>
          <a:lstStyle/>
          <a:p>
            <a:pPr lvl="0"/>
            <a:r>
              <a:rPr lang="en-US" altLang="zh-CN"/>
              <a:t>Click to edit Master title style</a:t>
            </a:r>
            <a:endParaRPr lang="en-US" altLang="zh-CN"/>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txStyles>
    <p:titleStyle>
      <a:lvl1pPr algn="l" rtl="0" eaLnBrk="0" fontAlgn="base" hangingPunct="0">
        <a:spcBef>
          <a:spcPct val="0"/>
        </a:spcBef>
        <a:spcAft>
          <a:spcPct val="0"/>
        </a:spcAft>
        <a:defRPr sz="3600" b="1">
          <a:solidFill>
            <a:srgbClr val="990000"/>
          </a:solidFill>
          <a:latin typeface="+mj-lt"/>
          <a:ea typeface="+mj-ea"/>
          <a:cs typeface="楷体_GB2312"/>
        </a:defRPr>
      </a:lvl1pPr>
      <a:lvl2pPr algn="l" rtl="0" eaLnBrk="0" fontAlgn="base" hangingPunct="0">
        <a:spcBef>
          <a:spcPct val="0"/>
        </a:spcBef>
        <a:spcAft>
          <a:spcPct val="0"/>
        </a:spcAft>
        <a:defRPr sz="3600" b="1">
          <a:solidFill>
            <a:srgbClr val="990000"/>
          </a:solidFill>
          <a:latin typeface="Arial" panose="020B0604020202020204" pitchFamily="34" charset="0"/>
          <a:ea typeface="楷体_GB2312" pitchFamily="49" charset="-122"/>
          <a:cs typeface="楷体_GB2312"/>
        </a:defRPr>
      </a:lvl2pPr>
      <a:lvl3pPr algn="l" rtl="0" eaLnBrk="0" fontAlgn="base" hangingPunct="0">
        <a:spcBef>
          <a:spcPct val="0"/>
        </a:spcBef>
        <a:spcAft>
          <a:spcPct val="0"/>
        </a:spcAft>
        <a:defRPr sz="3600" b="1">
          <a:solidFill>
            <a:srgbClr val="990000"/>
          </a:solidFill>
          <a:latin typeface="Arial" panose="020B0604020202020204" pitchFamily="34" charset="0"/>
          <a:ea typeface="楷体_GB2312" pitchFamily="49" charset="-122"/>
          <a:cs typeface="楷体_GB2312"/>
        </a:defRPr>
      </a:lvl3pPr>
      <a:lvl4pPr algn="l" rtl="0" eaLnBrk="0" fontAlgn="base" hangingPunct="0">
        <a:spcBef>
          <a:spcPct val="0"/>
        </a:spcBef>
        <a:spcAft>
          <a:spcPct val="0"/>
        </a:spcAft>
        <a:defRPr sz="3600" b="1">
          <a:solidFill>
            <a:srgbClr val="990000"/>
          </a:solidFill>
          <a:latin typeface="Arial" panose="020B0604020202020204" pitchFamily="34" charset="0"/>
          <a:ea typeface="楷体_GB2312" pitchFamily="49" charset="-122"/>
          <a:cs typeface="楷体_GB2312"/>
        </a:defRPr>
      </a:lvl4pPr>
      <a:lvl5pPr algn="l" rtl="0" eaLnBrk="0" fontAlgn="base" hangingPunct="0">
        <a:spcBef>
          <a:spcPct val="0"/>
        </a:spcBef>
        <a:spcAft>
          <a:spcPct val="0"/>
        </a:spcAft>
        <a:defRPr sz="3600" b="1">
          <a:solidFill>
            <a:srgbClr val="990000"/>
          </a:solidFill>
          <a:latin typeface="Arial" panose="020B0604020202020204" pitchFamily="34" charset="0"/>
          <a:ea typeface="楷体_GB2312" pitchFamily="49" charset="-122"/>
          <a:cs typeface="楷体_GB2312"/>
        </a:defRPr>
      </a:lvl5pPr>
      <a:lvl6pPr marL="457200" algn="l" rtl="0" fontAlgn="base">
        <a:spcBef>
          <a:spcPct val="0"/>
        </a:spcBef>
        <a:spcAft>
          <a:spcPct val="0"/>
        </a:spcAft>
        <a:defRPr sz="3600" b="1">
          <a:solidFill>
            <a:srgbClr val="990000"/>
          </a:solidFill>
          <a:latin typeface="Arial" panose="020B0604020202020204" pitchFamily="34" charset="0"/>
          <a:ea typeface="楷体_GB2312" pitchFamily="49" charset="-122"/>
        </a:defRPr>
      </a:lvl6pPr>
      <a:lvl7pPr marL="914400" algn="l" rtl="0" fontAlgn="base">
        <a:spcBef>
          <a:spcPct val="0"/>
        </a:spcBef>
        <a:spcAft>
          <a:spcPct val="0"/>
        </a:spcAft>
        <a:defRPr sz="3600" b="1">
          <a:solidFill>
            <a:srgbClr val="990000"/>
          </a:solidFill>
          <a:latin typeface="Arial" panose="020B0604020202020204" pitchFamily="34" charset="0"/>
          <a:ea typeface="楷体_GB2312" pitchFamily="49" charset="-122"/>
        </a:defRPr>
      </a:lvl7pPr>
      <a:lvl8pPr marL="1371600" algn="l" rtl="0" fontAlgn="base">
        <a:spcBef>
          <a:spcPct val="0"/>
        </a:spcBef>
        <a:spcAft>
          <a:spcPct val="0"/>
        </a:spcAft>
        <a:defRPr sz="3600" b="1">
          <a:solidFill>
            <a:srgbClr val="990000"/>
          </a:solidFill>
          <a:latin typeface="Arial" panose="020B0604020202020204" pitchFamily="34" charset="0"/>
          <a:ea typeface="楷体_GB2312" pitchFamily="49" charset="-122"/>
        </a:defRPr>
      </a:lvl8pPr>
      <a:lvl9pPr marL="1828800" algn="l" rtl="0" fontAlgn="base">
        <a:spcBef>
          <a:spcPct val="0"/>
        </a:spcBef>
        <a:spcAft>
          <a:spcPct val="0"/>
        </a:spcAft>
        <a:defRPr sz="3600" b="1">
          <a:solidFill>
            <a:srgbClr val="990000"/>
          </a:solidFill>
          <a:latin typeface="Arial" panose="020B0604020202020204" pitchFamily="34" charset="0"/>
          <a:ea typeface="楷体_GB2312" pitchFamily="49" charset="-122"/>
        </a:defRPr>
      </a:lvl9pPr>
    </p:titleStyle>
    <p:bodyStyle>
      <a:lvl1pPr marL="342900" indent="-342900" algn="l" rtl="0" eaLnBrk="0" fontAlgn="base" hangingPunct="0">
        <a:spcBef>
          <a:spcPct val="20000"/>
        </a:spcBef>
        <a:spcAft>
          <a:spcPct val="0"/>
        </a:spcAft>
        <a:buChar char="•"/>
        <a:defRPr sz="3200" b="1">
          <a:solidFill>
            <a:srgbClr val="000000"/>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har char="–"/>
        <a:defRPr sz="2800" b="1">
          <a:solidFill>
            <a:srgbClr val="000000"/>
          </a:solidFill>
          <a:latin typeface="+mn-lt"/>
          <a:ea typeface="+mn-ea"/>
        </a:defRPr>
      </a:lvl2pPr>
      <a:lvl3pPr marL="1143000" indent="-228600" algn="l" rtl="0" eaLnBrk="0" fontAlgn="base" hangingPunct="0">
        <a:spcBef>
          <a:spcPct val="20000"/>
        </a:spcBef>
        <a:spcAft>
          <a:spcPct val="0"/>
        </a:spcAft>
        <a:buChar char="•"/>
        <a:defRPr sz="24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vl6pPr marL="2514600" indent="-228600" algn="l" rtl="0" fontAlgn="base">
        <a:spcBef>
          <a:spcPct val="20000"/>
        </a:spcBef>
        <a:spcAft>
          <a:spcPct val="0"/>
        </a:spcAft>
        <a:buChar char="»"/>
        <a:defRPr sz="2000" b="1">
          <a:solidFill>
            <a:srgbClr val="000000"/>
          </a:solidFill>
          <a:latin typeface="+mn-lt"/>
          <a:ea typeface="+mn-ea"/>
        </a:defRPr>
      </a:lvl6pPr>
      <a:lvl7pPr marL="2971800" indent="-228600" algn="l" rtl="0" fontAlgn="base">
        <a:spcBef>
          <a:spcPct val="20000"/>
        </a:spcBef>
        <a:spcAft>
          <a:spcPct val="0"/>
        </a:spcAft>
        <a:buChar char="»"/>
        <a:defRPr sz="2000" b="1">
          <a:solidFill>
            <a:srgbClr val="000000"/>
          </a:solidFill>
          <a:latin typeface="+mn-lt"/>
          <a:ea typeface="+mn-ea"/>
        </a:defRPr>
      </a:lvl7pPr>
      <a:lvl8pPr marL="3429000" indent="-228600" algn="l" rtl="0" fontAlgn="base">
        <a:spcBef>
          <a:spcPct val="20000"/>
        </a:spcBef>
        <a:spcAft>
          <a:spcPct val="0"/>
        </a:spcAft>
        <a:buChar char="»"/>
        <a:defRPr sz="2000" b="1">
          <a:solidFill>
            <a:srgbClr val="000000"/>
          </a:solidFill>
          <a:latin typeface="+mn-lt"/>
          <a:ea typeface="+mn-ea"/>
        </a:defRPr>
      </a:lvl8pPr>
      <a:lvl9pPr marL="3886200" indent="-228600" algn="l" rtl="0" fontAlgn="base">
        <a:spcBef>
          <a:spcPct val="20000"/>
        </a:spcBef>
        <a:spcAft>
          <a:spcPct val="0"/>
        </a:spcAft>
        <a:buChar char="»"/>
        <a:defRPr sz="2000"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0" y="1346200"/>
            <a:ext cx="9144000" cy="5207000"/>
          </a:xfrm>
          <a:prstGeom prst="rect">
            <a:avLst/>
          </a:prstGeom>
          <a:solidFill>
            <a:srgbClr val="FFFFFF"/>
          </a:solidFill>
          <a:ln>
            <a:noFill/>
          </a:ln>
        </p:spPr>
        <p:txBody>
          <a:bodyPr vert="horz" wrap="square" lIns="91440" tIns="45720" rIns="91440" bIns="45720" numCol="1" anchor="t" anchorCtr="0" compatLnSpc="1"/>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en-US" altLang="zh-CN" smtClean="0"/>
          </a:p>
        </p:txBody>
      </p:sp>
      <p:sp>
        <p:nvSpPr>
          <p:cNvPr id="1027" name="Rectangle 7"/>
          <p:cNvSpPr>
            <a:spLocks noChangeArrowheads="1"/>
          </p:cNvSpPr>
          <p:nvPr userDrawn="1"/>
        </p:nvSpPr>
        <p:spPr bwMode="auto">
          <a:xfrm>
            <a:off x="4371975" y="0"/>
            <a:ext cx="184150" cy="457200"/>
          </a:xfrm>
          <a:prstGeom prst="rect">
            <a:avLst/>
          </a:prstGeom>
          <a:noFill/>
          <a:ln>
            <a:noFill/>
          </a:ln>
        </p:spPr>
        <p:txBody>
          <a:bodyPr wrap="none">
            <a:spAutoFit/>
          </a:bodyP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b="0" smtClean="0">
              <a:solidFill>
                <a:srgbClr val="FFFFFF"/>
              </a:solidFill>
              <a:latin typeface="Times" panose="02020603050405020304" pitchFamily="18" charset="0"/>
              <a:ea typeface="宋体" panose="02010600030101010101" pitchFamily="2" charset="-122"/>
            </a:endParaRPr>
          </a:p>
        </p:txBody>
      </p:sp>
      <p:sp>
        <p:nvSpPr>
          <p:cNvPr id="1028" name="Rectangle 11"/>
          <p:cNvSpPr>
            <a:spLocks noChangeArrowheads="1"/>
          </p:cNvSpPr>
          <p:nvPr userDrawn="1"/>
        </p:nvSpPr>
        <p:spPr bwMode="auto">
          <a:xfrm>
            <a:off x="0" y="6400800"/>
            <a:ext cx="9144000" cy="457200"/>
          </a:xfrm>
          <a:prstGeom prst="rect">
            <a:avLst/>
          </a:prstGeom>
          <a:solidFill>
            <a:srgbClr val="800000"/>
          </a:solidFill>
          <a:ln>
            <a:noFill/>
          </a:ln>
        </p:spPr>
        <p:txBody>
          <a:bodyPr>
            <a:spAutoFit/>
          </a:bodyP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b="0" smtClean="0">
              <a:solidFill>
                <a:srgbClr val="FFFFFF"/>
              </a:solidFill>
              <a:latin typeface="Times" panose="02020603050405020304" pitchFamily="18" charset="0"/>
              <a:ea typeface="宋体" panose="02010600030101010101" pitchFamily="2" charset="-122"/>
            </a:endParaRPr>
          </a:p>
        </p:txBody>
      </p:sp>
      <p:sp>
        <p:nvSpPr>
          <p:cNvPr id="1029" name="Rectangle 14"/>
          <p:cNvSpPr>
            <a:spLocks noChangeArrowheads="1"/>
          </p:cNvSpPr>
          <p:nvPr userDrawn="1"/>
        </p:nvSpPr>
        <p:spPr bwMode="auto">
          <a:xfrm>
            <a:off x="-12700" y="1193800"/>
            <a:ext cx="9144000" cy="152400"/>
          </a:xfrm>
          <a:prstGeom prst="rect">
            <a:avLst/>
          </a:prstGeom>
          <a:solidFill>
            <a:srgbClr val="800000"/>
          </a:solidFill>
          <a:ln w="9525">
            <a:solidFill>
              <a:srgbClr val="800000"/>
            </a:solidFill>
            <a:miter lim="800000"/>
          </a:ln>
        </p:spPr>
        <p:txBody>
          <a:bodyPr wrap="none" anchor="ct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b="0" smtClean="0">
              <a:solidFill>
                <a:srgbClr val="FFFFFF"/>
              </a:solidFill>
            </a:endParaRPr>
          </a:p>
        </p:txBody>
      </p:sp>
      <p:sp>
        <p:nvSpPr>
          <p:cNvPr id="1030" name="Rectangle 16"/>
          <p:cNvSpPr>
            <a:spLocks noChangeArrowheads="1"/>
          </p:cNvSpPr>
          <p:nvPr userDrawn="1"/>
        </p:nvSpPr>
        <p:spPr bwMode="auto">
          <a:xfrm>
            <a:off x="-15875" y="12700"/>
            <a:ext cx="9144000" cy="1193800"/>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楷体_GB2312"/>
                <a:cs typeface="楷体_GB2312"/>
              </a:defRPr>
            </a:lvl1pPr>
            <a:lvl2pPr marL="742950" indent="-285750">
              <a:defRPr sz="2400">
                <a:solidFill>
                  <a:schemeClr val="tx1"/>
                </a:solidFill>
                <a:latin typeface="Arial" panose="020B0604020202020204" pitchFamily="34" charset="0"/>
                <a:ea typeface="楷体_GB2312"/>
                <a:cs typeface="楷体_GB2312"/>
              </a:defRPr>
            </a:lvl2pPr>
            <a:lvl3pPr marL="1143000" indent="-228600">
              <a:defRPr sz="2400">
                <a:solidFill>
                  <a:schemeClr val="tx1"/>
                </a:solidFill>
                <a:latin typeface="Arial" panose="020B0604020202020204" pitchFamily="34" charset="0"/>
                <a:ea typeface="楷体_GB2312"/>
                <a:cs typeface="楷体_GB2312"/>
              </a:defRPr>
            </a:lvl3pPr>
            <a:lvl4pPr marL="1600200" indent="-228600">
              <a:defRPr sz="2400">
                <a:solidFill>
                  <a:schemeClr val="tx1"/>
                </a:solidFill>
                <a:latin typeface="Arial" panose="020B0604020202020204" pitchFamily="34" charset="0"/>
                <a:ea typeface="楷体_GB2312"/>
                <a:cs typeface="楷体_GB2312"/>
              </a:defRPr>
            </a:lvl4pPr>
            <a:lvl5pPr marL="2057400" indent="-228600">
              <a:defRPr sz="2400">
                <a:solidFill>
                  <a:schemeClr val="tx1"/>
                </a:solidFill>
                <a:latin typeface="Arial" panose="020B0604020202020204" pitchFamily="34" charset="0"/>
                <a:ea typeface="楷体_GB2312"/>
                <a:cs typeface="楷体_GB231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a:cs typeface="楷体_GB2312"/>
              </a:defRPr>
            </a:lvl9pPr>
          </a:lstStyle>
          <a:p>
            <a:pPr>
              <a:defRPr/>
            </a:pPr>
            <a:endParaRPr lang="zh-CN" altLang="en-US" b="0" smtClean="0">
              <a:solidFill>
                <a:srgbClr val="FFFFFF"/>
              </a:solidFill>
            </a:endParaRPr>
          </a:p>
        </p:txBody>
      </p:sp>
      <p:sp>
        <p:nvSpPr>
          <p:cNvPr id="1031" name="Rectangle 2"/>
          <p:cNvSpPr>
            <a:spLocks noGrp="1" noChangeArrowheads="1"/>
          </p:cNvSpPr>
          <p:nvPr>
            <p:ph type="title"/>
          </p:nvPr>
        </p:nvSpPr>
        <p:spPr bwMode="auto">
          <a:xfrm>
            <a:off x="282575" y="12700"/>
            <a:ext cx="8178800" cy="1181100"/>
          </a:xfrm>
          <a:prstGeom prst="rect">
            <a:avLst/>
          </a:prstGeom>
          <a:solidFill>
            <a:schemeClr val="tx2"/>
          </a:solidFill>
          <a:ln>
            <a:noFill/>
          </a:ln>
        </p:spPr>
        <p:txBody>
          <a:bodyPr vert="horz" wrap="square" lIns="91440" tIns="45720" rIns="91440" bIns="45720" numCol="1" anchor="ctr" anchorCtr="0" compatLnSpc="1"/>
          <a:lstStyle/>
          <a:p>
            <a:pPr lvl="0"/>
            <a:r>
              <a:rPr lang="en-US" altLang="zh-CN" smtClean="0"/>
              <a:t>Click to edit Master title style</a:t>
            </a:r>
            <a:endParaRPr lang="en-US" altLang="zh-CN" smtClean="0"/>
          </a:p>
        </p:txBody>
      </p:sp>
    </p:spTree>
  </p:cSld>
  <p:clrMap bg1="dk2" tx1="lt1" bg2="dk1"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transition/>
  <p:txStyles>
    <p:titleStyle>
      <a:lvl1pPr algn="l" rtl="0" eaLnBrk="0" fontAlgn="base" hangingPunct="0">
        <a:spcBef>
          <a:spcPct val="0"/>
        </a:spcBef>
        <a:spcAft>
          <a:spcPct val="0"/>
        </a:spcAft>
        <a:defRPr sz="4400" b="1">
          <a:solidFill>
            <a:srgbClr val="990000"/>
          </a:solidFill>
          <a:latin typeface="+mj-lt"/>
          <a:ea typeface="+mj-ea"/>
          <a:cs typeface="+mj-cs"/>
        </a:defRPr>
      </a:lvl1pPr>
      <a:lvl2pPr algn="l" rtl="0" eaLnBrk="0" fontAlgn="base" hangingPunct="0">
        <a:spcBef>
          <a:spcPct val="0"/>
        </a:spcBef>
        <a:spcAft>
          <a:spcPct val="0"/>
        </a:spcAft>
        <a:defRPr sz="4400" b="1">
          <a:solidFill>
            <a:srgbClr val="990000"/>
          </a:solidFill>
          <a:latin typeface="Arial" panose="020B0604020202020204" pitchFamily="34" charset="0"/>
          <a:ea typeface="楷体_GB2312"/>
          <a:cs typeface="楷体_GB2312"/>
        </a:defRPr>
      </a:lvl2pPr>
      <a:lvl3pPr algn="l" rtl="0" eaLnBrk="0" fontAlgn="base" hangingPunct="0">
        <a:spcBef>
          <a:spcPct val="0"/>
        </a:spcBef>
        <a:spcAft>
          <a:spcPct val="0"/>
        </a:spcAft>
        <a:defRPr sz="4400" b="1">
          <a:solidFill>
            <a:srgbClr val="990000"/>
          </a:solidFill>
          <a:latin typeface="Arial" panose="020B0604020202020204" pitchFamily="34" charset="0"/>
          <a:ea typeface="楷体_GB2312"/>
          <a:cs typeface="楷体_GB2312"/>
        </a:defRPr>
      </a:lvl3pPr>
      <a:lvl4pPr algn="l" rtl="0" eaLnBrk="0" fontAlgn="base" hangingPunct="0">
        <a:spcBef>
          <a:spcPct val="0"/>
        </a:spcBef>
        <a:spcAft>
          <a:spcPct val="0"/>
        </a:spcAft>
        <a:defRPr sz="4400" b="1">
          <a:solidFill>
            <a:srgbClr val="990000"/>
          </a:solidFill>
          <a:latin typeface="Arial" panose="020B0604020202020204" pitchFamily="34" charset="0"/>
          <a:ea typeface="楷体_GB2312"/>
          <a:cs typeface="楷体_GB2312"/>
        </a:defRPr>
      </a:lvl4pPr>
      <a:lvl5pPr algn="l" rtl="0" eaLnBrk="0" fontAlgn="base" hangingPunct="0">
        <a:spcBef>
          <a:spcPct val="0"/>
        </a:spcBef>
        <a:spcAft>
          <a:spcPct val="0"/>
        </a:spcAft>
        <a:defRPr sz="4400" b="1">
          <a:solidFill>
            <a:srgbClr val="990000"/>
          </a:solidFill>
          <a:latin typeface="Arial" panose="020B0604020202020204" pitchFamily="34" charset="0"/>
          <a:ea typeface="楷体_GB2312"/>
          <a:cs typeface="楷体_GB2312"/>
        </a:defRPr>
      </a:lvl5pPr>
      <a:lvl6pPr marL="457200" algn="l" rtl="0" fontAlgn="base">
        <a:spcBef>
          <a:spcPct val="0"/>
        </a:spcBef>
        <a:spcAft>
          <a:spcPct val="0"/>
        </a:spcAft>
        <a:defRPr sz="4400" b="1">
          <a:solidFill>
            <a:srgbClr val="990000"/>
          </a:solidFill>
          <a:latin typeface="Arial" panose="020B0604020202020204" pitchFamily="34" charset="0"/>
          <a:ea typeface="楷体_GB2312"/>
          <a:cs typeface="楷体_GB2312"/>
        </a:defRPr>
      </a:lvl6pPr>
      <a:lvl7pPr marL="914400" algn="l" rtl="0" fontAlgn="base">
        <a:spcBef>
          <a:spcPct val="0"/>
        </a:spcBef>
        <a:spcAft>
          <a:spcPct val="0"/>
        </a:spcAft>
        <a:defRPr sz="4400" b="1">
          <a:solidFill>
            <a:srgbClr val="990000"/>
          </a:solidFill>
          <a:latin typeface="Arial" panose="020B0604020202020204" pitchFamily="34" charset="0"/>
          <a:ea typeface="楷体_GB2312"/>
          <a:cs typeface="楷体_GB2312"/>
        </a:defRPr>
      </a:lvl7pPr>
      <a:lvl8pPr marL="1371600" algn="l" rtl="0" fontAlgn="base">
        <a:spcBef>
          <a:spcPct val="0"/>
        </a:spcBef>
        <a:spcAft>
          <a:spcPct val="0"/>
        </a:spcAft>
        <a:defRPr sz="4400" b="1">
          <a:solidFill>
            <a:srgbClr val="990000"/>
          </a:solidFill>
          <a:latin typeface="Arial" panose="020B0604020202020204" pitchFamily="34" charset="0"/>
          <a:ea typeface="楷体_GB2312"/>
          <a:cs typeface="楷体_GB2312"/>
        </a:defRPr>
      </a:lvl8pPr>
      <a:lvl9pPr marL="1828800" algn="l" rtl="0" fontAlgn="base">
        <a:spcBef>
          <a:spcPct val="0"/>
        </a:spcBef>
        <a:spcAft>
          <a:spcPct val="0"/>
        </a:spcAft>
        <a:defRPr sz="4400" b="1">
          <a:solidFill>
            <a:srgbClr val="990000"/>
          </a:solidFill>
          <a:latin typeface="Arial" panose="020B0604020202020204" pitchFamily="34" charset="0"/>
          <a:ea typeface="楷体_GB2312"/>
          <a:cs typeface="楷体_GB2312"/>
        </a:defRPr>
      </a:lvl9pPr>
    </p:titleStyle>
    <p:bodyStyle>
      <a:lvl1pPr marL="342900" indent="-342900" algn="l" rtl="0" eaLnBrk="0" fontAlgn="base" hangingPunct="0">
        <a:spcBef>
          <a:spcPct val="20000"/>
        </a:spcBef>
        <a:spcAft>
          <a:spcPct val="0"/>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0"/>
        </a:spcAft>
        <a:buChar char="–"/>
        <a:defRPr sz="2800">
          <a:solidFill>
            <a:srgbClr val="000000"/>
          </a:solidFill>
          <a:latin typeface="+mn-lt"/>
          <a:ea typeface="+mn-ea"/>
          <a:cs typeface="+mn-cs"/>
        </a:defRPr>
      </a:lvl2pPr>
      <a:lvl3pPr marL="1143000" indent="-228600" algn="l" rtl="0" eaLnBrk="0" fontAlgn="base" hangingPunct="0">
        <a:spcBef>
          <a:spcPct val="20000"/>
        </a:spcBef>
        <a:spcAft>
          <a:spcPct val="0"/>
        </a:spcAft>
        <a:buChar char="•"/>
        <a:defRPr sz="2400">
          <a:solidFill>
            <a:srgbClr val="000000"/>
          </a:solidFill>
          <a:latin typeface="+mn-lt"/>
          <a:ea typeface="+mn-ea"/>
          <a:cs typeface="+mn-cs"/>
        </a:defRPr>
      </a:lvl3pPr>
      <a:lvl4pPr marL="1600200" indent="-228600" algn="l" rtl="0" eaLnBrk="0" fontAlgn="base" hangingPunct="0">
        <a:spcBef>
          <a:spcPct val="20000"/>
        </a:spcBef>
        <a:spcAft>
          <a:spcPct val="0"/>
        </a:spcAft>
        <a:buChar char="–"/>
        <a:defRPr sz="2000">
          <a:solidFill>
            <a:srgbClr val="000000"/>
          </a:solidFill>
          <a:latin typeface="+mn-lt"/>
          <a:ea typeface="+mn-ea"/>
          <a:cs typeface="+mn-cs"/>
        </a:defRPr>
      </a:lvl4pPr>
      <a:lvl5pPr marL="2057400" indent="-228600" algn="l" rtl="0" eaLnBrk="0" fontAlgn="base" hangingPunct="0">
        <a:spcBef>
          <a:spcPct val="20000"/>
        </a:spcBef>
        <a:spcAft>
          <a:spcPct val="0"/>
        </a:spcAft>
        <a:buChar char="»"/>
        <a:defRPr sz="2000">
          <a:solidFill>
            <a:srgbClr val="000000"/>
          </a:solidFill>
          <a:latin typeface="+mn-lt"/>
          <a:ea typeface="+mn-ea"/>
          <a:cs typeface="+mn-cs"/>
        </a:defRPr>
      </a:lvl5pPr>
      <a:lvl6pPr marL="2514600" indent="-228600" algn="l" rtl="0" fontAlgn="base">
        <a:spcBef>
          <a:spcPct val="20000"/>
        </a:spcBef>
        <a:spcAft>
          <a:spcPct val="0"/>
        </a:spcAft>
        <a:buChar char="»"/>
        <a:defRPr sz="2000">
          <a:solidFill>
            <a:srgbClr val="000000"/>
          </a:solidFill>
          <a:latin typeface="+mn-lt"/>
          <a:ea typeface="+mn-ea"/>
          <a:cs typeface="+mn-cs"/>
        </a:defRPr>
      </a:lvl6pPr>
      <a:lvl7pPr marL="2971800" indent="-228600" algn="l" rtl="0" fontAlgn="base">
        <a:spcBef>
          <a:spcPct val="20000"/>
        </a:spcBef>
        <a:spcAft>
          <a:spcPct val="0"/>
        </a:spcAft>
        <a:buChar char="»"/>
        <a:defRPr sz="2000">
          <a:solidFill>
            <a:srgbClr val="000000"/>
          </a:solidFill>
          <a:latin typeface="+mn-lt"/>
          <a:ea typeface="+mn-ea"/>
          <a:cs typeface="+mn-cs"/>
        </a:defRPr>
      </a:lvl7pPr>
      <a:lvl8pPr marL="3429000" indent="-228600" algn="l" rtl="0" fontAlgn="base">
        <a:spcBef>
          <a:spcPct val="20000"/>
        </a:spcBef>
        <a:spcAft>
          <a:spcPct val="0"/>
        </a:spcAft>
        <a:buChar char="»"/>
        <a:defRPr sz="2000">
          <a:solidFill>
            <a:srgbClr val="000000"/>
          </a:solidFill>
          <a:latin typeface="+mn-lt"/>
          <a:ea typeface="+mn-ea"/>
          <a:cs typeface="+mn-cs"/>
        </a:defRPr>
      </a:lvl8pPr>
      <a:lvl9pPr marL="3886200" indent="-228600" algn="l" rtl="0" fontAlgn="base">
        <a:spcBef>
          <a:spcPct val="20000"/>
        </a:spcBef>
        <a:spcAft>
          <a:spcPct val="0"/>
        </a:spcAft>
        <a:buChar char="»"/>
        <a:defRPr sz="2000">
          <a:solidFill>
            <a:srgbClr val="000000"/>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ltGray">
      <p:bgPr>
        <a:blipFill dpi="0" rotWithShape="0">
          <a:blip r:embed="rId14"/>
          <a:srcRect/>
          <a:stretch>
            <a:fillRect/>
          </a:stretch>
        </a:blipFill>
        <a:effectLst/>
      </p:bgPr>
    </p:bg>
    <p:spTree>
      <p:nvGrpSpPr>
        <p:cNvPr id="1" name=""/>
        <p:cNvGrpSpPr/>
        <p:nvPr/>
      </p:nvGrpSpPr>
      <p:grpSpPr>
        <a:xfrm>
          <a:off x="0" y="0"/>
          <a:ext cx="0" cy="0"/>
          <a:chOff x="0" y="0"/>
          <a:chExt cx="0" cy="0"/>
        </a:xfrm>
      </p:grpSpPr>
      <p:grpSp>
        <p:nvGrpSpPr>
          <p:cNvPr id="1103" name="Group 79"/>
          <p:cNvGrpSpPr/>
          <p:nvPr/>
        </p:nvGrpSpPr>
        <p:grpSpPr bwMode="auto">
          <a:xfrm>
            <a:off x="685800" y="685800"/>
            <a:ext cx="8458200" cy="260350"/>
            <a:chOff x="2448" y="384"/>
            <a:chExt cx="3312" cy="212"/>
          </a:xfrm>
        </p:grpSpPr>
        <p:sp>
          <p:nvSpPr>
            <p:cNvPr id="1101" name="Rectangle 77"/>
            <p:cNvSpPr>
              <a:spLocks noChangeArrowheads="1"/>
            </p:cNvSpPr>
            <p:nvPr userDrawn="1"/>
          </p:nvSpPr>
          <p:spPr bwMode="gray">
            <a:xfrm>
              <a:off x="2448" y="384"/>
              <a:ext cx="3312" cy="96"/>
            </a:xfrm>
            <a:prstGeom prst="rect">
              <a:avLst/>
            </a:prstGeom>
            <a:gradFill rotWithShape="1">
              <a:gsLst>
                <a:gs pos="0">
                  <a:srgbClr val="969696">
                    <a:gamma/>
                    <a:tint val="0"/>
                    <a:invGamma/>
                    <a:alpha val="0"/>
                  </a:srgbClr>
                </a:gs>
                <a:gs pos="100000">
                  <a:srgbClr val="969696">
                    <a:alpha val="27000"/>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102" name="Rectangle 78"/>
            <p:cNvSpPr>
              <a:spLocks noChangeArrowheads="1"/>
            </p:cNvSpPr>
            <p:nvPr userDrawn="1"/>
          </p:nvSpPr>
          <p:spPr bwMode="gray">
            <a:xfrm>
              <a:off x="2448" y="500"/>
              <a:ext cx="3312" cy="96"/>
            </a:xfrm>
            <a:prstGeom prst="rect">
              <a:avLst/>
            </a:prstGeom>
            <a:gradFill rotWithShape="1">
              <a:gsLst>
                <a:gs pos="0">
                  <a:srgbClr val="969696">
                    <a:gamma/>
                    <a:tint val="0"/>
                    <a:invGamma/>
                    <a:alpha val="0"/>
                  </a:srgbClr>
                </a:gs>
                <a:gs pos="100000">
                  <a:srgbClr val="969696">
                    <a:alpha val="27000"/>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grpSp>
      <p:sp>
        <p:nvSpPr>
          <p:cNvPr id="1027" name="Rectangle 3"/>
          <p:cNvSpPr>
            <a:spLocks noGrp="1" noChangeArrowheads="1"/>
          </p:cNvSpPr>
          <p:nvPr>
            <p:ph type="body" idx="1"/>
          </p:nvPr>
        </p:nvSpPr>
        <p:spPr bwMode="auto">
          <a:xfrm>
            <a:off x="381000" y="1295400"/>
            <a:ext cx="83058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ltLang="zh-CN" smtClean="0"/>
          </a:p>
        </p:txBody>
      </p:sp>
      <p:sp>
        <p:nvSpPr>
          <p:cNvPr id="1028" name="Rectangle 4"/>
          <p:cNvSpPr>
            <a:spLocks noGrp="1" noChangeArrowheads="1"/>
          </p:cNvSpPr>
          <p:nvPr>
            <p:ph type="dt" sz="half" idx="2"/>
          </p:nvPr>
        </p:nvSpPr>
        <p:spPr bwMode="white">
          <a:xfrm>
            <a:off x="762000" y="6553200"/>
            <a:ext cx="1828800" cy="228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solidFill>
                  <a:schemeClr val="bg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white">
          <a:xfrm>
            <a:off x="5029200" y="6248400"/>
            <a:ext cx="2895600" cy="228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b="1">
                <a:solidFill>
                  <a:schemeClr val="bg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t>www.themegallery.com</a:t>
            </a:r>
            <a:endPar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white">
          <a:xfrm>
            <a:off x="3581400" y="6629400"/>
            <a:ext cx="2133600" cy="228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200">
                <a:solidFill>
                  <a:schemeClr val="bg1"/>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040669F7-6CCB-4EDC-B904-72EA713196E6}" type="slidenum">
              <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1026" name="Rectangle 2"/>
          <p:cNvSpPr>
            <a:spLocks noGrp="1" noChangeArrowheads="1"/>
          </p:cNvSpPr>
          <p:nvPr>
            <p:ph type="title"/>
          </p:nvPr>
        </p:nvSpPr>
        <p:spPr bwMode="gray">
          <a:xfrm>
            <a:off x="914400" y="457200"/>
            <a:ext cx="75438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square" lIns="91440" tIns="45720" rIns="91440" bIns="45720" numCol="1" anchor="ctr" anchorCtr="0" compatLnSpc="1"/>
          <a:lstStyle/>
          <a:p>
            <a:pPr lvl="0"/>
            <a:r>
              <a:rPr lang="zh-CN" altLang="en-US" smtClean="0"/>
              <a:t>单击此处编辑母版标题样式</a:t>
            </a:r>
            <a:endParaRPr lang="en-US" altLang="zh-CN" smtClean="0"/>
          </a:p>
        </p:txBody>
      </p:sp>
      <p:grpSp>
        <p:nvGrpSpPr>
          <p:cNvPr id="1097" name="Group 73"/>
          <p:cNvGrpSpPr/>
          <p:nvPr/>
        </p:nvGrpSpPr>
        <p:grpSpPr bwMode="auto">
          <a:xfrm>
            <a:off x="360363" y="457200"/>
            <a:ext cx="533400" cy="609600"/>
            <a:chOff x="4128" y="1920"/>
            <a:chExt cx="1010" cy="1104"/>
          </a:xfrm>
        </p:grpSpPr>
        <p:sp>
          <p:nvSpPr>
            <p:cNvPr id="1093" name="Freeform 69"/>
            <p:cNvSpPr/>
            <p:nvPr userDrawn="1"/>
          </p:nvSpPr>
          <p:spPr bwMode="gray">
            <a:xfrm>
              <a:off x="4128" y="1920"/>
              <a:ext cx="528" cy="530"/>
            </a:xfrm>
            <a:custGeom>
              <a:avLst/>
              <a:gdLst>
                <a:gd name="T0" fmla="*/ 0 w 528"/>
                <a:gd name="T1" fmla="*/ 0 h 530"/>
                <a:gd name="T2" fmla="*/ 0 w 528"/>
                <a:gd name="T3" fmla="*/ 192 h 530"/>
                <a:gd name="T4" fmla="*/ 340 w 528"/>
                <a:gd name="T5" fmla="*/ 530 h 530"/>
                <a:gd name="T6" fmla="*/ 528 w 528"/>
                <a:gd name="T7" fmla="*/ 528 h 530"/>
                <a:gd name="T8" fmla="*/ 528 w 528"/>
                <a:gd name="T9" fmla="*/ 336 h 530"/>
                <a:gd name="T10" fmla="*/ 196 w 528"/>
                <a:gd name="T11" fmla="*/ 0 h 530"/>
                <a:gd name="T12" fmla="*/ 0 w 528"/>
                <a:gd name="T13" fmla="*/ 0 h 530"/>
              </a:gdLst>
              <a:ahLst/>
              <a:cxnLst>
                <a:cxn ang="0">
                  <a:pos x="T0" y="T1"/>
                </a:cxn>
                <a:cxn ang="0">
                  <a:pos x="T2" y="T3"/>
                </a:cxn>
                <a:cxn ang="0">
                  <a:pos x="T4" y="T5"/>
                </a:cxn>
                <a:cxn ang="0">
                  <a:pos x="T6" y="T7"/>
                </a:cxn>
                <a:cxn ang="0">
                  <a:pos x="T8" y="T9"/>
                </a:cxn>
                <a:cxn ang="0">
                  <a:pos x="T10" y="T11"/>
                </a:cxn>
                <a:cxn ang="0">
                  <a:pos x="T12" y="T13"/>
                </a:cxn>
              </a:cxnLst>
              <a:rect l="0" t="0" r="r" b="b"/>
              <a:pathLst>
                <a:path w="528" h="530">
                  <a:moveTo>
                    <a:pt x="0" y="0"/>
                  </a:moveTo>
                  <a:lnTo>
                    <a:pt x="0" y="192"/>
                  </a:lnTo>
                  <a:lnTo>
                    <a:pt x="340" y="530"/>
                  </a:lnTo>
                  <a:lnTo>
                    <a:pt x="528" y="528"/>
                  </a:lnTo>
                  <a:lnTo>
                    <a:pt x="528" y="336"/>
                  </a:lnTo>
                  <a:lnTo>
                    <a:pt x="196" y="0"/>
                  </a:lnTo>
                  <a:lnTo>
                    <a:pt x="0" y="0"/>
                  </a:lnTo>
                  <a:close/>
                </a:path>
              </a:pathLst>
            </a:cu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094" name="Freeform 70"/>
            <p:cNvSpPr/>
            <p:nvPr userDrawn="1"/>
          </p:nvSpPr>
          <p:spPr bwMode="gray">
            <a:xfrm rot="5400000">
              <a:off x="4129" y="2495"/>
              <a:ext cx="528" cy="530"/>
            </a:xfrm>
            <a:custGeom>
              <a:avLst/>
              <a:gdLst>
                <a:gd name="T0" fmla="*/ 0 w 528"/>
                <a:gd name="T1" fmla="*/ 0 h 530"/>
                <a:gd name="T2" fmla="*/ 0 w 528"/>
                <a:gd name="T3" fmla="*/ 192 h 530"/>
                <a:gd name="T4" fmla="*/ 340 w 528"/>
                <a:gd name="T5" fmla="*/ 530 h 530"/>
                <a:gd name="T6" fmla="*/ 528 w 528"/>
                <a:gd name="T7" fmla="*/ 528 h 530"/>
                <a:gd name="T8" fmla="*/ 528 w 528"/>
                <a:gd name="T9" fmla="*/ 336 h 530"/>
                <a:gd name="T10" fmla="*/ 196 w 528"/>
                <a:gd name="T11" fmla="*/ 0 h 530"/>
                <a:gd name="T12" fmla="*/ 0 w 528"/>
                <a:gd name="T13" fmla="*/ 0 h 530"/>
              </a:gdLst>
              <a:ahLst/>
              <a:cxnLst>
                <a:cxn ang="0">
                  <a:pos x="T0" y="T1"/>
                </a:cxn>
                <a:cxn ang="0">
                  <a:pos x="T2" y="T3"/>
                </a:cxn>
                <a:cxn ang="0">
                  <a:pos x="T4" y="T5"/>
                </a:cxn>
                <a:cxn ang="0">
                  <a:pos x="T6" y="T7"/>
                </a:cxn>
                <a:cxn ang="0">
                  <a:pos x="T8" y="T9"/>
                </a:cxn>
                <a:cxn ang="0">
                  <a:pos x="T10" y="T11"/>
                </a:cxn>
                <a:cxn ang="0">
                  <a:pos x="T12" y="T13"/>
                </a:cxn>
              </a:cxnLst>
              <a:rect l="0" t="0" r="r" b="b"/>
              <a:pathLst>
                <a:path w="528" h="530">
                  <a:moveTo>
                    <a:pt x="0" y="0"/>
                  </a:moveTo>
                  <a:lnTo>
                    <a:pt x="0" y="192"/>
                  </a:lnTo>
                  <a:lnTo>
                    <a:pt x="340" y="530"/>
                  </a:lnTo>
                  <a:lnTo>
                    <a:pt x="528" y="528"/>
                  </a:lnTo>
                  <a:lnTo>
                    <a:pt x="528" y="336"/>
                  </a:lnTo>
                  <a:lnTo>
                    <a:pt x="196" y="0"/>
                  </a:lnTo>
                  <a:lnTo>
                    <a:pt x="0" y="0"/>
                  </a:lnTo>
                  <a:close/>
                </a:path>
              </a:pathLst>
            </a:cu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095" name="Freeform 71"/>
            <p:cNvSpPr/>
            <p:nvPr userDrawn="1"/>
          </p:nvSpPr>
          <p:spPr bwMode="gray">
            <a:xfrm>
              <a:off x="4608" y="1920"/>
              <a:ext cx="528" cy="530"/>
            </a:xfrm>
            <a:custGeom>
              <a:avLst/>
              <a:gdLst>
                <a:gd name="T0" fmla="*/ 0 w 528"/>
                <a:gd name="T1" fmla="*/ 0 h 530"/>
                <a:gd name="T2" fmla="*/ 0 w 528"/>
                <a:gd name="T3" fmla="*/ 192 h 530"/>
                <a:gd name="T4" fmla="*/ 340 w 528"/>
                <a:gd name="T5" fmla="*/ 530 h 530"/>
                <a:gd name="T6" fmla="*/ 528 w 528"/>
                <a:gd name="T7" fmla="*/ 528 h 530"/>
                <a:gd name="T8" fmla="*/ 528 w 528"/>
                <a:gd name="T9" fmla="*/ 336 h 530"/>
                <a:gd name="T10" fmla="*/ 196 w 528"/>
                <a:gd name="T11" fmla="*/ 0 h 530"/>
                <a:gd name="T12" fmla="*/ 0 w 528"/>
                <a:gd name="T13" fmla="*/ 0 h 530"/>
              </a:gdLst>
              <a:ahLst/>
              <a:cxnLst>
                <a:cxn ang="0">
                  <a:pos x="T0" y="T1"/>
                </a:cxn>
                <a:cxn ang="0">
                  <a:pos x="T2" y="T3"/>
                </a:cxn>
                <a:cxn ang="0">
                  <a:pos x="T4" y="T5"/>
                </a:cxn>
                <a:cxn ang="0">
                  <a:pos x="T6" y="T7"/>
                </a:cxn>
                <a:cxn ang="0">
                  <a:pos x="T8" y="T9"/>
                </a:cxn>
                <a:cxn ang="0">
                  <a:pos x="T10" y="T11"/>
                </a:cxn>
                <a:cxn ang="0">
                  <a:pos x="T12" y="T13"/>
                </a:cxn>
              </a:cxnLst>
              <a:rect l="0" t="0" r="r" b="b"/>
              <a:pathLst>
                <a:path w="528" h="530">
                  <a:moveTo>
                    <a:pt x="0" y="0"/>
                  </a:moveTo>
                  <a:lnTo>
                    <a:pt x="0" y="192"/>
                  </a:lnTo>
                  <a:lnTo>
                    <a:pt x="340" y="530"/>
                  </a:lnTo>
                  <a:lnTo>
                    <a:pt x="528" y="528"/>
                  </a:lnTo>
                  <a:lnTo>
                    <a:pt x="528" y="336"/>
                  </a:lnTo>
                  <a:lnTo>
                    <a:pt x="196" y="0"/>
                  </a:lnTo>
                  <a:lnTo>
                    <a:pt x="0" y="0"/>
                  </a:lnTo>
                  <a:close/>
                </a:path>
              </a:pathLst>
            </a:cu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096" name="Freeform 72"/>
            <p:cNvSpPr/>
            <p:nvPr userDrawn="1"/>
          </p:nvSpPr>
          <p:spPr bwMode="gray">
            <a:xfrm rot="5400000">
              <a:off x="4609" y="2495"/>
              <a:ext cx="528" cy="530"/>
            </a:xfrm>
            <a:custGeom>
              <a:avLst/>
              <a:gdLst>
                <a:gd name="T0" fmla="*/ 0 w 528"/>
                <a:gd name="T1" fmla="*/ 0 h 530"/>
                <a:gd name="T2" fmla="*/ 0 w 528"/>
                <a:gd name="T3" fmla="*/ 192 h 530"/>
                <a:gd name="T4" fmla="*/ 340 w 528"/>
                <a:gd name="T5" fmla="*/ 530 h 530"/>
                <a:gd name="T6" fmla="*/ 528 w 528"/>
                <a:gd name="T7" fmla="*/ 528 h 530"/>
                <a:gd name="T8" fmla="*/ 528 w 528"/>
                <a:gd name="T9" fmla="*/ 336 h 530"/>
                <a:gd name="T10" fmla="*/ 196 w 528"/>
                <a:gd name="T11" fmla="*/ 0 h 530"/>
                <a:gd name="T12" fmla="*/ 0 w 528"/>
                <a:gd name="T13" fmla="*/ 0 h 530"/>
              </a:gdLst>
              <a:ahLst/>
              <a:cxnLst>
                <a:cxn ang="0">
                  <a:pos x="T0" y="T1"/>
                </a:cxn>
                <a:cxn ang="0">
                  <a:pos x="T2" y="T3"/>
                </a:cxn>
                <a:cxn ang="0">
                  <a:pos x="T4" y="T5"/>
                </a:cxn>
                <a:cxn ang="0">
                  <a:pos x="T6" y="T7"/>
                </a:cxn>
                <a:cxn ang="0">
                  <a:pos x="T8" y="T9"/>
                </a:cxn>
                <a:cxn ang="0">
                  <a:pos x="T10" y="T11"/>
                </a:cxn>
                <a:cxn ang="0">
                  <a:pos x="T12" y="T13"/>
                </a:cxn>
              </a:cxnLst>
              <a:rect l="0" t="0" r="r" b="b"/>
              <a:pathLst>
                <a:path w="528" h="530">
                  <a:moveTo>
                    <a:pt x="0" y="0"/>
                  </a:moveTo>
                  <a:lnTo>
                    <a:pt x="0" y="192"/>
                  </a:lnTo>
                  <a:lnTo>
                    <a:pt x="340" y="530"/>
                  </a:lnTo>
                  <a:lnTo>
                    <a:pt x="528" y="528"/>
                  </a:lnTo>
                  <a:lnTo>
                    <a:pt x="528" y="336"/>
                  </a:lnTo>
                  <a:lnTo>
                    <a:pt x="196" y="0"/>
                  </a:lnTo>
                  <a:lnTo>
                    <a:pt x="0" y="0"/>
                  </a:lnTo>
                  <a:close/>
                </a:path>
              </a:pathLst>
            </a:cu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grpSp>
      <p:sp>
        <p:nvSpPr>
          <p:cNvPr id="1104" name="Text Box 80"/>
          <p:cNvSpPr txBox="1">
            <a:spLocks noChangeArrowheads="1"/>
          </p:cNvSpPr>
          <p:nvPr/>
        </p:nvSpPr>
        <p:spPr bwMode="gray">
          <a:xfrm>
            <a:off x="3352800" y="304800"/>
            <a:ext cx="55086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Add your company slogan</a:t>
            </a:r>
            <a:endParaRPr kumimoji="0" lang="en-US" altLang="zh-CN" sz="1400" b="1"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106" name="Text Box 82"/>
          <p:cNvSpPr txBox="1">
            <a:spLocks noChangeArrowheads="1"/>
          </p:cNvSpPr>
          <p:nvPr/>
        </p:nvSpPr>
        <p:spPr bwMode="white">
          <a:xfrm>
            <a:off x="7848600" y="6172200"/>
            <a:ext cx="1066800" cy="396875"/>
          </a:xfrm>
          <a:prstGeom prst="rect">
            <a:avLst/>
          </a:prstGeom>
          <a:noFill/>
          <a:ln>
            <a:noFill/>
          </a:ln>
          <a:effectLst>
            <a:outerShdw dist="35921" dir="2700000" algn="ctr" rotWithShape="0">
              <a:schemeClr val="tx1">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1" u="none" strike="noStrike" kern="1200" cap="none" spc="0" normalizeH="0" baseline="0" noProof="0">
                <a:ln>
                  <a:noFill/>
                </a:ln>
                <a:solidFill>
                  <a:srgbClr val="D9520F"/>
                </a:solidFill>
                <a:effectLst/>
                <a:uLnTx/>
                <a:uFillTx/>
                <a:latin typeface="Arial" panose="020B0604020202020204" pitchFamily="34" charset="0"/>
                <a:ea typeface="宋体" panose="02010600030101010101" pitchFamily="2" charset="-122"/>
                <a:cs typeface="+mn-cs"/>
              </a:rPr>
              <a:t>LOGO</a:t>
            </a:r>
            <a:endParaRPr kumimoji="0" lang="en-US" altLang="zh-CN" sz="2000" b="1" i="1" u="none" strike="noStrike" kern="1200" cap="none" spc="0" normalizeH="0" baseline="0" noProof="0">
              <a:ln>
                <a:noFill/>
              </a:ln>
              <a:solidFill>
                <a:srgbClr val="D9520F"/>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Lst>
  <p:timing>
    <p:tnLst>
      <p:par>
        <p:cTn id="1" dur="indefinite" restart="never" nodeType="tmRoot"/>
      </p:par>
    </p:tnLst>
  </p:timing>
  <p:hf hdr="0" ftr="0" dt="0"/>
  <p:txStyles>
    <p:titleStyle>
      <a:lvl1pPr algn="l" rtl="0" eaLnBrk="1" fontAlgn="base" hangingPunct="1">
        <a:spcBef>
          <a:spcPct val="0"/>
        </a:spcBef>
        <a:spcAft>
          <a:spcPct val="0"/>
        </a:spcAft>
        <a:defRPr sz="2800" b="1">
          <a:solidFill>
            <a:schemeClr val="tx2"/>
          </a:solidFill>
          <a:latin typeface="+mj-lt"/>
          <a:ea typeface="+mj-ea"/>
          <a:cs typeface="+mj-cs"/>
        </a:defRPr>
      </a:lvl1pPr>
      <a:lvl2pPr algn="l" rtl="0" eaLnBrk="1" fontAlgn="base" hangingPunct="1">
        <a:spcBef>
          <a:spcPct val="0"/>
        </a:spcBef>
        <a:spcAft>
          <a:spcPct val="0"/>
        </a:spcAft>
        <a:defRPr sz="2800" b="1">
          <a:solidFill>
            <a:schemeClr val="tx2"/>
          </a:solidFill>
          <a:latin typeface="Arial" panose="020B0604020202020204" pitchFamily="34" charset="0"/>
        </a:defRPr>
      </a:lvl2pPr>
      <a:lvl3pPr algn="l" rtl="0" eaLnBrk="1" fontAlgn="base" hangingPunct="1">
        <a:spcBef>
          <a:spcPct val="0"/>
        </a:spcBef>
        <a:spcAft>
          <a:spcPct val="0"/>
        </a:spcAft>
        <a:defRPr sz="2800" b="1">
          <a:solidFill>
            <a:schemeClr val="tx2"/>
          </a:solidFill>
          <a:latin typeface="Arial" panose="020B0604020202020204" pitchFamily="34" charset="0"/>
        </a:defRPr>
      </a:lvl3pPr>
      <a:lvl4pPr algn="l" rtl="0" eaLnBrk="1" fontAlgn="base" hangingPunct="1">
        <a:spcBef>
          <a:spcPct val="0"/>
        </a:spcBef>
        <a:spcAft>
          <a:spcPct val="0"/>
        </a:spcAft>
        <a:defRPr sz="2800" b="1">
          <a:solidFill>
            <a:schemeClr val="tx2"/>
          </a:solidFill>
          <a:latin typeface="Arial" panose="020B0604020202020204" pitchFamily="34" charset="0"/>
        </a:defRPr>
      </a:lvl4pPr>
      <a:lvl5pPr algn="l" rtl="0" eaLnBrk="1" fontAlgn="base" hangingPunct="1">
        <a:spcBef>
          <a:spcPct val="0"/>
        </a:spcBef>
        <a:spcAft>
          <a:spcPct val="0"/>
        </a:spcAft>
        <a:defRPr sz="2800" b="1">
          <a:solidFill>
            <a:schemeClr val="tx2"/>
          </a:solidFill>
          <a:latin typeface="Arial" panose="020B0604020202020204" pitchFamily="34" charset="0"/>
        </a:defRPr>
      </a:lvl5pPr>
      <a:lvl6pPr marL="457200" algn="l" rtl="0" eaLnBrk="1" fontAlgn="base" hangingPunct="1">
        <a:spcBef>
          <a:spcPct val="0"/>
        </a:spcBef>
        <a:spcAft>
          <a:spcPct val="0"/>
        </a:spcAft>
        <a:defRPr sz="2800" b="1">
          <a:solidFill>
            <a:schemeClr val="tx2"/>
          </a:solidFill>
          <a:latin typeface="Arial" panose="020B0604020202020204" pitchFamily="34" charset="0"/>
        </a:defRPr>
      </a:lvl6pPr>
      <a:lvl7pPr marL="914400" algn="l" rtl="0" eaLnBrk="1" fontAlgn="base" hangingPunct="1">
        <a:spcBef>
          <a:spcPct val="0"/>
        </a:spcBef>
        <a:spcAft>
          <a:spcPct val="0"/>
        </a:spcAft>
        <a:defRPr sz="2800" b="1">
          <a:solidFill>
            <a:schemeClr val="tx2"/>
          </a:solidFill>
          <a:latin typeface="Arial" panose="020B0604020202020204" pitchFamily="34" charset="0"/>
        </a:defRPr>
      </a:lvl7pPr>
      <a:lvl8pPr marL="1371600" algn="l" rtl="0" eaLnBrk="1" fontAlgn="base" hangingPunct="1">
        <a:spcBef>
          <a:spcPct val="0"/>
        </a:spcBef>
        <a:spcAft>
          <a:spcPct val="0"/>
        </a:spcAft>
        <a:defRPr sz="2800" b="1">
          <a:solidFill>
            <a:schemeClr val="tx2"/>
          </a:solidFill>
          <a:latin typeface="Arial" panose="020B0604020202020204" pitchFamily="34" charset="0"/>
        </a:defRPr>
      </a:lvl8pPr>
      <a:lvl9pPr marL="1828800" algn="l" rtl="0" eaLnBrk="1" fontAlgn="base" hangingPunct="1">
        <a:spcBef>
          <a:spcPct val="0"/>
        </a:spcBef>
        <a:spcAft>
          <a:spcPct val="0"/>
        </a:spcAft>
        <a:defRPr sz="2800" b="1">
          <a:solidFill>
            <a:schemeClr val="tx2"/>
          </a:solidFill>
          <a:latin typeface="Arial" panose="020B0604020202020204" pitchFamily="34" charset="0"/>
        </a:defRPr>
      </a:lvl9pPr>
    </p:titleStyle>
    <p:bodyStyle>
      <a:lvl1pPr marL="342900" indent="-342900" algn="l" rtl="0" eaLnBrk="1" fontAlgn="base" hangingPunct="1">
        <a:spcBef>
          <a:spcPct val="20000"/>
        </a:spcBef>
        <a:spcAft>
          <a:spcPct val="0"/>
        </a:spcAft>
        <a:buClr>
          <a:schemeClr val="tx2"/>
        </a:buClr>
        <a:buFont typeface="Wingdings" panose="05000000000000000000" pitchFamily="2" charset="2"/>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400">
          <a:solidFill>
            <a:schemeClr val="tx1"/>
          </a:solidFill>
          <a:latin typeface="+mn-lt"/>
        </a:defRPr>
      </a:lvl2pPr>
      <a:lvl3pPr marL="1143000" indent="-228600" algn="l" rtl="0" eaLnBrk="1" fontAlgn="base" hangingPunct="1">
        <a:spcBef>
          <a:spcPct val="20000"/>
        </a:spcBef>
        <a:spcAft>
          <a:spcPct val="0"/>
        </a:spcAft>
        <a:buClr>
          <a:schemeClr val="tx1"/>
        </a:buClr>
        <a:buChar char="•"/>
        <a:defRPr sz="2000">
          <a:solidFill>
            <a:schemeClr val="tx1"/>
          </a:solidFill>
          <a:latin typeface="+mn-lt"/>
        </a:defRPr>
      </a:lvl3pPr>
      <a:lvl4pPr marL="1600200" indent="-228600" algn="l" rtl="0" eaLnBrk="1" fontAlgn="base" hangingPunct="1">
        <a:spcBef>
          <a:spcPct val="20000"/>
        </a:spcBef>
        <a:spcAft>
          <a:spcPct val="0"/>
        </a:spcAft>
        <a:buChar char="–"/>
        <a:defRPr>
          <a:solidFill>
            <a:schemeClr val="tx1"/>
          </a:solidFill>
          <a:latin typeface="+mn-lt"/>
        </a:defRPr>
      </a:lvl4pPr>
      <a:lvl5pPr marL="2057400" indent="-228600" algn="l" rtl="0" eaLnBrk="1" fontAlgn="base" hangingPunct="1">
        <a:spcBef>
          <a:spcPct val="20000"/>
        </a:spcBef>
        <a:spcAft>
          <a:spcPct val="0"/>
        </a:spcAft>
        <a:buChar char="»"/>
        <a:defRPr>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9.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0.w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4.wmf"/><Relationship Id="rId7" Type="http://schemas.openxmlformats.org/officeDocument/2006/relationships/oleObject" Target="../embeddings/oleObject5.bin"/><Relationship Id="rId6" Type="http://schemas.openxmlformats.org/officeDocument/2006/relationships/image" Target="../media/image13.wmf"/><Relationship Id="rId5" Type="http://schemas.openxmlformats.org/officeDocument/2006/relationships/oleObject" Target="../embeddings/oleObject4.bin"/><Relationship Id="rId4" Type="http://schemas.openxmlformats.org/officeDocument/2006/relationships/image" Target="../media/image12.wmf"/><Relationship Id="rId3" Type="http://schemas.openxmlformats.org/officeDocument/2006/relationships/oleObject" Target="../embeddings/oleObject3.bin"/><Relationship Id="rId2" Type="http://schemas.openxmlformats.org/officeDocument/2006/relationships/image" Target="../media/image11.wmf"/><Relationship Id="rId11" Type="http://schemas.openxmlformats.org/officeDocument/2006/relationships/notesSlide" Target="../notesSlides/notesSlide5.xml"/><Relationship Id="rId10" Type="http://schemas.openxmlformats.org/officeDocument/2006/relationships/vmlDrawing" Target="../drawings/vmlDrawing2.vml"/><Relationship Id="rId1"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16.wmf"/><Relationship Id="rId3" Type="http://schemas.openxmlformats.org/officeDocument/2006/relationships/oleObject" Target="../embeddings/oleObject7.bin"/><Relationship Id="rId2" Type="http://schemas.openxmlformats.org/officeDocument/2006/relationships/image" Target="../media/image15.wmf"/><Relationship Id="rId1" Type="http://schemas.openxmlformats.org/officeDocument/2006/relationships/oleObject" Target="../embeddings/oleObject6.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7.wmf"/><Relationship Id="rId1" Type="http://schemas.openxmlformats.org/officeDocument/2006/relationships/oleObject" Target="../embeddings/Document1.doc"/></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vmlDrawing" Target="../drawings/vmlDrawing5.vml"/><Relationship Id="rId7" Type="http://schemas.openxmlformats.org/officeDocument/2006/relationships/slideLayout" Target="../slideLayouts/slideLayout13.xml"/><Relationship Id="rId6" Type="http://schemas.openxmlformats.org/officeDocument/2006/relationships/oleObject" Target="../embeddings/oleObject11.bin"/><Relationship Id="rId5" Type="http://schemas.openxmlformats.org/officeDocument/2006/relationships/oleObject" Target="../embeddings/oleObject10.bin"/><Relationship Id="rId4" Type="http://schemas.openxmlformats.org/officeDocument/2006/relationships/image" Target="../media/image19.wmf"/><Relationship Id="rId3" Type="http://schemas.openxmlformats.org/officeDocument/2006/relationships/oleObject" Target="../embeddings/oleObject9.bin"/><Relationship Id="rId2" Type="http://schemas.openxmlformats.org/officeDocument/2006/relationships/image" Target="../media/image18.wmf"/><Relationship Id="rId1" Type="http://schemas.openxmlformats.org/officeDocument/2006/relationships/oleObject" Target="../embeddings/oleObject8.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21.wmf"/><Relationship Id="rId3" Type="http://schemas.openxmlformats.org/officeDocument/2006/relationships/oleObject" Target="../embeddings/oleObject13.bin"/><Relationship Id="rId2" Type="http://schemas.openxmlformats.org/officeDocument/2006/relationships/image" Target="../media/image20.wmf"/><Relationship Id="rId1" Type="http://schemas.openxmlformats.org/officeDocument/2006/relationships/oleObject" Target="../embeddings/oleObject12.bin"/></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7.wmf"/><Relationship Id="rId7" Type="http://schemas.openxmlformats.org/officeDocument/2006/relationships/oleObject" Target="../embeddings/oleObject17.bin"/><Relationship Id="rId6" Type="http://schemas.openxmlformats.org/officeDocument/2006/relationships/image" Target="../media/image26.wmf"/><Relationship Id="rId5" Type="http://schemas.openxmlformats.org/officeDocument/2006/relationships/oleObject" Target="../embeddings/oleObject16.bin"/><Relationship Id="rId4" Type="http://schemas.openxmlformats.org/officeDocument/2006/relationships/image" Target="../media/image25.wmf"/><Relationship Id="rId3" Type="http://schemas.openxmlformats.org/officeDocument/2006/relationships/oleObject" Target="../embeddings/oleObject15.bin"/><Relationship Id="rId2" Type="http://schemas.openxmlformats.org/officeDocument/2006/relationships/image" Target="../media/image24.wmf"/><Relationship Id="rId11" Type="http://schemas.openxmlformats.org/officeDocument/2006/relationships/notesSlide" Target="../notesSlides/notesSlide14.xml"/><Relationship Id="rId10" Type="http://schemas.openxmlformats.org/officeDocument/2006/relationships/vmlDrawing" Target="../drawings/vmlDrawing7.vml"/><Relationship Id="rId1" Type="http://schemas.openxmlformats.org/officeDocument/2006/relationships/oleObject" Target="../embeddings/oleObject14.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28.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29.wmf"/><Relationship Id="rId1" Type="http://schemas.openxmlformats.org/officeDocument/2006/relationships/oleObject" Target="../embeddings/oleObject18.bin"/></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53.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35.wmf"/><Relationship Id="rId1" Type="http://schemas.openxmlformats.org/officeDocument/2006/relationships/oleObject" Target="../embeddings/oleObject19.bin"/></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38.jpe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1.jpe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jpe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7.jpeg"/><Relationship Id="rId1" Type="http://schemas.openxmlformats.org/officeDocument/2006/relationships/image" Target="../media/image46.jpe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jpe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jpe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jpe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jpeg"/></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3.jpeg"/><Relationship Id="rId1" Type="http://schemas.openxmlformats.org/officeDocument/2006/relationships/image" Target="../media/image52.jpe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1.xml"/><Relationship Id="rId1" Type="http://schemas.openxmlformats.org/officeDocument/2006/relationships/image" Target="../media/image54.jpe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ags" Target="../tags/tag2.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ags" Target="../tags/tag3.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ags" Target="../tags/tag4.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ags" Target="../tags/tag5.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ags" Target="../tags/tag6.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tags" Target="../tags/tag7.xml"/></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8.xml"/><Relationship Id="rId1" Type="http://schemas.openxmlformats.org/officeDocument/2006/relationships/chart" Target="../charts/chart1.xml"/></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0.xml"/><Relationship Id="rId1" Type="http://schemas.openxmlformats.org/officeDocument/2006/relationships/tags" Target="../tags/tag9.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0.xml"/><Relationship Id="rId1" Type="http://schemas.openxmlformats.org/officeDocument/2006/relationships/chart" Target="../charts/chart2.xml"/></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0.xml"/><Relationship Id="rId1" Type="http://schemas.openxmlformats.org/officeDocument/2006/relationships/tags" Target="../tags/tag10.xml"/></Relationships>
</file>

<file path=ppt/slides/_rels/slide106.xml.rels><?xml version="1.0" encoding="UTF-8" standalone="yes"?>
<Relationships xmlns="http://schemas.openxmlformats.org/package/2006/relationships"><Relationship Id="rId7" Type="http://schemas.openxmlformats.org/officeDocument/2006/relationships/slideLayout" Target="../slideLayouts/slideLayout30.xml"/><Relationship Id="rId6" Type="http://schemas.openxmlformats.org/officeDocument/2006/relationships/tags" Target="../tags/tag11.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内容占位符 2"/>
          <p:cNvSpPr>
            <a:spLocks noGrp="1" noChangeArrowheads="1"/>
          </p:cNvSpPr>
          <p:nvPr>
            <p:ph idx="1"/>
          </p:nvPr>
        </p:nvSpPr>
        <p:spPr>
          <a:xfrm>
            <a:off x="0" y="1346200"/>
            <a:ext cx="9144000" cy="5207000"/>
          </a:xfrm>
        </p:spPr>
        <p:txBody>
          <a:bodyPr/>
          <a:lstStyle/>
          <a:p>
            <a:r>
              <a:rPr lang="en-US" altLang="zh-CN" sz="3000" dirty="0"/>
              <a:t>2019</a:t>
            </a:r>
            <a:r>
              <a:rPr lang="zh-CN" altLang="en-US" sz="3000" dirty="0"/>
              <a:t>年</a:t>
            </a:r>
            <a:r>
              <a:rPr lang="en-US" altLang="zh-CN" sz="3000" dirty="0"/>
              <a:t>10</a:t>
            </a:r>
            <a:r>
              <a:rPr lang="zh-CN" altLang="en-US" sz="3000" dirty="0"/>
              <a:t>月</a:t>
            </a:r>
            <a:r>
              <a:rPr lang="en-US" altLang="zh-CN" sz="3000" dirty="0" smtClean="0"/>
              <a:t>10</a:t>
            </a:r>
            <a:r>
              <a:rPr lang="zh-CN" altLang="en-US" sz="3000" dirty="0" smtClean="0"/>
              <a:t>日晚</a:t>
            </a:r>
            <a:r>
              <a:rPr lang="en-US" altLang="zh-CN" sz="3000" dirty="0"/>
              <a:t>18:10</a:t>
            </a:r>
            <a:r>
              <a:rPr lang="zh-CN" altLang="en-US" sz="3000" dirty="0"/>
              <a:t>左右，江苏省无锡市锡山区</a:t>
            </a:r>
            <a:r>
              <a:rPr lang="en-US" altLang="zh-CN" sz="3000" dirty="0"/>
              <a:t>312</a:t>
            </a:r>
            <a:r>
              <a:rPr lang="zh-CN" altLang="en-US" sz="3000" dirty="0"/>
              <a:t>国道上海方向</a:t>
            </a:r>
            <a:r>
              <a:rPr lang="en-US" altLang="zh-CN" sz="3000" dirty="0"/>
              <a:t>K135</a:t>
            </a:r>
            <a:r>
              <a:rPr lang="zh-CN" altLang="en-US" sz="3000" dirty="0"/>
              <a:t>处、锡港路上跨桥出现桥面侧翻。截至</a:t>
            </a:r>
            <a:r>
              <a:rPr lang="en-US" altLang="zh-CN" sz="3000" dirty="0"/>
              <a:t>2019</a:t>
            </a:r>
            <a:r>
              <a:rPr lang="zh-CN" altLang="en-US" sz="3000" dirty="0"/>
              <a:t>年</a:t>
            </a:r>
            <a:r>
              <a:rPr lang="en-US" altLang="zh-CN" sz="3000" dirty="0"/>
              <a:t>10</a:t>
            </a:r>
            <a:r>
              <a:rPr lang="zh-CN" altLang="en-US" sz="3000" dirty="0"/>
              <a:t>月</a:t>
            </a:r>
            <a:r>
              <a:rPr lang="en-US" altLang="zh-CN" sz="3000" dirty="0"/>
              <a:t>11</a:t>
            </a:r>
            <a:r>
              <a:rPr lang="zh-CN" altLang="en-US" sz="3000" dirty="0"/>
              <a:t>日</a:t>
            </a:r>
            <a:r>
              <a:rPr lang="en-US" altLang="zh-CN" sz="3000" dirty="0"/>
              <a:t>5</a:t>
            </a:r>
            <a:r>
              <a:rPr lang="zh-CN" altLang="en-US" sz="3000" dirty="0"/>
              <a:t>时，事故共造成</a:t>
            </a:r>
            <a:r>
              <a:rPr lang="en-US" altLang="zh-CN" sz="3000" dirty="0"/>
              <a:t>3</a:t>
            </a:r>
            <a:r>
              <a:rPr lang="zh-CN" altLang="en-US" sz="3000" dirty="0"/>
              <a:t>人死亡，</a:t>
            </a:r>
            <a:r>
              <a:rPr lang="en-US" altLang="zh-CN" sz="3000" dirty="0"/>
              <a:t>2</a:t>
            </a:r>
            <a:r>
              <a:rPr lang="zh-CN" altLang="en-US" sz="3000" dirty="0"/>
              <a:t>人</a:t>
            </a:r>
            <a:r>
              <a:rPr lang="zh-CN" altLang="en-US" sz="3000" dirty="0" smtClean="0"/>
              <a:t>受伤。</a:t>
            </a:r>
            <a:endParaRPr lang="en-US" altLang="zh-CN" sz="3000" dirty="0"/>
          </a:p>
        </p:txBody>
      </p:sp>
      <p:sp>
        <p:nvSpPr>
          <p:cNvPr id="3" name="标题 2"/>
          <p:cNvSpPr>
            <a:spLocks noGrp="1"/>
          </p:cNvSpPr>
          <p:nvPr>
            <p:ph type="title"/>
          </p:nvPr>
        </p:nvSpPr>
        <p:spPr/>
        <p:txBody>
          <a:bodyPr/>
          <a:lstStyle/>
          <a:p>
            <a:r>
              <a:rPr lang="zh-CN" altLang="en-US" dirty="0"/>
              <a:t>无锡高架桥侧翻事件</a:t>
            </a:r>
            <a:endParaRPr lang="zh-CN" altLang="en-US" dirty="0"/>
          </a:p>
        </p:txBody>
      </p:sp>
      <p:pic>
        <p:nvPicPr>
          <p:cNvPr id="2" name="图片 1"/>
          <p:cNvPicPr>
            <a:picLocks noChangeAspect="1"/>
          </p:cNvPicPr>
          <p:nvPr/>
        </p:nvPicPr>
        <p:blipFill>
          <a:blip r:embed="rId1"/>
          <a:stretch>
            <a:fillRect/>
          </a:stretch>
        </p:blipFill>
        <p:spPr>
          <a:xfrm>
            <a:off x="4475453" y="3424551"/>
            <a:ext cx="4617055" cy="3078037"/>
          </a:xfrm>
          <a:prstGeom prst="rect">
            <a:avLst/>
          </a:prstGeom>
          <a:ln>
            <a:noFill/>
          </a:ln>
          <a:effectLst>
            <a:softEdge rad="112500"/>
          </a:effectLst>
        </p:spPr>
      </p:pic>
      <p:pic>
        <p:nvPicPr>
          <p:cNvPr id="5" name="图片 4"/>
          <p:cNvPicPr>
            <a:picLocks noChangeAspect="1"/>
          </p:cNvPicPr>
          <p:nvPr/>
        </p:nvPicPr>
        <p:blipFill>
          <a:blip r:embed="rId2"/>
          <a:stretch>
            <a:fillRect/>
          </a:stretch>
        </p:blipFill>
        <p:spPr>
          <a:xfrm>
            <a:off x="51492" y="3424552"/>
            <a:ext cx="4346575" cy="3078036"/>
          </a:xfrm>
          <a:prstGeom prst="rect">
            <a:avLst/>
          </a:prstGeom>
          <a:ln>
            <a:noFill/>
          </a:ln>
          <a:effectLst>
            <a:softEdge rad="112500"/>
          </a:effectLst>
        </p:spPr>
      </p:pic>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无锡高架桥侧翻事件</a:t>
            </a:r>
            <a:endParaRPr lang="zh-CN" altLang="en-US" dirty="0"/>
          </a:p>
        </p:txBody>
      </p:sp>
      <p:sp>
        <p:nvSpPr>
          <p:cNvPr id="4" name="内容占位符 3"/>
          <p:cNvSpPr>
            <a:spLocks noGrp="1"/>
          </p:cNvSpPr>
          <p:nvPr>
            <p:ph idx="1"/>
          </p:nvPr>
        </p:nvSpPr>
        <p:spPr/>
        <p:txBody>
          <a:bodyPr/>
          <a:lstStyle/>
          <a:p>
            <a:r>
              <a:rPr lang="zh-CN" altLang="en-US" sz="3000" b="1" dirty="0" smtClean="0">
                <a:solidFill>
                  <a:srgbClr val="C00000"/>
                </a:solidFill>
                <a:effectLst>
                  <a:outerShdw blurRad="38100" dist="38100" dir="2700000" algn="tl">
                    <a:srgbClr val="000000">
                      <a:alpha val="43137"/>
                    </a:srgbClr>
                  </a:outerShdw>
                </a:effectLst>
              </a:rPr>
              <a:t>事故分析</a:t>
            </a:r>
            <a:endParaRPr lang="en-US" altLang="zh-CN" sz="3000" b="1" dirty="0" smtClean="0">
              <a:solidFill>
                <a:srgbClr val="C00000"/>
              </a:solidFill>
              <a:effectLst>
                <a:outerShdw blurRad="38100" dist="38100" dir="2700000" algn="tl">
                  <a:srgbClr val="000000">
                    <a:alpha val="43137"/>
                  </a:srgbClr>
                </a:outerShdw>
              </a:effectLst>
            </a:endParaRPr>
          </a:p>
          <a:p>
            <a:pPr lvl="1">
              <a:spcBef>
                <a:spcPts val="600"/>
              </a:spcBef>
              <a:spcAft>
                <a:spcPts val="600"/>
              </a:spcAft>
            </a:pPr>
            <a:r>
              <a:rPr lang="zh-CN" altLang="en-US" dirty="0"/>
              <a:t>此次发生上部结构梁体侧翻的是锡港路上跨桥南侧</a:t>
            </a:r>
            <a:r>
              <a:rPr lang="en-US" altLang="zh-CN" dirty="0"/>
              <a:t>B</a:t>
            </a:r>
            <a:r>
              <a:rPr lang="zh-CN" altLang="en-US" dirty="0"/>
              <a:t>桥，全长</a:t>
            </a:r>
            <a:r>
              <a:rPr lang="en-US" altLang="zh-CN" dirty="0"/>
              <a:t>82</a:t>
            </a:r>
            <a:r>
              <a:rPr lang="zh-CN" altLang="en-US" dirty="0"/>
              <a:t>米，宽度</a:t>
            </a:r>
            <a:r>
              <a:rPr lang="en-US" altLang="zh-CN" dirty="0"/>
              <a:t>9.5</a:t>
            </a:r>
            <a:r>
              <a:rPr lang="zh-CN" altLang="en-US" dirty="0"/>
              <a:t>米</a:t>
            </a:r>
            <a:r>
              <a:rPr lang="zh-CN" altLang="en-US" dirty="0" smtClean="0"/>
              <a:t>。</a:t>
            </a:r>
            <a:endParaRPr lang="en-US" altLang="zh-CN" dirty="0" smtClean="0"/>
          </a:p>
          <a:p>
            <a:pPr lvl="1">
              <a:spcBef>
                <a:spcPts val="600"/>
              </a:spcBef>
              <a:spcAft>
                <a:spcPts val="600"/>
              </a:spcAft>
            </a:pPr>
            <a:r>
              <a:rPr lang="zh-CN" altLang="en-US" dirty="0" smtClean="0"/>
              <a:t>该桥于</a:t>
            </a:r>
            <a:r>
              <a:rPr lang="en-US" altLang="zh-CN" dirty="0"/>
              <a:t>2005</a:t>
            </a:r>
            <a:r>
              <a:rPr lang="zh-CN" altLang="en-US" dirty="0"/>
              <a:t>年</a:t>
            </a:r>
            <a:r>
              <a:rPr lang="en-US" altLang="zh-CN" dirty="0"/>
              <a:t>5</a:t>
            </a:r>
            <a:r>
              <a:rPr lang="zh-CN" altLang="en-US" dirty="0"/>
              <a:t>月开工建设，</a:t>
            </a:r>
            <a:r>
              <a:rPr lang="en-US" altLang="zh-CN" dirty="0"/>
              <a:t>2007</a:t>
            </a:r>
            <a:r>
              <a:rPr lang="zh-CN" altLang="en-US" dirty="0"/>
              <a:t>年</a:t>
            </a:r>
            <a:r>
              <a:rPr lang="en-US" altLang="zh-CN" dirty="0"/>
              <a:t>11</a:t>
            </a:r>
            <a:r>
              <a:rPr lang="zh-CN" altLang="en-US" dirty="0"/>
              <a:t>月通过竣工验收</a:t>
            </a:r>
            <a:r>
              <a:rPr lang="zh-CN" altLang="en-US" dirty="0" smtClean="0"/>
              <a:t>。</a:t>
            </a:r>
            <a:endParaRPr lang="en-US" altLang="zh-CN" dirty="0" smtClean="0"/>
          </a:p>
          <a:p>
            <a:pPr lvl="1">
              <a:spcBef>
                <a:spcPts val="600"/>
              </a:spcBef>
              <a:spcAft>
                <a:spcPts val="600"/>
              </a:spcAft>
            </a:pPr>
            <a:r>
              <a:rPr lang="zh-CN" altLang="en-US" dirty="0" smtClean="0"/>
              <a:t>经调查，</a:t>
            </a:r>
            <a:r>
              <a:rPr lang="zh-CN" altLang="en-US" dirty="0"/>
              <a:t>该桥梁体完整，未见折断，未见跨中和墩顶严重横向开裂现象，</a:t>
            </a:r>
            <a:r>
              <a:rPr lang="zh-CN" altLang="en-US" dirty="0" smtClean="0"/>
              <a:t>设计符合设计期相关规范要求。</a:t>
            </a:r>
            <a:endParaRPr lang="en-US" altLang="zh-CN" dirty="0" smtClean="0"/>
          </a:p>
          <a:p>
            <a:pPr lvl="1">
              <a:spcBef>
                <a:spcPts val="600"/>
              </a:spcBef>
              <a:spcAft>
                <a:spcPts val="600"/>
              </a:spcAft>
            </a:pPr>
            <a:r>
              <a:rPr lang="zh-CN" altLang="en-US" dirty="0" smtClean="0">
                <a:solidFill>
                  <a:srgbClr val="800000"/>
                </a:solidFill>
              </a:rPr>
              <a:t>事故原因初步分析为半挂牵引车严重超载导致桥梁发生侧翻，货车应载</a:t>
            </a:r>
            <a:r>
              <a:rPr lang="en-US" altLang="zh-CN" dirty="0">
                <a:solidFill>
                  <a:srgbClr val="800000"/>
                </a:solidFill>
              </a:rPr>
              <a:t>65</a:t>
            </a:r>
            <a:r>
              <a:rPr lang="zh-CN" altLang="en-US" dirty="0">
                <a:solidFill>
                  <a:srgbClr val="800000"/>
                </a:solidFill>
              </a:rPr>
              <a:t>吨，实载</a:t>
            </a:r>
            <a:r>
              <a:rPr lang="en-US" altLang="zh-CN" dirty="0">
                <a:solidFill>
                  <a:srgbClr val="800000"/>
                </a:solidFill>
              </a:rPr>
              <a:t>187</a:t>
            </a:r>
            <a:r>
              <a:rPr lang="zh-CN" altLang="en-US" dirty="0" smtClean="0">
                <a:solidFill>
                  <a:srgbClr val="800000"/>
                </a:solidFill>
              </a:rPr>
              <a:t>吨，严重超载。</a:t>
            </a:r>
            <a:endParaRPr lang="en-US" altLang="zh-CN" dirty="0">
              <a:solidFill>
                <a:srgbClr val="800000"/>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内容占位符 2"/>
          <p:cNvSpPr>
            <a:spLocks noGrp="1" noChangeArrowheads="1"/>
          </p:cNvSpPr>
          <p:nvPr>
            <p:ph idx="1"/>
          </p:nvPr>
        </p:nvSpPr>
        <p:spPr>
          <a:xfrm>
            <a:off x="0" y="1346200"/>
            <a:ext cx="9144000" cy="5207000"/>
          </a:xfrm>
        </p:spPr>
        <p:txBody>
          <a:bodyPr/>
          <a:lstStyle/>
          <a:p>
            <a:r>
              <a:rPr lang="en-US" altLang="zh-CN" sz="2800" dirty="0" smtClean="0"/>
              <a:t>2009</a:t>
            </a:r>
            <a:r>
              <a:rPr lang="zh-CN" altLang="en-US" sz="2800" dirty="0" smtClean="0"/>
              <a:t>年</a:t>
            </a:r>
            <a:r>
              <a:rPr lang="en-US" altLang="zh-CN" sz="2800" dirty="0" smtClean="0"/>
              <a:t>4</a:t>
            </a:r>
            <a:r>
              <a:rPr lang="zh-CN" altLang="en-US" sz="2800" dirty="0" smtClean="0"/>
              <a:t>月</a:t>
            </a:r>
            <a:r>
              <a:rPr lang="en-US" altLang="zh-CN" sz="2800" dirty="0" smtClean="0"/>
              <a:t>12</a:t>
            </a:r>
            <a:r>
              <a:rPr lang="zh-CN" altLang="en-US" sz="2800" dirty="0" smtClean="0"/>
              <a:t>日，河南省漯河市的一辆重型拖挂货车压垮</a:t>
            </a:r>
            <a:r>
              <a:rPr lang="en-US" altLang="zh-CN" sz="2800" dirty="0" smtClean="0"/>
              <a:t>107</a:t>
            </a:r>
            <a:r>
              <a:rPr lang="zh-CN" altLang="en-US" sz="2800" dirty="0" smtClean="0"/>
              <a:t>国道澧</a:t>
            </a:r>
            <a:r>
              <a:rPr lang="zh-CN" altLang="en-US" sz="2800" dirty="0"/>
              <a:t>河</a:t>
            </a:r>
            <a:r>
              <a:rPr lang="zh-CN" altLang="en-US" sz="2800" dirty="0" smtClean="0"/>
              <a:t>桥。</a:t>
            </a:r>
            <a:endParaRPr lang="en-US" altLang="zh-CN" sz="2800" dirty="0" smtClean="0"/>
          </a:p>
          <a:p>
            <a:r>
              <a:rPr lang="zh-CN" altLang="en-US" sz="2800" dirty="0" smtClean="0"/>
              <a:t>对</a:t>
            </a:r>
            <a:r>
              <a:rPr lang="zh-CN" altLang="en-US" sz="2800" dirty="0"/>
              <a:t>事故车的检测表明，该货车主车重达</a:t>
            </a:r>
            <a:r>
              <a:rPr lang="en-US" altLang="zh-CN" sz="2800" dirty="0"/>
              <a:t>96</a:t>
            </a:r>
            <a:r>
              <a:rPr lang="zh-CN" altLang="en-US" sz="2800" dirty="0"/>
              <a:t>吨，挂车载货量约</a:t>
            </a:r>
            <a:r>
              <a:rPr lang="en-US" altLang="zh-CN" sz="2800" dirty="0"/>
              <a:t>150</a:t>
            </a:r>
            <a:r>
              <a:rPr lang="zh-CN" altLang="en-US" sz="2800" dirty="0"/>
              <a:t>吨，加上车身自重，总重约</a:t>
            </a:r>
            <a:r>
              <a:rPr lang="en-US" altLang="zh-CN" sz="2800" dirty="0"/>
              <a:t>260</a:t>
            </a:r>
            <a:r>
              <a:rPr lang="zh-CN" altLang="en-US" sz="2800" dirty="0"/>
              <a:t>吨，属严重超载</a:t>
            </a:r>
            <a:r>
              <a:rPr lang="zh-CN" altLang="en-US" sz="2800" dirty="0" smtClean="0"/>
              <a:t>。据</a:t>
            </a:r>
            <a:r>
              <a:rPr lang="zh-CN" altLang="en-US" sz="2800" dirty="0"/>
              <a:t>豫治超办文件规定，严禁车货总量</a:t>
            </a:r>
            <a:r>
              <a:rPr lang="en-US" altLang="zh-CN" sz="2800" dirty="0"/>
              <a:t>55</a:t>
            </a:r>
            <a:r>
              <a:rPr lang="zh-CN" altLang="en-US" sz="2800" dirty="0"/>
              <a:t>吨以上的车辆行驶公路和</a:t>
            </a:r>
            <a:r>
              <a:rPr lang="zh-CN" altLang="en-US" sz="2800" dirty="0" smtClean="0"/>
              <a:t>桥梁。</a:t>
            </a:r>
            <a:endParaRPr lang="en-US" altLang="zh-CN" sz="2800" dirty="0"/>
          </a:p>
        </p:txBody>
      </p:sp>
      <p:sp>
        <p:nvSpPr>
          <p:cNvPr id="3" name="标题 2"/>
          <p:cNvSpPr>
            <a:spLocks noGrp="1"/>
          </p:cNvSpPr>
          <p:nvPr>
            <p:ph type="title"/>
          </p:nvPr>
        </p:nvSpPr>
        <p:spPr/>
        <p:txBody>
          <a:bodyPr/>
          <a:lstStyle/>
          <a:p>
            <a:r>
              <a:rPr lang="zh-CN" altLang="en-US" dirty="0"/>
              <a:t>类似</a:t>
            </a:r>
            <a:r>
              <a:rPr lang="zh-CN" altLang="en-US" dirty="0" smtClean="0"/>
              <a:t>事故之一</a:t>
            </a:r>
            <a:endParaRPr lang="zh-CN" altLang="en-US" dirty="0"/>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43781" y="4047511"/>
            <a:ext cx="6656438" cy="2486025"/>
          </a:xfrm>
          <a:prstGeom prst="rect">
            <a:avLst/>
          </a:prstGeom>
          <a:ln>
            <a:noFill/>
          </a:ln>
          <a:effectLst>
            <a:softEdge rad="112500"/>
          </a:effectLst>
        </p:spPr>
      </p:pic>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内容占位符 2"/>
          <p:cNvSpPr>
            <a:spLocks noGrp="1" noChangeArrowheads="1"/>
          </p:cNvSpPr>
          <p:nvPr>
            <p:ph idx="1"/>
          </p:nvPr>
        </p:nvSpPr>
        <p:spPr>
          <a:xfrm>
            <a:off x="0" y="1346200"/>
            <a:ext cx="9144000" cy="5207000"/>
          </a:xfrm>
        </p:spPr>
        <p:txBody>
          <a:bodyPr/>
          <a:lstStyle/>
          <a:p>
            <a:r>
              <a:rPr lang="en-US" altLang="zh-CN" sz="2800" dirty="0"/>
              <a:t>2011</a:t>
            </a:r>
            <a:r>
              <a:rPr lang="zh-CN" altLang="en-US" sz="2800" dirty="0"/>
              <a:t>年</a:t>
            </a:r>
            <a:r>
              <a:rPr lang="en-US" altLang="zh-CN" sz="2800" dirty="0"/>
              <a:t>7</a:t>
            </a:r>
            <a:r>
              <a:rPr lang="zh-CN" altLang="en-US" sz="2800" dirty="0"/>
              <a:t>月</a:t>
            </a:r>
            <a:r>
              <a:rPr lang="en-US" altLang="zh-CN" sz="2800" dirty="0"/>
              <a:t>19</a:t>
            </a:r>
            <a:r>
              <a:rPr lang="zh-CN" altLang="en-US" sz="2800" dirty="0"/>
              <a:t>日，北京一辆重型半挂牵引车运载沙石料时</a:t>
            </a:r>
            <a:r>
              <a:rPr lang="zh-CN" altLang="en-US" sz="2800" dirty="0" smtClean="0"/>
              <a:t>，</a:t>
            </a:r>
            <a:r>
              <a:rPr lang="zh-CN" altLang="en-US" sz="2800" dirty="0"/>
              <a:t>压垮</a:t>
            </a:r>
            <a:r>
              <a:rPr lang="zh-CN" altLang="en-US" sz="2800" dirty="0" smtClean="0"/>
              <a:t>怀柔</a:t>
            </a:r>
            <a:r>
              <a:rPr lang="zh-CN" altLang="en-US" sz="2800" dirty="0"/>
              <a:t>区宝山</a:t>
            </a:r>
            <a:r>
              <a:rPr lang="zh-CN" altLang="en-US" sz="2800" dirty="0" smtClean="0"/>
              <a:t>寺白河桥。</a:t>
            </a:r>
            <a:endParaRPr lang="en-US" altLang="zh-CN" sz="2800" dirty="0" smtClean="0"/>
          </a:p>
          <a:p>
            <a:r>
              <a:rPr lang="zh-CN" altLang="en-US" sz="2800" dirty="0"/>
              <a:t>事后调查发现，这辆车严重超载了</a:t>
            </a:r>
            <a:r>
              <a:rPr lang="en-US" altLang="zh-CN" sz="2800" dirty="0"/>
              <a:t>110</a:t>
            </a:r>
            <a:r>
              <a:rPr lang="zh-CN" altLang="en-US" sz="2800" dirty="0"/>
              <a:t>余吨，是桥梁垮塌的主要</a:t>
            </a:r>
            <a:r>
              <a:rPr lang="zh-CN" altLang="en-US" sz="2800" dirty="0" smtClean="0"/>
              <a:t>原因。</a:t>
            </a:r>
            <a:endParaRPr lang="en-US" altLang="zh-CN" sz="2800" dirty="0"/>
          </a:p>
        </p:txBody>
      </p:sp>
      <p:sp>
        <p:nvSpPr>
          <p:cNvPr id="3" name="标题 2"/>
          <p:cNvSpPr>
            <a:spLocks noGrp="1"/>
          </p:cNvSpPr>
          <p:nvPr>
            <p:ph type="title"/>
          </p:nvPr>
        </p:nvSpPr>
        <p:spPr/>
        <p:txBody>
          <a:bodyPr/>
          <a:lstStyle/>
          <a:p>
            <a:r>
              <a:rPr lang="zh-CN" altLang="en-US" dirty="0"/>
              <a:t>类似</a:t>
            </a:r>
            <a:r>
              <a:rPr lang="zh-CN" altLang="en-US" dirty="0" smtClean="0"/>
              <a:t>事故之</a:t>
            </a:r>
            <a:r>
              <a:rPr lang="zh-CN" altLang="en-US" dirty="0"/>
              <a:t>二</a:t>
            </a:r>
            <a:endParaRPr lang="zh-CN" altLang="en-US" dirty="0"/>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63329" y="3204395"/>
            <a:ext cx="6017341" cy="3329141"/>
          </a:xfrm>
          <a:prstGeom prst="rect">
            <a:avLst/>
          </a:prstGeom>
          <a:ln>
            <a:noFill/>
          </a:ln>
          <a:effectLst>
            <a:softEdge rad="112500"/>
          </a:effectLst>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内容占位符 2"/>
          <p:cNvSpPr>
            <a:spLocks noGrp="1" noChangeArrowheads="1"/>
          </p:cNvSpPr>
          <p:nvPr>
            <p:ph idx="1"/>
          </p:nvPr>
        </p:nvSpPr>
        <p:spPr>
          <a:xfrm>
            <a:off x="0" y="1346200"/>
            <a:ext cx="9144000" cy="5207000"/>
          </a:xfrm>
        </p:spPr>
        <p:txBody>
          <a:bodyPr/>
          <a:lstStyle/>
          <a:p>
            <a:r>
              <a:rPr lang="en-US" altLang="zh-CN" sz="2800" dirty="0"/>
              <a:t>2012</a:t>
            </a:r>
            <a:r>
              <a:rPr lang="zh-CN" altLang="en-US" sz="2800" dirty="0"/>
              <a:t>年</a:t>
            </a:r>
            <a:r>
              <a:rPr lang="en-US" altLang="zh-CN" sz="2800" dirty="0"/>
              <a:t>8</a:t>
            </a:r>
            <a:r>
              <a:rPr lang="zh-CN" altLang="en-US" sz="2800" dirty="0"/>
              <a:t>月</a:t>
            </a:r>
            <a:r>
              <a:rPr lang="en-US" altLang="zh-CN" sz="2800" dirty="0"/>
              <a:t>24</a:t>
            </a:r>
            <a:r>
              <a:rPr lang="zh-CN" altLang="en-US" sz="2800" dirty="0"/>
              <a:t>日，哈尔滨市三环路群力高架桥洪湖路上行匝道垮塌，导致</a:t>
            </a:r>
            <a:r>
              <a:rPr lang="en-US" altLang="zh-CN" sz="2800" dirty="0"/>
              <a:t>4</a:t>
            </a:r>
            <a:r>
              <a:rPr lang="zh-CN" altLang="en-US" sz="2800" dirty="0"/>
              <a:t>辆货车翻落，造成</a:t>
            </a:r>
            <a:r>
              <a:rPr lang="en-US" altLang="zh-CN" sz="2800" dirty="0"/>
              <a:t>3</a:t>
            </a:r>
            <a:r>
              <a:rPr lang="zh-CN" altLang="en-US" sz="2800" dirty="0"/>
              <a:t>人死亡、</a:t>
            </a:r>
            <a:r>
              <a:rPr lang="en-US" altLang="zh-CN" sz="2800" dirty="0"/>
              <a:t>5</a:t>
            </a:r>
            <a:r>
              <a:rPr lang="zh-CN" altLang="en-US" sz="2800" dirty="0"/>
              <a:t>人受伤。</a:t>
            </a:r>
            <a:endParaRPr lang="en-US" altLang="zh-CN" sz="2800" dirty="0" smtClean="0"/>
          </a:p>
          <a:p>
            <a:r>
              <a:rPr lang="zh-CN" altLang="en-US" sz="2800" dirty="0"/>
              <a:t>据事故调查组介绍，</a:t>
            </a:r>
            <a:r>
              <a:rPr lang="en-US" altLang="zh-CN" sz="2800" dirty="0"/>
              <a:t>4</a:t>
            </a:r>
            <a:r>
              <a:rPr lang="zh-CN" altLang="en-US" sz="2800" dirty="0"/>
              <a:t>台货车全部超载，</a:t>
            </a:r>
            <a:r>
              <a:rPr lang="en-US" altLang="zh-CN" sz="2800" dirty="0"/>
              <a:t>1</a:t>
            </a:r>
            <a:r>
              <a:rPr lang="zh-CN" altLang="en-US" sz="2800" dirty="0"/>
              <a:t>至</a:t>
            </a:r>
            <a:r>
              <a:rPr lang="en-US" altLang="zh-CN" sz="2800" dirty="0"/>
              <a:t>4</a:t>
            </a:r>
            <a:r>
              <a:rPr lang="zh-CN" altLang="en-US" sz="2800" dirty="0"/>
              <a:t>号车核载总量为</a:t>
            </a:r>
            <a:r>
              <a:rPr lang="en-US" altLang="zh-CN" sz="2800" dirty="0"/>
              <a:t>102.135</a:t>
            </a:r>
            <a:r>
              <a:rPr lang="zh-CN" altLang="en-US" sz="2800" dirty="0"/>
              <a:t>吨，实载总量为</a:t>
            </a:r>
            <a:r>
              <a:rPr lang="en-US" altLang="zh-CN" sz="2800" dirty="0"/>
              <a:t>395.4</a:t>
            </a:r>
            <a:r>
              <a:rPr lang="zh-CN" altLang="en-US" sz="2800" dirty="0"/>
              <a:t>吨，总超载为</a:t>
            </a:r>
            <a:r>
              <a:rPr lang="en-US" altLang="zh-CN" sz="2800" dirty="0"/>
              <a:t>293.265</a:t>
            </a:r>
            <a:r>
              <a:rPr lang="zh-CN" altLang="en-US" sz="2800" dirty="0"/>
              <a:t>吨，车货总重</a:t>
            </a:r>
            <a:r>
              <a:rPr lang="en-US" altLang="zh-CN" sz="2800" dirty="0"/>
              <a:t>485.185</a:t>
            </a:r>
            <a:r>
              <a:rPr lang="zh-CN" altLang="en-US" sz="2800" dirty="0" smtClean="0"/>
              <a:t>吨。</a:t>
            </a:r>
            <a:endParaRPr lang="en-US" altLang="zh-CN" sz="2800" dirty="0"/>
          </a:p>
        </p:txBody>
      </p:sp>
      <p:sp>
        <p:nvSpPr>
          <p:cNvPr id="3" name="标题 2"/>
          <p:cNvSpPr>
            <a:spLocks noGrp="1"/>
          </p:cNvSpPr>
          <p:nvPr>
            <p:ph type="title"/>
          </p:nvPr>
        </p:nvSpPr>
        <p:spPr/>
        <p:txBody>
          <a:bodyPr/>
          <a:lstStyle/>
          <a:p>
            <a:r>
              <a:rPr lang="zh-CN" altLang="en-US" dirty="0"/>
              <a:t>类似</a:t>
            </a:r>
            <a:r>
              <a:rPr lang="zh-CN" altLang="en-US" dirty="0" smtClean="0"/>
              <a:t>事故之</a:t>
            </a:r>
            <a:r>
              <a:rPr lang="zh-CN" altLang="en-US" dirty="0"/>
              <a:t>三</a:t>
            </a:r>
            <a:endParaRPr lang="zh-CN" altLang="en-US"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81433" y="3998862"/>
            <a:ext cx="6381134" cy="2524842"/>
          </a:xfrm>
          <a:prstGeom prst="rect">
            <a:avLst/>
          </a:prstGeom>
          <a:ln>
            <a:noFill/>
          </a:ln>
          <a:effectLst>
            <a:softEdge rad="112500"/>
          </a:effectLst>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无锡高架桥侧翻事件</a:t>
            </a:r>
            <a:endParaRPr lang="zh-CN" altLang="en-US" dirty="0"/>
          </a:p>
        </p:txBody>
      </p:sp>
      <p:sp>
        <p:nvSpPr>
          <p:cNvPr id="4" name="内容占位符 3"/>
          <p:cNvSpPr>
            <a:spLocks noGrp="1"/>
          </p:cNvSpPr>
          <p:nvPr>
            <p:ph idx="1"/>
          </p:nvPr>
        </p:nvSpPr>
        <p:spPr/>
        <p:txBody>
          <a:bodyPr/>
          <a:lstStyle/>
          <a:p>
            <a:r>
              <a:rPr lang="zh-CN" altLang="en-US" sz="3000" b="1" dirty="0" smtClean="0">
                <a:solidFill>
                  <a:srgbClr val="C00000"/>
                </a:solidFill>
                <a:effectLst>
                  <a:outerShdw blurRad="38100" dist="38100" dir="2700000" algn="tl">
                    <a:srgbClr val="000000">
                      <a:alpha val="43137"/>
                    </a:srgbClr>
                  </a:outerShdw>
                </a:effectLst>
              </a:rPr>
              <a:t>事故问责</a:t>
            </a:r>
            <a:endParaRPr lang="zh-CN" altLang="en-US" sz="3000" b="1" dirty="0" smtClean="0">
              <a:solidFill>
                <a:srgbClr val="C00000"/>
              </a:solidFill>
              <a:effectLst>
                <a:outerShdw blurRad="38100" dist="38100" dir="2700000" algn="tl">
                  <a:srgbClr val="000000">
                    <a:alpha val="43137"/>
                  </a:srgbClr>
                </a:outerShdw>
              </a:effectLst>
            </a:endParaRPr>
          </a:p>
          <a:p>
            <a:pPr lvl="1">
              <a:spcBef>
                <a:spcPts val="600"/>
              </a:spcBef>
              <a:spcAft>
                <a:spcPts val="600"/>
              </a:spcAft>
            </a:pPr>
            <a:r>
              <a:rPr lang="zh-CN" altLang="en-US" sz="2400" dirty="0" smtClean="0">
                <a:solidFill>
                  <a:srgbClr val="800000"/>
                </a:solidFill>
              </a:rPr>
              <a:t>货车盈利模式</a:t>
            </a:r>
            <a:r>
              <a:rPr lang="en-US" altLang="zh-CN" sz="2400" dirty="0" smtClean="0">
                <a:solidFill>
                  <a:srgbClr val="800000"/>
                </a:solidFill>
              </a:rPr>
              <a:t>——</a:t>
            </a:r>
            <a:r>
              <a:rPr lang="zh-CN" altLang="en-US" sz="2400" dirty="0" smtClean="0">
                <a:solidFill>
                  <a:srgbClr val="800000"/>
                </a:solidFill>
              </a:rPr>
              <a:t>市场竞争因素：</a:t>
            </a:r>
            <a:r>
              <a:rPr lang="zh-CN" altLang="en-US" sz="2400" dirty="0" smtClean="0"/>
              <a:t>现</a:t>
            </a:r>
            <a:r>
              <a:rPr lang="zh-CN" altLang="en-US" sz="2400" dirty="0"/>
              <a:t>有的重载货车如果不超载很难实现盈利</a:t>
            </a:r>
            <a:r>
              <a:rPr lang="zh-CN" altLang="en-US" sz="2400" dirty="0" smtClean="0"/>
              <a:t>，既想提高货运行业的收入又要杜绝超载现象是非常困难的。</a:t>
            </a:r>
            <a:endParaRPr lang="en-US" altLang="zh-CN" sz="2400" dirty="0" smtClean="0"/>
          </a:p>
          <a:p>
            <a:pPr lvl="1">
              <a:spcBef>
                <a:spcPts val="600"/>
              </a:spcBef>
              <a:spcAft>
                <a:spcPts val="600"/>
              </a:spcAft>
            </a:pPr>
            <a:r>
              <a:rPr lang="zh-CN" altLang="en-US" sz="2400" dirty="0" smtClean="0">
                <a:solidFill>
                  <a:srgbClr val="800000"/>
                </a:solidFill>
              </a:rPr>
              <a:t>相关部门以罚代管</a:t>
            </a:r>
            <a:r>
              <a:rPr lang="zh-CN" altLang="en-US" sz="2400" dirty="0">
                <a:solidFill>
                  <a:srgbClr val="800000"/>
                </a:solidFill>
              </a:rPr>
              <a:t>：</a:t>
            </a:r>
            <a:r>
              <a:rPr lang="zh-CN" altLang="en-US" sz="2400" dirty="0"/>
              <a:t>超载货车罚款后继续放</a:t>
            </a:r>
            <a:r>
              <a:rPr lang="zh-CN" altLang="en-US" sz="2400" dirty="0" smtClean="0"/>
              <a:t>行，监管明显出现了纰漏，全国各地对于超载监管不力。</a:t>
            </a:r>
            <a:endParaRPr lang="en-US" altLang="zh-CN" sz="2400" dirty="0"/>
          </a:p>
        </p:txBody>
      </p:sp>
      <p:pic>
        <p:nvPicPr>
          <p:cNvPr id="2" name="图片 1"/>
          <p:cNvPicPr>
            <a:picLocks noChangeAspect="1"/>
          </p:cNvPicPr>
          <p:nvPr/>
        </p:nvPicPr>
        <p:blipFill rotWithShape="1">
          <a:blip r:embed="rId1"/>
          <a:srcRect b="15837"/>
          <a:stretch>
            <a:fillRect/>
          </a:stretch>
        </p:blipFill>
        <p:spPr>
          <a:xfrm>
            <a:off x="51493" y="4019152"/>
            <a:ext cx="4470536" cy="2534048"/>
          </a:xfrm>
          <a:prstGeom prst="rect">
            <a:avLst/>
          </a:prstGeom>
          <a:ln>
            <a:noFill/>
          </a:ln>
          <a:effectLst>
            <a:softEdge rad="112500"/>
          </a:effectLst>
        </p:spPr>
      </p:pic>
      <p:pic>
        <p:nvPicPr>
          <p:cNvPr id="5" name="图片 4"/>
          <p:cNvPicPr>
            <a:picLocks noChangeAspect="1"/>
          </p:cNvPicPr>
          <p:nvPr/>
        </p:nvPicPr>
        <p:blipFill rotWithShape="1">
          <a:blip r:embed="rId2"/>
          <a:srcRect b="13780"/>
          <a:stretch>
            <a:fillRect/>
          </a:stretch>
        </p:blipFill>
        <p:spPr>
          <a:xfrm>
            <a:off x="4522029" y="4019152"/>
            <a:ext cx="4522029" cy="2534048"/>
          </a:xfrm>
          <a:prstGeom prst="rect">
            <a:avLst/>
          </a:prstGeom>
          <a:ln>
            <a:noFill/>
          </a:ln>
          <a:effectLst>
            <a:softEdge rad="112500"/>
          </a:effectLst>
        </p:spPr>
      </p:pic>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无锡高架桥侧翻事件</a:t>
            </a:r>
            <a:endParaRPr lang="zh-CN" altLang="en-US" dirty="0"/>
          </a:p>
        </p:txBody>
      </p:sp>
      <p:sp>
        <p:nvSpPr>
          <p:cNvPr id="4" name="内容占位符 3"/>
          <p:cNvSpPr>
            <a:spLocks noGrp="1"/>
          </p:cNvSpPr>
          <p:nvPr>
            <p:ph idx="1"/>
          </p:nvPr>
        </p:nvSpPr>
        <p:spPr/>
        <p:txBody>
          <a:bodyPr/>
          <a:lstStyle/>
          <a:p>
            <a:r>
              <a:rPr lang="zh-CN" altLang="en-US" sz="3000" b="1" dirty="0" smtClean="0">
                <a:solidFill>
                  <a:srgbClr val="C00000"/>
                </a:solidFill>
                <a:effectLst>
                  <a:outerShdw blurRad="38100" dist="38100" dir="2700000" algn="tl">
                    <a:srgbClr val="000000">
                      <a:alpha val="43137"/>
                    </a:srgbClr>
                  </a:outerShdw>
                </a:effectLst>
              </a:rPr>
              <a:t>事故思考</a:t>
            </a:r>
            <a:endParaRPr lang="en-US" altLang="zh-CN" sz="3000" b="1" dirty="0" smtClean="0">
              <a:solidFill>
                <a:srgbClr val="C00000"/>
              </a:solidFill>
              <a:effectLst>
                <a:outerShdw blurRad="38100" dist="38100" dir="2700000" algn="tl">
                  <a:srgbClr val="000000">
                    <a:alpha val="43137"/>
                  </a:srgbClr>
                </a:outerShdw>
              </a:effectLst>
            </a:endParaRPr>
          </a:p>
          <a:p>
            <a:pPr lvl="1">
              <a:spcBef>
                <a:spcPts val="600"/>
              </a:spcBef>
              <a:spcAft>
                <a:spcPts val="600"/>
              </a:spcAft>
              <a:buFont typeface="Symbol" panose="05050102010706020507" charset="2"/>
              <a:buChar char="-"/>
            </a:pPr>
            <a:r>
              <a:rPr lang="zh-CN" altLang="en-US" dirty="0"/>
              <a:t>保证城市道路、桥梁安全，才能保障城市道路交通所有参与人员的生命安全</a:t>
            </a:r>
            <a:r>
              <a:rPr lang="zh-CN" altLang="en-US" dirty="0" smtClean="0"/>
              <a:t>。</a:t>
            </a:r>
            <a:endParaRPr lang="en-US" altLang="zh-CN" dirty="0" smtClean="0"/>
          </a:p>
          <a:p>
            <a:pPr lvl="1">
              <a:spcBef>
                <a:spcPts val="600"/>
              </a:spcBef>
              <a:spcAft>
                <a:spcPts val="600"/>
              </a:spcAft>
              <a:buFont typeface="Symbol" panose="05050102010706020507" charset="2"/>
              <a:buChar char="-"/>
            </a:pPr>
            <a:r>
              <a:rPr lang="zh-CN" altLang="en-US" dirty="0" smtClean="0"/>
              <a:t>此次无锡高架桥侧翻事故涉及</a:t>
            </a:r>
            <a:r>
              <a:rPr lang="zh-CN" altLang="en-US" dirty="0"/>
              <a:t>道路安全治理、交通治理、物流经济生态体系改善等重大课题，要从根本上解决现有问题，需要从多个方面同时着手</a:t>
            </a:r>
            <a:r>
              <a:rPr lang="zh-CN" altLang="en-US" dirty="0" smtClean="0"/>
              <a:t>。</a:t>
            </a:r>
            <a:endParaRPr lang="en-US" altLang="zh-CN" dirty="0" smtClean="0"/>
          </a:p>
          <a:p>
            <a:pPr lvl="1">
              <a:spcBef>
                <a:spcPts val="600"/>
              </a:spcBef>
              <a:spcAft>
                <a:spcPts val="600"/>
              </a:spcAft>
              <a:buFont typeface="Symbol" panose="05050102010706020507" charset="2"/>
              <a:buChar char="-"/>
            </a:pPr>
            <a:r>
              <a:rPr lang="zh-CN" altLang="en-US" dirty="0" smtClean="0">
                <a:solidFill>
                  <a:srgbClr val="800000"/>
                </a:solidFill>
              </a:rPr>
              <a:t>对</a:t>
            </a:r>
            <a:r>
              <a:rPr lang="zh-CN" altLang="en-US" dirty="0">
                <a:solidFill>
                  <a:srgbClr val="800000"/>
                </a:solidFill>
              </a:rPr>
              <a:t>道路、桥梁</a:t>
            </a:r>
            <a:r>
              <a:rPr lang="zh-CN" altLang="en-US" dirty="0" smtClean="0">
                <a:solidFill>
                  <a:srgbClr val="800000"/>
                </a:solidFill>
              </a:rPr>
              <a:t>安全进行常规化定期排查和维护；</a:t>
            </a:r>
            <a:r>
              <a:rPr lang="zh-CN" altLang="en-US" dirty="0">
                <a:solidFill>
                  <a:srgbClr val="800000"/>
                </a:solidFill>
              </a:rPr>
              <a:t>对货车密集通过路段的限行和</a:t>
            </a:r>
            <a:r>
              <a:rPr lang="zh-CN" altLang="en-US" dirty="0" smtClean="0">
                <a:solidFill>
                  <a:srgbClr val="800000"/>
                </a:solidFill>
              </a:rPr>
              <a:t>管理；对超载超限车辆进行严格监管执法</a:t>
            </a:r>
            <a:r>
              <a:rPr lang="en-US" altLang="zh-CN" dirty="0" smtClean="0">
                <a:solidFill>
                  <a:srgbClr val="800000"/>
                </a:solidFill>
              </a:rPr>
              <a:t>……</a:t>
            </a:r>
            <a:endParaRPr lang="zh-CN" altLang="en-US" dirty="0">
              <a:solidFill>
                <a:srgbClr val="800000"/>
              </a:solidFill>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ChangeArrowheads="1"/>
          </p:cNvSpPr>
          <p:nvPr/>
        </p:nvSpPr>
        <p:spPr bwMode="auto">
          <a:xfrm>
            <a:off x="0" y="798513"/>
            <a:ext cx="9186863" cy="3163887"/>
          </a:xfrm>
          <a:prstGeom prst="rect">
            <a:avLst/>
          </a:prstGeom>
          <a:noFill/>
          <a:ln>
            <a:noFill/>
          </a:ln>
        </p:spPr>
        <p:txBody>
          <a:bodyPr anchor="ctr"/>
          <a:lstStyle/>
          <a:p>
            <a:pPr algn="ctr" eaLnBrk="1" hangingPunct="1"/>
            <a:r>
              <a:rPr lang="zh-CN" altLang="en-US" sz="6000">
                <a:solidFill>
                  <a:srgbClr val="C00000"/>
                </a:solidFill>
              </a:rPr>
              <a:t>工程经济学</a:t>
            </a:r>
            <a:br>
              <a:rPr lang="zh-CN" altLang="en-US" sz="5400">
                <a:solidFill>
                  <a:srgbClr val="C00000"/>
                </a:solidFill>
              </a:rPr>
            </a:br>
            <a:br>
              <a:rPr lang="zh-CN" altLang="en-US" sz="3600">
                <a:solidFill>
                  <a:srgbClr val="C00000"/>
                </a:solidFill>
              </a:rPr>
            </a:br>
            <a:r>
              <a:rPr lang="zh-CN" altLang="en-US">
                <a:solidFill>
                  <a:srgbClr val="C00000"/>
                </a:solidFill>
              </a:rPr>
              <a:t>风险与不确定性分析</a:t>
            </a:r>
            <a:endParaRPr lang="zh-CN" altLang="en-US">
              <a:solidFill>
                <a:srgbClr val="C00000"/>
              </a:solidFill>
            </a:endParaRPr>
          </a:p>
        </p:txBody>
      </p:sp>
      <p:sp>
        <p:nvSpPr>
          <p:cNvPr id="9219" name="Rectangle 5"/>
          <p:cNvSpPr>
            <a:spLocks noChangeArrowheads="1"/>
          </p:cNvSpPr>
          <p:nvPr/>
        </p:nvSpPr>
        <p:spPr bwMode="auto">
          <a:xfrm>
            <a:off x="725488" y="4368800"/>
            <a:ext cx="7634287" cy="1944688"/>
          </a:xfrm>
          <a:prstGeom prst="rect">
            <a:avLst/>
          </a:prstGeom>
          <a:solidFill>
            <a:srgbClr val="FFFFFF"/>
          </a:solidFill>
          <a:ln>
            <a:noFill/>
          </a:ln>
        </p:spPr>
        <p:txBody>
          <a:bodyPr/>
          <a:lstStyle/>
          <a:p>
            <a:pPr marL="342900" indent="-342900" algn="ctr" eaLnBrk="1" hangingPunct="1">
              <a:spcBef>
                <a:spcPct val="20000"/>
              </a:spcBef>
            </a:pPr>
            <a:r>
              <a:rPr lang="zh-CN" altLang="en-US" sz="2800" dirty="0">
                <a:solidFill>
                  <a:srgbClr val="000000"/>
                </a:solidFill>
                <a:ea typeface="宋体" panose="02010600030101010101" pitchFamily="2" charset="-122"/>
                <a:cs typeface="宋体" panose="02010600030101010101" pitchFamily="2" charset="-122"/>
              </a:rPr>
              <a:t>唐文哲 </a:t>
            </a:r>
            <a:r>
              <a:rPr lang="zh-CN" altLang="en-US" sz="2800" dirty="0" smtClean="0">
                <a:solidFill>
                  <a:srgbClr val="000000"/>
                </a:solidFill>
                <a:ea typeface="宋体" panose="02010600030101010101" pitchFamily="2" charset="-122"/>
                <a:cs typeface="宋体" panose="02010600030101010101" pitchFamily="2" charset="-122"/>
              </a:rPr>
              <a:t>教授</a:t>
            </a:r>
            <a:endParaRPr lang="zh-CN" altLang="en-US" sz="2800" dirty="0">
              <a:solidFill>
                <a:srgbClr val="000000"/>
              </a:solidFill>
              <a:ea typeface="宋体" panose="02010600030101010101" pitchFamily="2" charset="-122"/>
              <a:cs typeface="宋体" panose="02010600030101010101" pitchFamily="2" charset="-122"/>
            </a:endParaRPr>
          </a:p>
          <a:p>
            <a:pPr marL="342900" indent="-342900" algn="ctr" eaLnBrk="1" hangingPunct="1">
              <a:spcBef>
                <a:spcPct val="20000"/>
              </a:spcBef>
            </a:pPr>
            <a:r>
              <a:rPr lang="zh-CN" altLang="en-US" sz="2800" dirty="0" smtClean="0">
                <a:solidFill>
                  <a:srgbClr val="000000"/>
                </a:solidFill>
                <a:ea typeface="宋体" panose="02010600030101010101" pitchFamily="2" charset="-122"/>
                <a:cs typeface="宋体" panose="02010600030101010101" pitchFamily="2" charset="-122"/>
              </a:rPr>
              <a:t>清华大学土木水利学院</a:t>
            </a:r>
            <a:endParaRPr lang="zh-CN" altLang="en-US" sz="2800" dirty="0">
              <a:solidFill>
                <a:srgbClr val="000000"/>
              </a:solidFill>
              <a:ea typeface="宋体" panose="02010600030101010101" pitchFamily="2" charset="-122"/>
              <a:cs typeface="宋体" panose="02010600030101010101" pitchFamily="2" charset="-122"/>
            </a:endParaRPr>
          </a:p>
          <a:p>
            <a:pPr marL="342900" indent="-342900" algn="ctr" eaLnBrk="1" hangingPunct="1">
              <a:spcBef>
                <a:spcPct val="20000"/>
              </a:spcBef>
            </a:pPr>
            <a:r>
              <a:rPr lang="en-US" altLang="zh-CN" sz="2800" dirty="0" smtClean="0">
                <a:solidFill>
                  <a:srgbClr val="000000"/>
                </a:solidFill>
                <a:ea typeface="宋体" panose="02010600030101010101" pitchFamily="2" charset="-122"/>
                <a:cs typeface="宋体" panose="02010600030101010101" pitchFamily="2" charset="-122"/>
              </a:rPr>
              <a:t>2023</a:t>
            </a:r>
            <a:r>
              <a:rPr lang="zh-CN" altLang="en-US" sz="2800" dirty="0" smtClean="0">
                <a:solidFill>
                  <a:srgbClr val="000000"/>
                </a:solidFill>
                <a:ea typeface="宋体" panose="02010600030101010101" pitchFamily="2" charset="-122"/>
                <a:cs typeface="宋体" panose="02010600030101010101" pitchFamily="2" charset="-122"/>
              </a:rPr>
              <a:t>年</a:t>
            </a:r>
            <a:r>
              <a:rPr lang="en-US" altLang="zh-CN" sz="2800" dirty="0" smtClean="0">
                <a:solidFill>
                  <a:srgbClr val="000000"/>
                </a:solidFill>
                <a:ea typeface="宋体" panose="02010600030101010101" pitchFamily="2" charset="-122"/>
                <a:cs typeface="宋体" panose="02010600030101010101" pitchFamily="2" charset="-122"/>
              </a:rPr>
              <a:t>11</a:t>
            </a:r>
            <a:r>
              <a:rPr lang="zh-CN" altLang="en-US" sz="2800" dirty="0" smtClean="0">
                <a:solidFill>
                  <a:srgbClr val="000000"/>
                </a:solidFill>
                <a:ea typeface="宋体" panose="02010600030101010101" pitchFamily="2" charset="-122"/>
                <a:cs typeface="宋体" panose="02010600030101010101" pitchFamily="2" charset="-122"/>
              </a:rPr>
              <a:t>月</a:t>
            </a:r>
            <a:r>
              <a:rPr lang="en-US" altLang="zh-CN" sz="2800" dirty="0" smtClean="0">
                <a:solidFill>
                  <a:srgbClr val="000000"/>
                </a:solidFill>
                <a:ea typeface="宋体" panose="02010600030101010101" pitchFamily="2" charset="-122"/>
                <a:cs typeface="宋体" panose="02010600030101010101" pitchFamily="2" charset="-122"/>
              </a:rPr>
              <a:t>2</a:t>
            </a:r>
            <a:r>
              <a:rPr lang="zh-CN" altLang="en-US" sz="2800" dirty="0" smtClean="0">
                <a:solidFill>
                  <a:srgbClr val="000000"/>
                </a:solidFill>
                <a:ea typeface="宋体" panose="02010600030101010101" pitchFamily="2" charset="-122"/>
                <a:cs typeface="宋体" panose="02010600030101010101" pitchFamily="2" charset="-122"/>
              </a:rPr>
              <a:t>日</a:t>
            </a:r>
            <a:endParaRPr lang="zh-CN" altLang="en-US" sz="2800" dirty="0">
              <a:solidFill>
                <a:srgbClr val="000000"/>
              </a:solidFill>
              <a:ea typeface="宋体" panose="02010600030101010101" pitchFamily="2" charset="-122"/>
              <a:cs typeface="宋体" panose="02010600030101010101" pitchFamily="2" charset="-122"/>
            </a:endParaRPr>
          </a:p>
          <a:p>
            <a:pPr marL="342900" indent="-342900" eaLnBrk="1" hangingPunct="1">
              <a:spcBef>
                <a:spcPct val="20000"/>
              </a:spcBef>
            </a:pPr>
            <a:endParaRPr lang="zh-CN" altLang="en-US" sz="2800" dirty="0">
              <a:solidFill>
                <a:srgbClr val="000000"/>
              </a:solidFill>
              <a:ea typeface="宋体" panose="02010600030101010101" pitchFamily="2" charset="-122"/>
              <a:cs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本讲内容</a:t>
            </a:r>
            <a:endParaRPr lang="zh-CN" altLang="en-US" sz="3200">
              <a:latin typeface="Arial" panose="020B0604020202020204" pitchFamily="34" charset="0"/>
              <a:ea typeface="楷体_GB2312" charset="0"/>
              <a:cs typeface="楷体_GB2312" charset="0"/>
            </a:endParaRPr>
          </a:p>
        </p:txBody>
      </p:sp>
      <p:sp>
        <p:nvSpPr>
          <p:cNvPr id="10243" name="Rectangle 3"/>
          <p:cNvSpPr>
            <a:spLocks noGrp="1" noChangeArrowheads="1"/>
          </p:cNvSpPr>
          <p:nvPr>
            <p:ph type="body" idx="1"/>
          </p:nvPr>
        </p:nvSpPr>
        <p:spPr/>
        <p:txBody>
          <a:bodyPr/>
          <a:lstStyle/>
          <a:p>
            <a:pPr eaLnBrk="1" hangingPunct="1"/>
            <a:r>
              <a:rPr lang="zh-CN" altLang="en-US">
                <a:solidFill>
                  <a:srgbClr val="800000"/>
                </a:solidFill>
                <a:latin typeface="Arial" panose="020B0604020202020204" pitchFamily="34" charset="0"/>
                <a:ea typeface="宋体" panose="02010600030101010101" pitchFamily="2" charset="-122"/>
              </a:rPr>
              <a:t>一、风险与不确定性分析的必要性</a:t>
            </a:r>
            <a:endParaRPr lang="zh-CN" altLang="en-US">
              <a:solidFill>
                <a:srgbClr val="800000"/>
              </a:solidFill>
              <a:latin typeface="Arial" panose="020B0604020202020204" pitchFamily="34" charset="0"/>
              <a:ea typeface="宋体" panose="02010600030101010101" pitchFamily="2" charset="-122"/>
            </a:endParaRPr>
          </a:p>
          <a:p>
            <a:pPr eaLnBrk="1" hangingPunct="1"/>
            <a:endParaRPr lang="zh-CN" altLang="en-US">
              <a:solidFill>
                <a:srgbClr val="800000"/>
              </a:solidFill>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二、三种风险与不确定性分析方法</a:t>
            </a:r>
            <a:endParaRPr lang="zh-CN" altLang="en-US">
              <a:latin typeface="Arial" panose="020B0604020202020204" pitchFamily="34" charset="0"/>
              <a:ea typeface="宋体" panose="02010600030101010101" pitchFamily="2" charset="-122"/>
            </a:endParaRPr>
          </a:p>
          <a:p>
            <a:pPr lvl="1" eaLnBrk="1" hangingPunct="1"/>
            <a:r>
              <a:rPr lang="zh-CN" altLang="en-US">
                <a:latin typeface="Arial" panose="020B0604020202020204" pitchFamily="34" charset="0"/>
                <a:ea typeface="宋体" panose="02010600030101010101" pitchFamily="2" charset="-122"/>
              </a:rPr>
              <a:t>（一）盈亏平衡分析</a:t>
            </a:r>
            <a:endParaRPr lang="zh-CN" altLang="en-US">
              <a:latin typeface="Arial" panose="020B0604020202020204" pitchFamily="34" charset="0"/>
              <a:ea typeface="宋体" panose="02010600030101010101" pitchFamily="2" charset="-122"/>
            </a:endParaRPr>
          </a:p>
          <a:p>
            <a:pPr lvl="1" eaLnBrk="1" hangingPunct="1"/>
            <a:r>
              <a:rPr lang="zh-CN" altLang="en-US">
                <a:latin typeface="Arial" panose="020B0604020202020204" pitchFamily="34" charset="0"/>
                <a:ea typeface="宋体" panose="02010600030101010101" pitchFamily="2" charset="-122"/>
              </a:rPr>
              <a:t>（二）敏感性分析</a:t>
            </a:r>
            <a:endParaRPr lang="zh-CN" altLang="en-US">
              <a:latin typeface="Arial" panose="020B0604020202020204" pitchFamily="34" charset="0"/>
              <a:ea typeface="宋体" panose="02010600030101010101" pitchFamily="2" charset="-122"/>
            </a:endParaRPr>
          </a:p>
          <a:p>
            <a:pPr lvl="1" eaLnBrk="1" hangingPunct="1"/>
            <a:r>
              <a:rPr lang="zh-CN" altLang="en-US">
                <a:latin typeface="Arial" panose="020B0604020202020204" pitchFamily="34" charset="0"/>
                <a:ea typeface="宋体" panose="02010600030101010101" pitchFamily="2" charset="-122"/>
              </a:rPr>
              <a:t>（三）风险分析</a:t>
            </a:r>
            <a:endParaRPr lang="zh-CN" altLang="en-US">
              <a:latin typeface="Arial" panose="020B0604020202020204" pitchFamily="34" charset="0"/>
              <a:ea typeface="宋体" panose="02010600030101010101" pitchFamily="2" charset="-122"/>
            </a:endParaRPr>
          </a:p>
          <a:p>
            <a:pPr lvl="1" eaLnBrk="1" hangingPunct="1">
              <a:buFontTx/>
              <a:buNone/>
            </a:pPr>
            <a:endParaRPr lang="zh-CN" altLang="en-US">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0" y="12700"/>
            <a:ext cx="8861425" cy="698500"/>
          </a:xfrm>
        </p:spPr>
        <p:txBody>
          <a:bodyPr/>
          <a:lstStyle/>
          <a:p>
            <a:pPr eaLnBrk="1" hangingPunct="1"/>
            <a:r>
              <a:rPr lang="zh-CN" altLang="en-US" sz="3200">
                <a:latin typeface="Arial" panose="020B0604020202020204" pitchFamily="34" charset="0"/>
                <a:ea typeface="楷体_GB2312" charset="0"/>
                <a:cs typeface="楷体_GB2312" charset="0"/>
              </a:rPr>
              <a:t>进行风险与不确定性分析的必要性</a:t>
            </a:r>
            <a:endParaRPr lang="zh-CN" altLang="en-US" sz="3200">
              <a:latin typeface="Arial" panose="020B0604020202020204" pitchFamily="34" charset="0"/>
              <a:ea typeface="楷体_GB2312" charset="0"/>
              <a:cs typeface="楷体_GB2312" charset="0"/>
            </a:endParaRPr>
          </a:p>
        </p:txBody>
      </p:sp>
      <p:sp>
        <p:nvSpPr>
          <p:cNvPr id="787459" name="Rectangle 3"/>
          <p:cNvSpPr>
            <a:spLocks noGrp="1" noChangeArrowheads="1"/>
          </p:cNvSpPr>
          <p:nvPr>
            <p:ph type="body" idx="1"/>
          </p:nvPr>
        </p:nvSpPr>
        <p:spPr/>
        <p:txBody>
          <a:bodyPr/>
          <a:lstStyle/>
          <a:p>
            <a:pPr eaLnBrk="1" hangingPunct="1">
              <a:lnSpc>
                <a:spcPct val="90000"/>
              </a:lnSpc>
            </a:pPr>
            <a:r>
              <a:rPr lang="zh-CN" altLang="en-US" sz="2800">
                <a:latin typeface="Arial" panose="020B0604020202020204" pitchFamily="34" charset="0"/>
                <a:ea typeface="宋体" panose="02010600030101010101" pitchFamily="2" charset="-122"/>
              </a:rPr>
              <a:t>工程经济分析建立在分析人员对</a:t>
            </a:r>
            <a:r>
              <a:rPr lang="zh-CN" altLang="en-US" sz="2800" u="sng">
                <a:latin typeface="Arial" panose="020B0604020202020204" pitchFamily="34" charset="0"/>
                <a:ea typeface="宋体" panose="02010600030101010101" pitchFamily="2" charset="-122"/>
              </a:rPr>
              <a:t>未来</a:t>
            </a:r>
            <a:r>
              <a:rPr lang="zh-CN" altLang="en-US" sz="2800">
                <a:latin typeface="Arial" panose="020B0604020202020204" pitchFamily="34" charset="0"/>
                <a:ea typeface="宋体" panose="02010600030101010101" pitchFamily="2" charset="-122"/>
              </a:rPr>
              <a:t>经济效果所作的</a:t>
            </a:r>
            <a:r>
              <a:rPr lang="zh-CN" altLang="en-US" sz="2800" u="sng">
                <a:latin typeface="Arial" panose="020B0604020202020204" pitchFamily="34" charset="0"/>
                <a:ea typeface="宋体" panose="02010600030101010101" pitchFamily="2" charset="-122"/>
              </a:rPr>
              <a:t>预测</a:t>
            </a:r>
            <a:r>
              <a:rPr lang="zh-CN" altLang="en-US" sz="2800">
                <a:latin typeface="Arial" panose="020B0604020202020204" pitchFamily="34" charset="0"/>
                <a:ea typeface="宋体" panose="02010600030101010101" pitchFamily="2" charset="-122"/>
              </a:rPr>
              <a:t>与</a:t>
            </a:r>
            <a:r>
              <a:rPr lang="zh-CN" altLang="en-US" sz="2800" u="sng">
                <a:latin typeface="Arial" panose="020B0604020202020204" pitchFamily="34" charset="0"/>
                <a:ea typeface="宋体" panose="02010600030101010101" pitchFamily="2" charset="-122"/>
              </a:rPr>
              <a:t>判断</a:t>
            </a:r>
            <a:r>
              <a:rPr lang="zh-CN" altLang="en-US" sz="2800">
                <a:latin typeface="Arial" panose="020B0604020202020204" pitchFamily="34" charset="0"/>
                <a:ea typeface="宋体" panose="02010600030101010101" pitchFamily="2" charset="-122"/>
              </a:rPr>
              <a:t>基础之上</a:t>
            </a:r>
            <a:endParaRPr lang="zh-CN" altLang="en-US" sz="2800">
              <a:latin typeface="Arial" panose="020B0604020202020204" pitchFamily="34" charset="0"/>
              <a:ea typeface="宋体" panose="02010600030101010101" pitchFamily="2" charset="-122"/>
            </a:endParaRPr>
          </a:p>
          <a:p>
            <a:pPr eaLnBrk="1" hangingPunct="1">
              <a:lnSpc>
                <a:spcPct val="90000"/>
              </a:lnSpc>
            </a:pPr>
            <a:endParaRPr lang="zh-CN" altLang="en-US" sz="2000">
              <a:latin typeface="Arial" panose="020B0604020202020204" pitchFamily="34" charset="0"/>
              <a:ea typeface="宋体" panose="02010600030101010101" pitchFamily="2" charset="-122"/>
            </a:endParaRPr>
          </a:p>
          <a:p>
            <a:pPr eaLnBrk="1" hangingPunct="1">
              <a:lnSpc>
                <a:spcPct val="90000"/>
              </a:lnSpc>
            </a:pPr>
            <a:r>
              <a:rPr lang="zh-CN" altLang="en-US" sz="2800">
                <a:latin typeface="Arial" panose="020B0604020202020204" pitchFamily="34" charset="0"/>
                <a:ea typeface="宋体" panose="02010600030101010101" pitchFamily="2" charset="-122"/>
              </a:rPr>
              <a:t>但是，未来的变化总是带有不确定性</a:t>
            </a:r>
            <a:r>
              <a:rPr lang="en-US" altLang="zh-CN" sz="2800">
                <a:latin typeface="Arial" panose="020B0604020202020204" pitchFamily="34" charset="0"/>
                <a:ea typeface="宋体" panose="02010600030101010101" pitchFamily="2" charset="-122"/>
              </a:rPr>
              <a:t>(Uncertainty)</a:t>
            </a:r>
            <a:r>
              <a:rPr lang="zh-CN" altLang="en-US" sz="2800">
                <a:latin typeface="Arial" panose="020B0604020202020204" pitchFamily="34" charset="0"/>
                <a:ea typeface="宋体" panose="02010600030101010101" pitchFamily="2" charset="-122"/>
              </a:rPr>
              <a:t>和风险</a:t>
            </a:r>
            <a:r>
              <a:rPr lang="en-US" altLang="zh-CN" sz="2800">
                <a:latin typeface="Arial" panose="020B0604020202020204" pitchFamily="34" charset="0"/>
                <a:ea typeface="宋体" panose="02010600030101010101" pitchFamily="2" charset="-122"/>
              </a:rPr>
              <a:t>(Risk)</a:t>
            </a:r>
            <a:r>
              <a:rPr lang="zh-CN" altLang="en-US" sz="2800">
                <a:latin typeface="Arial" panose="020B0604020202020204" pitchFamily="34" charset="0"/>
                <a:ea typeface="宋体" panose="02010600030101010101" pitchFamily="2" charset="-122"/>
              </a:rPr>
              <a:t>的</a:t>
            </a:r>
            <a:endParaRPr lang="zh-CN" altLang="en-US" sz="2800">
              <a:latin typeface="Arial" panose="020B0604020202020204" pitchFamily="34" charset="0"/>
              <a:ea typeface="宋体" panose="02010600030101010101" pitchFamily="2" charset="-122"/>
            </a:endParaRPr>
          </a:p>
          <a:p>
            <a:pPr lvl="1" eaLnBrk="1" hangingPunct="1">
              <a:lnSpc>
                <a:spcPct val="90000"/>
              </a:lnSpc>
            </a:pPr>
            <a:r>
              <a:rPr lang="zh-CN" altLang="en-US" sz="2400">
                <a:latin typeface="Arial" panose="020B0604020202020204" pitchFamily="34" charset="0"/>
                <a:ea typeface="宋体" panose="02010600030101010101" pitchFamily="2" charset="-122"/>
              </a:rPr>
              <a:t>来源于未来信息的不充分：市场信息、技术信息、竞争对手的信息</a:t>
            </a:r>
            <a:r>
              <a:rPr lang="en-US" altLang="zh-CN" sz="2400">
                <a:latin typeface="Arial" panose="020B0604020202020204" pitchFamily="34" charset="0"/>
                <a:ea typeface="宋体" panose="02010600030101010101" pitchFamily="2" charset="-122"/>
              </a:rPr>
              <a:t>……</a:t>
            </a:r>
            <a:endParaRPr lang="en-US" altLang="zh-CN" sz="2400">
              <a:latin typeface="Arial" panose="020B0604020202020204" pitchFamily="34" charset="0"/>
              <a:ea typeface="宋体" panose="02010600030101010101" pitchFamily="2" charset="-122"/>
            </a:endParaRPr>
          </a:p>
          <a:p>
            <a:pPr lvl="1" eaLnBrk="1" hangingPunct="1">
              <a:lnSpc>
                <a:spcPct val="90000"/>
              </a:lnSpc>
            </a:pPr>
            <a:endParaRPr lang="zh-CN" altLang="en-US" sz="2000">
              <a:latin typeface="Arial" panose="020B0604020202020204" pitchFamily="34" charset="0"/>
              <a:ea typeface="宋体" panose="02010600030101010101" pitchFamily="2" charset="-122"/>
            </a:endParaRPr>
          </a:p>
          <a:p>
            <a:pPr eaLnBrk="1" hangingPunct="1">
              <a:lnSpc>
                <a:spcPct val="90000"/>
              </a:lnSpc>
            </a:pPr>
            <a:r>
              <a:rPr lang="zh-CN" altLang="en-US" sz="2800">
                <a:latin typeface="Arial" panose="020B0604020202020204" pitchFamily="34" charset="0"/>
                <a:ea typeface="宋体" panose="02010600030101010101" pitchFamily="2" charset="-122"/>
              </a:rPr>
              <a:t>为了尽量避免投资决策失误，需要进行风险与不确定性分析</a:t>
            </a:r>
            <a:endParaRPr lang="zh-CN" altLang="en-US" sz="2800">
              <a:latin typeface="Arial" panose="020B0604020202020204" pitchFamily="34" charset="0"/>
              <a:ea typeface="宋体" panose="02010600030101010101" pitchFamily="2" charset="-122"/>
            </a:endParaRPr>
          </a:p>
          <a:p>
            <a:pPr lvl="1" eaLnBrk="1" hangingPunct="1">
              <a:lnSpc>
                <a:spcPct val="90000"/>
              </a:lnSpc>
            </a:pPr>
            <a:r>
              <a:rPr lang="zh-CN" altLang="en-US" sz="2400">
                <a:latin typeface="Arial" panose="020B0604020202020204" pitchFamily="34" charset="0"/>
                <a:ea typeface="宋体" panose="02010600030101010101" pitchFamily="2" charset="-122"/>
              </a:rPr>
              <a:t>核心问题：未来预测的变化会如何影响现金流，进而影响投资决策？</a:t>
            </a:r>
            <a:endParaRPr lang="zh-CN" altLang="en-US" sz="2400">
              <a:latin typeface="Arial" panose="020B0604020202020204" pitchFamily="34" charset="0"/>
              <a:ea typeface="宋体" panose="02010600030101010101" pitchFamily="2" charset="-122"/>
            </a:endParaRPr>
          </a:p>
          <a:p>
            <a:pPr lvl="1" eaLnBrk="1" hangingPunct="1">
              <a:lnSpc>
                <a:spcPct val="90000"/>
              </a:lnSpc>
            </a:pPr>
            <a:r>
              <a:rPr lang="zh-CN" altLang="en-US" sz="2400">
                <a:latin typeface="Arial" panose="020B0604020202020204" pitchFamily="34" charset="0"/>
                <a:ea typeface="宋体" panose="02010600030101010101" pitchFamily="2" charset="-122"/>
              </a:rPr>
              <a:t>“投资是否可行”对于未来某些因素的变化的敏感性如何？</a:t>
            </a:r>
            <a:endParaRPr lang="zh-CN" altLang="en-US" sz="2400">
              <a:latin typeface="Arial" panose="020B0604020202020204" pitchFamily="34" charset="0"/>
              <a:ea typeface="宋体" panose="02010600030101010101" pitchFamily="2" charset="-122"/>
            </a:endParaRPr>
          </a:p>
          <a:p>
            <a:pPr lvl="2" eaLnBrk="1" hangingPunct="1">
              <a:lnSpc>
                <a:spcPct val="90000"/>
              </a:lnSpc>
            </a:pPr>
            <a:r>
              <a:rPr lang="zh-CN" altLang="en-US" sz="2200">
                <a:latin typeface="Arial" panose="020B0604020202020204" pitchFamily="34" charset="0"/>
                <a:ea typeface="宋体" panose="02010600030101010101" pitchFamily="2" charset="-122"/>
              </a:rPr>
              <a:t>寿命期、期初投资、每年产量、每年净收益、回收残值</a:t>
            </a:r>
            <a:r>
              <a:rPr lang="en-US" altLang="zh-CN" sz="2200">
                <a:latin typeface="Arial" panose="020B0604020202020204" pitchFamily="34" charset="0"/>
                <a:ea typeface="宋体" panose="02010600030101010101" pitchFamily="2" charset="-122"/>
              </a:rPr>
              <a:t>……</a:t>
            </a:r>
            <a:endParaRPr lang="en-US" altLang="zh-CN" sz="2200">
              <a:latin typeface="Arial" panose="020B0604020202020204" pitchFamily="34" charset="0"/>
              <a:ea typeface="宋体" panose="02010600030101010101" pitchFamily="2" charset="-122"/>
            </a:endParaRPr>
          </a:p>
          <a:p>
            <a:pPr eaLnBrk="1" hangingPunct="1">
              <a:lnSpc>
                <a:spcPct val="90000"/>
              </a:lnSpc>
            </a:pPr>
            <a:endParaRPr lang="zh-CN" altLang="en-US" sz="240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87459">
                                            <p:txEl>
                                              <p:pRg st="2" end="2"/>
                                            </p:txEl>
                                          </p:spTgt>
                                        </p:tgtEl>
                                        <p:attrNameLst>
                                          <p:attrName>style.visibility</p:attrName>
                                        </p:attrNameLst>
                                      </p:cBhvr>
                                      <p:to>
                                        <p:strVal val="visible"/>
                                      </p:to>
                                    </p:set>
                                    <p:anim calcmode="lin" valueType="num">
                                      <p:cBhvr additive="base">
                                        <p:cTn id="7" dur="500" fill="hold"/>
                                        <p:tgtEl>
                                          <p:spTgt spid="78745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87459">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87459">
                                            <p:txEl>
                                              <p:pRg st="3" end="3"/>
                                            </p:txEl>
                                          </p:spTgt>
                                        </p:tgtEl>
                                        <p:attrNameLst>
                                          <p:attrName>style.visibility</p:attrName>
                                        </p:attrNameLst>
                                      </p:cBhvr>
                                      <p:to>
                                        <p:strVal val="visible"/>
                                      </p:to>
                                    </p:set>
                                    <p:anim calcmode="lin" valueType="num">
                                      <p:cBhvr additive="base">
                                        <p:cTn id="11" dur="500" fill="hold"/>
                                        <p:tgtEl>
                                          <p:spTgt spid="787459">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874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87459">
                                            <p:txEl>
                                              <p:pRg st="5" end="5"/>
                                            </p:txEl>
                                          </p:spTgt>
                                        </p:tgtEl>
                                        <p:attrNameLst>
                                          <p:attrName>style.visibility</p:attrName>
                                        </p:attrNameLst>
                                      </p:cBhvr>
                                      <p:to>
                                        <p:strVal val="visible"/>
                                      </p:to>
                                    </p:set>
                                    <p:anim calcmode="lin" valueType="num">
                                      <p:cBhvr additive="base">
                                        <p:cTn id="17" dur="500" fill="hold"/>
                                        <p:tgtEl>
                                          <p:spTgt spid="787459">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87459">
                                            <p:txEl>
                                              <p:pRg st="5" end="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787459">
                                            <p:txEl>
                                              <p:pRg st="6" end="6"/>
                                            </p:txEl>
                                          </p:spTgt>
                                        </p:tgtEl>
                                        <p:attrNameLst>
                                          <p:attrName>style.visibility</p:attrName>
                                        </p:attrNameLst>
                                      </p:cBhvr>
                                      <p:to>
                                        <p:strVal val="visible"/>
                                      </p:to>
                                    </p:set>
                                    <p:anim calcmode="lin" valueType="num">
                                      <p:cBhvr additive="base">
                                        <p:cTn id="21" dur="500" fill="hold"/>
                                        <p:tgtEl>
                                          <p:spTgt spid="787459">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787459">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787459">
                                            <p:txEl>
                                              <p:pRg st="7" end="7"/>
                                            </p:txEl>
                                          </p:spTgt>
                                        </p:tgtEl>
                                        <p:attrNameLst>
                                          <p:attrName>style.visibility</p:attrName>
                                        </p:attrNameLst>
                                      </p:cBhvr>
                                      <p:to>
                                        <p:strVal val="visible"/>
                                      </p:to>
                                    </p:set>
                                    <p:anim calcmode="lin" valueType="num">
                                      <p:cBhvr additive="base">
                                        <p:cTn id="25" dur="500" fill="hold"/>
                                        <p:tgtEl>
                                          <p:spTgt spid="787459">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87459">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787459">
                                            <p:txEl>
                                              <p:pRg st="8" end="8"/>
                                            </p:txEl>
                                          </p:spTgt>
                                        </p:tgtEl>
                                        <p:attrNameLst>
                                          <p:attrName>style.visibility</p:attrName>
                                        </p:attrNameLst>
                                      </p:cBhvr>
                                      <p:to>
                                        <p:strVal val="visible"/>
                                      </p:to>
                                    </p:set>
                                    <p:anim calcmode="lin" valueType="num">
                                      <p:cBhvr additive="base">
                                        <p:cTn id="29" dur="500" fill="hold"/>
                                        <p:tgtEl>
                                          <p:spTgt spid="787459">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8745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zh-CN" altLang="en-US" sz="3200" dirty="0">
                <a:latin typeface="Arial" panose="020B0604020202020204" pitchFamily="34" charset="0"/>
                <a:ea typeface="楷体_GB2312" charset="0"/>
                <a:cs typeface="楷体_GB2312" charset="0"/>
              </a:rPr>
              <a:t>本讲内容</a:t>
            </a:r>
            <a:endParaRPr lang="zh-CN" altLang="en-US" sz="3200" dirty="0">
              <a:latin typeface="Arial" panose="020B0604020202020204" pitchFamily="34" charset="0"/>
              <a:ea typeface="楷体_GB2312" charset="0"/>
              <a:cs typeface="楷体_GB2312" charset="0"/>
            </a:endParaRPr>
          </a:p>
        </p:txBody>
      </p:sp>
      <p:sp>
        <p:nvSpPr>
          <p:cNvPr id="13315" name="Rectangle 3"/>
          <p:cNvSpPr>
            <a:spLocks noGrp="1" noChangeArrowheads="1"/>
          </p:cNvSpPr>
          <p:nvPr>
            <p:ph type="body" idx="1"/>
          </p:nvPr>
        </p:nvSpPr>
        <p:spPr/>
        <p:txBody>
          <a:bodyPr/>
          <a:lstStyle/>
          <a:p>
            <a:pPr eaLnBrk="1" hangingPunct="1"/>
            <a:r>
              <a:rPr lang="zh-CN" altLang="en-US" dirty="0">
                <a:latin typeface="Arial" panose="020B0604020202020204" pitchFamily="34" charset="0"/>
                <a:ea typeface="宋体" panose="02010600030101010101" pitchFamily="2" charset="-122"/>
              </a:rPr>
              <a:t>一、风险与不确定性分析的必要性</a:t>
            </a:r>
            <a:endParaRPr lang="zh-CN" altLang="en-US" dirty="0">
              <a:latin typeface="Arial" panose="020B0604020202020204" pitchFamily="34" charset="0"/>
              <a:ea typeface="宋体" panose="02010600030101010101" pitchFamily="2" charset="-122"/>
            </a:endParaRPr>
          </a:p>
          <a:p>
            <a:pPr eaLnBrk="1" hangingPunct="1"/>
            <a:endParaRPr lang="zh-CN" altLang="en-US" dirty="0">
              <a:latin typeface="Arial" panose="020B0604020202020204" pitchFamily="34" charset="0"/>
              <a:ea typeface="宋体" panose="02010600030101010101" pitchFamily="2" charset="-122"/>
            </a:endParaRPr>
          </a:p>
          <a:p>
            <a:pPr eaLnBrk="1" hangingPunct="1"/>
            <a:r>
              <a:rPr lang="zh-CN" altLang="en-US" dirty="0">
                <a:solidFill>
                  <a:srgbClr val="800000"/>
                </a:solidFill>
                <a:latin typeface="Arial" panose="020B0604020202020204" pitchFamily="34" charset="0"/>
                <a:ea typeface="宋体" panose="02010600030101010101" pitchFamily="2" charset="-122"/>
              </a:rPr>
              <a:t>二、三种风险与不确定性分析方法</a:t>
            </a:r>
            <a:endParaRPr lang="zh-CN" altLang="en-US" dirty="0">
              <a:solidFill>
                <a:srgbClr val="800000"/>
              </a:solidFill>
              <a:latin typeface="Arial" panose="020B0604020202020204" pitchFamily="34" charset="0"/>
              <a:ea typeface="宋体" panose="02010600030101010101" pitchFamily="2" charset="-122"/>
            </a:endParaRPr>
          </a:p>
          <a:p>
            <a:pPr lvl="1" eaLnBrk="1" hangingPunct="1"/>
            <a:r>
              <a:rPr lang="zh-CN" altLang="en-US" dirty="0">
                <a:solidFill>
                  <a:srgbClr val="800000"/>
                </a:solidFill>
                <a:latin typeface="Arial" panose="020B0604020202020204" pitchFamily="34" charset="0"/>
                <a:ea typeface="宋体" panose="02010600030101010101" pitchFamily="2" charset="-122"/>
              </a:rPr>
              <a:t>（一）盈亏平衡分析</a:t>
            </a:r>
            <a:endParaRPr lang="zh-CN" altLang="en-US" dirty="0">
              <a:solidFill>
                <a:srgbClr val="800000"/>
              </a:solidFill>
              <a:latin typeface="Arial" panose="020B0604020202020204" pitchFamily="34" charset="0"/>
              <a:ea typeface="宋体" panose="02010600030101010101" pitchFamily="2" charset="-122"/>
            </a:endParaRPr>
          </a:p>
          <a:p>
            <a:pPr lvl="2" eaLnBrk="1" hangingPunct="1"/>
            <a:r>
              <a:rPr lang="zh-CN" altLang="en-US" dirty="0">
                <a:solidFill>
                  <a:srgbClr val="0000FF"/>
                </a:solidFill>
                <a:latin typeface="Arial" panose="020B0604020202020204" pitchFamily="34" charset="0"/>
                <a:ea typeface="宋体" panose="02010600030101010101" pitchFamily="2" charset="-122"/>
              </a:rPr>
              <a:t>单方案</a:t>
            </a:r>
            <a:r>
              <a:rPr lang="en-US" altLang="zh-CN" dirty="0">
                <a:latin typeface="Arial" panose="020B0604020202020204" pitchFamily="34" charset="0"/>
                <a:ea typeface="宋体" panose="02010600030101010101" pitchFamily="2" charset="-122"/>
              </a:rPr>
              <a:t>/</a:t>
            </a:r>
            <a:r>
              <a:rPr lang="zh-CN" altLang="en-US" dirty="0">
                <a:latin typeface="Arial" panose="020B0604020202020204" pitchFamily="34" charset="0"/>
                <a:ea typeface="宋体" panose="02010600030101010101" pitchFamily="2" charset="-122"/>
              </a:rPr>
              <a:t>多方案盈亏平衡分析</a:t>
            </a:r>
            <a:endParaRPr lang="zh-CN" altLang="en-US" dirty="0">
              <a:latin typeface="Arial" panose="020B0604020202020204" pitchFamily="34" charset="0"/>
              <a:ea typeface="宋体" panose="02010600030101010101" pitchFamily="2" charset="-122"/>
            </a:endParaRPr>
          </a:p>
          <a:p>
            <a:pPr lvl="1" eaLnBrk="1" hangingPunct="1"/>
            <a:r>
              <a:rPr lang="zh-CN" altLang="en-US" dirty="0">
                <a:solidFill>
                  <a:srgbClr val="800000"/>
                </a:solidFill>
                <a:latin typeface="Arial" panose="020B0604020202020204" pitchFamily="34" charset="0"/>
                <a:ea typeface="宋体" panose="02010600030101010101" pitchFamily="2" charset="-122"/>
              </a:rPr>
              <a:t>（二）敏感性分析</a:t>
            </a:r>
            <a:endParaRPr lang="zh-CN" altLang="en-US" dirty="0">
              <a:solidFill>
                <a:srgbClr val="800000"/>
              </a:solidFill>
              <a:latin typeface="Arial" panose="020B0604020202020204" pitchFamily="34" charset="0"/>
              <a:ea typeface="宋体" panose="02010600030101010101" pitchFamily="2" charset="-122"/>
            </a:endParaRPr>
          </a:p>
          <a:p>
            <a:pPr lvl="2" eaLnBrk="1" hangingPunct="1"/>
            <a:r>
              <a:rPr lang="zh-CN" altLang="en-US" dirty="0">
                <a:solidFill>
                  <a:srgbClr val="0000FF"/>
                </a:solidFill>
                <a:latin typeface="Arial" panose="020B0604020202020204" pitchFamily="34" charset="0"/>
                <a:ea typeface="宋体" panose="02010600030101010101" pitchFamily="2" charset="-122"/>
              </a:rPr>
              <a:t>单因素</a:t>
            </a:r>
            <a:r>
              <a:rPr lang="en-US" altLang="zh-CN" dirty="0">
                <a:latin typeface="Arial" panose="020B0604020202020204" pitchFamily="34" charset="0"/>
                <a:ea typeface="宋体" panose="02010600030101010101" pitchFamily="2" charset="-122"/>
              </a:rPr>
              <a:t>/</a:t>
            </a:r>
            <a:r>
              <a:rPr lang="zh-CN" altLang="en-US" dirty="0">
                <a:latin typeface="Arial" panose="020B0604020202020204" pitchFamily="34" charset="0"/>
                <a:ea typeface="宋体" panose="02010600030101010101" pitchFamily="2" charset="-122"/>
              </a:rPr>
              <a:t>多因素敏感性分析</a:t>
            </a:r>
            <a:endParaRPr lang="zh-CN" altLang="en-US" dirty="0">
              <a:solidFill>
                <a:srgbClr val="800000"/>
              </a:solidFill>
              <a:latin typeface="Arial" panose="020B0604020202020204" pitchFamily="34" charset="0"/>
              <a:ea typeface="宋体" panose="02010600030101010101" pitchFamily="2" charset="-122"/>
            </a:endParaRPr>
          </a:p>
          <a:p>
            <a:pPr lvl="1" eaLnBrk="1" hangingPunct="1"/>
            <a:r>
              <a:rPr lang="zh-CN" altLang="en-US" dirty="0">
                <a:solidFill>
                  <a:srgbClr val="800000"/>
                </a:solidFill>
                <a:latin typeface="Arial" panose="020B0604020202020204" pitchFamily="34" charset="0"/>
                <a:ea typeface="宋体" panose="02010600030101010101" pitchFamily="2" charset="-122"/>
              </a:rPr>
              <a:t>（三）风险分析</a:t>
            </a:r>
            <a:endParaRPr lang="zh-CN" altLang="en-US" dirty="0">
              <a:solidFill>
                <a:srgbClr val="800000"/>
              </a:solidFill>
              <a:latin typeface="Arial" panose="020B0604020202020204" pitchFamily="34" charset="0"/>
              <a:ea typeface="宋体" panose="02010600030101010101" pitchFamily="2" charset="-122"/>
            </a:endParaRPr>
          </a:p>
          <a:p>
            <a:pPr lvl="2" eaLnBrk="1" hangingPunct="1"/>
            <a:r>
              <a:rPr lang="zh-CN" altLang="en-US" dirty="0">
                <a:latin typeface="Arial" panose="020B0604020202020204" pitchFamily="34" charset="0"/>
                <a:ea typeface="宋体" panose="02010600030101010101" pitchFamily="2" charset="-122"/>
              </a:rPr>
              <a:t>风险识别、</a:t>
            </a:r>
            <a:r>
              <a:rPr lang="zh-CN" altLang="en-US" dirty="0">
                <a:solidFill>
                  <a:srgbClr val="0000FF"/>
                </a:solidFill>
                <a:latin typeface="Arial" panose="020B0604020202020204" pitchFamily="34" charset="0"/>
                <a:ea typeface="宋体" panose="02010600030101010101" pitchFamily="2" charset="-122"/>
              </a:rPr>
              <a:t>风险测度</a:t>
            </a:r>
            <a:r>
              <a:rPr lang="zh-CN" altLang="en-US" dirty="0">
                <a:latin typeface="Arial" panose="020B0604020202020204" pitchFamily="34" charset="0"/>
                <a:ea typeface="宋体" panose="02010600030101010101" pitchFamily="2" charset="-122"/>
              </a:rPr>
              <a:t>、风险决策、风险控制</a:t>
            </a:r>
            <a:endParaRPr lang="zh-CN" altLang="en-US" dirty="0">
              <a:latin typeface="Arial" panose="020B0604020202020204" pitchFamily="34" charset="0"/>
              <a:ea typeface="宋体" panose="02010600030101010101" pitchFamily="2" charset="-122"/>
            </a:endParaRPr>
          </a:p>
          <a:p>
            <a:pPr lvl="2" eaLnBrk="1" hangingPunct="1">
              <a:buFontTx/>
              <a:buNone/>
            </a:pPr>
            <a:endParaRPr lang="zh-CN" altLang="en-US" dirty="0">
              <a:solidFill>
                <a:srgbClr val="800000"/>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a:latin typeface="Arial" panose="020B0604020202020204" pitchFamily="34" charset="0"/>
                <a:ea typeface="楷体_GB2312" charset="0"/>
                <a:cs typeface="楷体_GB2312" charset="0"/>
              </a:rPr>
              <a:t>（一）盈亏平衡分析</a:t>
            </a:r>
            <a:endParaRPr lang="zh-CN" altLang="en-US">
              <a:latin typeface="Arial" panose="020B0604020202020204" pitchFamily="34" charset="0"/>
              <a:ea typeface="楷体_GB2312" charset="0"/>
              <a:cs typeface="楷体_GB2312" charset="0"/>
            </a:endParaRPr>
          </a:p>
        </p:txBody>
      </p:sp>
      <p:sp>
        <p:nvSpPr>
          <p:cNvPr id="791555" name="Rectangle 3"/>
          <p:cNvSpPr>
            <a:spLocks noGrp="1" noChangeArrowheads="1"/>
          </p:cNvSpPr>
          <p:nvPr>
            <p:ph type="body" idx="1"/>
          </p:nvPr>
        </p:nvSpPr>
        <p:spPr/>
        <p:txBody>
          <a:bodyPr/>
          <a:lstStyle/>
          <a:p>
            <a:pPr eaLnBrk="1" hangingPunct="1"/>
            <a:r>
              <a:rPr lang="zh-CN" altLang="en-US" sz="2800">
                <a:latin typeface="Arial" panose="020B0604020202020204" pitchFamily="34" charset="0"/>
                <a:ea typeface="宋体" panose="02010600030101010101" pitchFamily="2" charset="-122"/>
              </a:rPr>
              <a:t>各种不确定性因素（如初始投资、生产成本、产销量、销售价格等）的变化会影响投资方案的经济效果</a:t>
            </a:r>
            <a:r>
              <a:rPr lang="en-US" altLang="zh-CN" sz="2800">
                <a:latin typeface="Arial" panose="020B0604020202020204" pitchFamily="34" charset="0"/>
                <a:ea typeface="宋体" panose="02010600030101010101" pitchFamily="2" charset="-122"/>
              </a:rPr>
              <a:t>——</a:t>
            </a:r>
            <a:r>
              <a:rPr lang="zh-CN" altLang="en-US" sz="2800">
                <a:latin typeface="Arial" panose="020B0604020202020204" pitchFamily="34" charset="0"/>
                <a:ea typeface="宋体" panose="02010600030101010101" pitchFamily="2" charset="-122"/>
              </a:rPr>
              <a:t>是否盈利</a:t>
            </a:r>
            <a:endParaRPr lang="zh-CN" altLang="en-US" sz="2800">
              <a:latin typeface="Arial" panose="020B0604020202020204" pitchFamily="34" charset="0"/>
              <a:ea typeface="宋体" panose="02010600030101010101" pitchFamily="2" charset="-122"/>
            </a:endParaRPr>
          </a:p>
          <a:p>
            <a:pPr lvl="1" eaLnBrk="1" hangingPunct="1"/>
            <a:r>
              <a:rPr lang="zh-CN" altLang="en-US" sz="2400">
                <a:latin typeface="Arial" panose="020B0604020202020204" pitchFamily="34" charset="0"/>
                <a:ea typeface="宋体" panose="02010600030101010101" pitchFamily="2" charset="-122"/>
              </a:rPr>
              <a:t>当这些因素的变化达到某一临界值时，就会影响方案的取舍，这一临界值被称为“盈亏平衡点”</a:t>
            </a:r>
            <a:r>
              <a:rPr lang="en-US" altLang="zh-CN" sz="2400">
                <a:latin typeface="Arial" panose="020B0604020202020204" pitchFamily="34" charset="0"/>
                <a:ea typeface="宋体" panose="02010600030101010101" pitchFamily="2" charset="-122"/>
              </a:rPr>
              <a:t>(Break-even point, BEP)</a:t>
            </a:r>
            <a:endParaRPr lang="en-US" altLang="zh-CN" sz="2400">
              <a:latin typeface="Arial" panose="020B0604020202020204" pitchFamily="34" charset="0"/>
              <a:ea typeface="宋体" panose="02010600030101010101" pitchFamily="2" charset="-122"/>
            </a:endParaRPr>
          </a:p>
          <a:p>
            <a:pPr lvl="1" eaLnBrk="1" hangingPunct="1"/>
            <a:r>
              <a:rPr lang="zh-CN" altLang="en-US" sz="2400">
                <a:latin typeface="Arial" panose="020B0604020202020204" pitchFamily="34" charset="0"/>
                <a:ea typeface="宋体" panose="02010600030101010101" pitchFamily="2" charset="-122"/>
              </a:rPr>
              <a:t>盈亏平衡分析目的在于找出临界值，判断投资方案对不确定因素变化的承受能力</a:t>
            </a:r>
            <a:endParaRPr lang="zh-CN" altLang="en-US" sz="2400">
              <a:latin typeface="Arial" panose="020B0604020202020204" pitchFamily="34" charset="0"/>
              <a:ea typeface="宋体" panose="02010600030101010101" pitchFamily="2" charset="-122"/>
            </a:endParaRPr>
          </a:p>
          <a:p>
            <a:pPr eaLnBrk="1" hangingPunct="1"/>
            <a:endParaRPr lang="zh-CN" altLang="en-US" sz="2800">
              <a:latin typeface="Arial" panose="020B0604020202020204" pitchFamily="34" charset="0"/>
              <a:ea typeface="宋体" panose="02010600030101010101" pitchFamily="2" charset="-122"/>
            </a:endParaRPr>
          </a:p>
          <a:p>
            <a:pPr eaLnBrk="1" hangingPunct="1"/>
            <a:r>
              <a:rPr lang="zh-CN" altLang="en-US" sz="2800">
                <a:latin typeface="Arial" panose="020B0604020202020204" pitchFamily="34" charset="0"/>
                <a:ea typeface="宋体" panose="02010600030101010101" pitchFamily="2" charset="-122"/>
              </a:rPr>
              <a:t>基本方法：建立成本与产量、销售收入与产量之间的函数关系，通过对图形或函数的分析，找到盈亏平衡点</a:t>
            </a:r>
            <a:endParaRPr lang="zh-CN" altLang="en-US" sz="2800">
              <a:latin typeface="Arial" panose="020B0604020202020204" pitchFamily="34" charset="0"/>
              <a:ea typeface="宋体" panose="02010600030101010101" pitchFamily="2" charset="-122"/>
            </a:endParaRPr>
          </a:p>
          <a:p>
            <a:pPr lvl="1" eaLnBrk="1" hangingPunct="1"/>
            <a:r>
              <a:rPr lang="zh-CN" altLang="en-US" sz="2400">
                <a:latin typeface="Arial" panose="020B0604020202020204" pitchFamily="34" charset="0"/>
                <a:ea typeface="宋体" panose="02010600030101010101" pitchFamily="2" charset="-122"/>
              </a:rPr>
              <a:t>单方案</a:t>
            </a:r>
            <a:r>
              <a:rPr lang="en-US" altLang="zh-CN" sz="2400">
                <a:latin typeface="Arial" panose="020B0604020202020204" pitchFamily="34" charset="0"/>
                <a:ea typeface="宋体" panose="02010600030101010101" pitchFamily="2" charset="-122"/>
              </a:rPr>
              <a:t>/</a:t>
            </a:r>
            <a:r>
              <a:rPr lang="zh-CN" altLang="en-US" sz="2400">
                <a:latin typeface="Arial" panose="020B0604020202020204" pitchFamily="34" charset="0"/>
                <a:ea typeface="宋体" panose="02010600030101010101" pitchFamily="2" charset="-122"/>
              </a:rPr>
              <a:t>多方案盈亏平衡分析</a:t>
            </a:r>
            <a:endParaRPr lang="zh-CN" altLang="en-US" sz="240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91555">
                                            <p:txEl>
                                              <p:pRg st="1" end="1"/>
                                            </p:txEl>
                                          </p:spTgt>
                                        </p:tgtEl>
                                        <p:attrNameLst>
                                          <p:attrName>style.visibility</p:attrName>
                                        </p:attrNameLst>
                                      </p:cBhvr>
                                      <p:to>
                                        <p:strVal val="visible"/>
                                      </p:to>
                                    </p:set>
                                    <p:animEffect transition="in" filter="blinds(horizontal)">
                                      <p:cBhvr>
                                        <p:cTn id="7" dur="500"/>
                                        <p:tgtEl>
                                          <p:spTgt spid="79155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91555">
                                            <p:txEl>
                                              <p:pRg st="2" end="2"/>
                                            </p:txEl>
                                          </p:spTgt>
                                        </p:tgtEl>
                                        <p:attrNameLst>
                                          <p:attrName>style.visibility</p:attrName>
                                        </p:attrNameLst>
                                      </p:cBhvr>
                                      <p:to>
                                        <p:strVal val="visible"/>
                                      </p:to>
                                    </p:set>
                                    <p:animEffect transition="in" filter="blinds(horizontal)">
                                      <p:cBhvr>
                                        <p:cTn id="10" dur="500"/>
                                        <p:tgtEl>
                                          <p:spTgt spid="79155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91555">
                                            <p:txEl>
                                              <p:pRg st="4" end="4"/>
                                            </p:txEl>
                                          </p:spTgt>
                                        </p:tgtEl>
                                        <p:attrNameLst>
                                          <p:attrName>style.visibility</p:attrName>
                                        </p:attrNameLst>
                                      </p:cBhvr>
                                      <p:to>
                                        <p:strVal val="visible"/>
                                      </p:to>
                                    </p:set>
                                    <p:animEffect transition="in" filter="blinds(horizontal)">
                                      <p:cBhvr>
                                        <p:cTn id="15" dur="500"/>
                                        <p:tgtEl>
                                          <p:spTgt spid="791555">
                                            <p:txEl>
                                              <p:pRg st="4" end="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91555">
                                            <p:txEl>
                                              <p:pRg st="5" end="5"/>
                                            </p:txEl>
                                          </p:spTgt>
                                        </p:tgtEl>
                                        <p:attrNameLst>
                                          <p:attrName>style.visibility</p:attrName>
                                        </p:attrNameLst>
                                      </p:cBhvr>
                                      <p:to>
                                        <p:strVal val="visible"/>
                                      </p:to>
                                    </p:set>
                                    <p:animEffect transition="in" filter="blinds(horizontal)">
                                      <p:cBhvr>
                                        <p:cTn id="18" dur="500"/>
                                        <p:tgtEl>
                                          <p:spTgt spid="79155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zh-CN">
                <a:latin typeface="Arial" panose="020B0604020202020204" pitchFamily="34" charset="0"/>
                <a:ea typeface="楷体_GB2312" charset="0"/>
                <a:cs typeface="楷体_GB2312" charset="0"/>
              </a:rPr>
              <a:t>1. </a:t>
            </a:r>
            <a:r>
              <a:rPr lang="zh-CN" altLang="en-US">
                <a:latin typeface="Arial" panose="020B0604020202020204" pitchFamily="34" charset="0"/>
                <a:ea typeface="楷体_GB2312" charset="0"/>
                <a:cs typeface="楷体_GB2312" charset="0"/>
              </a:rPr>
              <a:t>单方案盈亏平衡分析</a:t>
            </a:r>
            <a:endParaRPr lang="zh-CN" altLang="en-US">
              <a:latin typeface="Arial" panose="020B0604020202020204" pitchFamily="34" charset="0"/>
              <a:ea typeface="楷体_GB2312" charset="0"/>
              <a:cs typeface="楷体_GB2312" charset="0"/>
            </a:endParaRPr>
          </a:p>
        </p:txBody>
      </p:sp>
      <p:sp>
        <p:nvSpPr>
          <p:cNvPr id="16387" name="Rectangle 3"/>
          <p:cNvSpPr>
            <a:spLocks noGrp="1" noChangeArrowheads="1"/>
          </p:cNvSpPr>
          <p:nvPr>
            <p:ph type="body" idx="1"/>
          </p:nvPr>
        </p:nvSpPr>
        <p:spPr/>
        <p:txBody>
          <a:bodyPr/>
          <a:lstStyle/>
          <a:p>
            <a:pPr eaLnBrk="1" hangingPunct="1"/>
            <a:r>
              <a:rPr lang="en-US" altLang="zh-CN">
                <a:latin typeface="Arial" panose="020B0604020202020204" pitchFamily="34" charset="0"/>
                <a:ea typeface="宋体" panose="02010600030101010101" pitchFamily="2" charset="-122"/>
              </a:rPr>
              <a:t>(1) </a:t>
            </a:r>
            <a:r>
              <a:rPr lang="zh-CN" altLang="en-US">
                <a:latin typeface="Arial" panose="020B0604020202020204" pitchFamily="34" charset="0"/>
                <a:ea typeface="宋体" panose="02010600030101010101" pitchFamily="2" charset="-122"/>
              </a:rPr>
              <a:t>销售收入、成本费用与产品产量的关系</a:t>
            </a:r>
            <a:endParaRPr lang="zh-CN" altLang="en-US">
              <a:latin typeface="Arial" panose="020B0604020202020204" pitchFamily="34" charset="0"/>
              <a:ea typeface="宋体" panose="02010600030101010101" pitchFamily="2" charset="-122"/>
            </a:endParaRPr>
          </a:p>
          <a:p>
            <a:pPr eaLnBrk="1" hangingPunct="1">
              <a:lnSpc>
                <a:spcPct val="50000"/>
              </a:lnSpc>
              <a:spcBef>
                <a:spcPct val="0"/>
              </a:spcBef>
              <a:buFontTx/>
              <a:buNone/>
            </a:pPr>
            <a:endParaRPr lang="zh-CN" altLang="en-US">
              <a:latin typeface="Arial" panose="020B0604020202020204" pitchFamily="34" charset="0"/>
              <a:ea typeface="宋体" panose="02010600030101010101" pitchFamily="2" charset="-122"/>
            </a:endParaRPr>
          </a:p>
          <a:p>
            <a:pPr eaLnBrk="1" hangingPunct="1">
              <a:buFontTx/>
              <a:buNone/>
            </a:pPr>
            <a:r>
              <a:rPr lang="zh-CN" altLang="en-US">
                <a:latin typeface="Arial" panose="020B0604020202020204" pitchFamily="34" charset="0"/>
                <a:ea typeface="宋体" panose="02010600030101010101" pitchFamily="2" charset="-122"/>
              </a:rPr>
              <a:t>		收入：	</a:t>
            </a:r>
            <a:r>
              <a:rPr lang="en-US" altLang="zh-CN">
                <a:latin typeface="Arial" panose="020B0604020202020204" pitchFamily="34" charset="0"/>
                <a:ea typeface="宋体" panose="02010600030101010101" pitchFamily="2" charset="-122"/>
              </a:rPr>
              <a:t>R=PQ</a:t>
            </a:r>
            <a:endParaRPr lang="en-US" altLang="zh-CN">
              <a:latin typeface="Arial" panose="020B0604020202020204" pitchFamily="34" charset="0"/>
              <a:ea typeface="宋体" panose="02010600030101010101" pitchFamily="2" charset="-122"/>
            </a:endParaRPr>
          </a:p>
          <a:p>
            <a:pPr eaLnBrk="1" hangingPunct="1">
              <a:buFontTx/>
              <a:buNone/>
            </a:pPr>
            <a:endParaRPr lang="en-US" altLang="zh-CN">
              <a:latin typeface="Arial" panose="020B0604020202020204" pitchFamily="34" charset="0"/>
              <a:ea typeface="宋体" panose="02010600030101010101" pitchFamily="2" charset="-122"/>
            </a:endParaRPr>
          </a:p>
          <a:p>
            <a:pPr eaLnBrk="1" hangingPunct="1">
              <a:buFontTx/>
              <a:buNone/>
            </a:pPr>
            <a:endParaRPr lang="en-US" altLang="zh-CN">
              <a:latin typeface="Arial" panose="020B0604020202020204" pitchFamily="34" charset="0"/>
              <a:ea typeface="宋体" panose="02010600030101010101" pitchFamily="2" charset="-122"/>
            </a:endParaRPr>
          </a:p>
          <a:p>
            <a:pPr eaLnBrk="1" hangingPunct="1">
              <a:buFontTx/>
              <a:buNone/>
            </a:pPr>
            <a:r>
              <a:rPr lang="zh-CN" altLang="en-US">
                <a:latin typeface="Arial" panose="020B0604020202020204" pitchFamily="34" charset="0"/>
                <a:ea typeface="宋体" panose="02010600030101010101" pitchFamily="2" charset="-122"/>
              </a:rPr>
              <a:t>		成本：	固定成本（</a:t>
            </a:r>
            <a:r>
              <a:rPr lang="en-US" altLang="zh-CN">
                <a:latin typeface="Arial" panose="020B0604020202020204" pitchFamily="34" charset="0"/>
                <a:ea typeface="宋体" panose="02010600030101010101" pitchFamily="2" charset="-122"/>
              </a:rPr>
              <a:t>C</a:t>
            </a:r>
            <a:r>
              <a:rPr lang="en-US" altLang="zh-CN" baseline="-25000">
                <a:latin typeface="Arial" panose="020B0604020202020204" pitchFamily="34" charset="0"/>
                <a:ea typeface="宋体" panose="02010600030101010101" pitchFamily="2" charset="-122"/>
              </a:rPr>
              <a:t>f</a:t>
            </a:r>
            <a:r>
              <a:rPr lang="zh-CN" altLang="en-US">
                <a:latin typeface="Arial" panose="020B0604020202020204" pitchFamily="34" charset="0"/>
                <a:ea typeface="宋体" panose="02010600030101010101" pitchFamily="2" charset="-122"/>
              </a:rPr>
              <a:t>）</a:t>
            </a:r>
            <a:endParaRPr lang="zh-CN" altLang="en-US">
              <a:latin typeface="Arial" panose="020B0604020202020204" pitchFamily="34" charset="0"/>
              <a:ea typeface="宋体" panose="02010600030101010101" pitchFamily="2" charset="-122"/>
            </a:endParaRPr>
          </a:p>
          <a:p>
            <a:pPr eaLnBrk="1" hangingPunct="1">
              <a:buFontTx/>
              <a:buNone/>
            </a:pPr>
            <a:r>
              <a:rPr lang="zh-CN" altLang="en-US">
                <a:latin typeface="Arial" panose="020B0604020202020204" pitchFamily="34" charset="0"/>
                <a:ea typeface="宋体" panose="02010600030101010101" pitchFamily="2" charset="-122"/>
              </a:rPr>
              <a:t>				变动成本（</a:t>
            </a:r>
            <a:r>
              <a:rPr lang="en-US" altLang="zh-CN">
                <a:latin typeface="Arial" panose="020B0604020202020204" pitchFamily="34" charset="0"/>
                <a:ea typeface="宋体" panose="02010600030101010101" pitchFamily="2" charset="-122"/>
              </a:rPr>
              <a:t>C</a:t>
            </a:r>
            <a:r>
              <a:rPr lang="en-US" altLang="zh-CN" baseline="-25000">
                <a:latin typeface="Arial" panose="020B0604020202020204" pitchFamily="34" charset="0"/>
                <a:ea typeface="宋体" panose="02010600030101010101" pitchFamily="2" charset="-122"/>
              </a:rPr>
              <a:t>v</a:t>
            </a:r>
            <a:r>
              <a:rPr lang="zh-CN" altLang="en-US">
                <a:latin typeface="Arial" panose="020B0604020202020204" pitchFamily="34" charset="0"/>
                <a:ea typeface="宋体" panose="02010600030101010101" pitchFamily="2" charset="-122"/>
              </a:rPr>
              <a:t>）</a:t>
            </a:r>
            <a:endParaRPr lang="zh-CN" altLang="en-US">
              <a:latin typeface="Arial" panose="020B0604020202020204" pitchFamily="34" charset="0"/>
              <a:ea typeface="宋体" panose="02010600030101010101" pitchFamily="2" charset="-122"/>
            </a:endParaRPr>
          </a:p>
          <a:p>
            <a:pPr eaLnBrk="1" hangingPunct="1">
              <a:buFontTx/>
              <a:buNone/>
            </a:pPr>
            <a:r>
              <a:rPr lang="zh-CN" altLang="en-US">
                <a:latin typeface="Arial" panose="020B0604020202020204" pitchFamily="34" charset="0"/>
                <a:ea typeface="宋体" panose="02010600030101010101" pitchFamily="2" charset="-122"/>
              </a:rPr>
              <a:t>				</a:t>
            </a:r>
            <a:r>
              <a:rPr lang="en-US" altLang="zh-CN">
                <a:latin typeface="Arial" panose="020B0604020202020204" pitchFamily="34" charset="0"/>
                <a:ea typeface="宋体" panose="02010600030101010101" pitchFamily="2" charset="-122"/>
              </a:rPr>
              <a:t>C=C</a:t>
            </a:r>
            <a:r>
              <a:rPr lang="en-US" altLang="zh-CN" baseline="-25000">
                <a:latin typeface="Arial" panose="020B0604020202020204" pitchFamily="34" charset="0"/>
                <a:ea typeface="宋体" panose="02010600030101010101" pitchFamily="2" charset="-122"/>
              </a:rPr>
              <a:t>f</a:t>
            </a:r>
            <a:r>
              <a:rPr lang="en-US" altLang="zh-CN">
                <a:latin typeface="Arial" panose="020B0604020202020204" pitchFamily="34" charset="0"/>
                <a:ea typeface="宋体" panose="02010600030101010101" pitchFamily="2" charset="-122"/>
              </a:rPr>
              <a:t>+C</a:t>
            </a:r>
            <a:r>
              <a:rPr lang="en-US" altLang="zh-CN" baseline="-25000">
                <a:latin typeface="Arial" panose="020B0604020202020204" pitchFamily="34" charset="0"/>
                <a:ea typeface="宋体" panose="02010600030101010101" pitchFamily="2" charset="-122"/>
              </a:rPr>
              <a:t>v</a:t>
            </a:r>
            <a:r>
              <a:rPr lang="en-US" altLang="zh-CN">
                <a:latin typeface="Arial" panose="020B0604020202020204" pitchFamily="34" charset="0"/>
                <a:ea typeface="宋体" panose="02010600030101010101" pitchFamily="2" charset="-122"/>
              </a:rPr>
              <a:t>Q</a:t>
            </a:r>
            <a:endParaRPr lang="zh-CN" altLang="en-US">
              <a:latin typeface="Arial" panose="020B0604020202020204" pitchFamily="34" charset="0"/>
              <a:ea typeface="宋体" panose="02010600030101010101" pitchFamily="2" charset="-122"/>
            </a:endParaRPr>
          </a:p>
        </p:txBody>
      </p:sp>
      <p:graphicFrame>
        <p:nvGraphicFramePr>
          <p:cNvPr id="16388" name="Object 4"/>
          <p:cNvGraphicFramePr>
            <a:graphicFrameLocks noChangeAspect="1"/>
          </p:cNvGraphicFramePr>
          <p:nvPr/>
        </p:nvGraphicFramePr>
        <p:xfrm>
          <a:off x="2855913" y="2505075"/>
          <a:ext cx="2625725" cy="812800"/>
        </p:xfrm>
        <a:graphic>
          <a:graphicData uri="http://schemas.openxmlformats.org/presentationml/2006/ole">
            <mc:AlternateContent xmlns:mc="http://schemas.openxmlformats.org/markup-compatibility/2006">
              <mc:Choice xmlns:v="urn:schemas-microsoft-com:vml" Requires="v">
                <p:oleObj spid="_x0000_s16409" name="Equation" r:id="rId1" imgW="1066800" imgH="330200" progId="Equation.DSMT4">
                  <p:embed/>
                </p:oleObj>
              </mc:Choice>
              <mc:Fallback>
                <p:oleObj name="Equation" r:id="rId1" imgW="1066800" imgH="3302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913" y="2505075"/>
                        <a:ext cx="2625725" cy="812800"/>
                      </a:xfrm>
                      <a:prstGeom prst="rect">
                        <a:avLst/>
                      </a:prstGeom>
                      <a:noFill/>
                      <a:ln>
                        <a:noFill/>
                      </a:ln>
                      <a:effec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zh-CN">
                <a:latin typeface="Arial" panose="020B0604020202020204" pitchFamily="34" charset="0"/>
                <a:ea typeface="楷体_GB2312" charset="0"/>
                <a:cs typeface="楷体_GB2312" charset="0"/>
              </a:rPr>
              <a:t>1. </a:t>
            </a:r>
            <a:r>
              <a:rPr lang="zh-CN" altLang="en-US">
                <a:latin typeface="Arial" panose="020B0604020202020204" pitchFamily="34" charset="0"/>
                <a:ea typeface="楷体_GB2312" charset="0"/>
                <a:cs typeface="楷体_GB2312" charset="0"/>
              </a:rPr>
              <a:t>单方案盈亏平衡分析</a:t>
            </a:r>
            <a:endParaRPr lang="zh-CN" altLang="en-US">
              <a:latin typeface="Arial" panose="020B0604020202020204" pitchFamily="34" charset="0"/>
              <a:ea typeface="楷体_GB2312" charset="0"/>
              <a:cs typeface="楷体_GB2312" charset="0"/>
            </a:endParaRPr>
          </a:p>
        </p:txBody>
      </p:sp>
      <p:sp>
        <p:nvSpPr>
          <p:cNvPr id="18435" name="Rectangle 3"/>
          <p:cNvSpPr>
            <a:spLocks noGrp="1" noChangeArrowheads="1"/>
          </p:cNvSpPr>
          <p:nvPr>
            <p:ph type="body" idx="1"/>
          </p:nvPr>
        </p:nvSpPr>
        <p:spPr/>
        <p:txBody>
          <a:bodyPr/>
          <a:lstStyle/>
          <a:p>
            <a:pPr eaLnBrk="1" hangingPunct="1"/>
            <a:r>
              <a:rPr lang="en-US" altLang="zh-CN">
                <a:latin typeface="Arial" panose="020B0604020202020204" pitchFamily="34" charset="0"/>
                <a:ea typeface="宋体" panose="02010600030101010101" pitchFamily="2" charset="-122"/>
              </a:rPr>
              <a:t>(2) </a:t>
            </a:r>
            <a:r>
              <a:rPr lang="zh-CN" altLang="en-US">
                <a:latin typeface="Arial" panose="020B0604020202020204" pitchFamily="34" charset="0"/>
                <a:ea typeface="宋体" panose="02010600030101010101" pitchFamily="2" charset="-122"/>
              </a:rPr>
              <a:t>盈亏平衡点及其确定</a:t>
            </a:r>
            <a:endParaRPr lang="zh-CN" altLang="en-US">
              <a:latin typeface="Arial" panose="020B0604020202020204" pitchFamily="34" charset="0"/>
              <a:ea typeface="宋体" panose="02010600030101010101" pitchFamily="2" charset="-122"/>
            </a:endParaRPr>
          </a:p>
        </p:txBody>
      </p:sp>
      <p:grpSp>
        <p:nvGrpSpPr>
          <p:cNvPr id="18436" name="Group 4"/>
          <p:cNvGrpSpPr/>
          <p:nvPr/>
        </p:nvGrpSpPr>
        <p:grpSpPr bwMode="auto">
          <a:xfrm>
            <a:off x="1236663" y="1944688"/>
            <a:ext cx="6096000" cy="4056062"/>
            <a:chOff x="776" y="1071"/>
            <a:chExt cx="3465" cy="2194"/>
          </a:xfrm>
        </p:grpSpPr>
        <p:sp>
          <p:nvSpPr>
            <p:cNvPr id="18437" name="Line 5"/>
            <p:cNvSpPr>
              <a:spLocks noChangeShapeType="1"/>
            </p:cNvSpPr>
            <p:nvPr/>
          </p:nvSpPr>
          <p:spPr bwMode="auto">
            <a:xfrm flipV="1">
              <a:off x="1156" y="1434"/>
              <a:ext cx="0" cy="1536"/>
            </a:xfrm>
            <a:prstGeom prst="line">
              <a:avLst/>
            </a:prstGeom>
            <a:noFill/>
            <a:ln w="9525">
              <a:solidFill>
                <a:srgbClr val="080808"/>
              </a:solidFill>
              <a:round/>
              <a:tailEnd type="triangle" w="med" len="med"/>
            </a:ln>
          </p:spPr>
          <p:txBody>
            <a:bodyPr/>
            <a:lstStyle/>
            <a:p>
              <a:endParaRPr lang="zh-CN" altLang="en-US"/>
            </a:p>
          </p:txBody>
        </p:sp>
        <p:sp>
          <p:nvSpPr>
            <p:cNvPr id="18438" name="Line 6"/>
            <p:cNvSpPr>
              <a:spLocks noChangeShapeType="1"/>
            </p:cNvSpPr>
            <p:nvPr/>
          </p:nvSpPr>
          <p:spPr bwMode="auto">
            <a:xfrm>
              <a:off x="1156" y="2976"/>
              <a:ext cx="2587" cy="6"/>
            </a:xfrm>
            <a:prstGeom prst="line">
              <a:avLst/>
            </a:prstGeom>
            <a:noFill/>
            <a:ln w="9525">
              <a:solidFill>
                <a:srgbClr val="080808"/>
              </a:solidFill>
              <a:round/>
              <a:tailEnd type="triangle" w="med" len="med"/>
            </a:ln>
          </p:spPr>
          <p:txBody>
            <a:bodyPr/>
            <a:lstStyle/>
            <a:p>
              <a:endParaRPr lang="zh-CN" altLang="en-US"/>
            </a:p>
          </p:txBody>
        </p:sp>
        <p:sp>
          <p:nvSpPr>
            <p:cNvPr id="18439" name="Line 7"/>
            <p:cNvSpPr>
              <a:spLocks noChangeShapeType="1"/>
            </p:cNvSpPr>
            <p:nvPr/>
          </p:nvSpPr>
          <p:spPr bwMode="auto">
            <a:xfrm flipV="1">
              <a:off x="1156" y="1207"/>
              <a:ext cx="2179" cy="1763"/>
            </a:xfrm>
            <a:prstGeom prst="line">
              <a:avLst/>
            </a:prstGeom>
            <a:noFill/>
            <a:ln w="9525">
              <a:solidFill>
                <a:srgbClr val="080808"/>
              </a:solidFill>
              <a:round/>
            </a:ln>
          </p:spPr>
          <p:txBody>
            <a:bodyPr/>
            <a:lstStyle/>
            <a:p>
              <a:endParaRPr lang="zh-CN" altLang="en-US"/>
            </a:p>
          </p:txBody>
        </p:sp>
        <p:sp>
          <p:nvSpPr>
            <p:cNvPr id="18440" name="Line 8"/>
            <p:cNvSpPr>
              <a:spLocks noChangeShapeType="1"/>
            </p:cNvSpPr>
            <p:nvPr/>
          </p:nvSpPr>
          <p:spPr bwMode="auto">
            <a:xfrm flipV="1">
              <a:off x="1156" y="1706"/>
              <a:ext cx="2112" cy="672"/>
            </a:xfrm>
            <a:prstGeom prst="line">
              <a:avLst/>
            </a:prstGeom>
            <a:noFill/>
            <a:ln w="9525">
              <a:solidFill>
                <a:srgbClr val="080808"/>
              </a:solidFill>
              <a:round/>
            </a:ln>
          </p:spPr>
          <p:txBody>
            <a:bodyPr/>
            <a:lstStyle/>
            <a:p>
              <a:endParaRPr lang="zh-CN" altLang="en-US"/>
            </a:p>
          </p:txBody>
        </p:sp>
        <p:sp>
          <p:nvSpPr>
            <p:cNvPr id="18441" name="Line 9"/>
            <p:cNvSpPr>
              <a:spLocks noChangeShapeType="1"/>
            </p:cNvSpPr>
            <p:nvPr/>
          </p:nvSpPr>
          <p:spPr bwMode="auto">
            <a:xfrm>
              <a:off x="1156" y="2387"/>
              <a:ext cx="2495" cy="0"/>
            </a:xfrm>
            <a:prstGeom prst="line">
              <a:avLst/>
            </a:prstGeom>
            <a:noFill/>
            <a:ln w="9525">
              <a:solidFill>
                <a:srgbClr val="080808"/>
              </a:solidFill>
              <a:round/>
            </a:ln>
          </p:spPr>
          <p:txBody>
            <a:bodyPr/>
            <a:lstStyle/>
            <a:p>
              <a:endParaRPr lang="zh-CN" altLang="en-US"/>
            </a:p>
          </p:txBody>
        </p:sp>
        <p:sp>
          <p:nvSpPr>
            <p:cNvPr id="18442" name="Line 10"/>
            <p:cNvSpPr>
              <a:spLocks noChangeShapeType="1"/>
            </p:cNvSpPr>
            <p:nvPr/>
          </p:nvSpPr>
          <p:spPr bwMode="auto">
            <a:xfrm>
              <a:off x="2336" y="2024"/>
              <a:ext cx="0" cy="952"/>
            </a:xfrm>
            <a:prstGeom prst="line">
              <a:avLst/>
            </a:prstGeom>
            <a:noFill/>
            <a:ln w="9525">
              <a:solidFill>
                <a:srgbClr val="080808"/>
              </a:solidFill>
              <a:prstDash val="dash"/>
              <a:round/>
            </a:ln>
          </p:spPr>
          <p:txBody>
            <a:bodyPr/>
            <a:lstStyle/>
            <a:p>
              <a:endParaRPr lang="zh-CN" altLang="en-US"/>
            </a:p>
          </p:txBody>
        </p:sp>
        <p:sp>
          <p:nvSpPr>
            <p:cNvPr id="18443" name="Text Box 11"/>
            <p:cNvSpPr txBox="1">
              <a:spLocks noChangeArrowheads="1"/>
            </p:cNvSpPr>
            <p:nvPr/>
          </p:nvSpPr>
          <p:spPr bwMode="auto">
            <a:xfrm>
              <a:off x="776" y="1525"/>
              <a:ext cx="261" cy="1089"/>
            </a:xfrm>
            <a:prstGeom prst="rect">
              <a:avLst/>
            </a:prstGeom>
            <a:noFill/>
            <a:ln>
              <a:noFill/>
            </a:ln>
          </p:spPr>
          <p:txBody>
            <a:bodyPr vert="eaVert">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800" b="0">
                  <a:solidFill>
                    <a:srgbClr val="080808"/>
                  </a:solidFill>
                </a:rPr>
                <a:t>B   or    C</a:t>
              </a:r>
              <a:endParaRPr lang="en-US" altLang="zh-CN" sz="1800" b="0">
                <a:solidFill>
                  <a:srgbClr val="080808"/>
                </a:solidFill>
              </a:endParaRPr>
            </a:p>
          </p:txBody>
        </p:sp>
        <p:sp>
          <p:nvSpPr>
            <p:cNvPr id="18444" name="Text Box 12"/>
            <p:cNvSpPr txBox="1">
              <a:spLocks noChangeArrowheads="1"/>
            </p:cNvSpPr>
            <p:nvPr/>
          </p:nvSpPr>
          <p:spPr bwMode="auto">
            <a:xfrm>
              <a:off x="1927" y="1706"/>
              <a:ext cx="453" cy="198"/>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800" b="0">
                  <a:solidFill>
                    <a:srgbClr val="FF0066"/>
                  </a:solidFill>
                </a:rPr>
                <a:t>BEP</a:t>
              </a:r>
              <a:endParaRPr lang="en-US" altLang="zh-CN" sz="1800" b="0">
                <a:solidFill>
                  <a:srgbClr val="FF0066"/>
                </a:solidFill>
              </a:endParaRPr>
            </a:p>
          </p:txBody>
        </p:sp>
        <p:sp>
          <p:nvSpPr>
            <p:cNvPr id="18445" name="Text Box 13"/>
            <p:cNvSpPr txBox="1">
              <a:spLocks noChangeArrowheads="1"/>
            </p:cNvSpPr>
            <p:nvPr/>
          </p:nvSpPr>
          <p:spPr bwMode="auto">
            <a:xfrm>
              <a:off x="3379" y="1071"/>
              <a:ext cx="680" cy="198"/>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800" b="0">
                  <a:solidFill>
                    <a:srgbClr val="080808"/>
                  </a:solidFill>
                </a:rPr>
                <a:t>R=PQ</a:t>
              </a:r>
              <a:endParaRPr lang="en-US" altLang="zh-CN" sz="1800" b="0">
                <a:solidFill>
                  <a:srgbClr val="080808"/>
                </a:solidFill>
              </a:endParaRPr>
            </a:p>
          </p:txBody>
        </p:sp>
        <p:sp>
          <p:nvSpPr>
            <p:cNvPr id="18446" name="Line 14"/>
            <p:cNvSpPr>
              <a:spLocks noChangeShapeType="1"/>
            </p:cNvSpPr>
            <p:nvPr/>
          </p:nvSpPr>
          <p:spPr bwMode="auto">
            <a:xfrm flipH="1">
              <a:off x="1247" y="2341"/>
              <a:ext cx="45" cy="544"/>
            </a:xfrm>
            <a:prstGeom prst="line">
              <a:avLst/>
            </a:prstGeom>
            <a:noFill/>
            <a:ln w="9525">
              <a:solidFill>
                <a:srgbClr val="FF0066"/>
              </a:solidFill>
              <a:round/>
            </a:ln>
          </p:spPr>
          <p:txBody>
            <a:bodyPr/>
            <a:lstStyle/>
            <a:p>
              <a:endParaRPr lang="zh-CN" altLang="en-US"/>
            </a:p>
          </p:txBody>
        </p:sp>
        <p:sp>
          <p:nvSpPr>
            <p:cNvPr id="18447" name="Line 15"/>
            <p:cNvSpPr>
              <a:spLocks noChangeShapeType="1"/>
            </p:cNvSpPr>
            <p:nvPr/>
          </p:nvSpPr>
          <p:spPr bwMode="auto">
            <a:xfrm flipH="1">
              <a:off x="1383" y="2296"/>
              <a:ext cx="46" cy="499"/>
            </a:xfrm>
            <a:prstGeom prst="line">
              <a:avLst/>
            </a:prstGeom>
            <a:noFill/>
            <a:ln w="9525">
              <a:solidFill>
                <a:srgbClr val="FF0066"/>
              </a:solidFill>
              <a:round/>
            </a:ln>
          </p:spPr>
          <p:txBody>
            <a:bodyPr/>
            <a:lstStyle/>
            <a:p>
              <a:endParaRPr lang="zh-CN" altLang="en-US"/>
            </a:p>
          </p:txBody>
        </p:sp>
        <p:sp>
          <p:nvSpPr>
            <p:cNvPr id="18448" name="Line 16"/>
            <p:cNvSpPr>
              <a:spLocks noChangeShapeType="1"/>
            </p:cNvSpPr>
            <p:nvPr/>
          </p:nvSpPr>
          <p:spPr bwMode="auto">
            <a:xfrm flipH="1">
              <a:off x="1519" y="2251"/>
              <a:ext cx="45" cy="408"/>
            </a:xfrm>
            <a:prstGeom prst="line">
              <a:avLst/>
            </a:prstGeom>
            <a:noFill/>
            <a:ln w="9525">
              <a:solidFill>
                <a:srgbClr val="FF0066"/>
              </a:solidFill>
              <a:round/>
            </a:ln>
          </p:spPr>
          <p:txBody>
            <a:bodyPr/>
            <a:lstStyle/>
            <a:p>
              <a:endParaRPr lang="zh-CN" altLang="en-US"/>
            </a:p>
          </p:txBody>
        </p:sp>
        <p:sp>
          <p:nvSpPr>
            <p:cNvPr id="18449" name="Line 17"/>
            <p:cNvSpPr>
              <a:spLocks noChangeShapeType="1"/>
            </p:cNvSpPr>
            <p:nvPr/>
          </p:nvSpPr>
          <p:spPr bwMode="auto">
            <a:xfrm flipV="1">
              <a:off x="1655" y="2205"/>
              <a:ext cx="45" cy="318"/>
            </a:xfrm>
            <a:prstGeom prst="line">
              <a:avLst/>
            </a:prstGeom>
            <a:noFill/>
            <a:ln w="9525">
              <a:solidFill>
                <a:srgbClr val="FF0066"/>
              </a:solidFill>
              <a:round/>
            </a:ln>
          </p:spPr>
          <p:txBody>
            <a:bodyPr/>
            <a:lstStyle/>
            <a:p>
              <a:endParaRPr lang="zh-CN" altLang="en-US"/>
            </a:p>
          </p:txBody>
        </p:sp>
        <p:sp>
          <p:nvSpPr>
            <p:cNvPr id="18450" name="Line 18"/>
            <p:cNvSpPr>
              <a:spLocks noChangeShapeType="1"/>
            </p:cNvSpPr>
            <p:nvPr/>
          </p:nvSpPr>
          <p:spPr bwMode="auto">
            <a:xfrm flipV="1">
              <a:off x="1791" y="2160"/>
              <a:ext cx="45" cy="272"/>
            </a:xfrm>
            <a:prstGeom prst="line">
              <a:avLst/>
            </a:prstGeom>
            <a:noFill/>
            <a:ln w="9525">
              <a:solidFill>
                <a:srgbClr val="FF0066"/>
              </a:solidFill>
              <a:round/>
            </a:ln>
          </p:spPr>
          <p:txBody>
            <a:bodyPr/>
            <a:lstStyle/>
            <a:p>
              <a:endParaRPr lang="zh-CN" altLang="en-US"/>
            </a:p>
          </p:txBody>
        </p:sp>
        <p:sp>
          <p:nvSpPr>
            <p:cNvPr id="18451" name="Line 19"/>
            <p:cNvSpPr>
              <a:spLocks noChangeShapeType="1"/>
            </p:cNvSpPr>
            <p:nvPr/>
          </p:nvSpPr>
          <p:spPr bwMode="auto">
            <a:xfrm flipV="1">
              <a:off x="1927" y="2115"/>
              <a:ext cx="46" cy="226"/>
            </a:xfrm>
            <a:prstGeom prst="line">
              <a:avLst/>
            </a:prstGeom>
            <a:noFill/>
            <a:ln w="9525">
              <a:solidFill>
                <a:srgbClr val="FF0066"/>
              </a:solidFill>
              <a:round/>
            </a:ln>
          </p:spPr>
          <p:txBody>
            <a:bodyPr/>
            <a:lstStyle/>
            <a:p>
              <a:endParaRPr lang="zh-CN" altLang="en-US"/>
            </a:p>
          </p:txBody>
        </p:sp>
        <p:sp>
          <p:nvSpPr>
            <p:cNvPr id="18452" name="Line 20"/>
            <p:cNvSpPr>
              <a:spLocks noChangeShapeType="1"/>
            </p:cNvSpPr>
            <p:nvPr/>
          </p:nvSpPr>
          <p:spPr bwMode="auto">
            <a:xfrm flipH="1">
              <a:off x="2653" y="1661"/>
              <a:ext cx="136" cy="272"/>
            </a:xfrm>
            <a:prstGeom prst="line">
              <a:avLst/>
            </a:prstGeom>
            <a:noFill/>
            <a:ln w="9525">
              <a:solidFill>
                <a:srgbClr val="00FF00"/>
              </a:solidFill>
              <a:round/>
            </a:ln>
          </p:spPr>
          <p:txBody>
            <a:bodyPr/>
            <a:lstStyle/>
            <a:p>
              <a:endParaRPr lang="zh-CN" altLang="en-US"/>
            </a:p>
          </p:txBody>
        </p:sp>
        <p:sp>
          <p:nvSpPr>
            <p:cNvPr id="18453" name="Line 21"/>
            <p:cNvSpPr>
              <a:spLocks noChangeShapeType="1"/>
            </p:cNvSpPr>
            <p:nvPr/>
          </p:nvSpPr>
          <p:spPr bwMode="auto">
            <a:xfrm flipH="1">
              <a:off x="2835" y="1434"/>
              <a:ext cx="227" cy="408"/>
            </a:xfrm>
            <a:prstGeom prst="line">
              <a:avLst/>
            </a:prstGeom>
            <a:noFill/>
            <a:ln w="9525">
              <a:solidFill>
                <a:srgbClr val="00FF00"/>
              </a:solidFill>
              <a:round/>
            </a:ln>
          </p:spPr>
          <p:txBody>
            <a:bodyPr/>
            <a:lstStyle/>
            <a:p>
              <a:endParaRPr lang="zh-CN" altLang="en-US"/>
            </a:p>
          </p:txBody>
        </p:sp>
        <p:sp>
          <p:nvSpPr>
            <p:cNvPr id="18454" name="Line 22"/>
            <p:cNvSpPr>
              <a:spLocks noChangeShapeType="1"/>
            </p:cNvSpPr>
            <p:nvPr/>
          </p:nvSpPr>
          <p:spPr bwMode="auto">
            <a:xfrm flipH="1">
              <a:off x="3016" y="1253"/>
              <a:ext cx="272" cy="544"/>
            </a:xfrm>
            <a:prstGeom prst="line">
              <a:avLst/>
            </a:prstGeom>
            <a:noFill/>
            <a:ln w="9525">
              <a:solidFill>
                <a:srgbClr val="00FF00"/>
              </a:solidFill>
              <a:round/>
            </a:ln>
          </p:spPr>
          <p:txBody>
            <a:bodyPr/>
            <a:lstStyle/>
            <a:p>
              <a:endParaRPr lang="zh-CN" altLang="en-US"/>
            </a:p>
          </p:txBody>
        </p:sp>
        <p:sp>
          <p:nvSpPr>
            <p:cNvPr id="18455" name="Text Box 23"/>
            <p:cNvSpPr txBox="1">
              <a:spLocks noChangeArrowheads="1"/>
            </p:cNvSpPr>
            <p:nvPr/>
          </p:nvSpPr>
          <p:spPr bwMode="auto">
            <a:xfrm>
              <a:off x="3379" y="1570"/>
              <a:ext cx="862" cy="198"/>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800" b="0">
                  <a:solidFill>
                    <a:srgbClr val="080808"/>
                  </a:solidFill>
                </a:rPr>
                <a:t>C=C</a:t>
              </a:r>
              <a:r>
                <a:rPr lang="en-US" altLang="zh-CN" sz="1800" b="0" baseline="-25000">
                  <a:solidFill>
                    <a:srgbClr val="080808"/>
                  </a:solidFill>
                </a:rPr>
                <a:t>f</a:t>
              </a:r>
              <a:r>
                <a:rPr lang="en-US" altLang="zh-CN" sz="1800" b="0">
                  <a:solidFill>
                    <a:srgbClr val="080808"/>
                  </a:solidFill>
                </a:rPr>
                <a:t>+C</a:t>
              </a:r>
              <a:r>
                <a:rPr lang="en-US" altLang="zh-CN" sz="1800" b="0" baseline="-25000">
                  <a:solidFill>
                    <a:srgbClr val="080808"/>
                  </a:solidFill>
                </a:rPr>
                <a:t>v</a:t>
              </a:r>
              <a:r>
                <a:rPr lang="en-US" altLang="zh-CN" sz="1800" b="0">
                  <a:solidFill>
                    <a:srgbClr val="080808"/>
                  </a:solidFill>
                </a:rPr>
                <a:t>Q</a:t>
              </a:r>
              <a:endParaRPr lang="en-US" altLang="zh-CN" sz="1800" b="0">
                <a:solidFill>
                  <a:srgbClr val="080808"/>
                </a:solidFill>
              </a:endParaRPr>
            </a:p>
          </p:txBody>
        </p:sp>
        <p:sp>
          <p:nvSpPr>
            <p:cNvPr id="18456" name="Text Box 24"/>
            <p:cNvSpPr txBox="1">
              <a:spLocks noChangeArrowheads="1"/>
            </p:cNvSpPr>
            <p:nvPr/>
          </p:nvSpPr>
          <p:spPr bwMode="auto">
            <a:xfrm>
              <a:off x="3833" y="2296"/>
              <a:ext cx="363" cy="199"/>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800" b="0">
                  <a:solidFill>
                    <a:srgbClr val="080808"/>
                  </a:solidFill>
                </a:rPr>
                <a:t>C</a:t>
              </a:r>
              <a:r>
                <a:rPr lang="en-US" altLang="zh-CN" sz="1800" b="0" baseline="-25000">
                  <a:solidFill>
                    <a:srgbClr val="080808"/>
                  </a:solidFill>
                </a:rPr>
                <a:t>f</a:t>
              </a:r>
              <a:endParaRPr lang="en-US" altLang="zh-CN" sz="1800" b="0" baseline="-25000">
                <a:solidFill>
                  <a:srgbClr val="080808"/>
                </a:solidFill>
              </a:endParaRPr>
            </a:p>
          </p:txBody>
        </p:sp>
        <p:sp>
          <p:nvSpPr>
            <p:cNvPr id="18457" name="Text Box 25"/>
            <p:cNvSpPr txBox="1">
              <a:spLocks noChangeArrowheads="1"/>
            </p:cNvSpPr>
            <p:nvPr/>
          </p:nvSpPr>
          <p:spPr bwMode="auto">
            <a:xfrm>
              <a:off x="3606" y="1979"/>
              <a:ext cx="590" cy="198"/>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800" b="0">
                  <a:solidFill>
                    <a:srgbClr val="080808"/>
                  </a:solidFill>
                </a:rPr>
                <a:t>C</a:t>
              </a:r>
              <a:r>
                <a:rPr lang="en-US" altLang="zh-CN" sz="1800" b="0" baseline="-25000">
                  <a:solidFill>
                    <a:srgbClr val="080808"/>
                  </a:solidFill>
                </a:rPr>
                <a:t>v</a:t>
              </a:r>
              <a:r>
                <a:rPr lang="en-US" altLang="zh-CN" sz="1800" b="0">
                  <a:solidFill>
                    <a:srgbClr val="080808"/>
                  </a:solidFill>
                </a:rPr>
                <a:t>Q</a:t>
              </a:r>
              <a:endParaRPr lang="en-US" altLang="zh-CN" sz="1800" b="0">
                <a:solidFill>
                  <a:srgbClr val="080808"/>
                </a:solidFill>
              </a:endParaRPr>
            </a:p>
          </p:txBody>
        </p:sp>
        <p:sp>
          <p:nvSpPr>
            <p:cNvPr id="18458" name="Text Box 26"/>
            <p:cNvSpPr txBox="1">
              <a:spLocks noChangeArrowheads="1"/>
            </p:cNvSpPr>
            <p:nvPr/>
          </p:nvSpPr>
          <p:spPr bwMode="auto">
            <a:xfrm>
              <a:off x="1066" y="3067"/>
              <a:ext cx="2903" cy="198"/>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800" b="0">
                  <a:solidFill>
                    <a:srgbClr val="080808"/>
                  </a:solidFill>
                </a:rPr>
                <a:t>0                           Q*                             Q</a:t>
              </a:r>
              <a:endParaRPr lang="en-US" altLang="zh-CN" sz="1800" b="0">
                <a:solidFill>
                  <a:srgbClr val="080808"/>
                </a:solidFill>
              </a:endParaRPr>
            </a:p>
          </p:txBody>
        </p:sp>
        <p:sp>
          <p:nvSpPr>
            <p:cNvPr id="18459" name="Line 27"/>
            <p:cNvSpPr>
              <a:spLocks noChangeShapeType="1"/>
            </p:cNvSpPr>
            <p:nvPr/>
          </p:nvSpPr>
          <p:spPr bwMode="auto">
            <a:xfrm flipH="1">
              <a:off x="2064" y="2069"/>
              <a:ext cx="45" cy="136"/>
            </a:xfrm>
            <a:prstGeom prst="line">
              <a:avLst/>
            </a:prstGeom>
            <a:noFill/>
            <a:ln w="9525">
              <a:solidFill>
                <a:srgbClr val="FF0000"/>
              </a:solidFill>
              <a:round/>
            </a:ln>
          </p:spPr>
          <p:txBody>
            <a:bodyPr/>
            <a:lstStyle/>
            <a:p>
              <a:endParaRPr lang="zh-CN" altLang="en-US"/>
            </a:p>
          </p:txBody>
        </p:sp>
        <p:sp>
          <p:nvSpPr>
            <p:cNvPr id="18460" name="Line 28"/>
            <p:cNvSpPr>
              <a:spLocks noChangeShapeType="1"/>
            </p:cNvSpPr>
            <p:nvPr/>
          </p:nvSpPr>
          <p:spPr bwMode="auto">
            <a:xfrm flipV="1">
              <a:off x="1156" y="2296"/>
              <a:ext cx="2112" cy="672"/>
            </a:xfrm>
            <a:prstGeom prst="line">
              <a:avLst/>
            </a:prstGeom>
            <a:noFill/>
            <a:ln w="9525">
              <a:solidFill>
                <a:srgbClr val="080808"/>
              </a:solidFill>
              <a:round/>
            </a:ln>
          </p:spPr>
          <p:txBody>
            <a:bodyPr/>
            <a:lstStyle/>
            <a:p>
              <a:endParaRPr lang="zh-CN" altLang="en-US"/>
            </a:p>
          </p:txBody>
        </p:sp>
      </p:gr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zh-CN">
                <a:latin typeface="Arial" panose="020B0604020202020204" pitchFamily="34" charset="0"/>
                <a:ea typeface="楷体_GB2312" charset="0"/>
                <a:cs typeface="楷体_GB2312" charset="0"/>
              </a:rPr>
              <a:t>1. </a:t>
            </a:r>
            <a:r>
              <a:rPr lang="zh-CN" altLang="en-US">
                <a:latin typeface="Arial" panose="020B0604020202020204" pitchFamily="34" charset="0"/>
                <a:ea typeface="楷体_GB2312" charset="0"/>
                <a:cs typeface="楷体_GB2312" charset="0"/>
              </a:rPr>
              <a:t>单方案盈亏平衡分析</a:t>
            </a:r>
            <a:endParaRPr lang="zh-CN" altLang="en-US">
              <a:latin typeface="Arial" panose="020B0604020202020204" pitchFamily="34" charset="0"/>
              <a:ea typeface="楷体_GB2312" charset="0"/>
              <a:cs typeface="楷体_GB2312" charset="0"/>
            </a:endParaRPr>
          </a:p>
        </p:txBody>
      </p:sp>
      <p:sp>
        <p:nvSpPr>
          <p:cNvPr id="20483" name="Rectangle 3"/>
          <p:cNvSpPr>
            <a:spLocks noGrp="1" noChangeArrowheads="1"/>
          </p:cNvSpPr>
          <p:nvPr>
            <p:ph type="body" idx="1"/>
          </p:nvPr>
        </p:nvSpPr>
        <p:spPr/>
        <p:txBody>
          <a:bodyPr/>
          <a:lstStyle/>
          <a:p>
            <a:pPr eaLnBrk="1" hangingPunct="1"/>
            <a:r>
              <a:rPr lang="zh-CN" altLang="en-US">
                <a:latin typeface="Arial" panose="020B0604020202020204" pitchFamily="34" charset="0"/>
                <a:ea typeface="宋体" panose="02010600030101010101" pitchFamily="2" charset="-122"/>
              </a:rPr>
              <a:t>盈亏平衡点及其确定</a:t>
            </a:r>
            <a:endParaRPr lang="zh-CN" altLang="en-US">
              <a:latin typeface="Arial" panose="020B0604020202020204" pitchFamily="34" charset="0"/>
              <a:ea typeface="宋体" panose="02010600030101010101" pitchFamily="2" charset="-122"/>
            </a:endParaRPr>
          </a:p>
          <a:p>
            <a:pPr eaLnBrk="1" hangingPunct="1"/>
            <a:endParaRPr lang="zh-CN" altLang="en-US">
              <a:latin typeface="Arial" panose="020B0604020202020204" pitchFamily="34" charset="0"/>
              <a:ea typeface="宋体" panose="02010600030101010101" pitchFamily="2" charset="-122"/>
            </a:endParaRPr>
          </a:p>
          <a:p>
            <a:pPr eaLnBrk="1" hangingPunct="1"/>
            <a:endParaRPr lang="zh-CN" altLang="en-US">
              <a:latin typeface="Arial" panose="020B0604020202020204" pitchFamily="34" charset="0"/>
              <a:ea typeface="宋体" panose="02010600030101010101" pitchFamily="2" charset="-122"/>
            </a:endParaRPr>
          </a:p>
          <a:p>
            <a:pPr lvl="1" eaLnBrk="1" hangingPunct="1">
              <a:buFontTx/>
              <a:buNone/>
            </a:pPr>
            <a:r>
              <a:rPr lang="zh-CN" altLang="en-US">
                <a:latin typeface="Arial" panose="020B0604020202020204" pitchFamily="34" charset="0"/>
                <a:ea typeface="宋体" panose="02010600030101010101" pitchFamily="2" charset="-122"/>
              </a:rPr>
              <a:t>					</a:t>
            </a:r>
            <a:endParaRPr lang="zh-CN" altLang="en-US">
              <a:latin typeface="Arial" panose="020B0604020202020204" pitchFamily="34" charset="0"/>
              <a:ea typeface="宋体" panose="02010600030101010101" pitchFamily="2" charset="-122"/>
            </a:endParaRPr>
          </a:p>
          <a:p>
            <a:pPr lvl="1" eaLnBrk="1" hangingPunct="1">
              <a:buFontTx/>
              <a:buNone/>
            </a:pPr>
            <a:r>
              <a:rPr lang="zh-CN" altLang="en-US">
                <a:latin typeface="Arial" panose="020B0604020202020204" pitchFamily="34" charset="0"/>
                <a:ea typeface="宋体" panose="02010600030101010101" pitchFamily="2" charset="-122"/>
              </a:rPr>
              <a:t>                                盈亏平衡产量</a:t>
            </a:r>
            <a:endParaRPr lang="zh-CN" altLang="en-US">
              <a:latin typeface="Arial" panose="020B0604020202020204" pitchFamily="34" charset="0"/>
              <a:ea typeface="宋体" panose="02010600030101010101" pitchFamily="2" charset="-122"/>
            </a:endParaRPr>
          </a:p>
          <a:p>
            <a:pPr lvl="1" eaLnBrk="1" hangingPunct="1">
              <a:buFontTx/>
              <a:buNone/>
            </a:pPr>
            <a:endParaRPr lang="zh-CN" altLang="en-US">
              <a:latin typeface="Arial" panose="020B0604020202020204" pitchFamily="34" charset="0"/>
              <a:ea typeface="宋体" panose="02010600030101010101" pitchFamily="2" charset="-122"/>
            </a:endParaRPr>
          </a:p>
          <a:p>
            <a:pPr lvl="1" eaLnBrk="1" hangingPunct="1">
              <a:buFontTx/>
              <a:buNone/>
            </a:pPr>
            <a:r>
              <a:rPr lang="zh-CN" altLang="en-US">
                <a:latin typeface="Arial" panose="020B0604020202020204" pitchFamily="34" charset="0"/>
                <a:ea typeface="宋体" panose="02010600030101010101" pitchFamily="2" charset="-122"/>
              </a:rPr>
              <a:t>					盈亏平衡价格</a:t>
            </a:r>
            <a:endParaRPr lang="zh-CN" altLang="en-US">
              <a:latin typeface="Arial" panose="020B0604020202020204" pitchFamily="34" charset="0"/>
              <a:ea typeface="宋体" panose="02010600030101010101" pitchFamily="2" charset="-122"/>
            </a:endParaRPr>
          </a:p>
          <a:p>
            <a:pPr lvl="1" eaLnBrk="1" hangingPunct="1">
              <a:buFontTx/>
              <a:buNone/>
            </a:pPr>
            <a:endParaRPr lang="zh-CN" altLang="en-US">
              <a:latin typeface="Arial" panose="020B0604020202020204" pitchFamily="34" charset="0"/>
              <a:ea typeface="宋体" panose="02010600030101010101" pitchFamily="2" charset="-122"/>
            </a:endParaRPr>
          </a:p>
          <a:p>
            <a:pPr lvl="1" eaLnBrk="1" hangingPunct="1">
              <a:buFontTx/>
              <a:buNone/>
            </a:pPr>
            <a:r>
              <a:rPr lang="zh-CN" altLang="en-US">
                <a:latin typeface="Arial" panose="020B0604020202020204" pitchFamily="34" charset="0"/>
                <a:ea typeface="宋体" panose="02010600030101010101" pitchFamily="2" charset="-122"/>
              </a:rPr>
              <a:t>					盈亏平衡单位产品变动成本</a:t>
            </a:r>
            <a:endParaRPr lang="zh-CN" altLang="en-US">
              <a:latin typeface="Arial" panose="020B0604020202020204" pitchFamily="34" charset="0"/>
              <a:ea typeface="宋体" panose="02010600030101010101" pitchFamily="2" charset="-122"/>
            </a:endParaRPr>
          </a:p>
          <a:p>
            <a:pPr eaLnBrk="1" hangingPunct="1">
              <a:buFontTx/>
              <a:buNone/>
            </a:pPr>
            <a:endParaRPr lang="zh-CN" altLang="en-US">
              <a:latin typeface="Arial" panose="020B0604020202020204" pitchFamily="34" charset="0"/>
              <a:ea typeface="宋体" panose="02010600030101010101" pitchFamily="2" charset="-122"/>
            </a:endParaRPr>
          </a:p>
        </p:txBody>
      </p:sp>
      <p:graphicFrame>
        <p:nvGraphicFramePr>
          <p:cNvPr id="20484" name="Object 4"/>
          <p:cNvGraphicFramePr>
            <a:graphicFrameLocks noChangeAspect="1"/>
          </p:cNvGraphicFramePr>
          <p:nvPr/>
        </p:nvGraphicFramePr>
        <p:xfrm>
          <a:off x="496888" y="2052638"/>
          <a:ext cx="2608262" cy="644525"/>
        </p:xfrm>
        <a:graphic>
          <a:graphicData uri="http://schemas.openxmlformats.org/presentationml/2006/ole">
            <mc:AlternateContent xmlns:mc="http://schemas.openxmlformats.org/markup-compatibility/2006">
              <mc:Choice xmlns:v="urn:schemas-microsoft-com:vml" Requires="v">
                <p:oleObj spid="_x0000_s20568" name="Equation" r:id="rId1" imgW="977900" imgH="241300" progId="Equation.3">
                  <p:embed/>
                </p:oleObj>
              </mc:Choice>
              <mc:Fallback>
                <p:oleObj name="Equation" r:id="rId1" imgW="977900" imgH="2413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888" y="2052638"/>
                        <a:ext cx="2608262" cy="644525"/>
                      </a:xfrm>
                      <a:prstGeom prst="rect">
                        <a:avLst/>
                      </a:prstGeom>
                      <a:noFill/>
                      <a:ln>
                        <a:noFill/>
                      </a:ln>
                      <a:effectLst/>
                    </p:spPr>
                  </p:pic>
                </p:oleObj>
              </mc:Fallback>
            </mc:AlternateContent>
          </a:graphicData>
        </a:graphic>
      </p:graphicFrame>
      <p:graphicFrame>
        <p:nvGraphicFramePr>
          <p:cNvPr id="20485" name="Object 5"/>
          <p:cNvGraphicFramePr>
            <a:graphicFrameLocks noChangeAspect="1"/>
          </p:cNvGraphicFramePr>
          <p:nvPr/>
        </p:nvGraphicFramePr>
        <p:xfrm>
          <a:off x="1031875" y="2963863"/>
          <a:ext cx="1470025" cy="854075"/>
        </p:xfrm>
        <a:graphic>
          <a:graphicData uri="http://schemas.openxmlformats.org/presentationml/2006/ole">
            <mc:AlternateContent xmlns:mc="http://schemas.openxmlformats.org/markup-compatibility/2006">
              <mc:Choice xmlns:v="urn:schemas-microsoft-com:vml" Requires="v">
                <p:oleObj spid="_x0000_s20569" name="Equation" r:id="rId3" imgW="787400" imgH="457200" progId="Equation.3">
                  <p:embed/>
                </p:oleObj>
              </mc:Choice>
              <mc:Fallback>
                <p:oleObj name="Equation" r:id="rId3" imgW="787400" imgH="457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1875" y="2963863"/>
                        <a:ext cx="1470025" cy="854075"/>
                      </a:xfrm>
                      <a:prstGeom prst="rect">
                        <a:avLst/>
                      </a:prstGeom>
                      <a:noFill/>
                      <a:ln>
                        <a:noFill/>
                      </a:ln>
                      <a:effectLst/>
                    </p:spPr>
                  </p:pic>
                </p:oleObj>
              </mc:Fallback>
            </mc:AlternateContent>
          </a:graphicData>
        </a:graphic>
      </p:graphicFrame>
      <p:graphicFrame>
        <p:nvGraphicFramePr>
          <p:cNvPr id="20486" name="Object 6"/>
          <p:cNvGraphicFramePr>
            <a:graphicFrameLocks noChangeAspect="1"/>
          </p:cNvGraphicFramePr>
          <p:nvPr/>
        </p:nvGraphicFramePr>
        <p:xfrm>
          <a:off x="915988" y="3951288"/>
          <a:ext cx="2082800" cy="842962"/>
        </p:xfrm>
        <a:graphic>
          <a:graphicData uri="http://schemas.openxmlformats.org/presentationml/2006/ole">
            <mc:AlternateContent xmlns:mc="http://schemas.openxmlformats.org/markup-compatibility/2006">
              <mc:Choice xmlns:v="urn:schemas-microsoft-com:vml" Requires="v">
                <p:oleObj spid="_x0000_s20570" name="Equation" r:id="rId5" imgW="862965" imgH="457200" progId="Equation.3">
                  <p:embed/>
                </p:oleObj>
              </mc:Choice>
              <mc:Fallback>
                <p:oleObj name="Equation" r:id="rId5" imgW="862965" imgH="4572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5988" y="3951288"/>
                        <a:ext cx="2082800" cy="842962"/>
                      </a:xfrm>
                      <a:prstGeom prst="rect">
                        <a:avLst/>
                      </a:prstGeom>
                      <a:noFill/>
                      <a:ln>
                        <a:noFill/>
                      </a:ln>
                      <a:effectLst/>
                    </p:spPr>
                  </p:pic>
                </p:oleObj>
              </mc:Fallback>
            </mc:AlternateContent>
          </a:graphicData>
        </a:graphic>
      </p:graphicFrame>
      <p:graphicFrame>
        <p:nvGraphicFramePr>
          <p:cNvPr id="20487" name="Object 7"/>
          <p:cNvGraphicFramePr>
            <a:graphicFrameLocks noChangeAspect="1"/>
          </p:cNvGraphicFramePr>
          <p:nvPr/>
        </p:nvGraphicFramePr>
        <p:xfrm>
          <a:off x="915988" y="4956175"/>
          <a:ext cx="2298700" cy="811213"/>
        </p:xfrm>
        <a:graphic>
          <a:graphicData uri="http://schemas.openxmlformats.org/presentationml/2006/ole">
            <mc:AlternateContent xmlns:mc="http://schemas.openxmlformats.org/markup-compatibility/2006">
              <mc:Choice xmlns:v="urn:schemas-microsoft-com:vml" Requires="v">
                <p:oleObj spid="_x0000_s20571" name="Equation" r:id="rId7" imgW="838200" imgH="457200" progId="Equation.3">
                  <p:embed/>
                </p:oleObj>
              </mc:Choice>
              <mc:Fallback>
                <p:oleObj name="Equation" r:id="rId7" imgW="838200" imgH="4572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5988" y="4956175"/>
                        <a:ext cx="2298700" cy="811213"/>
                      </a:xfrm>
                      <a:prstGeom prst="rect">
                        <a:avLst/>
                      </a:prstGeom>
                      <a:noFill/>
                      <a:ln>
                        <a:noFill/>
                      </a:ln>
                      <a:effec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zh-CN" altLang="en-US">
                <a:latin typeface="Arial" panose="020B0604020202020204" pitchFamily="34" charset="0"/>
                <a:ea typeface="楷体_GB2312" charset="0"/>
                <a:cs typeface="楷体_GB2312" charset="0"/>
              </a:rPr>
              <a:t>清华园里的煎饼摊</a:t>
            </a:r>
            <a:r>
              <a:rPr lang="en-US" altLang="zh-CN">
                <a:latin typeface="Arial" panose="020B0604020202020204" pitchFamily="34" charset="0"/>
                <a:ea typeface="楷体_GB2312" charset="0"/>
                <a:cs typeface="楷体_GB2312" charset="0"/>
              </a:rPr>
              <a:t>…</a:t>
            </a:r>
            <a:endParaRPr lang="en-US" altLang="zh-CN">
              <a:latin typeface="Arial" panose="020B0604020202020204" pitchFamily="34" charset="0"/>
              <a:ea typeface="楷体_GB2312" charset="0"/>
              <a:cs typeface="楷体_GB2312" charset="0"/>
            </a:endParaRPr>
          </a:p>
        </p:txBody>
      </p:sp>
      <p:sp>
        <p:nvSpPr>
          <p:cNvPr id="22531" name="Rectangle 3"/>
          <p:cNvSpPr>
            <a:spLocks noGrp="1" noChangeArrowheads="1"/>
          </p:cNvSpPr>
          <p:nvPr>
            <p:ph type="body" sz="half" idx="1"/>
          </p:nvPr>
        </p:nvSpPr>
        <p:spPr>
          <a:xfrm>
            <a:off x="0" y="977900"/>
            <a:ext cx="8915400" cy="5880100"/>
          </a:xfrm>
        </p:spPr>
        <p:txBody>
          <a:bodyPr/>
          <a:lstStyle/>
          <a:p>
            <a:pPr eaLnBrk="1" hangingPunct="1"/>
            <a:r>
              <a:rPr lang="zh-CN" altLang="en-US" sz="2800">
                <a:latin typeface="Arial" panose="020B0604020202020204" pitchFamily="34" charset="0"/>
                <a:ea typeface="宋体" panose="02010600030101010101" pitchFamily="2" charset="-122"/>
              </a:rPr>
              <a:t>设清华主干道上的煎饼摊每天从晚上</a:t>
            </a:r>
            <a:r>
              <a:rPr lang="en-US" altLang="zh-CN" sz="2800">
                <a:latin typeface="Arial" panose="020B0604020202020204" pitchFamily="34" charset="0"/>
                <a:ea typeface="宋体" panose="02010600030101010101" pitchFamily="2" charset="-122"/>
              </a:rPr>
              <a:t>20:00</a:t>
            </a:r>
            <a:r>
              <a:rPr lang="zh-CN" altLang="en-US" sz="2800">
                <a:latin typeface="Arial" panose="020B0604020202020204" pitchFamily="34" charset="0"/>
                <a:ea typeface="宋体" panose="02010600030101010101" pitchFamily="2" charset="-122"/>
              </a:rPr>
              <a:t>营业到</a:t>
            </a:r>
            <a:r>
              <a:rPr lang="en-US" altLang="zh-CN" sz="2800">
                <a:latin typeface="Arial" panose="020B0604020202020204" pitchFamily="34" charset="0"/>
                <a:ea typeface="宋体" panose="02010600030101010101" pitchFamily="2" charset="-122"/>
              </a:rPr>
              <a:t>24:00</a:t>
            </a:r>
            <a:r>
              <a:rPr lang="zh-CN" altLang="en-US" sz="2800">
                <a:latin typeface="Arial" panose="020B0604020202020204" pitchFamily="34" charset="0"/>
                <a:ea typeface="宋体" panose="02010600030101010101" pitchFamily="2" charset="-122"/>
              </a:rPr>
              <a:t>，只出售煎饼果子，原料包括</a:t>
            </a:r>
            <a:r>
              <a:rPr lang="en-US" altLang="zh-CN" sz="2800">
                <a:solidFill>
                  <a:srgbClr val="3333FF"/>
                </a:solidFill>
                <a:latin typeface="Arial" panose="020B0604020202020204" pitchFamily="34" charset="0"/>
                <a:ea typeface="宋体" panose="02010600030101010101" pitchFamily="2" charset="-122"/>
              </a:rPr>
              <a:t>1</a:t>
            </a:r>
            <a:r>
              <a:rPr lang="zh-CN" altLang="en-US" sz="2800">
                <a:solidFill>
                  <a:srgbClr val="3333FF"/>
                </a:solidFill>
                <a:latin typeface="Arial" panose="020B0604020202020204" pitchFamily="34" charset="0"/>
                <a:ea typeface="宋体" panose="02010600030101010101" pitchFamily="2" charset="-122"/>
              </a:rPr>
              <a:t>勺</a:t>
            </a:r>
            <a:r>
              <a:rPr lang="zh-CN" altLang="en-US" sz="2800">
                <a:latin typeface="Arial" panose="020B0604020202020204" pitchFamily="34" charset="0"/>
                <a:ea typeface="宋体" panose="02010600030101010101" pitchFamily="2" charset="-122"/>
              </a:rPr>
              <a:t>绿豆面、</a:t>
            </a:r>
            <a:r>
              <a:rPr lang="en-US" altLang="zh-CN" sz="2800">
                <a:solidFill>
                  <a:srgbClr val="3333FF"/>
                </a:solidFill>
                <a:latin typeface="Arial" panose="020B0604020202020204" pitchFamily="34" charset="0"/>
                <a:ea typeface="宋体" panose="02010600030101010101" pitchFamily="2" charset="-122"/>
              </a:rPr>
              <a:t>2</a:t>
            </a:r>
            <a:r>
              <a:rPr lang="zh-CN" altLang="en-US" sz="2800">
                <a:solidFill>
                  <a:srgbClr val="3333FF"/>
                </a:solidFill>
                <a:latin typeface="Arial" panose="020B0604020202020204" pitchFamily="34" charset="0"/>
                <a:ea typeface="宋体" panose="02010600030101010101" pitchFamily="2" charset="-122"/>
              </a:rPr>
              <a:t>个</a:t>
            </a:r>
            <a:r>
              <a:rPr lang="zh-CN" altLang="en-US" sz="2800">
                <a:latin typeface="Arial" panose="020B0604020202020204" pitchFamily="34" charset="0"/>
                <a:ea typeface="宋体" panose="02010600030101010101" pitchFamily="2" charset="-122"/>
              </a:rPr>
              <a:t>鸡蛋、</a:t>
            </a:r>
            <a:r>
              <a:rPr lang="en-US" altLang="zh-CN" sz="2800">
                <a:solidFill>
                  <a:srgbClr val="3333FF"/>
                </a:solidFill>
                <a:latin typeface="Arial" panose="020B0604020202020204" pitchFamily="34" charset="0"/>
                <a:ea typeface="宋体" panose="02010600030101010101" pitchFamily="2" charset="-122"/>
              </a:rPr>
              <a:t>1</a:t>
            </a:r>
            <a:r>
              <a:rPr lang="zh-CN" altLang="en-US" sz="2800">
                <a:solidFill>
                  <a:srgbClr val="3333FF"/>
                </a:solidFill>
                <a:latin typeface="Arial" panose="020B0604020202020204" pitchFamily="34" charset="0"/>
                <a:ea typeface="宋体" panose="02010600030101010101" pitchFamily="2" charset="-122"/>
              </a:rPr>
              <a:t>份</a:t>
            </a:r>
            <a:r>
              <a:rPr lang="zh-CN" altLang="en-US" sz="2800">
                <a:latin typeface="Arial" panose="020B0604020202020204" pitchFamily="34" charset="0"/>
                <a:ea typeface="宋体" panose="02010600030101010101" pitchFamily="2" charset="-122"/>
              </a:rPr>
              <a:t>薄脆、香葱、辣酱等，最多每晚制作</a:t>
            </a:r>
            <a:r>
              <a:rPr lang="en-US" altLang="zh-CN" sz="2800">
                <a:latin typeface="Arial" panose="020B0604020202020204" pitchFamily="34" charset="0"/>
                <a:ea typeface="宋体" panose="02010600030101010101" pitchFamily="2" charset="-122"/>
              </a:rPr>
              <a:t>200</a:t>
            </a:r>
            <a:r>
              <a:rPr lang="zh-CN" altLang="en-US" sz="2800">
                <a:latin typeface="Arial" panose="020B0604020202020204" pitchFamily="34" charset="0"/>
                <a:ea typeface="宋体" panose="02010600030101010101" pitchFamily="2" charset="-122"/>
              </a:rPr>
              <a:t>个煎饼果子。已知摊位每月</a:t>
            </a:r>
            <a:r>
              <a:rPr lang="en-US" altLang="zh-CN" sz="2800">
                <a:latin typeface="Arial" panose="020B0604020202020204" pitchFamily="34" charset="0"/>
                <a:ea typeface="宋体" panose="02010600030101010101" pitchFamily="2" charset="-122"/>
              </a:rPr>
              <a:t>(</a:t>
            </a:r>
            <a:r>
              <a:rPr lang="zh-CN" altLang="en-US" sz="2800">
                <a:latin typeface="Arial" panose="020B0604020202020204" pitchFamily="34" charset="0"/>
                <a:ea typeface="宋体" panose="02010600030101010101" pitchFamily="2" charset="-122"/>
              </a:rPr>
              <a:t>以</a:t>
            </a:r>
            <a:r>
              <a:rPr lang="en-US" altLang="zh-CN" sz="2800">
                <a:latin typeface="Arial" panose="020B0604020202020204" pitchFamily="34" charset="0"/>
                <a:ea typeface="宋体" panose="02010600030101010101" pitchFamily="2" charset="-122"/>
              </a:rPr>
              <a:t>30</a:t>
            </a:r>
            <a:r>
              <a:rPr lang="zh-CN" altLang="en-US" sz="2800">
                <a:latin typeface="Arial" panose="020B0604020202020204" pitchFamily="34" charset="0"/>
                <a:ea typeface="宋体" panose="02010600030101010101" pitchFamily="2" charset="-122"/>
              </a:rPr>
              <a:t>天计</a:t>
            </a:r>
            <a:r>
              <a:rPr lang="en-US" altLang="zh-CN" sz="2800">
                <a:latin typeface="Arial" panose="020B0604020202020204" pitchFamily="34" charset="0"/>
                <a:ea typeface="宋体" panose="02010600030101010101" pitchFamily="2" charset="-122"/>
              </a:rPr>
              <a:t>)</a:t>
            </a:r>
            <a:r>
              <a:rPr lang="zh-CN" altLang="en-US" sz="2800">
                <a:latin typeface="Arial" panose="020B0604020202020204" pitchFamily="34" charset="0"/>
                <a:ea typeface="宋体" panose="02010600030101010101" pitchFamily="2" charset="-122"/>
              </a:rPr>
              <a:t>需支付</a:t>
            </a:r>
            <a:r>
              <a:rPr lang="en-US" altLang="zh-CN" sz="2800">
                <a:solidFill>
                  <a:srgbClr val="3333FF"/>
                </a:solidFill>
                <a:latin typeface="Arial" panose="020B0604020202020204" pitchFamily="34" charset="0"/>
                <a:ea typeface="宋体" panose="02010600030101010101" pitchFamily="2" charset="-122"/>
              </a:rPr>
              <a:t>800</a:t>
            </a:r>
            <a:r>
              <a:rPr lang="zh-CN" altLang="en-US" sz="2800">
                <a:solidFill>
                  <a:srgbClr val="3333FF"/>
                </a:solidFill>
                <a:latin typeface="Arial" panose="020B0604020202020204" pitchFamily="34" charset="0"/>
                <a:ea typeface="宋体" panose="02010600030101010101" pitchFamily="2" charset="-122"/>
              </a:rPr>
              <a:t>元租金</a:t>
            </a:r>
            <a:r>
              <a:rPr lang="zh-CN" altLang="en-US" sz="2800">
                <a:latin typeface="Arial" panose="020B0604020202020204" pitchFamily="34" charset="0"/>
                <a:ea typeface="宋体" panose="02010600030101010101" pitchFamily="2" charset="-122"/>
              </a:rPr>
              <a:t>和</a:t>
            </a:r>
            <a:r>
              <a:rPr lang="en-US" altLang="zh-CN" sz="2800">
                <a:solidFill>
                  <a:srgbClr val="3333FF"/>
                </a:solidFill>
                <a:latin typeface="Arial" panose="020B0604020202020204" pitchFamily="34" charset="0"/>
                <a:ea typeface="宋体" panose="02010600030101010101" pitchFamily="2" charset="-122"/>
              </a:rPr>
              <a:t>40</a:t>
            </a:r>
            <a:r>
              <a:rPr lang="zh-CN" altLang="en-US" sz="2800">
                <a:solidFill>
                  <a:srgbClr val="3333FF"/>
                </a:solidFill>
                <a:latin typeface="Arial" panose="020B0604020202020204" pitchFamily="34" charset="0"/>
                <a:ea typeface="宋体" panose="02010600030101010101" pitchFamily="2" charset="-122"/>
              </a:rPr>
              <a:t>元电费</a:t>
            </a:r>
            <a:r>
              <a:rPr lang="zh-CN" altLang="en-US" sz="2800">
                <a:latin typeface="Arial" panose="020B0604020202020204" pitchFamily="34" charset="0"/>
                <a:ea typeface="宋体" panose="02010600030101010101" pitchFamily="2" charset="-122"/>
              </a:rPr>
              <a:t>，</a:t>
            </a:r>
            <a:r>
              <a:rPr lang="en-US" altLang="zh-CN" sz="2800">
                <a:latin typeface="Arial" panose="020B0604020202020204" pitchFamily="34" charset="0"/>
                <a:ea typeface="宋体" panose="02010600030101010101" pitchFamily="2" charset="-122"/>
              </a:rPr>
              <a:t>1</a:t>
            </a:r>
            <a:r>
              <a:rPr lang="zh-CN" altLang="en-US" sz="2800">
                <a:latin typeface="Arial" panose="020B0604020202020204" pitchFamily="34" charset="0"/>
                <a:ea typeface="宋体" panose="02010600030101010101" pitchFamily="2" charset="-122"/>
              </a:rPr>
              <a:t>勺绿豆面</a:t>
            </a:r>
            <a:r>
              <a:rPr lang="en-US" altLang="zh-CN" sz="2800">
                <a:solidFill>
                  <a:srgbClr val="3333FF"/>
                </a:solidFill>
                <a:latin typeface="Arial" panose="020B0604020202020204" pitchFamily="34" charset="0"/>
                <a:ea typeface="宋体" panose="02010600030101010101" pitchFamily="2" charset="-122"/>
              </a:rPr>
              <a:t>0.2</a:t>
            </a:r>
            <a:r>
              <a:rPr lang="zh-CN" altLang="en-US" sz="2800">
                <a:solidFill>
                  <a:srgbClr val="3333FF"/>
                </a:solidFill>
                <a:latin typeface="Arial" panose="020B0604020202020204" pitchFamily="34" charset="0"/>
                <a:ea typeface="宋体" panose="02010600030101010101" pitchFamily="2" charset="-122"/>
              </a:rPr>
              <a:t>元</a:t>
            </a:r>
            <a:r>
              <a:rPr lang="zh-CN" altLang="en-US" sz="2800">
                <a:latin typeface="Arial" panose="020B0604020202020204" pitchFamily="34" charset="0"/>
                <a:ea typeface="宋体" panose="02010600030101010101" pitchFamily="2" charset="-122"/>
              </a:rPr>
              <a:t>，</a:t>
            </a:r>
            <a:r>
              <a:rPr lang="en-US" altLang="zh-CN" sz="2800">
                <a:latin typeface="Arial" panose="020B0604020202020204" pitchFamily="34" charset="0"/>
                <a:ea typeface="宋体" panose="02010600030101010101" pitchFamily="2" charset="-122"/>
              </a:rPr>
              <a:t>1</a:t>
            </a:r>
            <a:r>
              <a:rPr lang="zh-CN" altLang="en-US" sz="2800">
                <a:latin typeface="Arial" panose="020B0604020202020204" pitchFamily="34" charset="0"/>
                <a:ea typeface="宋体" panose="02010600030101010101" pitchFamily="2" charset="-122"/>
              </a:rPr>
              <a:t>个鸡蛋</a:t>
            </a:r>
            <a:r>
              <a:rPr lang="en-US" altLang="zh-CN" sz="2800">
                <a:solidFill>
                  <a:srgbClr val="3333FF"/>
                </a:solidFill>
                <a:latin typeface="Arial" panose="020B0604020202020204" pitchFamily="34" charset="0"/>
                <a:ea typeface="宋体" panose="02010600030101010101" pitchFamily="2" charset="-122"/>
              </a:rPr>
              <a:t>0.5</a:t>
            </a:r>
            <a:r>
              <a:rPr lang="zh-CN" altLang="en-US" sz="2800">
                <a:solidFill>
                  <a:srgbClr val="3333FF"/>
                </a:solidFill>
                <a:latin typeface="Arial" panose="020B0604020202020204" pitchFamily="34" charset="0"/>
                <a:ea typeface="宋体" panose="02010600030101010101" pitchFamily="2" charset="-122"/>
              </a:rPr>
              <a:t>元</a:t>
            </a:r>
            <a:r>
              <a:rPr lang="zh-CN" altLang="en-US" sz="2800">
                <a:latin typeface="Arial" panose="020B0604020202020204" pitchFamily="34" charset="0"/>
                <a:ea typeface="宋体" panose="02010600030101010101" pitchFamily="2" charset="-122"/>
              </a:rPr>
              <a:t>，</a:t>
            </a:r>
            <a:r>
              <a:rPr lang="en-US" altLang="zh-CN" sz="2800">
                <a:latin typeface="Arial" panose="020B0604020202020204" pitchFamily="34" charset="0"/>
                <a:ea typeface="宋体" panose="02010600030101010101" pitchFamily="2" charset="-122"/>
              </a:rPr>
              <a:t>1</a:t>
            </a:r>
            <a:r>
              <a:rPr lang="zh-CN" altLang="en-US" sz="2800">
                <a:latin typeface="Arial" panose="020B0604020202020204" pitchFamily="34" charset="0"/>
                <a:ea typeface="宋体" panose="02010600030101010101" pitchFamily="2" charset="-122"/>
              </a:rPr>
              <a:t>份薄脆</a:t>
            </a:r>
            <a:r>
              <a:rPr lang="en-US" altLang="zh-CN" sz="2800">
                <a:solidFill>
                  <a:srgbClr val="3333FF"/>
                </a:solidFill>
                <a:latin typeface="Arial" panose="020B0604020202020204" pitchFamily="34" charset="0"/>
                <a:ea typeface="宋体" panose="02010600030101010101" pitchFamily="2" charset="-122"/>
              </a:rPr>
              <a:t>0.2</a:t>
            </a:r>
            <a:r>
              <a:rPr lang="zh-CN" altLang="en-US" sz="2800">
                <a:solidFill>
                  <a:srgbClr val="3333FF"/>
                </a:solidFill>
                <a:latin typeface="Arial" panose="020B0604020202020204" pitchFamily="34" charset="0"/>
                <a:ea typeface="宋体" panose="02010600030101010101" pitchFamily="2" charset="-122"/>
              </a:rPr>
              <a:t>元</a:t>
            </a:r>
            <a:r>
              <a:rPr lang="zh-CN" altLang="en-US" sz="2800">
                <a:latin typeface="Arial" panose="020B0604020202020204" pitchFamily="34" charset="0"/>
                <a:ea typeface="宋体" panose="02010600030101010101" pitchFamily="2" charset="-122"/>
              </a:rPr>
              <a:t>，</a:t>
            </a:r>
            <a:r>
              <a:rPr lang="en-US" altLang="zh-CN" sz="2800">
                <a:latin typeface="Arial" panose="020B0604020202020204" pitchFamily="34" charset="0"/>
                <a:ea typeface="宋体" panose="02010600030101010101" pitchFamily="2" charset="-122"/>
              </a:rPr>
              <a:t>1</a:t>
            </a:r>
            <a:r>
              <a:rPr lang="zh-CN" altLang="en-US" sz="2800">
                <a:latin typeface="Arial" panose="020B0604020202020204" pitchFamily="34" charset="0"/>
                <a:ea typeface="宋体" panose="02010600030101010101" pitchFamily="2" charset="-122"/>
              </a:rPr>
              <a:t>个煎饼果子需要的香葱末等其他材料（包括煤气）约</a:t>
            </a:r>
            <a:r>
              <a:rPr lang="en-US" altLang="zh-CN" sz="2800">
                <a:solidFill>
                  <a:srgbClr val="3333FF"/>
                </a:solidFill>
                <a:latin typeface="Arial" panose="020B0604020202020204" pitchFamily="34" charset="0"/>
                <a:ea typeface="宋体" panose="02010600030101010101" pitchFamily="2" charset="-122"/>
              </a:rPr>
              <a:t>0.1</a:t>
            </a:r>
            <a:r>
              <a:rPr lang="zh-CN" altLang="en-US" sz="2800">
                <a:solidFill>
                  <a:srgbClr val="3333FF"/>
                </a:solidFill>
                <a:latin typeface="Arial" panose="020B0604020202020204" pitchFamily="34" charset="0"/>
                <a:ea typeface="宋体" panose="02010600030101010101" pitchFamily="2" charset="-122"/>
              </a:rPr>
              <a:t>元</a:t>
            </a:r>
            <a:r>
              <a:rPr lang="zh-CN" altLang="en-US" sz="2800">
                <a:latin typeface="Arial" panose="020B0604020202020204" pitchFamily="34" charset="0"/>
                <a:ea typeface="宋体" panose="02010600030101010101" pitchFamily="2" charset="-122"/>
              </a:rPr>
              <a:t>，每个煎饼果子售价</a:t>
            </a:r>
            <a:r>
              <a:rPr lang="en-US" altLang="zh-CN" sz="2800">
                <a:solidFill>
                  <a:srgbClr val="3333FF"/>
                </a:solidFill>
                <a:latin typeface="Arial" panose="020B0604020202020204" pitchFamily="34" charset="0"/>
                <a:ea typeface="宋体" panose="02010600030101010101" pitchFamily="2" charset="-122"/>
              </a:rPr>
              <a:t>2.5</a:t>
            </a:r>
            <a:r>
              <a:rPr lang="zh-CN" altLang="en-US" sz="2800">
                <a:solidFill>
                  <a:srgbClr val="3333FF"/>
                </a:solidFill>
                <a:latin typeface="Arial" panose="020B0604020202020204" pitchFamily="34" charset="0"/>
                <a:ea typeface="宋体" panose="02010600030101010101" pitchFamily="2" charset="-122"/>
              </a:rPr>
              <a:t>元</a:t>
            </a:r>
            <a:r>
              <a:rPr lang="zh-CN" altLang="en-US" sz="2800">
                <a:latin typeface="Arial" panose="020B0604020202020204" pitchFamily="34" charset="0"/>
                <a:ea typeface="宋体" panose="02010600030101010101" pitchFamily="2" charset="-122"/>
              </a:rPr>
              <a:t>。</a:t>
            </a:r>
            <a:endParaRPr lang="zh-CN" altLang="en-US" sz="2800">
              <a:latin typeface="Arial" panose="020B0604020202020204" pitchFamily="34" charset="0"/>
              <a:ea typeface="宋体" panose="02010600030101010101" pitchFamily="2" charset="-122"/>
            </a:endParaRPr>
          </a:p>
          <a:p>
            <a:pPr eaLnBrk="1" hangingPunct="1"/>
            <a:endParaRPr lang="zh-CN" altLang="en-US">
              <a:latin typeface="Arial" panose="020B0604020202020204" pitchFamily="34" charset="0"/>
              <a:ea typeface="宋体" panose="02010600030101010101" pitchFamily="2" charset="-122"/>
            </a:endParaRPr>
          </a:p>
          <a:p>
            <a:pPr lvl="1" eaLnBrk="1" hangingPunct="1"/>
            <a:endParaRPr lang="zh-CN" altLang="en-US">
              <a:latin typeface="Arial" panose="020B0604020202020204" pitchFamily="34" charset="0"/>
              <a:ea typeface="宋体" panose="02010600030101010101" pitchFamily="2" charset="-122"/>
            </a:endParaRPr>
          </a:p>
          <a:p>
            <a:pPr eaLnBrk="1" hangingPunct="1"/>
            <a:endParaRPr lang="zh-CN" altLang="en-US">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清华园里的煎饼摊</a:t>
            </a:r>
            <a:r>
              <a:rPr lang="en-US" altLang="zh-CN" sz="3200">
                <a:latin typeface="Arial" panose="020B0604020202020204" pitchFamily="34" charset="0"/>
                <a:ea typeface="楷体_GB2312" charset="0"/>
                <a:cs typeface="楷体_GB2312" charset="0"/>
              </a:rPr>
              <a:t>…</a:t>
            </a:r>
            <a:endParaRPr lang="zh-CN" altLang="en-US" sz="3200">
              <a:latin typeface="Arial" panose="020B0604020202020204" pitchFamily="34" charset="0"/>
              <a:ea typeface="楷体_GB2312" charset="0"/>
              <a:cs typeface="楷体_GB2312" charset="0"/>
            </a:endParaRPr>
          </a:p>
        </p:txBody>
      </p:sp>
      <p:sp>
        <p:nvSpPr>
          <p:cNvPr id="24579" name="Rectangle 3"/>
          <p:cNvSpPr>
            <a:spLocks noGrp="1" noChangeArrowheads="1"/>
          </p:cNvSpPr>
          <p:nvPr>
            <p:ph type="body" idx="1"/>
          </p:nvPr>
        </p:nvSpPr>
        <p:spPr/>
        <p:txBody>
          <a:bodyPr/>
          <a:lstStyle/>
          <a:p>
            <a:pPr eaLnBrk="1" hangingPunct="1"/>
            <a:r>
              <a:rPr lang="zh-CN" altLang="en-US">
                <a:latin typeface="Arial" panose="020B0604020202020204" pitchFamily="34" charset="0"/>
                <a:ea typeface="宋体" panose="02010600030101010101" pitchFamily="2" charset="-122"/>
              </a:rPr>
              <a:t>每天的固定成本为</a:t>
            </a:r>
            <a:r>
              <a:rPr lang="en-US" altLang="zh-CN">
                <a:latin typeface="Arial" panose="020B0604020202020204" pitchFamily="34" charset="0"/>
                <a:ea typeface="宋体" panose="02010600030101010101" pitchFamily="2" charset="-122"/>
              </a:rPr>
              <a:t>(800+40)/30=28</a:t>
            </a:r>
            <a:r>
              <a:rPr lang="zh-CN" altLang="en-US">
                <a:latin typeface="Arial" panose="020B0604020202020204" pitchFamily="34" charset="0"/>
                <a:ea typeface="宋体" panose="02010600030101010101" pitchFamily="2" charset="-122"/>
              </a:rPr>
              <a:t>元</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单位可变成本为</a:t>
            </a:r>
            <a:r>
              <a:rPr lang="en-US" altLang="zh-CN">
                <a:latin typeface="Arial" panose="020B0604020202020204" pitchFamily="34" charset="0"/>
                <a:ea typeface="宋体" panose="02010600030101010101" pitchFamily="2" charset="-122"/>
              </a:rPr>
              <a:t>0.2+0.5*2+0.2+0.1=1.5</a:t>
            </a:r>
            <a:r>
              <a:rPr lang="zh-CN" altLang="en-US">
                <a:latin typeface="Arial" panose="020B0604020202020204" pitchFamily="34" charset="0"/>
                <a:ea typeface="宋体" panose="02010600030101010101" pitchFamily="2" charset="-122"/>
              </a:rPr>
              <a:t>元</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盈亏平衡点</a:t>
            </a:r>
            <a:endParaRPr lang="zh-CN" altLang="en-US">
              <a:latin typeface="Arial" panose="020B0604020202020204" pitchFamily="34" charset="0"/>
              <a:ea typeface="宋体" panose="02010600030101010101" pitchFamily="2" charset="-122"/>
            </a:endParaRPr>
          </a:p>
          <a:p>
            <a:pPr lvl="1" eaLnBrk="1" hangingPunct="1"/>
            <a:r>
              <a:rPr lang="zh-CN" altLang="en-US" sz="3200">
                <a:latin typeface="Arial" panose="020B0604020202020204" pitchFamily="34" charset="0"/>
                <a:ea typeface="宋体" panose="02010600030101010101" pitchFamily="2" charset="-122"/>
              </a:rPr>
              <a:t>盈亏平衡产量：</a:t>
            </a:r>
            <a:r>
              <a:rPr lang="en-US" altLang="zh-CN" sz="3200">
                <a:latin typeface="Arial" panose="020B0604020202020204" pitchFamily="34" charset="0"/>
                <a:ea typeface="宋体" panose="02010600030101010101" pitchFamily="2" charset="-122"/>
              </a:rPr>
              <a:t>Q*=C</a:t>
            </a:r>
            <a:r>
              <a:rPr lang="en-US" altLang="zh-CN" sz="3200" baseline="-25000">
                <a:latin typeface="Arial" panose="020B0604020202020204" pitchFamily="34" charset="0"/>
                <a:ea typeface="宋体" panose="02010600030101010101" pitchFamily="2" charset="-122"/>
              </a:rPr>
              <a:t>f</a:t>
            </a:r>
            <a:r>
              <a:rPr lang="en-US" altLang="zh-CN" sz="3200">
                <a:latin typeface="Arial" panose="020B0604020202020204" pitchFamily="34" charset="0"/>
                <a:ea typeface="宋体" panose="02010600030101010101" pitchFamily="2" charset="-122"/>
              </a:rPr>
              <a:t>/(P-C</a:t>
            </a:r>
            <a:r>
              <a:rPr lang="en-US" altLang="zh-CN" sz="3200" baseline="-25000">
                <a:latin typeface="Arial" panose="020B0604020202020204" pitchFamily="34" charset="0"/>
                <a:ea typeface="宋体" panose="02010600030101010101" pitchFamily="2" charset="-122"/>
              </a:rPr>
              <a:t>v</a:t>
            </a:r>
            <a:r>
              <a:rPr lang="en-US" altLang="zh-CN" sz="3200">
                <a:latin typeface="Arial" panose="020B0604020202020204" pitchFamily="34" charset="0"/>
                <a:ea typeface="宋体" panose="02010600030101010101" pitchFamily="2" charset="-122"/>
              </a:rPr>
              <a:t>)=28/(2.5-1.5)=28</a:t>
            </a:r>
            <a:r>
              <a:rPr lang="zh-CN" altLang="en-US" sz="3200">
                <a:latin typeface="Arial" panose="020B0604020202020204" pitchFamily="34" charset="0"/>
                <a:ea typeface="宋体" panose="02010600030101010101" pitchFamily="2" charset="-122"/>
              </a:rPr>
              <a:t>个</a:t>
            </a:r>
            <a:endParaRPr lang="zh-CN" altLang="en-US" sz="3200">
              <a:latin typeface="Arial" panose="020B0604020202020204" pitchFamily="34" charset="0"/>
              <a:ea typeface="宋体" panose="02010600030101010101" pitchFamily="2" charset="-122"/>
            </a:endParaRPr>
          </a:p>
          <a:p>
            <a:pPr lvl="1" eaLnBrk="1" hangingPunct="1"/>
            <a:r>
              <a:rPr lang="zh-CN" altLang="en-US" sz="3200">
                <a:latin typeface="Arial" panose="020B0604020202020204" pitchFamily="34" charset="0"/>
                <a:ea typeface="宋体" panose="02010600030101010101" pitchFamily="2" charset="-122"/>
              </a:rPr>
              <a:t>最大产量时的盈亏平衡价格：</a:t>
            </a:r>
            <a:r>
              <a:rPr lang="en-US" altLang="zh-CN" sz="3200">
                <a:latin typeface="Arial" panose="020B0604020202020204" pitchFamily="34" charset="0"/>
                <a:ea typeface="宋体" panose="02010600030101010101" pitchFamily="2" charset="-122"/>
              </a:rPr>
              <a:t>P*=C</a:t>
            </a:r>
            <a:r>
              <a:rPr lang="en-US" altLang="zh-CN" sz="3200" baseline="-25000">
                <a:latin typeface="Arial" panose="020B0604020202020204" pitchFamily="34" charset="0"/>
                <a:ea typeface="宋体" panose="02010600030101010101" pitchFamily="2" charset="-122"/>
              </a:rPr>
              <a:t>v</a:t>
            </a:r>
            <a:r>
              <a:rPr lang="en-US" altLang="zh-CN" sz="3200">
                <a:latin typeface="Arial" panose="020B0604020202020204" pitchFamily="34" charset="0"/>
                <a:ea typeface="宋体" panose="02010600030101010101" pitchFamily="2" charset="-122"/>
              </a:rPr>
              <a:t>+C</a:t>
            </a:r>
            <a:r>
              <a:rPr lang="en-US" altLang="zh-CN" sz="3200" baseline="-25000">
                <a:latin typeface="Arial" panose="020B0604020202020204" pitchFamily="34" charset="0"/>
                <a:ea typeface="宋体" panose="02010600030101010101" pitchFamily="2" charset="-122"/>
              </a:rPr>
              <a:t>f</a:t>
            </a:r>
            <a:r>
              <a:rPr lang="en-US" altLang="zh-CN" sz="3200">
                <a:latin typeface="Arial" panose="020B0604020202020204" pitchFamily="34" charset="0"/>
                <a:ea typeface="宋体" panose="02010600030101010101" pitchFamily="2" charset="-122"/>
              </a:rPr>
              <a:t>/Q</a:t>
            </a:r>
            <a:r>
              <a:rPr lang="en-US" altLang="zh-CN" sz="3200" baseline="-25000">
                <a:latin typeface="Arial" panose="020B0604020202020204" pitchFamily="34" charset="0"/>
                <a:ea typeface="宋体" panose="02010600030101010101" pitchFamily="2" charset="-122"/>
              </a:rPr>
              <a:t>max</a:t>
            </a:r>
            <a:r>
              <a:rPr lang="en-US" altLang="zh-CN" sz="3200">
                <a:latin typeface="Arial" panose="020B0604020202020204" pitchFamily="34" charset="0"/>
                <a:ea typeface="宋体" panose="02010600030101010101" pitchFamily="2" charset="-122"/>
              </a:rPr>
              <a:t>=1.5+28/200=1.64</a:t>
            </a:r>
            <a:r>
              <a:rPr lang="zh-CN" altLang="en-US" sz="3200">
                <a:latin typeface="Arial" panose="020B0604020202020204" pitchFamily="34" charset="0"/>
                <a:ea typeface="宋体" panose="02010600030101010101" pitchFamily="2" charset="-122"/>
              </a:rPr>
              <a:t>元</a:t>
            </a:r>
            <a:r>
              <a:rPr lang="en-US" altLang="zh-CN" sz="3200">
                <a:latin typeface="Arial" panose="020B0604020202020204" pitchFamily="34" charset="0"/>
                <a:ea typeface="宋体" panose="02010600030101010101" pitchFamily="2" charset="-122"/>
              </a:rPr>
              <a:t>/</a:t>
            </a:r>
            <a:r>
              <a:rPr lang="zh-CN" altLang="en-US" sz="3200">
                <a:latin typeface="Arial" panose="020B0604020202020204" pitchFamily="34" charset="0"/>
                <a:ea typeface="宋体" panose="02010600030101010101" pitchFamily="2" charset="-122"/>
              </a:rPr>
              <a:t>个</a:t>
            </a:r>
            <a:endParaRPr lang="zh-CN" altLang="en-US" sz="3200">
              <a:latin typeface="Arial" panose="020B0604020202020204" pitchFamily="34" charset="0"/>
              <a:ea typeface="宋体" panose="02010600030101010101" pitchFamily="2" charset="-122"/>
            </a:endParaRPr>
          </a:p>
          <a:p>
            <a:pPr lvl="1" eaLnBrk="1" hangingPunct="1"/>
            <a:r>
              <a:rPr lang="zh-CN" altLang="en-US" sz="3200">
                <a:latin typeface="Arial" panose="020B0604020202020204" pitchFamily="34" charset="0"/>
                <a:ea typeface="宋体" panose="02010600030101010101" pitchFamily="2" charset="-122"/>
              </a:rPr>
              <a:t>最大产量时的盈亏平衡变动成本：</a:t>
            </a:r>
            <a:endParaRPr lang="zh-CN" altLang="en-US" sz="3200">
              <a:latin typeface="Arial" panose="020B0604020202020204" pitchFamily="34" charset="0"/>
              <a:ea typeface="宋体" panose="02010600030101010101" pitchFamily="2" charset="-122"/>
            </a:endParaRPr>
          </a:p>
          <a:p>
            <a:pPr lvl="1" eaLnBrk="1" hangingPunct="1">
              <a:buFontTx/>
              <a:buNone/>
            </a:pPr>
            <a:r>
              <a:rPr lang="en-US" altLang="zh-CN" sz="3200">
                <a:latin typeface="Arial" panose="020B0604020202020204" pitchFamily="34" charset="0"/>
                <a:ea typeface="宋体" panose="02010600030101010101" pitchFamily="2" charset="-122"/>
              </a:rPr>
              <a:t>   C</a:t>
            </a:r>
            <a:r>
              <a:rPr lang="en-US" altLang="zh-CN" sz="3200" baseline="-25000">
                <a:latin typeface="Arial" panose="020B0604020202020204" pitchFamily="34" charset="0"/>
                <a:ea typeface="宋体" panose="02010600030101010101" pitchFamily="2" charset="-122"/>
              </a:rPr>
              <a:t>v</a:t>
            </a:r>
            <a:r>
              <a:rPr lang="en-US" altLang="zh-CN" sz="3200">
                <a:latin typeface="Arial" panose="020B0604020202020204" pitchFamily="34" charset="0"/>
                <a:ea typeface="宋体" panose="02010600030101010101" pitchFamily="2" charset="-122"/>
              </a:rPr>
              <a:t>*=P-C</a:t>
            </a:r>
            <a:r>
              <a:rPr lang="en-US" altLang="zh-CN" sz="3200" baseline="-25000">
                <a:latin typeface="Arial" panose="020B0604020202020204" pitchFamily="34" charset="0"/>
                <a:ea typeface="宋体" panose="02010600030101010101" pitchFamily="2" charset="-122"/>
              </a:rPr>
              <a:t>f</a:t>
            </a:r>
            <a:r>
              <a:rPr lang="en-US" altLang="zh-CN" sz="3200">
                <a:latin typeface="Arial" panose="020B0604020202020204" pitchFamily="34" charset="0"/>
                <a:ea typeface="宋体" panose="02010600030101010101" pitchFamily="2" charset="-122"/>
              </a:rPr>
              <a:t>/Q</a:t>
            </a:r>
            <a:r>
              <a:rPr lang="en-US" altLang="zh-CN" sz="3200" baseline="-25000">
                <a:latin typeface="Arial" panose="020B0604020202020204" pitchFamily="34" charset="0"/>
                <a:ea typeface="宋体" panose="02010600030101010101" pitchFamily="2" charset="-122"/>
              </a:rPr>
              <a:t>max</a:t>
            </a:r>
            <a:r>
              <a:rPr lang="en-US" altLang="zh-CN" sz="3200">
                <a:latin typeface="Arial" panose="020B0604020202020204" pitchFamily="34" charset="0"/>
                <a:ea typeface="宋体" panose="02010600030101010101" pitchFamily="2" charset="-122"/>
              </a:rPr>
              <a:t>=2.5-28/200=2.36</a:t>
            </a:r>
            <a:r>
              <a:rPr lang="zh-CN" altLang="en-US" sz="3200">
                <a:latin typeface="Arial" panose="020B0604020202020204" pitchFamily="34" charset="0"/>
                <a:ea typeface="宋体" panose="02010600030101010101" pitchFamily="2" charset="-122"/>
              </a:rPr>
              <a:t>元</a:t>
            </a:r>
            <a:r>
              <a:rPr lang="en-US" altLang="zh-CN" sz="3200">
                <a:latin typeface="Arial" panose="020B0604020202020204" pitchFamily="34" charset="0"/>
                <a:ea typeface="宋体" panose="02010600030101010101" pitchFamily="2" charset="-122"/>
              </a:rPr>
              <a:t>/</a:t>
            </a:r>
            <a:r>
              <a:rPr lang="zh-CN" altLang="en-US" sz="3200">
                <a:latin typeface="Arial" panose="020B0604020202020204" pitchFamily="34" charset="0"/>
                <a:ea typeface="宋体" panose="02010600030101010101" pitchFamily="2" charset="-122"/>
              </a:rPr>
              <a:t>个</a:t>
            </a:r>
            <a:endParaRPr lang="zh-CN" altLang="en-US" sz="3200">
              <a:latin typeface="Arial" panose="020B0604020202020204" pitchFamily="34" charset="0"/>
              <a:ea typeface="宋体" panose="02010600030101010101" pitchFamily="2" charset="-122"/>
            </a:endParaRPr>
          </a:p>
          <a:p>
            <a:pPr eaLnBrk="1" hangingPunct="1"/>
            <a:endParaRPr lang="zh-CN" altLang="en-US">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zh-CN">
                <a:latin typeface="Arial" panose="020B0604020202020204" pitchFamily="34" charset="0"/>
                <a:ea typeface="楷体_GB2312" charset="0"/>
                <a:cs typeface="楷体_GB2312" charset="0"/>
              </a:rPr>
              <a:t>2. </a:t>
            </a:r>
            <a:r>
              <a:rPr lang="zh-CN" altLang="en-US">
                <a:latin typeface="Arial" panose="020B0604020202020204" pitchFamily="34" charset="0"/>
                <a:ea typeface="楷体_GB2312" charset="0"/>
                <a:cs typeface="楷体_GB2312" charset="0"/>
              </a:rPr>
              <a:t>互斥方案的盈亏平衡分析</a:t>
            </a:r>
            <a:endParaRPr lang="zh-CN" altLang="en-US">
              <a:latin typeface="Arial" panose="020B0604020202020204" pitchFamily="34" charset="0"/>
              <a:ea typeface="楷体_GB2312" charset="0"/>
              <a:cs typeface="楷体_GB2312" charset="0"/>
            </a:endParaRPr>
          </a:p>
        </p:txBody>
      </p:sp>
      <p:sp>
        <p:nvSpPr>
          <p:cNvPr id="801795" name="Rectangle 3"/>
          <p:cNvSpPr>
            <a:spLocks noGrp="1" noChangeArrowheads="1"/>
          </p:cNvSpPr>
          <p:nvPr>
            <p:ph type="body" idx="1"/>
          </p:nvPr>
        </p:nvSpPr>
        <p:spPr/>
        <p:txBody>
          <a:bodyPr/>
          <a:lstStyle/>
          <a:p>
            <a:pPr eaLnBrk="1" hangingPunct="1">
              <a:lnSpc>
                <a:spcPct val="90000"/>
              </a:lnSpc>
            </a:pPr>
            <a:r>
              <a:rPr lang="zh-CN" altLang="en-US">
                <a:latin typeface="Arial" panose="020B0604020202020204" pitchFamily="34" charset="0"/>
                <a:ea typeface="宋体" panose="02010600030101010101" pitchFamily="2" charset="-122"/>
              </a:rPr>
              <a:t>基本方法</a:t>
            </a:r>
            <a:endParaRPr lang="zh-CN" altLang="en-US">
              <a:latin typeface="Arial" panose="020B0604020202020204" pitchFamily="34" charset="0"/>
              <a:ea typeface="宋体" panose="02010600030101010101" pitchFamily="2" charset="-122"/>
            </a:endParaRPr>
          </a:p>
          <a:p>
            <a:pPr lvl="1" eaLnBrk="1" hangingPunct="1">
              <a:lnSpc>
                <a:spcPct val="90000"/>
              </a:lnSpc>
            </a:pPr>
            <a:r>
              <a:rPr lang="zh-CN" altLang="en-US">
                <a:latin typeface="Arial" panose="020B0604020202020204" pitchFamily="34" charset="0"/>
                <a:ea typeface="宋体" panose="02010600030101010101" pitchFamily="2" charset="-122"/>
              </a:rPr>
              <a:t>找出共有的影响这些方案取舍的不确定因素</a:t>
            </a:r>
            <a:endParaRPr lang="zh-CN" altLang="en-US">
              <a:latin typeface="Arial" panose="020B0604020202020204" pitchFamily="34" charset="0"/>
              <a:ea typeface="宋体" panose="02010600030101010101" pitchFamily="2" charset="-122"/>
            </a:endParaRPr>
          </a:p>
          <a:p>
            <a:pPr lvl="1" eaLnBrk="1" hangingPunct="1">
              <a:lnSpc>
                <a:spcPct val="90000"/>
              </a:lnSpc>
            </a:pPr>
            <a:r>
              <a:rPr lang="zh-CN" altLang="en-US">
                <a:latin typeface="Arial" panose="020B0604020202020204" pitchFamily="34" charset="0"/>
                <a:ea typeface="宋体" panose="02010600030101010101" pitchFamily="2" charset="-122"/>
              </a:rPr>
              <a:t>求出两两方案的盈亏平衡点</a:t>
            </a:r>
            <a:endParaRPr lang="zh-CN" altLang="en-US">
              <a:latin typeface="Arial" panose="020B0604020202020204" pitchFamily="34" charset="0"/>
              <a:ea typeface="宋体" panose="02010600030101010101" pitchFamily="2" charset="-122"/>
            </a:endParaRPr>
          </a:p>
          <a:p>
            <a:pPr lvl="1" eaLnBrk="1" hangingPunct="1">
              <a:lnSpc>
                <a:spcPct val="90000"/>
              </a:lnSpc>
            </a:pPr>
            <a:r>
              <a:rPr lang="zh-CN" altLang="en-US">
                <a:latin typeface="Arial" panose="020B0604020202020204" pitchFamily="34" charset="0"/>
                <a:ea typeface="宋体" panose="02010600030101010101" pitchFamily="2" charset="-122"/>
              </a:rPr>
              <a:t>根据盈亏平衡点进行方案取舍</a:t>
            </a:r>
            <a:endParaRPr lang="en-US" altLang="zh-CN">
              <a:latin typeface="Arial" panose="020B0604020202020204" pitchFamily="34" charset="0"/>
              <a:ea typeface="宋体" panose="02010600030101010101" pitchFamily="2" charset="-122"/>
            </a:endParaRPr>
          </a:p>
          <a:p>
            <a:pPr eaLnBrk="1" hangingPunct="1">
              <a:lnSpc>
                <a:spcPct val="90000"/>
              </a:lnSpc>
            </a:pPr>
            <a:endParaRPr lang="zh-CN" altLang="en-US">
              <a:latin typeface="Arial" panose="020B0604020202020204" pitchFamily="34" charset="0"/>
              <a:ea typeface="宋体" panose="02010600030101010101" pitchFamily="2" charset="-122"/>
            </a:endParaRPr>
          </a:p>
          <a:p>
            <a:pPr eaLnBrk="1" hangingPunct="1">
              <a:lnSpc>
                <a:spcPct val="90000"/>
              </a:lnSpc>
            </a:pPr>
            <a:r>
              <a:rPr lang="zh-CN" altLang="en-US">
                <a:latin typeface="Arial" panose="020B0604020202020204" pitchFamily="34" charset="0"/>
                <a:ea typeface="宋体" panose="02010600030101010101" pitchFamily="2" charset="-122"/>
              </a:rPr>
              <a:t>例题</a:t>
            </a:r>
            <a:endParaRPr lang="zh-CN" altLang="en-US">
              <a:latin typeface="Arial" panose="020B0604020202020204" pitchFamily="34" charset="0"/>
              <a:ea typeface="宋体" panose="02010600030101010101" pitchFamily="2" charset="-122"/>
            </a:endParaRPr>
          </a:p>
          <a:p>
            <a:pPr lvl="1" eaLnBrk="1" hangingPunct="1">
              <a:lnSpc>
                <a:spcPct val="90000"/>
              </a:lnSpc>
            </a:pPr>
            <a:r>
              <a:rPr lang="zh-CN" altLang="en-US">
                <a:latin typeface="Arial" panose="020B0604020202020204" pitchFamily="34" charset="0"/>
                <a:ea typeface="宋体" panose="02010600030101010101" pitchFamily="2" charset="-122"/>
              </a:rPr>
              <a:t>假设你开始创业生涯，现在有两个投资方案，方案</a:t>
            </a:r>
            <a:r>
              <a:rPr lang="en-US" altLang="zh-CN">
                <a:latin typeface="Arial" panose="020B0604020202020204" pitchFamily="34" charset="0"/>
                <a:ea typeface="宋体" panose="02010600030101010101" pitchFamily="2" charset="-122"/>
              </a:rPr>
              <a:t>A</a:t>
            </a:r>
            <a:r>
              <a:rPr lang="zh-CN" altLang="en-US">
                <a:latin typeface="Arial" panose="020B0604020202020204" pitchFamily="34" charset="0"/>
                <a:ea typeface="宋体" panose="02010600030101010101" pitchFamily="2" charset="-122"/>
              </a:rPr>
              <a:t>初始投资为</a:t>
            </a:r>
            <a:r>
              <a:rPr lang="en-US" altLang="zh-CN">
                <a:latin typeface="Arial" panose="020B0604020202020204" pitchFamily="34" charset="0"/>
                <a:ea typeface="宋体" panose="02010600030101010101" pitchFamily="2" charset="-122"/>
              </a:rPr>
              <a:t>70</a:t>
            </a:r>
            <a:r>
              <a:rPr lang="zh-CN" altLang="en-US">
                <a:latin typeface="Arial" panose="020B0604020202020204" pitchFamily="34" charset="0"/>
                <a:ea typeface="宋体" panose="02010600030101010101" pitchFamily="2" charset="-122"/>
              </a:rPr>
              <a:t>万元，预期年净收益</a:t>
            </a:r>
            <a:r>
              <a:rPr lang="en-US" altLang="zh-CN">
                <a:latin typeface="Arial" panose="020B0604020202020204" pitchFamily="34" charset="0"/>
                <a:ea typeface="宋体" panose="02010600030101010101" pitchFamily="2" charset="-122"/>
              </a:rPr>
              <a:t>15</a:t>
            </a:r>
            <a:r>
              <a:rPr lang="zh-CN" altLang="en-US">
                <a:latin typeface="Arial" panose="020B0604020202020204" pitchFamily="34" charset="0"/>
                <a:ea typeface="宋体" panose="02010600030101010101" pitchFamily="2" charset="-122"/>
              </a:rPr>
              <a:t>万元；方案</a:t>
            </a:r>
            <a:r>
              <a:rPr lang="en-US" altLang="zh-CN">
                <a:latin typeface="Arial" panose="020B0604020202020204" pitchFamily="34" charset="0"/>
                <a:ea typeface="宋体" panose="02010600030101010101" pitchFamily="2" charset="-122"/>
              </a:rPr>
              <a:t>B</a:t>
            </a:r>
            <a:r>
              <a:rPr lang="zh-CN" altLang="en-US">
                <a:latin typeface="Arial" panose="020B0604020202020204" pitchFamily="34" charset="0"/>
                <a:ea typeface="宋体" panose="02010600030101010101" pitchFamily="2" charset="-122"/>
              </a:rPr>
              <a:t>初始投资为</a:t>
            </a:r>
            <a:r>
              <a:rPr lang="en-US" altLang="zh-CN">
                <a:latin typeface="Arial" panose="020B0604020202020204" pitchFamily="34" charset="0"/>
                <a:ea typeface="宋体" panose="02010600030101010101" pitchFamily="2" charset="-122"/>
              </a:rPr>
              <a:t>170</a:t>
            </a:r>
            <a:r>
              <a:rPr lang="zh-CN" altLang="en-US">
                <a:latin typeface="Arial" panose="020B0604020202020204" pitchFamily="34" charset="0"/>
                <a:ea typeface="宋体" panose="02010600030101010101" pitchFamily="2" charset="-122"/>
              </a:rPr>
              <a:t>万元，预期年净收益</a:t>
            </a:r>
            <a:r>
              <a:rPr lang="en-US" altLang="zh-CN">
                <a:latin typeface="Arial" panose="020B0604020202020204" pitchFamily="34" charset="0"/>
                <a:ea typeface="宋体" panose="02010600030101010101" pitchFamily="2" charset="-122"/>
              </a:rPr>
              <a:t>35</a:t>
            </a:r>
            <a:r>
              <a:rPr lang="zh-CN" altLang="en-US">
                <a:latin typeface="Arial" panose="020B0604020202020204" pitchFamily="34" charset="0"/>
                <a:ea typeface="宋体" panose="02010600030101010101" pitchFamily="2" charset="-122"/>
              </a:rPr>
              <a:t>万元。两个方案的市场寿命具有较大的不确定性，试就寿命期分析两方案的临界点。（不考虑期末资产残值，</a:t>
            </a:r>
            <a:r>
              <a:rPr lang="en-US" altLang="zh-CN">
                <a:latin typeface="Arial" panose="020B0604020202020204" pitchFamily="34" charset="0"/>
                <a:ea typeface="宋体" panose="02010600030101010101" pitchFamily="2" charset="-122"/>
              </a:rPr>
              <a:t>i</a:t>
            </a:r>
            <a:r>
              <a:rPr lang="en-US" altLang="zh-CN" baseline="-25000">
                <a:latin typeface="Arial" panose="020B0604020202020204" pitchFamily="34" charset="0"/>
                <a:ea typeface="宋体" panose="02010600030101010101" pitchFamily="2" charset="-122"/>
              </a:rPr>
              <a:t>c</a:t>
            </a:r>
            <a:r>
              <a:rPr lang="en-US" altLang="zh-CN">
                <a:latin typeface="Arial" panose="020B0604020202020204" pitchFamily="34" charset="0"/>
                <a:ea typeface="宋体" panose="02010600030101010101" pitchFamily="2" charset="-122"/>
              </a:rPr>
              <a:t>=15%</a:t>
            </a:r>
            <a:r>
              <a:rPr lang="zh-CN" altLang="en-US">
                <a:latin typeface="Arial" panose="020B0604020202020204" pitchFamily="34" charset="0"/>
                <a:ea typeface="宋体" panose="02010600030101010101" pitchFamily="2" charset="-122"/>
              </a:rPr>
              <a:t>）</a:t>
            </a:r>
            <a:endParaRPr lang="zh-CN" altLang="en-US">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01795">
                                            <p:txEl>
                                              <p:pRg st="5" end="5"/>
                                            </p:txEl>
                                          </p:spTgt>
                                        </p:tgtEl>
                                        <p:attrNameLst>
                                          <p:attrName>style.visibility</p:attrName>
                                        </p:attrNameLst>
                                      </p:cBhvr>
                                      <p:to>
                                        <p:strVal val="visible"/>
                                      </p:to>
                                    </p:set>
                                    <p:animEffect transition="in" filter="blinds(horizontal)">
                                      <p:cBhvr>
                                        <p:cTn id="7" dur="500"/>
                                        <p:tgtEl>
                                          <p:spTgt spid="801795">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01795">
                                            <p:txEl>
                                              <p:pRg st="6" end="6"/>
                                            </p:txEl>
                                          </p:spTgt>
                                        </p:tgtEl>
                                        <p:attrNameLst>
                                          <p:attrName>style.visibility</p:attrName>
                                        </p:attrNameLst>
                                      </p:cBhvr>
                                      <p:to>
                                        <p:strVal val="visible"/>
                                      </p:to>
                                    </p:set>
                                    <p:animEffect transition="in" filter="blinds(horizontal)">
                                      <p:cBhvr>
                                        <p:cTn id="10" dur="500"/>
                                        <p:tgtEl>
                                          <p:spTgt spid="8017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zh-CN">
                <a:latin typeface="Arial" panose="020B0604020202020204" pitchFamily="34" charset="0"/>
                <a:ea typeface="楷体_GB2312" charset="0"/>
                <a:cs typeface="楷体_GB2312" charset="0"/>
              </a:rPr>
              <a:t>2. </a:t>
            </a:r>
            <a:r>
              <a:rPr lang="zh-CN" altLang="en-US">
                <a:latin typeface="Arial" panose="020B0604020202020204" pitchFamily="34" charset="0"/>
                <a:ea typeface="楷体_GB2312" charset="0"/>
                <a:cs typeface="楷体_GB2312" charset="0"/>
              </a:rPr>
              <a:t>互斥方案的盈亏平衡分析</a:t>
            </a:r>
            <a:endParaRPr lang="zh-CN" altLang="en-US">
              <a:latin typeface="Arial" panose="020B0604020202020204" pitchFamily="34" charset="0"/>
              <a:ea typeface="楷体_GB2312" charset="0"/>
              <a:cs typeface="楷体_GB2312" charset="0"/>
            </a:endParaRPr>
          </a:p>
        </p:txBody>
      </p:sp>
      <p:sp>
        <p:nvSpPr>
          <p:cNvPr id="27651" name="Rectangle 3"/>
          <p:cNvSpPr>
            <a:spLocks noGrp="1" noChangeArrowheads="1"/>
          </p:cNvSpPr>
          <p:nvPr>
            <p:ph type="body" idx="1"/>
          </p:nvPr>
        </p:nvSpPr>
        <p:spPr>
          <a:xfrm>
            <a:off x="0" y="1025525"/>
            <a:ext cx="9144000" cy="5207000"/>
          </a:xfrm>
        </p:spPr>
        <p:txBody>
          <a:bodyPr/>
          <a:lstStyle/>
          <a:p>
            <a:pPr eaLnBrk="1" hangingPunct="1"/>
            <a:r>
              <a:rPr lang="zh-CN" altLang="en-US">
                <a:latin typeface="Arial" panose="020B0604020202020204" pitchFamily="34" charset="0"/>
                <a:ea typeface="宋体" panose="02010600030101010101" pitchFamily="2" charset="-122"/>
              </a:rPr>
              <a:t>解：设项目寿命期为</a:t>
            </a:r>
            <a:r>
              <a:rPr lang="en-US" altLang="zh-CN">
                <a:latin typeface="Arial" panose="020B0604020202020204" pitchFamily="34" charset="0"/>
                <a:ea typeface="宋体" panose="02010600030101010101" pitchFamily="2" charset="-122"/>
              </a:rPr>
              <a:t>n</a:t>
            </a:r>
            <a:endParaRPr lang="en-US" altLang="zh-CN">
              <a:latin typeface="Arial" panose="020B0604020202020204" pitchFamily="34" charset="0"/>
              <a:ea typeface="宋体" panose="02010600030101010101" pitchFamily="2" charset="-122"/>
            </a:endParaRPr>
          </a:p>
          <a:p>
            <a:pPr eaLnBrk="1" hangingPunct="1">
              <a:spcBef>
                <a:spcPct val="40000"/>
              </a:spcBef>
              <a:buFontTx/>
              <a:buNone/>
            </a:pPr>
            <a:br>
              <a:rPr lang="zh-CN" altLang="en-US">
                <a:latin typeface="Arial" panose="020B0604020202020204" pitchFamily="34" charset="0"/>
                <a:ea typeface="宋体" panose="02010600030101010101" pitchFamily="2" charset="-122"/>
              </a:rPr>
            </a:br>
            <a:br>
              <a:rPr lang="zh-CN" altLang="en-US">
                <a:latin typeface="Arial" panose="020B0604020202020204" pitchFamily="34" charset="0"/>
                <a:ea typeface="宋体" panose="02010600030101010101" pitchFamily="2" charset="-122"/>
              </a:rPr>
            </a:br>
            <a:r>
              <a:rPr lang="zh-CN" altLang="en-US" sz="2800">
                <a:latin typeface="Arial" panose="020B0604020202020204" pitchFamily="34" charset="0"/>
                <a:ea typeface="宋体" panose="02010600030101010101" pitchFamily="2" charset="-122"/>
              </a:rPr>
              <a:t>当</a:t>
            </a:r>
            <a:r>
              <a:rPr lang="en-US" altLang="zh-CN" sz="2800">
                <a:latin typeface="Arial" panose="020B0604020202020204" pitchFamily="34" charset="0"/>
                <a:ea typeface="宋体" panose="02010600030101010101" pitchFamily="2" charset="-122"/>
              </a:rPr>
              <a:t>NPV</a:t>
            </a:r>
            <a:r>
              <a:rPr lang="en-US" altLang="zh-CN" sz="2800" baseline="-25000">
                <a:latin typeface="Arial" panose="020B0604020202020204" pitchFamily="34" charset="0"/>
                <a:ea typeface="宋体" panose="02010600030101010101" pitchFamily="2" charset="-122"/>
              </a:rPr>
              <a:t>A</a:t>
            </a:r>
            <a:r>
              <a:rPr lang="en-US" altLang="zh-CN" sz="2800">
                <a:latin typeface="Arial" panose="020B0604020202020204" pitchFamily="34" charset="0"/>
                <a:ea typeface="宋体" panose="02010600030101010101" pitchFamily="2" charset="-122"/>
              </a:rPr>
              <a:t>=NPV</a:t>
            </a:r>
            <a:r>
              <a:rPr lang="en-US" altLang="zh-CN" sz="2800" baseline="-25000">
                <a:latin typeface="Arial" panose="020B0604020202020204" pitchFamily="34" charset="0"/>
                <a:ea typeface="宋体" panose="02010600030101010101" pitchFamily="2" charset="-122"/>
              </a:rPr>
              <a:t>B</a:t>
            </a:r>
            <a:r>
              <a:rPr lang="zh-CN" altLang="en-US" sz="2800">
                <a:latin typeface="Arial" panose="020B0604020202020204" pitchFamily="34" charset="0"/>
                <a:ea typeface="宋体" panose="02010600030101010101" pitchFamily="2" charset="-122"/>
              </a:rPr>
              <a:t>时</a:t>
            </a:r>
            <a:br>
              <a:rPr lang="zh-CN" altLang="en-US" sz="2800">
                <a:latin typeface="Arial" panose="020B0604020202020204" pitchFamily="34" charset="0"/>
                <a:ea typeface="宋体" panose="02010600030101010101" pitchFamily="2" charset="-122"/>
              </a:rPr>
            </a:br>
            <a:br>
              <a:rPr lang="zh-CN" altLang="en-US" sz="2800">
                <a:latin typeface="Arial" panose="020B0604020202020204" pitchFamily="34" charset="0"/>
                <a:ea typeface="宋体" panose="02010600030101010101" pitchFamily="2" charset="-122"/>
              </a:rPr>
            </a:br>
            <a:br>
              <a:rPr lang="zh-CN" altLang="en-US" sz="2800">
                <a:latin typeface="Arial" panose="020B0604020202020204" pitchFamily="34" charset="0"/>
                <a:ea typeface="宋体" panose="02010600030101010101" pitchFamily="2" charset="-122"/>
              </a:rPr>
            </a:br>
            <a:br>
              <a:rPr lang="zh-CN" altLang="en-US" sz="2800">
                <a:latin typeface="Arial" panose="020B0604020202020204" pitchFamily="34" charset="0"/>
                <a:ea typeface="宋体" panose="02010600030101010101" pitchFamily="2" charset="-122"/>
              </a:rPr>
            </a:br>
            <a:r>
              <a:rPr lang="zh-CN" altLang="en-US" sz="2800">
                <a:latin typeface="Arial" panose="020B0604020202020204" pitchFamily="34" charset="0"/>
                <a:ea typeface="宋体" panose="02010600030101010101" pitchFamily="2" charset="-122"/>
              </a:rPr>
              <a:t>求得</a:t>
            </a:r>
            <a:r>
              <a:rPr lang="en-US" altLang="zh-CN" sz="2800">
                <a:latin typeface="Arial" panose="020B0604020202020204" pitchFamily="34" charset="0"/>
                <a:ea typeface="宋体" panose="02010600030101010101" pitchFamily="2" charset="-122"/>
              </a:rPr>
              <a:t>n=10</a:t>
            </a:r>
            <a:r>
              <a:rPr lang="zh-CN" altLang="en-US" sz="2800">
                <a:latin typeface="Arial" panose="020B0604020202020204" pitchFamily="34" charset="0"/>
                <a:ea typeface="宋体" panose="02010600030101010101" pitchFamily="2" charset="-122"/>
              </a:rPr>
              <a:t>年，如图所示</a:t>
            </a:r>
            <a:br>
              <a:rPr lang="zh-CN" altLang="en-US" sz="2800">
                <a:latin typeface="Arial" panose="020B0604020202020204" pitchFamily="34" charset="0"/>
                <a:ea typeface="宋体" panose="02010600030101010101" pitchFamily="2" charset="-122"/>
              </a:rPr>
            </a:br>
            <a:r>
              <a:rPr lang="zh-CN" altLang="en-US" sz="2800">
                <a:latin typeface="Arial" panose="020B0604020202020204" pitchFamily="34" charset="0"/>
                <a:ea typeface="宋体" panose="02010600030101010101" pitchFamily="2" charset="-122"/>
              </a:rPr>
              <a:t>当寿命期小于</a:t>
            </a:r>
            <a:r>
              <a:rPr lang="en-US" altLang="zh-CN" sz="2800">
                <a:latin typeface="Arial" panose="020B0604020202020204" pitchFamily="34" charset="0"/>
                <a:ea typeface="宋体" panose="02010600030101010101" pitchFamily="2" charset="-122"/>
              </a:rPr>
              <a:t>10</a:t>
            </a:r>
            <a:r>
              <a:rPr lang="zh-CN" altLang="en-US" sz="2800">
                <a:latin typeface="Arial" panose="020B0604020202020204" pitchFamily="34" charset="0"/>
                <a:ea typeface="宋体" panose="02010600030101010101" pitchFamily="2" charset="-122"/>
              </a:rPr>
              <a:t>年，采用</a:t>
            </a:r>
            <a:r>
              <a:rPr lang="en-US" altLang="zh-CN" sz="2800">
                <a:latin typeface="Arial" panose="020B0604020202020204" pitchFamily="34" charset="0"/>
                <a:ea typeface="宋体" panose="02010600030101010101" pitchFamily="2" charset="-122"/>
              </a:rPr>
              <a:t>A</a:t>
            </a:r>
            <a:br>
              <a:rPr lang="zh-CN" altLang="en-US" sz="2800">
                <a:latin typeface="Arial" panose="020B0604020202020204" pitchFamily="34" charset="0"/>
                <a:ea typeface="宋体" panose="02010600030101010101" pitchFamily="2" charset="-122"/>
              </a:rPr>
            </a:br>
            <a:r>
              <a:rPr lang="zh-CN" altLang="en-US" sz="2800">
                <a:latin typeface="Arial" panose="020B0604020202020204" pitchFamily="34" charset="0"/>
                <a:ea typeface="宋体" panose="02010600030101010101" pitchFamily="2" charset="-122"/>
              </a:rPr>
              <a:t>当寿命期大于</a:t>
            </a:r>
            <a:r>
              <a:rPr lang="en-US" altLang="zh-CN" sz="2800">
                <a:latin typeface="Arial" panose="020B0604020202020204" pitchFamily="34" charset="0"/>
                <a:ea typeface="宋体" panose="02010600030101010101" pitchFamily="2" charset="-122"/>
              </a:rPr>
              <a:t>10</a:t>
            </a:r>
            <a:r>
              <a:rPr lang="zh-CN" altLang="en-US" sz="2800">
                <a:latin typeface="Arial" panose="020B0604020202020204" pitchFamily="34" charset="0"/>
                <a:ea typeface="宋体" panose="02010600030101010101" pitchFamily="2" charset="-122"/>
              </a:rPr>
              <a:t>年，采用</a:t>
            </a:r>
            <a:r>
              <a:rPr lang="en-US" altLang="zh-CN" sz="2800">
                <a:latin typeface="Arial" panose="020B0604020202020204" pitchFamily="34" charset="0"/>
                <a:ea typeface="宋体" panose="02010600030101010101" pitchFamily="2" charset="-122"/>
              </a:rPr>
              <a:t>B</a:t>
            </a:r>
            <a:endParaRPr lang="en-US" altLang="zh-CN">
              <a:latin typeface="Arial" panose="020B0604020202020204" pitchFamily="34" charset="0"/>
              <a:ea typeface="宋体" panose="02010600030101010101" pitchFamily="2" charset="-122"/>
            </a:endParaRPr>
          </a:p>
        </p:txBody>
      </p:sp>
      <p:graphicFrame>
        <p:nvGraphicFramePr>
          <p:cNvPr id="27652" name="Object 4"/>
          <p:cNvGraphicFramePr>
            <a:graphicFrameLocks noChangeAspect="1"/>
          </p:cNvGraphicFramePr>
          <p:nvPr/>
        </p:nvGraphicFramePr>
        <p:xfrm>
          <a:off x="560388" y="1633538"/>
          <a:ext cx="4378325" cy="996950"/>
        </p:xfrm>
        <a:graphic>
          <a:graphicData uri="http://schemas.openxmlformats.org/presentationml/2006/ole">
            <mc:AlternateContent xmlns:mc="http://schemas.openxmlformats.org/markup-compatibility/2006">
              <mc:Choice xmlns:v="urn:schemas-microsoft-com:vml" Requires="v">
                <p:oleObj spid="_x0000_s27706" name="Equation" r:id="rId1" imgW="2006600" imgH="457200" progId="Equation.3">
                  <p:embed/>
                </p:oleObj>
              </mc:Choice>
              <mc:Fallback>
                <p:oleObj name="Equation" r:id="rId1" imgW="2006600" imgH="4572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388" y="1633538"/>
                        <a:ext cx="4378325" cy="996950"/>
                      </a:xfrm>
                      <a:prstGeom prst="rect">
                        <a:avLst/>
                      </a:prstGeom>
                      <a:noFill/>
                      <a:ln>
                        <a:noFill/>
                      </a:ln>
                      <a:effectLst/>
                    </p:spPr>
                  </p:pic>
                </p:oleObj>
              </mc:Fallback>
            </mc:AlternateContent>
          </a:graphicData>
        </a:graphic>
      </p:graphicFrame>
      <p:graphicFrame>
        <p:nvGraphicFramePr>
          <p:cNvPr id="27653" name="Object 5"/>
          <p:cNvGraphicFramePr>
            <a:graphicFrameLocks noChangeAspect="1"/>
          </p:cNvGraphicFramePr>
          <p:nvPr/>
        </p:nvGraphicFramePr>
        <p:xfrm>
          <a:off x="450850" y="3346450"/>
          <a:ext cx="6538913" cy="941388"/>
        </p:xfrm>
        <a:graphic>
          <a:graphicData uri="http://schemas.openxmlformats.org/presentationml/2006/ole">
            <mc:AlternateContent xmlns:mc="http://schemas.openxmlformats.org/markup-compatibility/2006">
              <mc:Choice xmlns:v="urn:schemas-microsoft-com:vml" Requires="v">
                <p:oleObj spid="_x0000_s27707" name="Equation" r:id="rId3" imgW="2997200" imgH="431800" progId="Equation.3">
                  <p:embed/>
                </p:oleObj>
              </mc:Choice>
              <mc:Fallback>
                <p:oleObj name="Equation" r:id="rId3" imgW="2997200" imgH="4318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850" y="3346450"/>
                        <a:ext cx="6538913" cy="941388"/>
                      </a:xfrm>
                      <a:prstGeom prst="rect">
                        <a:avLst/>
                      </a:prstGeom>
                      <a:noFill/>
                      <a:ln>
                        <a:noFill/>
                      </a:ln>
                      <a:effectLst/>
                    </p:spPr>
                  </p:pic>
                </p:oleObj>
              </mc:Fallback>
            </mc:AlternateContent>
          </a:graphicData>
        </a:graphic>
      </p:graphicFrame>
      <p:sp>
        <p:nvSpPr>
          <p:cNvPr id="27654" name="Line 6"/>
          <p:cNvSpPr>
            <a:spLocks noChangeShapeType="1"/>
          </p:cNvSpPr>
          <p:nvPr/>
        </p:nvSpPr>
        <p:spPr bwMode="auto">
          <a:xfrm flipV="1">
            <a:off x="5568950" y="4151313"/>
            <a:ext cx="0" cy="2193925"/>
          </a:xfrm>
          <a:prstGeom prst="line">
            <a:avLst/>
          </a:prstGeom>
          <a:noFill/>
          <a:ln w="9525">
            <a:solidFill>
              <a:srgbClr val="000000"/>
            </a:solidFill>
            <a:round/>
            <a:tailEnd type="triangle" w="med" len="med"/>
          </a:ln>
        </p:spPr>
        <p:txBody>
          <a:bodyPr/>
          <a:lstStyle/>
          <a:p>
            <a:endParaRPr lang="zh-CN" altLang="en-US"/>
          </a:p>
        </p:txBody>
      </p:sp>
      <p:grpSp>
        <p:nvGrpSpPr>
          <p:cNvPr id="27655" name="Group 7"/>
          <p:cNvGrpSpPr/>
          <p:nvPr/>
        </p:nvGrpSpPr>
        <p:grpSpPr bwMode="auto">
          <a:xfrm>
            <a:off x="4900613" y="4013200"/>
            <a:ext cx="3978275" cy="2219325"/>
            <a:chOff x="3087" y="2528"/>
            <a:chExt cx="2506" cy="1398"/>
          </a:xfrm>
        </p:grpSpPr>
        <p:sp>
          <p:nvSpPr>
            <p:cNvPr id="27656" name="Line 8"/>
            <p:cNvSpPr>
              <a:spLocks noChangeShapeType="1"/>
            </p:cNvSpPr>
            <p:nvPr/>
          </p:nvSpPr>
          <p:spPr bwMode="auto">
            <a:xfrm>
              <a:off x="3508" y="3358"/>
              <a:ext cx="2085" cy="0"/>
            </a:xfrm>
            <a:prstGeom prst="line">
              <a:avLst/>
            </a:prstGeom>
            <a:noFill/>
            <a:ln w="9525">
              <a:solidFill>
                <a:srgbClr val="000000"/>
              </a:solidFill>
              <a:round/>
              <a:tailEnd type="triangle" w="med" len="med"/>
            </a:ln>
          </p:spPr>
          <p:txBody>
            <a:bodyPr/>
            <a:lstStyle/>
            <a:p>
              <a:endParaRPr lang="zh-CN" altLang="en-US"/>
            </a:p>
          </p:txBody>
        </p:sp>
        <p:sp>
          <p:nvSpPr>
            <p:cNvPr id="27657" name="Line 9"/>
            <p:cNvSpPr>
              <a:spLocks noChangeShapeType="1"/>
            </p:cNvSpPr>
            <p:nvPr/>
          </p:nvSpPr>
          <p:spPr bwMode="auto">
            <a:xfrm flipV="1">
              <a:off x="3508" y="2748"/>
              <a:ext cx="1693" cy="823"/>
            </a:xfrm>
            <a:prstGeom prst="line">
              <a:avLst/>
            </a:prstGeom>
            <a:noFill/>
            <a:ln w="9525">
              <a:solidFill>
                <a:srgbClr val="000000"/>
              </a:solidFill>
              <a:round/>
            </a:ln>
          </p:spPr>
          <p:txBody>
            <a:bodyPr/>
            <a:lstStyle/>
            <a:p>
              <a:endParaRPr lang="zh-CN" altLang="en-US"/>
            </a:p>
          </p:txBody>
        </p:sp>
        <p:sp>
          <p:nvSpPr>
            <p:cNvPr id="27658" name="Line 10"/>
            <p:cNvSpPr>
              <a:spLocks noChangeShapeType="1"/>
            </p:cNvSpPr>
            <p:nvPr/>
          </p:nvSpPr>
          <p:spPr bwMode="auto">
            <a:xfrm flipV="1">
              <a:off x="3508" y="2615"/>
              <a:ext cx="1371" cy="1244"/>
            </a:xfrm>
            <a:prstGeom prst="line">
              <a:avLst/>
            </a:prstGeom>
            <a:noFill/>
            <a:ln w="9525">
              <a:solidFill>
                <a:srgbClr val="000000"/>
              </a:solidFill>
              <a:round/>
            </a:ln>
          </p:spPr>
          <p:txBody>
            <a:bodyPr/>
            <a:lstStyle/>
            <a:p>
              <a:endParaRPr lang="zh-CN" altLang="en-US"/>
            </a:p>
          </p:txBody>
        </p:sp>
        <p:sp>
          <p:nvSpPr>
            <p:cNvPr id="27659" name="Line 11"/>
            <p:cNvSpPr>
              <a:spLocks noChangeShapeType="1"/>
            </p:cNvSpPr>
            <p:nvPr/>
          </p:nvSpPr>
          <p:spPr bwMode="auto">
            <a:xfrm>
              <a:off x="4188" y="3237"/>
              <a:ext cx="0" cy="121"/>
            </a:xfrm>
            <a:prstGeom prst="line">
              <a:avLst/>
            </a:prstGeom>
            <a:noFill/>
            <a:ln w="9525">
              <a:solidFill>
                <a:srgbClr val="000000"/>
              </a:solidFill>
              <a:prstDash val="sysDot"/>
              <a:round/>
            </a:ln>
          </p:spPr>
          <p:txBody>
            <a:bodyPr/>
            <a:lstStyle/>
            <a:p>
              <a:endParaRPr lang="zh-CN" altLang="en-US"/>
            </a:p>
          </p:txBody>
        </p:sp>
        <p:sp>
          <p:nvSpPr>
            <p:cNvPr id="27660" name="Text Box 12"/>
            <p:cNvSpPr txBox="1">
              <a:spLocks noChangeArrowheads="1"/>
            </p:cNvSpPr>
            <p:nvPr/>
          </p:nvSpPr>
          <p:spPr bwMode="auto">
            <a:xfrm>
              <a:off x="3087" y="2615"/>
              <a:ext cx="380" cy="173"/>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lgn="r">
                <a:spcBef>
                  <a:spcPct val="50000"/>
                </a:spcBef>
              </a:pPr>
              <a:r>
                <a:rPr lang="en-US" altLang="zh-CN" sz="1200" b="0"/>
                <a:t>NPV</a:t>
              </a:r>
              <a:endParaRPr lang="en-US" altLang="zh-CN" sz="1200" b="0"/>
            </a:p>
          </p:txBody>
        </p:sp>
        <p:sp>
          <p:nvSpPr>
            <p:cNvPr id="27661" name="Text Box 13"/>
            <p:cNvSpPr txBox="1">
              <a:spLocks noChangeArrowheads="1"/>
            </p:cNvSpPr>
            <p:nvPr/>
          </p:nvSpPr>
          <p:spPr bwMode="auto">
            <a:xfrm>
              <a:off x="3111" y="3465"/>
              <a:ext cx="380" cy="173"/>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lgn="r">
                <a:spcBef>
                  <a:spcPct val="50000"/>
                </a:spcBef>
              </a:pPr>
              <a:r>
                <a:rPr lang="en-US" altLang="zh-CN" sz="1200" b="0"/>
                <a:t>-70</a:t>
              </a:r>
              <a:endParaRPr lang="en-US" altLang="zh-CN" sz="1200" b="0"/>
            </a:p>
          </p:txBody>
        </p:sp>
        <p:sp>
          <p:nvSpPr>
            <p:cNvPr id="27662" name="Text Box 14"/>
            <p:cNvSpPr txBox="1">
              <a:spLocks noChangeArrowheads="1"/>
            </p:cNvSpPr>
            <p:nvPr/>
          </p:nvSpPr>
          <p:spPr bwMode="auto">
            <a:xfrm>
              <a:off x="3111" y="3753"/>
              <a:ext cx="380" cy="173"/>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lgn="r">
                <a:spcBef>
                  <a:spcPct val="50000"/>
                </a:spcBef>
              </a:pPr>
              <a:r>
                <a:rPr lang="en-US" altLang="zh-CN" sz="1200" b="0"/>
                <a:t>-170</a:t>
              </a:r>
              <a:endParaRPr lang="en-US" altLang="zh-CN" sz="1200" b="0"/>
            </a:p>
          </p:txBody>
        </p:sp>
        <p:sp>
          <p:nvSpPr>
            <p:cNvPr id="27663" name="Text Box 15"/>
            <p:cNvSpPr txBox="1">
              <a:spLocks noChangeArrowheads="1"/>
            </p:cNvSpPr>
            <p:nvPr/>
          </p:nvSpPr>
          <p:spPr bwMode="auto">
            <a:xfrm>
              <a:off x="3944" y="3398"/>
              <a:ext cx="487" cy="173"/>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lgn="r">
                <a:spcBef>
                  <a:spcPct val="50000"/>
                </a:spcBef>
              </a:pPr>
              <a:r>
                <a:rPr lang="en-US" altLang="zh-CN" sz="1200" b="0"/>
                <a:t>N=10</a:t>
              </a:r>
              <a:r>
                <a:rPr lang="zh-CN" altLang="en-US" sz="1200" b="0"/>
                <a:t>年</a:t>
              </a:r>
              <a:endParaRPr lang="zh-CN" altLang="en-US" sz="1200" b="0"/>
            </a:p>
          </p:txBody>
        </p:sp>
        <p:sp>
          <p:nvSpPr>
            <p:cNvPr id="27664" name="Text Box 16"/>
            <p:cNvSpPr txBox="1">
              <a:spLocks noChangeArrowheads="1"/>
            </p:cNvSpPr>
            <p:nvPr/>
          </p:nvSpPr>
          <p:spPr bwMode="auto">
            <a:xfrm>
              <a:off x="4403" y="2528"/>
              <a:ext cx="380" cy="173"/>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lgn="r">
                <a:spcBef>
                  <a:spcPct val="50000"/>
                </a:spcBef>
              </a:pPr>
              <a:r>
                <a:rPr lang="zh-CN" altLang="en-US" sz="1200" b="0"/>
                <a:t>方案</a:t>
              </a:r>
              <a:r>
                <a:rPr lang="en-US" altLang="zh-CN" sz="1200" b="0"/>
                <a:t>B</a:t>
              </a:r>
              <a:endParaRPr lang="en-US" altLang="zh-CN" sz="1200" b="0"/>
            </a:p>
          </p:txBody>
        </p:sp>
        <p:sp>
          <p:nvSpPr>
            <p:cNvPr id="27665" name="Text Box 17"/>
            <p:cNvSpPr txBox="1">
              <a:spLocks noChangeArrowheads="1"/>
            </p:cNvSpPr>
            <p:nvPr/>
          </p:nvSpPr>
          <p:spPr bwMode="auto">
            <a:xfrm>
              <a:off x="5011" y="2871"/>
              <a:ext cx="380" cy="173"/>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lgn="r">
                <a:spcBef>
                  <a:spcPct val="50000"/>
                </a:spcBef>
              </a:pPr>
              <a:r>
                <a:rPr lang="zh-CN" altLang="en-US" sz="1200" b="0"/>
                <a:t>方案</a:t>
              </a:r>
              <a:r>
                <a:rPr lang="en-US" altLang="zh-CN" sz="1200" b="0"/>
                <a:t>A</a:t>
              </a:r>
              <a:endParaRPr lang="en-US" altLang="zh-CN" sz="1200" b="0"/>
            </a:p>
          </p:txBody>
        </p:sp>
      </p:gr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Grp="1" noChangeArrowheads="1"/>
          </p:cNvSpPr>
          <p:nvPr>
            <p:ph type="title"/>
          </p:nvPr>
        </p:nvSpPr>
        <p:spPr>
          <a:xfrm>
            <a:off x="457200" y="228600"/>
            <a:ext cx="7772400" cy="457200"/>
          </a:xfrm>
          <a:noFill/>
        </p:spPr>
        <p:txBody>
          <a:bodyPr/>
          <a:lstStyle/>
          <a:p>
            <a:pPr eaLnBrk="1" hangingPunct="1"/>
            <a:r>
              <a:rPr lang="zh-CN" altLang="en-US">
                <a:solidFill>
                  <a:srgbClr val="000000"/>
                </a:solidFill>
                <a:latin typeface="Arial" panose="020B0604020202020204" pitchFamily="34" charset="0"/>
                <a:ea typeface="楷体_GB2312" charset="0"/>
                <a:cs typeface="楷体_GB2312" charset="0"/>
              </a:rPr>
              <a:t>盈亏平衡分析</a:t>
            </a:r>
            <a:r>
              <a:rPr lang="en-US" altLang="zh-CN">
                <a:solidFill>
                  <a:srgbClr val="000000"/>
                </a:solidFill>
                <a:latin typeface="Arial" panose="020B0604020202020204" pitchFamily="34" charset="0"/>
                <a:ea typeface="楷体_GB2312" charset="0"/>
                <a:cs typeface="楷体_GB2312" charset="0"/>
              </a:rPr>
              <a:t>——</a:t>
            </a:r>
            <a:r>
              <a:rPr lang="zh-CN" altLang="en-US">
                <a:solidFill>
                  <a:srgbClr val="000000"/>
                </a:solidFill>
                <a:latin typeface="Arial" panose="020B0604020202020204" pitchFamily="34" charset="0"/>
                <a:ea typeface="楷体_GB2312" charset="0"/>
                <a:cs typeface="楷体_GB2312" charset="0"/>
              </a:rPr>
              <a:t>图解法</a:t>
            </a:r>
            <a:endParaRPr lang="zh-CN" altLang="en-US">
              <a:solidFill>
                <a:srgbClr val="000000"/>
              </a:solidFill>
              <a:latin typeface="Arial" panose="020B0604020202020204" pitchFamily="34" charset="0"/>
              <a:ea typeface="楷体_GB2312" charset="0"/>
              <a:cs typeface="楷体_GB2312" charset="0"/>
            </a:endParaRPr>
          </a:p>
        </p:txBody>
      </p:sp>
      <p:sp>
        <p:nvSpPr>
          <p:cNvPr id="29699" name="Line 5"/>
          <p:cNvSpPr>
            <a:spLocks noChangeShapeType="1"/>
          </p:cNvSpPr>
          <p:nvPr/>
        </p:nvSpPr>
        <p:spPr bwMode="auto">
          <a:xfrm>
            <a:off x="1143000" y="6019800"/>
            <a:ext cx="7010400" cy="0"/>
          </a:xfrm>
          <a:prstGeom prst="line">
            <a:avLst/>
          </a:prstGeom>
          <a:noFill/>
          <a:ln w="38100">
            <a:solidFill>
              <a:srgbClr val="000000"/>
            </a:solidFill>
            <a:round/>
            <a:tailEnd type="triangle" w="med" len="med"/>
          </a:ln>
        </p:spPr>
        <p:txBody>
          <a:bodyPr wrap="none" anchor="ctr"/>
          <a:lstStyle/>
          <a:p>
            <a:endParaRPr lang="zh-CN" altLang="en-US"/>
          </a:p>
        </p:txBody>
      </p:sp>
      <p:sp>
        <p:nvSpPr>
          <p:cNvPr id="29700" name="Line 6"/>
          <p:cNvSpPr>
            <a:spLocks noChangeShapeType="1"/>
          </p:cNvSpPr>
          <p:nvPr/>
        </p:nvSpPr>
        <p:spPr bwMode="auto">
          <a:xfrm flipV="1">
            <a:off x="1143000" y="838200"/>
            <a:ext cx="0" cy="5181600"/>
          </a:xfrm>
          <a:prstGeom prst="line">
            <a:avLst/>
          </a:prstGeom>
          <a:noFill/>
          <a:ln w="38100">
            <a:solidFill>
              <a:srgbClr val="000000"/>
            </a:solidFill>
            <a:round/>
            <a:tailEnd type="triangle" w="med" len="med"/>
          </a:ln>
        </p:spPr>
        <p:txBody>
          <a:bodyPr wrap="none" anchor="ctr"/>
          <a:lstStyle/>
          <a:p>
            <a:endParaRPr lang="zh-CN" altLang="en-US"/>
          </a:p>
        </p:txBody>
      </p:sp>
      <p:sp>
        <p:nvSpPr>
          <p:cNvPr id="29701" name="Line 7"/>
          <p:cNvSpPr>
            <a:spLocks noChangeShapeType="1"/>
          </p:cNvSpPr>
          <p:nvPr/>
        </p:nvSpPr>
        <p:spPr bwMode="auto">
          <a:xfrm flipV="1">
            <a:off x="1143000" y="990600"/>
            <a:ext cx="5029200" cy="5029200"/>
          </a:xfrm>
          <a:prstGeom prst="line">
            <a:avLst/>
          </a:prstGeom>
          <a:noFill/>
          <a:ln w="28575">
            <a:solidFill>
              <a:srgbClr val="000000"/>
            </a:solidFill>
            <a:round/>
          </a:ln>
        </p:spPr>
        <p:txBody>
          <a:bodyPr wrap="none" anchor="ctr"/>
          <a:lstStyle/>
          <a:p>
            <a:endParaRPr lang="zh-CN" altLang="en-US"/>
          </a:p>
        </p:txBody>
      </p:sp>
      <p:sp>
        <p:nvSpPr>
          <p:cNvPr id="29702" name="Line 8"/>
          <p:cNvSpPr>
            <a:spLocks noChangeShapeType="1"/>
          </p:cNvSpPr>
          <p:nvPr/>
        </p:nvSpPr>
        <p:spPr bwMode="auto">
          <a:xfrm flipV="1">
            <a:off x="1143000" y="1600200"/>
            <a:ext cx="6477000" cy="3124200"/>
          </a:xfrm>
          <a:prstGeom prst="line">
            <a:avLst/>
          </a:prstGeom>
          <a:noFill/>
          <a:ln w="28575">
            <a:solidFill>
              <a:srgbClr val="FF0000"/>
            </a:solidFill>
            <a:round/>
          </a:ln>
        </p:spPr>
        <p:txBody>
          <a:bodyPr wrap="none" anchor="ctr"/>
          <a:lstStyle/>
          <a:p>
            <a:endParaRPr lang="zh-CN" altLang="en-US"/>
          </a:p>
        </p:txBody>
      </p:sp>
      <p:sp>
        <p:nvSpPr>
          <p:cNvPr id="29703" name="Line 9"/>
          <p:cNvSpPr>
            <a:spLocks noChangeShapeType="1"/>
          </p:cNvSpPr>
          <p:nvPr/>
        </p:nvSpPr>
        <p:spPr bwMode="auto">
          <a:xfrm>
            <a:off x="1143000" y="4724400"/>
            <a:ext cx="6248400" cy="0"/>
          </a:xfrm>
          <a:prstGeom prst="line">
            <a:avLst/>
          </a:prstGeom>
          <a:noFill/>
          <a:ln w="28575">
            <a:solidFill>
              <a:srgbClr val="FF0000"/>
            </a:solidFill>
            <a:round/>
          </a:ln>
        </p:spPr>
        <p:txBody>
          <a:bodyPr wrap="none" anchor="ctr"/>
          <a:lstStyle/>
          <a:p>
            <a:endParaRPr lang="zh-CN" altLang="en-US"/>
          </a:p>
        </p:txBody>
      </p:sp>
      <p:sp>
        <p:nvSpPr>
          <p:cNvPr id="29704" name="Line 10"/>
          <p:cNvSpPr>
            <a:spLocks noChangeShapeType="1"/>
          </p:cNvSpPr>
          <p:nvPr/>
        </p:nvSpPr>
        <p:spPr bwMode="auto">
          <a:xfrm>
            <a:off x="3657600" y="3505200"/>
            <a:ext cx="0" cy="2514600"/>
          </a:xfrm>
          <a:prstGeom prst="line">
            <a:avLst/>
          </a:prstGeom>
          <a:noFill/>
          <a:ln w="9525" cap="rnd">
            <a:solidFill>
              <a:srgbClr val="000000"/>
            </a:solidFill>
            <a:prstDash val="sysDot"/>
            <a:round/>
          </a:ln>
        </p:spPr>
        <p:txBody>
          <a:bodyPr wrap="none" anchor="ctr"/>
          <a:lstStyle/>
          <a:p>
            <a:endParaRPr lang="zh-CN" altLang="en-US"/>
          </a:p>
        </p:txBody>
      </p:sp>
      <p:sp>
        <p:nvSpPr>
          <p:cNvPr id="29705" name="Line 11"/>
          <p:cNvSpPr>
            <a:spLocks noChangeShapeType="1"/>
          </p:cNvSpPr>
          <p:nvPr/>
        </p:nvSpPr>
        <p:spPr bwMode="auto">
          <a:xfrm>
            <a:off x="5943600" y="1295400"/>
            <a:ext cx="0" cy="4724400"/>
          </a:xfrm>
          <a:prstGeom prst="line">
            <a:avLst/>
          </a:prstGeom>
          <a:noFill/>
          <a:ln w="9525" cap="rnd">
            <a:solidFill>
              <a:srgbClr val="000000"/>
            </a:solidFill>
            <a:prstDash val="sysDot"/>
            <a:round/>
          </a:ln>
        </p:spPr>
        <p:txBody>
          <a:bodyPr wrap="none" anchor="ctr"/>
          <a:lstStyle/>
          <a:p>
            <a:endParaRPr lang="zh-CN" altLang="en-US"/>
          </a:p>
        </p:txBody>
      </p:sp>
      <p:sp>
        <p:nvSpPr>
          <p:cNvPr id="29706" name="Line 12"/>
          <p:cNvSpPr>
            <a:spLocks noChangeShapeType="1"/>
          </p:cNvSpPr>
          <p:nvPr/>
        </p:nvSpPr>
        <p:spPr bwMode="auto">
          <a:xfrm flipH="1">
            <a:off x="1143000" y="1295400"/>
            <a:ext cx="6400800" cy="0"/>
          </a:xfrm>
          <a:prstGeom prst="line">
            <a:avLst/>
          </a:prstGeom>
          <a:noFill/>
          <a:ln w="9525" cap="rnd">
            <a:solidFill>
              <a:schemeClr val="tx1"/>
            </a:solidFill>
            <a:prstDash val="sysDot"/>
            <a:round/>
          </a:ln>
        </p:spPr>
        <p:txBody>
          <a:bodyPr wrap="none" anchor="ctr"/>
          <a:lstStyle/>
          <a:p>
            <a:endParaRPr lang="zh-CN" altLang="en-US"/>
          </a:p>
        </p:txBody>
      </p:sp>
      <p:sp>
        <p:nvSpPr>
          <p:cNvPr id="29707" name="Text Box 13"/>
          <p:cNvSpPr txBox="1">
            <a:spLocks noChangeArrowheads="1"/>
          </p:cNvSpPr>
          <p:nvPr/>
        </p:nvSpPr>
        <p:spPr bwMode="auto">
          <a:xfrm>
            <a:off x="2743200" y="1524000"/>
            <a:ext cx="1981200" cy="457200"/>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spcBef>
                <a:spcPct val="50000"/>
              </a:spcBef>
            </a:pPr>
            <a:r>
              <a:rPr kumimoji="1" lang="zh-CN" altLang="en-US" sz="2400" i="1">
                <a:latin typeface="Times New Roman" panose="02020603050405020304" pitchFamily="18" charset="0"/>
              </a:rPr>
              <a:t>总收入曲线</a:t>
            </a:r>
            <a:endParaRPr kumimoji="1" lang="zh-CN" altLang="en-US" sz="2400" i="1">
              <a:latin typeface="Times New Roman" panose="02020603050405020304" pitchFamily="18" charset="0"/>
            </a:endParaRPr>
          </a:p>
        </p:txBody>
      </p:sp>
      <p:sp>
        <p:nvSpPr>
          <p:cNvPr id="29708" name="Text Box 14"/>
          <p:cNvSpPr txBox="1">
            <a:spLocks noChangeArrowheads="1"/>
          </p:cNvSpPr>
          <p:nvPr/>
        </p:nvSpPr>
        <p:spPr bwMode="auto">
          <a:xfrm>
            <a:off x="1524000" y="2895600"/>
            <a:ext cx="1981200" cy="457200"/>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spcBef>
                <a:spcPct val="50000"/>
              </a:spcBef>
            </a:pPr>
            <a:r>
              <a:rPr kumimoji="1" lang="zh-CN" altLang="en-US" sz="2400" i="1">
                <a:latin typeface="Times New Roman" panose="02020603050405020304" pitchFamily="18" charset="0"/>
              </a:rPr>
              <a:t>总成本曲线</a:t>
            </a:r>
            <a:endParaRPr kumimoji="1" lang="zh-CN" altLang="en-US" sz="2400" i="1">
              <a:latin typeface="Times New Roman" panose="02020603050405020304" pitchFamily="18" charset="0"/>
            </a:endParaRPr>
          </a:p>
        </p:txBody>
      </p:sp>
      <p:sp>
        <p:nvSpPr>
          <p:cNvPr id="29709" name="Line 15"/>
          <p:cNvSpPr>
            <a:spLocks noChangeShapeType="1"/>
          </p:cNvSpPr>
          <p:nvPr/>
        </p:nvSpPr>
        <p:spPr bwMode="auto">
          <a:xfrm>
            <a:off x="3581400" y="1981200"/>
            <a:ext cx="762000" cy="533400"/>
          </a:xfrm>
          <a:prstGeom prst="line">
            <a:avLst/>
          </a:prstGeom>
          <a:noFill/>
          <a:ln w="28575">
            <a:solidFill>
              <a:schemeClr val="tx1"/>
            </a:solidFill>
            <a:round/>
            <a:tailEnd type="triangle" w="med" len="med"/>
          </a:ln>
        </p:spPr>
        <p:txBody>
          <a:bodyPr wrap="none" anchor="ctr"/>
          <a:lstStyle/>
          <a:p>
            <a:endParaRPr lang="zh-CN" altLang="en-US"/>
          </a:p>
        </p:txBody>
      </p:sp>
      <p:sp>
        <p:nvSpPr>
          <p:cNvPr id="29710" name="Line 16"/>
          <p:cNvSpPr>
            <a:spLocks noChangeShapeType="1"/>
          </p:cNvSpPr>
          <p:nvPr/>
        </p:nvSpPr>
        <p:spPr bwMode="auto">
          <a:xfrm flipH="1">
            <a:off x="1981200" y="3429000"/>
            <a:ext cx="228600" cy="762000"/>
          </a:xfrm>
          <a:prstGeom prst="line">
            <a:avLst/>
          </a:prstGeom>
          <a:noFill/>
          <a:ln w="28575">
            <a:solidFill>
              <a:schemeClr val="tx1"/>
            </a:solidFill>
            <a:round/>
            <a:tailEnd type="triangle" w="med" len="med"/>
          </a:ln>
        </p:spPr>
        <p:txBody>
          <a:bodyPr wrap="none" anchor="ctr"/>
          <a:lstStyle/>
          <a:p>
            <a:endParaRPr lang="zh-CN" altLang="en-US"/>
          </a:p>
        </p:txBody>
      </p:sp>
      <p:sp>
        <p:nvSpPr>
          <p:cNvPr id="29711" name="Text Box 17"/>
          <p:cNvSpPr txBox="1">
            <a:spLocks noChangeArrowheads="1"/>
          </p:cNvSpPr>
          <p:nvPr/>
        </p:nvSpPr>
        <p:spPr bwMode="auto">
          <a:xfrm>
            <a:off x="533400" y="762000"/>
            <a:ext cx="457200" cy="822325"/>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a:latin typeface="Times New Roman" panose="02020603050405020304" pitchFamily="18" charset="0"/>
              </a:rPr>
              <a:t>成本</a:t>
            </a:r>
            <a:endParaRPr kumimoji="1" lang="zh-CN" altLang="en-US" sz="2400" b="0">
              <a:latin typeface="Times New Roman" panose="02020603050405020304" pitchFamily="18" charset="0"/>
            </a:endParaRPr>
          </a:p>
        </p:txBody>
      </p:sp>
      <p:sp>
        <p:nvSpPr>
          <p:cNvPr id="29712" name="Text Box 18"/>
          <p:cNvSpPr txBox="1">
            <a:spLocks noChangeArrowheads="1"/>
          </p:cNvSpPr>
          <p:nvPr/>
        </p:nvSpPr>
        <p:spPr bwMode="auto">
          <a:xfrm>
            <a:off x="7467600" y="6096000"/>
            <a:ext cx="914400" cy="457200"/>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a:latin typeface="Times New Roman" panose="02020603050405020304" pitchFamily="18" charset="0"/>
              </a:rPr>
              <a:t>产量</a:t>
            </a:r>
            <a:endParaRPr kumimoji="1" lang="zh-CN" altLang="en-US" sz="2400" b="0">
              <a:latin typeface="Times New Roman" panose="02020603050405020304" pitchFamily="18" charset="0"/>
            </a:endParaRPr>
          </a:p>
        </p:txBody>
      </p:sp>
      <p:sp>
        <p:nvSpPr>
          <p:cNvPr id="29713" name="Text Box 19"/>
          <p:cNvSpPr txBox="1">
            <a:spLocks noChangeArrowheads="1"/>
          </p:cNvSpPr>
          <p:nvPr/>
        </p:nvSpPr>
        <p:spPr bwMode="auto">
          <a:xfrm>
            <a:off x="4648200" y="2438400"/>
            <a:ext cx="685800" cy="457200"/>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a:latin typeface="Times New Roman" panose="02020603050405020304" pitchFamily="18" charset="0"/>
              </a:rPr>
              <a:t>盈</a:t>
            </a:r>
            <a:endParaRPr kumimoji="1" lang="zh-CN" altLang="en-US" sz="2400">
              <a:latin typeface="Times New Roman" panose="02020603050405020304" pitchFamily="18" charset="0"/>
            </a:endParaRPr>
          </a:p>
        </p:txBody>
      </p:sp>
      <p:sp>
        <p:nvSpPr>
          <p:cNvPr id="29714" name="Rectangle 20"/>
          <p:cNvSpPr>
            <a:spLocks noChangeArrowheads="1"/>
          </p:cNvSpPr>
          <p:nvPr/>
        </p:nvSpPr>
        <p:spPr bwMode="auto">
          <a:xfrm>
            <a:off x="5029200" y="2133600"/>
            <a:ext cx="490538" cy="457200"/>
          </a:xfrm>
          <a:prstGeom prst="rect">
            <a:avLst/>
          </a:prstGeom>
          <a:noFill/>
          <a:ln>
            <a:noFill/>
          </a:ln>
        </p:spPr>
        <p:txBody>
          <a:bodyPr wrap="none">
            <a:spAutoFit/>
          </a:bodyPr>
          <a:lstStyle/>
          <a:p>
            <a:pPr eaLnBrk="1" hangingPunct="1"/>
            <a:r>
              <a:rPr kumimoji="1" lang="zh-CN" altLang="en-US" sz="2400">
                <a:solidFill>
                  <a:srgbClr val="000000"/>
                </a:solidFill>
                <a:latin typeface="Times New Roman" panose="02020603050405020304" pitchFamily="18" charset="0"/>
                <a:ea typeface="宋体" panose="02010600030101010101" pitchFamily="2" charset="-122"/>
                <a:cs typeface="宋体" panose="02010600030101010101" pitchFamily="2" charset="-122"/>
              </a:rPr>
              <a:t>利</a:t>
            </a:r>
            <a:endParaRPr kumimoji="1" lang="zh-CN" altLang="en-US" sz="2400">
              <a:solidFill>
                <a:srgbClr val="000000"/>
              </a:solidFill>
              <a:latin typeface="Times New Roman" panose="02020603050405020304" pitchFamily="18" charset="0"/>
              <a:ea typeface="宋体" panose="02010600030101010101" pitchFamily="2" charset="-122"/>
              <a:cs typeface="宋体" panose="02010600030101010101" pitchFamily="2" charset="-122"/>
            </a:endParaRPr>
          </a:p>
        </p:txBody>
      </p:sp>
      <p:sp>
        <p:nvSpPr>
          <p:cNvPr id="29715" name="Rectangle 21"/>
          <p:cNvSpPr>
            <a:spLocks noChangeArrowheads="1"/>
          </p:cNvSpPr>
          <p:nvPr/>
        </p:nvSpPr>
        <p:spPr bwMode="auto">
          <a:xfrm>
            <a:off x="5454650" y="1828800"/>
            <a:ext cx="490538" cy="457200"/>
          </a:xfrm>
          <a:prstGeom prst="rect">
            <a:avLst/>
          </a:prstGeom>
          <a:noFill/>
          <a:ln>
            <a:noFill/>
          </a:ln>
        </p:spPr>
        <p:txBody>
          <a:bodyPr wrap="none">
            <a:spAutoFit/>
          </a:bodyPr>
          <a:lstStyle/>
          <a:p>
            <a:pPr eaLnBrk="1" hangingPunct="1"/>
            <a:r>
              <a:rPr kumimoji="1" lang="zh-CN" altLang="en-US" sz="2400">
                <a:solidFill>
                  <a:srgbClr val="000000"/>
                </a:solidFill>
                <a:latin typeface="Times New Roman" panose="02020603050405020304" pitchFamily="18" charset="0"/>
                <a:ea typeface="宋体" panose="02010600030101010101" pitchFamily="2" charset="-122"/>
                <a:cs typeface="宋体" panose="02010600030101010101" pitchFamily="2" charset="-122"/>
              </a:rPr>
              <a:t>区</a:t>
            </a:r>
            <a:endParaRPr kumimoji="1" lang="zh-CN" altLang="en-US" sz="2400">
              <a:solidFill>
                <a:srgbClr val="000000"/>
              </a:solidFill>
              <a:latin typeface="Times New Roman" panose="02020603050405020304" pitchFamily="18" charset="0"/>
              <a:ea typeface="宋体" panose="02010600030101010101" pitchFamily="2" charset="-122"/>
              <a:cs typeface="宋体" panose="02010600030101010101" pitchFamily="2" charset="-122"/>
            </a:endParaRPr>
          </a:p>
        </p:txBody>
      </p:sp>
      <p:sp>
        <p:nvSpPr>
          <p:cNvPr id="29716" name="Text Box 22"/>
          <p:cNvSpPr txBox="1">
            <a:spLocks noChangeArrowheads="1"/>
          </p:cNvSpPr>
          <p:nvPr/>
        </p:nvSpPr>
        <p:spPr bwMode="auto">
          <a:xfrm>
            <a:off x="1295400" y="4876800"/>
            <a:ext cx="685800" cy="457200"/>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a:latin typeface="Times New Roman" panose="02020603050405020304" pitchFamily="18" charset="0"/>
              </a:rPr>
              <a:t>亏</a:t>
            </a:r>
            <a:endParaRPr kumimoji="1" lang="zh-CN" altLang="en-US" sz="2400">
              <a:latin typeface="Times New Roman" panose="02020603050405020304" pitchFamily="18" charset="0"/>
            </a:endParaRPr>
          </a:p>
        </p:txBody>
      </p:sp>
      <p:sp>
        <p:nvSpPr>
          <p:cNvPr id="29717" name="Text Box 23"/>
          <p:cNvSpPr txBox="1">
            <a:spLocks noChangeArrowheads="1"/>
          </p:cNvSpPr>
          <p:nvPr/>
        </p:nvSpPr>
        <p:spPr bwMode="auto">
          <a:xfrm>
            <a:off x="1752600" y="4495800"/>
            <a:ext cx="685800" cy="457200"/>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a:latin typeface="Times New Roman" panose="02020603050405020304" pitchFamily="18" charset="0"/>
              </a:rPr>
              <a:t>损</a:t>
            </a:r>
            <a:endParaRPr kumimoji="1" lang="zh-CN" altLang="en-US" sz="2400">
              <a:latin typeface="Times New Roman" panose="02020603050405020304" pitchFamily="18" charset="0"/>
            </a:endParaRPr>
          </a:p>
        </p:txBody>
      </p:sp>
      <p:sp>
        <p:nvSpPr>
          <p:cNvPr id="29718" name="Rectangle 24"/>
          <p:cNvSpPr>
            <a:spLocks noChangeArrowheads="1"/>
          </p:cNvSpPr>
          <p:nvPr/>
        </p:nvSpPr>
        <p:spPr bwMode="auto">
          <a:xfrm>
            <a:off x="2286000" y="4114800"/>
            <a:ext cx="490538" cy="457200"/>
          </a:xfrm>
          <a:prstGeom prst="rect">
            <a:avLst/>
          </a:prstGeom>
          <a:noFill/>
          <a:ln>
            <a:noFill/>
          </a:ln>
        </p:spPr>
        <p:txBody>
          <a:bodyPr wrap="none">
            <a:spAutoFit/>
          </a:bodyPr>
          <a:lstStyle/>
          <a:p>
            <a:pPr eaLnBrk="1" hangingPunct="1"/>
            <a:r>
              <a:rPr kumimoji="1" lang="zh-CN" altLang="en-US" sz="2400">
                <a:solidFill>
                  <a:srgbClr val="000000"/>
                </a:solidFill>
                <a:latin typeface="Times New Roman" panose="02020603050405020304" pitchFamily="18" charset="0"/>
                <a:ea typeface="宋体" panose="02010600030101010101" pitchFamily="2" charset="-122"/>
                <a:cs typeface="宋体" panose="02010600030101010101" pitchFamily="2" charset="-122"/>
              </a:rPr>
              <a:t>区</a:t>
            </a:r>
            <a:endParaRPr kumimoji="1" lang="zh-CN" altLang="en-US" sz="2400">
              <a:solidFill>
                <a:srgbClr val="000000"/>
              </a:solidFill>
              <a:latin typeface="Times New Roman" panose="02020603050405020304" pitchFamily="18" charset="0"/>
              <a:ea typeface="宋体" panose="02010600030101010101" pitchFamily="2" charset="-122"/>
              <a:cs typeface="宋体" panose="02010600030101010101" pitchFamily="2" charset="-122"/>
            </a:endParaRPr>
          </a:p>
        </p:txBody>
      </p:sp>
      <p:sp>
        <p:nvSpPr>
          <p:cNvPr id="29719" name="Text Box 25"/>
          <p:cNvSpPr txBox="1">
            <a:spLocks noChangeArrowheads="1"/>
          </p:cNvSpPr>
          <p:nvPr/>
        </p:nvSpPr>
        <p:spPr bwMode="auto">
          <a:xfrm flipV="1">
            <a:off x="533400" y="5867400"/>
            <a:ext cx="457200" cy="457200"/>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0</a:t>
            </a:r>
            <a:endParaRPr kumimoji="1" lang="en-US" altLang="zh-CN" sz="2400">
              <a:latin typeface="Times New Roman" panose="02020603050405020304" pitchFamily="18" charset="0"/>
            </a:endParaRPr>
          </a:p>
        </p:txBody>
      </p:sp>
      <p:sp>
        <p:nvSpPr>
          <p:cNvPr id="29720" name="AutoShape 26"/>
          <p:cNvSpPr/>
          <p:nvPr/>
        </p:nvSpPr>
        <p:spPr bwMode="auto">
          <a:xfrm>
            <a:off x="5943600" y="4724400"/>
            <a:ext cx="381000" cy="1295400"/>
          </a:xfrm>
          <a:prstGeom prst="rightBrace">
            <a:avLst>
              <a:gd name="adj1" fmla="val 28333"/>
              <a:gd name="adj2" fmla="val 50000"/>
            </a:avLst>
          </a:prstGeom>
          <a:noFill/>
          <a:ln w="9525">
            <a:solidFill>
              <a:srgbClr val="FF0000"/>
            </a:solidFill>
            <a:round/>
          </a:ln>
        </p:spPr>
        <p:txBody>
          <a:bodyPr wrap="none" anchor="ctr"/>
          <a:lstStyle/>
          <a:p>
            <a:pPr eaLnBrk="1" hangingPunct="1">
              <a:lnSpc>
                <a:spcPct val="90000"/>
              </a:lnSpc>
              <a:spcBef>
                <a:spcPct val="50000"/>
              </a:spcBef>
              <a:buFontTx/>
              <a:buChar char="•"/>
            </a:pPr>
            <a:endParaRPr lang="zh-CN" altLang="en-US"/>
          </a:p>
        </p:txBody>
      </p:sp>
      <p:sp>
        <p:nvSpPr>
          <p:cNvPr id="29721" name="Text Box 27"/>
          <p:cNvSpPr txBox="1">
            <a:spLocks noChangeArrowheads="1"/>
          </p:cNvSpPr>
          <p:nvPr/>
        </p:nvSpPr>
        <p:spPr bwMode="auto">
          <a:xfrm>
            <a:off x="6400800" y="5181600"/>
            <a:ext cx="1905000" cy="457200"/>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0">
                <a:latin typeface="Times New Roman" panose="02020603050405020304" pitchFamily="18" charset="0"/>
              </a:rPr>
              <a:t>总固定成本</a:t>
            </a:r>
            <a:endParaRPr kumimoji="1" lang="zh-CN" altLang="en-US" sz="2400" b="0">
              <a:latin typeface="Times New Roman" panose="02020603050405020304" pitchFamily="18" charset="0"/>
            </a:endParaRPr>
          </a:p>
        </p:txBody>
      </p:sp>
      <p:sp>
        <p:nvSpPr>
          <p:cNvPr id="29722" name="AutoShape 28"/>
          <p:cNvSpPr/>
          <p:nvPr/>
        </p:nvSpPr>
        <p:spPr bwMode="auto">
          <a:xfrm>
            <a:off x="5943600" y="2438400"/>
            <a:ext cx="304800" cy="2209800"/>
          </a:xfrm>
          <a:prstGeom prst="rightBrace">
            <a:avLst>
              <a:gd name="adj1" fmla="val 60417"/>
              <a:gd name="adj2" fmla="val 50000"/>
            </a:avLst>
          </a:prstGeom>
          <a:noFill/>
          <a:ln w="9525">
            <a:solidFill>
              <a:srgbClr val="FF0000"/>
            </a:solidFill>
            <a:round/>
          </a:ln>
        </p:spPr>
        <p:txBody>
          <a:bodyPr wrap="none" anchor="ctr"/>
          <a:lstStyle/>
          <a:p>
            <a:pPr eaLnBrk="1" hangingPunct="1">
              <a:lnSpc>
                <a:spcPct val="90000"/>
              </a:lnSpc>
              <a:spcBef>
                <a:spcPct val="50000"/>
              </a:spcBef>
              <a:buFontTx/>
              <a:buChar char="•"/>
            </a:pPr>
            <a:endParaRPr lang="zh-CN" altLang="en-US"/>
          </a:p>
        </p:txBody>
      </p:sp>
      <p:sp>
        <p:nvSpPr>
          <p:cNvPr id="29723" name="Text Box 29"/>
          <p:cNvSpPr txBox="1">
            <a:spLocks noChangeArrowheads="1"/>
          </p:cNvSpPr>
          <p:nvPr/>
        </p:nvSpPr>
        <p:spPr bwMode="auto">
          <a:xfrm>
            <a:off x="6248400" y="2514600"/>
            <a:ext cx="533400" cy="1917700"/>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0">
                <a:latin typeface="Times New Roman" panose="02020603050405020304" pitchFamily="18" charset="0"/>
              </a:rPr>
              <a:t>总变动成本</a:t>
            </a:r>
            <a:endParaRPr kumimoji="1" lang="zh-CN" altLang="en-US" sz="2400" b="0">
              <a:latin typeface="Times New Roman" panose="02020603050405020304" pitchFamily="18" charset="0"/>
            </a:endParaRPr>
          </a:p>
        </p:txBody>
      </p:sp>
      <p:sp>
        <p:nvSpPr>
          <p:cNvPr id="29724" name="AutoShape 30"/>
          <p:cNvSpPr/>
          <p:nvPr/>
        </p:nvSpPr>
        <p:spPr bwMode="auto">
          <a:xfrm>
            <a:off x="6019800" y="1295400"/>
            <a:ext cx="228600" cy="990600"/>
          </a:xfrm>
          <a:prstGeom prst="rightBrace">
            <a:avLst>
              <a:gd name="adj1" fmla="val 36111"/>
              <a:gd name="adj2" fmla="val 50000"/>
            </a:avLst>
          </a:prstGeom>
          <a:noFill/>
          <a:ln w="9525">
            <a:solidFill>
              <a:srgbClr val="FF0000"/>
            </a:solidFill>
            <a:round/>
          </a:ln>
        </p:spPr>
        <p:txBody>
          <a:bodyPr wrap="none" anchor="ctr"/>
          <a:lstStyle/>
          <a:p>
            <a:pPr eaLnBrk="1" hangingPunct="1">
              <a:lnSpc>
                <a:spcPct val="90000"/>
              </a:lnSpc>
              <a:spcBef>
                <a:spcPct val="50000"/>
              </a:spcBef>
              <a:buFontTx/>
              <a:buChar char="•"/>
            </a:pPr>
            <a:endParaRPr lang="zh-CN" altLang="en-US"/>
          </a:p>
        </p:txBody>
      </p:sp>
      <p:sp>
        <p:nvSpPr>
          <p:cNvPr id="29725" name="Text Box 31"/>
          <p:cNvSpPr txBox="1">
            <a:spLocks noChangeArrowheads="1"/>
          </p:cNvSpPr>
          <p:nvPr/>
        </p:nvSpPr>
        <p:spPr bwMode="auto">
          <a:xfrm>
            <a:off x="6248400" y="1311275"/>
            <a:ext cx="533400" cy="822325"/>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0">
                <a:latin typeface="Times New Roman" panose="02020603050405020304" pitchFamily="18" charset="0"/>
              </a:rPr>
              <a:t>利润</a:t>
            </a:r>
            <a:endParaRPr kumimoji="1" lang="zh-CN" altLang="en-US" sz="2400" b="0">
              <a:latin typeface="Times New Roman" panose="02020603050405020304" pitchFamily="18" charset="0"/>
            </a:endParaRPr>
          </a:p>
        </p:txBody>
      </p:sp>
      <p:sp>
        <p:nvSpPr>
          <p:cNvPr id="29726" name="Text Box 32"/>
          <p:cNvSpPr txBox="1">
            <a:spLocks noChangeArrowheads="1"/>
          </p:cNvSpPr>
          <p:nvPr/>
        </p:nvSpPr>
        <p:spPr bwMode="auto">
          <a:xfrm>
            <a:off x="1981200" y="6324600"/>
            <a:ext cx="2362200" cy="457200"/>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a:latin typeface="Times New Roman" panose="02020603050405020304" pitchFamily="18" charset="0"/>
                <a:ea typeface="黑体" panose="02010609060101010101" charset="-122"/>
                <a:cs typeface="黑体" panose="02010609060101010101" charset="-122"/>
              </a:rPr>
              <a:t>盈亏平衡点产量</a:t>
            </a:r>
            <a:endParaRPr kumimoji="1" lang="zh-CN" altLang="en-US" sz="2400">
              <a:latin typeface="Times New Roman" panose="02020603050405020304" pitchFamily="18" charset="0"/>
              <a:ea typeface="黑体" panose="02010609060101010101" charset="-122"/>
              <a:cs typeface="黑体" panose="02010609060101010101" charset="-122"/>
            </a:endParaRPr>
          </a:p>
        </p:txBody>
      </p:sp>
      <p:sp>
        <p:nvSpPr>
          <p:cNvPr id="29727" name="Line 33"/>
          <p:cNvSpPr>
            <a:spLocks noChangeShapeType="1"/>
          </p:cNvSpPr>
          <p:nvPr/>
        </p:nvSpPr>
        <p:spPr bwMode="auto">
          <a:xfrm flipV="1">
            <a:off x="3124200" y="6096000"/>
            <a:ext cx="457200" cy="228600"/>
          </a:xfrm>
          <a:prstGeom prst="line">
            <a:avLst/>
          </a:prstGeom>
          <a:noFill/>
          <a:ln w="28575">
            <a:solidFill>
              <a:srgbClr val="FF0000"/>
            </a:solidFill>
            <a:round/>
            <a:tailEnd type="triangle" w="med" len="med"/>
          </a:ln>
        </p:spPr>
        <p:txBody>
          <a:bodyPr wrap="none" anchor="ctr"/>
          <a:lstStyle/>
          <a:p>
            <a:endParaRPr lang="zh-CN" altLang="en-US"/>
          </a:p>
        </p:txBody>
      </p:sp>
      <p:sp>
        <p:nvSpPr>
          <p:cNvPr id="29728" name="Oval 34"/>
          <p:cNvSpPr>
            <a:spLocks noChangeArrowheads="1"/>
          </p:cNvSpPr>
          <p:nvPr/>
        </p:nvSpPr>
        <p:spPr bwMode="auto">
          <a:xfrm>
            <a:off x="3657600" y="5562600"/>
            <a:ext cx="2286000" cy="838200"/>
          </a:xfrm>
          <a:prstGeom prst="ellipse">
            <a:avLst/>
          </a:prstGeom>
          <a:noFill/>
          <a:ln w="19050" cap="rnd">
            <a:solidFill>
              <a:srgbClr val="FF0000"/>
            </a:solidFill>
            <a:prstDash val="sysDot"/>
            <a:round/>
          </a:ln>
        </p:spPr>
        <p:txBody>
          <a:bodyPr wrap="none" anchor="ctr"/>
          <a:lstStyle/>
          <a:p>
            <a:pPr eaLnBrk="1" hangingPunct="1">
              <a:lnSpc>
                <a:spcPct val="90000"/>
              </a:lnSpc>
              <a:spcBef>
                <a:spcPct val="50000"/>
              </a:spcBef>
              <a:buFontTx/>
              <a:buChar char="•"/>
            </a:pPr>
            <a:endParaRPr lang="zh-CN" altLang="en-US"/>
          </a:p>
        </p:txBody>
      </p:sp>
      <p:sp>
        <p:nvSpPr>
          <p:cNvPr id="29729" name="Text Box 35"/>
          <p:cNvSpPr txBox="1">
            <a:spLocks noChangeArrowheads="1"/>
          </p:cNvSpPr>
          <p:nvPr/>
        </p:nvSpPr>
        <p:spPr bwMode="auto">
          <a:xfrm>
            <a:off x="4114800" y="5562600"/>
            <a:ext cx="1447800" cy="457200"/>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a:latin typeface="Times New Roman" panose="02020603050405020304" pitchFamily="18" charset="0"/>
                <a:ea typeface="黑体" panose="02010609060101010101" charset="-122"/>
                <a:cs typeface="黑体" panose="02010609060101010101" charset="-122"/>
              </a:rPr>
              <a:t>安全边际</a:t>
            </a:r>
            <a:endParaRPr kumimoji="1" lang="zh-CN" altLang="en-US" sz="2400">
              <a:latin typeface="Times New Roman" panose="02020603050405020304" pitchFamily="18" charset="0"/>
              <a:ea typeface="黑体" panose="02010609060101010101" charset="-122"/>
              <a:cs typeface="黑体" panose="02010609060101010101" charset="-122"/>
            </a:endParaRPr>
          </a:p>
        </p:txBody>
      </p:sp>
      <p:sp>
        <p:nvSpPr>
          <p:cNvPr id="29730" name="AutoShape 36"/>
          <p:cNvSpPr/>
          <p:nvPr/>
        </p:nvSpPr>
        <p:spPr bwMode="auto">
          <a:xfrm>
            <a:off x="5638800" y="2514600"/>
            <a:ext cx="228600" cy="3429000"/>
          </a:xfrm>
          <a:prstGeom prst="leftBrace">
            <a:avLst>
              <a:gd name="adj1" fmla="val 125000"/>
              <a:gd name="adj2" fmla="val 50000"/>
            </a:avLst>
          </a:prstGeom>
          <a:noFill/>
          <a:ln w="9525">
            <a:solidFill>
              <a:srgbClr val="FF0000"/>
            </a:solidFill>
            <a:round/>
          </a:ln>
        </p:spPr>
        <p:txBody>
          <a:bodyPr wrap="none" anchor="ctr"/>
          <a:lstStyle/>
          <a:p>
            <a:pPr eaLnBrk="1" hangingPunct="1">
              <a:lnSpc>
                <a:spcPct val="90000"/>
              </a:lnSpc>
              <a:spcBef>
                <a:spcPct val="50000"/>
              </a:spcBef>
              <a:buFontTx/>
              <a:buChar char="•"/>
            </a:pPr>
            <a:endParaRPr lang="zh-CN" altLang="en-US"/>
          </a:p>
        </p:txBody>
      </p:sp>
      <p:sp>
        <p:nvSpPr>
          <p:cNvPr id="29731" name="Text Box 37"/>
          <p:cNvSpPr txBox="1">
            <a:spLocks noChangeArrowheads="1"/>
          </p:cNvSpPr>
          <p:nvPr/>
        </p:nvSpPr>
        <p:spPr bwMode="auto">
          <a:xfrm>
            <a:off x="4495800" y="3962400"/>
            <a:ext cx="1143000" cy="457200"/>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0">
                <a:latin typeface="Times New Roman" panose="02020603050405020304" pitchFamily="18" charset="0"/>
              </a:rPr>
              <a:t>总成本</a:t>
            </a:r>
            <a:endParaRPr kumimoji="1" lang="zh-CN" altLang="en-US" sz="2400" b="0">
              <a:latin typeface="Times New Roman" panose="02020603050405020304" pitchFamily="18" charset="0"/>
            </a:endParaRPr>
          </a:p>
        </p:txBody>
      </p:sp>
      <p:sp>
        <p:nvSpPr>
          <p:cNvPr id="29732" name="AutoShape 38"/>
          <p:cNvSpPr/>
          <p:nvPr/>
        </p:nvSpPr>
        <p:spPr bwMode="auto">
          <a:xfrm>
            <a:off x="7848600" y="1295400"/>
            <a:ext cx="457200" cy="4648200"/>
          </a:xfrm>
          <a:prstGeom prst="rightBrace">
            <a:avLst>
              <a:gd name="adj1" fmla="val 84722"/>
              <a:gd name="adj2" fmla="val 50000"/>
            </a:avLst>
          </a:prstGeom>
          <a:noFill/>
          <a:ln w="9525">
            <a:solidFill>
              <a:srgbClr val="000000"/>
            </a:solidFill>
            <a:round/>
          </a:ln>
        </p:spPr>
        <p:txBody>
          <a:bodyPr wrap="none" anchor="ctr"/>
          <a:lstStyle/>
          <a:p>
            <a:pPr eaLnBrk="1" hangingPunct="1">
              <a:lnSpc>
                <a:spcPct val="90000"/>
              </a:lnSpc>
              <a:spcBef>
                <a:spcPct val="50000"/>
              </a:spcBef>
              <a:buFontTx/>
              <a:buChar char="•"/>
            </a:pPr>
            <a:endParaRPr lang="zh-CN" altLang="en-US"/>
          </a:p>
        </p:txBody>
      </p:sp>
      <p:sp>
        <p:nvSpPr>
          <p:cNvPr id="29733" name="Text Box 39"/>
          <p:cNvSpPr txBox="1">
            <a:spLocks noChangeArrowheads="1"/>
          </p:cNvSpPr>
          <p:nvPr/>
        </p:nvSpPr>
        <p:spPr bwMode="auto">
          <a:xfrm>
            <a:off x="8305800" y="3048000"/>
            <a:ext cx="457200" cy="1187450"/>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b="0">
                <a:latin typeface="Times New Roman" panose="02020603050405020304" pitchFamily="18" charset="0"/>
              </a:rPr>
              <a:t>总收入</a:t>
            </a:r>
            <a:endParaRPr kumimoji="1" lang="zh-CN" altLang="en-US" sz="2400" b="0">
              <a:latin typeface="Times New Roman" panose="02020603050405020304" pitchFamily="18" charset="0"/>
            </a:endParaRPr>
          </a:p>
        </p:txBody>
      </p:sp>
      <p:sp>
        <p:nvSpPr>
          <p:cNvPr id="29734" name="Text Box 40"/>
          <p:cNvSpPr txBox="1">
            <a:spLocks noChangeArrowheads="1"/>
          </p:cNvSpPr>
          <p:nvPr/>
        </p:nvSpPr>
        <p:spPr bwMode="auto">
          <a:xfrm>
            <a:off x="5715000" y="6400800"/>
            <a:ext cx="1524000" cy="457200"/>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a:latin typeface="Times New Roman" panose="02020603050405020304" pitchFamily="18" charset="0"/>
                <a:ea typeface="黑体" panose="02010609060101010101" charset="-122"/>
                <a:cs typeface="黑体" panose="02010609060101010101" charset="-122"/>
              </a:rPr>
              <a:t>实际产量</a:t>
            </a:r>
            <a:endParaRPr kumimoji="1" lang="zh-CN" altLang="en-US" sz="2400">
              <a:latin typeface="Times New Roman" panose="02020603050405020304" pitchFamily="18" charset="0"/>
              <a:ea typeface="黑体" panose="02010609060101010101" charset="-122"/>
              <a:cs typeface="黑体" panose="02010609060101010101" charset="-122"/>
            </a:endParaRPr>
          </a:p>
        </p:txBody>
      </p:sp>
      <p:sp>
        <p:nvSpPr>
          <p:cNvPr id="29735" name="Line 41"/>
          <p:cNvSpPr>
            <a:spLocks noChangeShapeType="1"/>
          </p:cNvSpPr>
          <p:nvPr/>
        </p:nvSpPr>
        <p:spPr bwMode="auto">
          <a:xfrm flipH="1" flipV="1">
            <a:off x="6019800" y="6096000"/>
            <a:ext cx="381000" cy="304800"/>
          </a:xfrm>
          <a:prstGeom prst="line">
            <a:avLst/>
          </a:prstGeom>
          <a:noFill/>
          <a:ln w="28575">
            <a:solidFill>
              <a:srgbClr val="FF0000"/>
            </a:solidFill>
            <a:round/>
            <a:tailEnd type="triangle" w="med" len="med"/>
          </a:ln>
        </p:spPr>
        <p:txBody>
          <a:bodyPr wrap="none" anchor="ctr"/>
          <a:lstStyle/>
          <a:p>
            <a:endParaRPr lang="zh-CN" altLang="en-US"/>
          </a:p>
        </p:txBody>
      </p:sp>
      <p:sp>
        <p:nvSpPr>
          <p:cNvPr id="29736" name="AutoShape 42"/>
          <p:cNvSpPr>
            <a:spLocks noChangeArrowheads="1"/>
          </p:cNvSpPr>
          <p:nvPr/>
        </p:nvSpPr>
        <p:spPr bwMode="auto">
          <a:xfrm>
            <a:off x="1116013" y="4724400"/>
            <a:ext cx="1057275" cy="914400"/>
          </a:xfrm>
          <a:prstGeom prst="triangle">
            <a:avLst>
              <a:gd name="adj" fmla="val 50000"/>
            </a:avLst>
          </a:prstGeom>
          <a:noFill/>
          <a:ln>
            <a:noFill/>
          </a:ln>
        </p:spPr>
        <p:txBody>
          <a:bodyPr wrap="none" anchor="ctr">
            <a:spAutoFit/>
          </a:bodyPr>
          <a:lstStyle/>
          <a:p>
            <a:pPr eaLnBrk="1" hangingPunct="1">
              <a:lnSpc>
                <a:spcPct val="90000"/>
              </a:lnSpc>
              <a:spcBef>
                <a:spcPct val="50000"/>
              </a:spcBef>
              <a:buFontTx/>
              <a:buChar char="•"/>
            </a:pPr>
            <a:endParaRPr lang="zh-CN" altLang="en-US"/>
          </a:p>
        </p:txBody>
      </p:sp>
      <p:sp>
        <p:nvSpPr>
          <p:cNvPr id="29737" name="Freeform 43"/>
          <p:cNvSpPr/>
          <p:nvPr/>
        </p:nvSpPr>
        <p:spPr bwMode="auto">
          <a:xfrm>
            <a:off x="-2197100" y="3860800"/>
            <a:ext cx="742950" cy="1447800"/>
          </a:xfrm>
          <a:custGeom>
            <a:avLst/>
            <a:gdLst>
              <a:gd name="T0" fmla="*/ 2147483646 w 468"/>
              <a:gd name="T1" fmla="*/ 2147483646 h 912"/>
              <a:gd name="T2" fmla="*/ 2147483646 w 468"/>
              <a:gd name="T3" fmla="*/ 2147483646 h 912"/>
              <a:gd name="T4" fmla="*/ 2147483646 w 468"/>
              <a:gd name="T5" fmla="*/ 2147483646 h 912"/>
              <a:gd name="T6" fmla="*/ 2147483646 w 468"/>
              <a:gd name="T7" fmla="*/ 2147483646 h 912"/>
              <a:gd name="T8" fmla="*/ 2147483646 w 468"/>
              <a:gd name="T9" fmla="*/ 2147483646 h 912"/>
              <a:gd name="T10" fmla="*/ 2147483646 w 468"/>
              <a:gd name="T11" fmla="*/ 2147483646 h 912"/>
              <a:gd name="T12" fmla="*/ 2147483646 w 468"/>
              <a:gd name="T13" fmla="*/ 2147483646 h 912"/>
              <a:gd name="T14" fmla="*/ 0 w 468"/>
              <a:gd name="T15" fmla="*/ 2147483646 h 912"/>
              <a:gd name="T16" fmla="*/ 2147483646 w 468"/>
              <a:gd name="T17" fmla="*/ 2147483646 h 912"/>
              <a:gd name="T18" fmla="*/ 2147483646 w 468"/>
              <a:gd name="T19" fmla="*/ 2147483646 h 912"/>
              <a:gd name="T20" fmla="*/ 2147483646 w 468"/>
              <a:gd name="T21" fmla="*/ 2147483646 h 912"/>
              <a:gd name="T22" fmla="*/ 2147483646 w 468"/>
              <a:gd name="T23" fmla="*/ 2147483646 h 912"/>
              <a:gd name="T24" fmla="*/ 2147483646 w 468"/>
              <a:gd name="T25" fmla="*/ 2147483646 h 912"/>
              <a:gd name="T26" fmla="*/ 2147483646 w 468"/>
              <a:gd name="T27" fmla="*/ 0 h 912"/>
              <a:gd name="T28" fmla="*/ 2147483646 w 468"/>
              <a:gd name="T29" fmla="*/ 2147483646 h 912"/>
              <a:gd name="T30" fmla="*/ 2147483646 w 468"/>
              <a:gd name="T31" fmla="*/ 2147483646 h 912"/>
              <a:gd name="T32" fmla="*/ 2147483646 w 468"/>
              <a:gd name="T33" fmla="*/ 2147483646 h 912"/>
              <a:gd name="T34" fmla="*/ 2147483646 w 468"/>
              <a:gd name="T35" fmla="*/ 2147483646 h 9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68"/>
              <a:gd name="T55" fmla="*/ 0 h 912"/>
              <a:gd name="T56" fmla="*/ 468 w 468"/>
              <a:gd name="T57" fmla="*/ 912 h 91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68" h="912">
                <a:moveTo>
                  <a:pt x="468" y="396"/>
                </a:moveTo>
                <a:cubicBezTo>
                  <a:pt x="449" y="444"/>
                  <a:pt x="436" y="491"/>
                  <a:pt x="420" y="540"/>
                </a:cubicBezTo>
                <a:cubicBezTo>
                  <a:pt x="417" y="559"/>
                  <a:pt x="395" y="727"/>
                  <a:pt x="384" y="780"/>
                </a:cubicBezTo>
                <a:cubicBezTo>
                  <a:pt x="381" y="796"/>
                  <a:pt x="382" y="815"/>
                  <a:pt x="372" y="828"/>
                </a:cubicBezTo>
                <a:cubicBezTo>
                  <a:pt x="353" y="851"/>
                  <a:pt x="262" y="845"/>
                  <a:pt x="228" y="864"/>
                </a:cubicBezTo>
                <a:cubicBezTo>
                  <a:pt x="203" y="878"/>
                  <a:pt x="156" y="912"/>
                  <a:pt x="156" y="912"/>
                </a:cubicBezTo>
                <a:cubicBezTo>
                  <a:pt x="101" y="857"/>
                  <a:pt x="93" y="793"/>
                  <a:pt x="48" y="732"/>
                </a:cubicBezTo>
                <a:cubicBezTo>
                  <a:pt x="19" y="646"/>
                  <a:pt x="38" y="681"/>
                  <a:pt x="0" y="624"/>
                </a:cubicBezTo>
                <a:cubicBezTo>
                  <a:pt x="4" y="584"/>
                  <a:pt x="0" y="542"/>
                  <a:pt x="12" y="504"/>
                </a:cubicBezTo>
                <a:cubicBezTo>
                  <a:pt x="38" y="420"/>
                  <a:pt x="51" y="448"/>
                  <a:pt x="96" y="408"/>
                </a:cubicBezTo>
                <a:cubicBezTo>
                  <a:pt x="96" y="408"/>
                  <a:pt x="186" y="318"/>
                  <a:pt x="204" y="300"/>
                </a:cubicBezTo>
                <a:cubicBezTo>
                  <a:pt x="290" y="214"/>
                  <a:pt x="184" y="359"/>
                  <a:pt x="276" y="228"/>
                </a:cubicBezTo>
                <a:cubicBezTo>
                  <a:pt x="293" y="204"/>
                  <a:pt x="324" y="156"/>
                  <a:pt x="324" y="156"/>
                </a:cubicBezTo>
                <a:cubicBezTo>
                  <a:pt x="315" y="75"/>
                  <a:pt x="282" y="26"/>
                  <a:pt x="360" y="0"/>
                </a:cubicBezTo>
                <a:cubicBezTo>
                  <a:pt x="384" y="4"/>
                  <a:pt x="411" y="0"/>
                  <a:pt x="432" y="12"/>
                </a:cubicBezTo>
                <a:cubicBezTo>
                  <a:pt x="443" y="18"/>
                  <a:pt x="443" y="35"/>
                  <a:pt x="444" y="48"/>
                </a:cubicBezTo>
                <a:cubicBezTo>
                  <a:pt x="447" y="108"/>
                  <a:pt x="444" y="168"/>
                  <a:pt x="444" y="228"/>
                </a:cubicBezTo>
                <a:lnTo>
                  <a:pt x="274" y="671"/>
                </a:lnTo>
              </a:path>
            </a:pathLst>
          </a:custGeom>
          <a:noFill/>
          <a:ln>
            <a:noFill/>
          </a:ln>
        </p:spPr>
        <p:txBody>
          <a:bodyPr>
            <a:spAutoFit/>
          </a:bodyPr>
          <a:lstStyle/>
          <a:p>
            <a:endParaRPr lang="zh-CN" altLang="en-US"/>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例子</a:t>
            </a:r>
            <a:r>
              <a:rPr lang="en-US" altLang="zh-CN" sz="3200">
                <a:latin typeface="Arial" panose="020B0604020202020204" pitchFamily="34" charset="0"/>
                <a:ea typeface="楷体_GB2312" charset="0"/>
                <a:cs typeface="楷体_GB2312" charset="0"/>
              </a:rPr>
              <a:t>:</a:t>
            </a:r>
            <a:endParaRPr lang="en-US" altLang="zh-CN" sz="3200">
              <a:latin typeface="Arial" panose="020B0604020202020204" pitchFamily="34" charset="0"/>
              <a:ea typeface="楷体_GB2312" charset="0"/>
              <a:cs typeface="楷体_GB2312" charset="0"/>
            </a:endParaRPr>
          </a:p>
        </p:txBody>
      </p:sp>
      <p:sp>
        <p:nvSpPr>
          <p:cNvPr id="30723" name="Rectangle 3"/>
          <p:cNvSpPr>
            <a:spLocks noGrp="1" noChangeArrowheads="1"/>
          </p:cNvSpPr>
          <p:nvPr>
            <p:ph type="body" idx="1"/>
          </p:nvPr>
        </p:nvSpPr>
        <p:spPr/>
        <p:txBody>
          <a:bodyPr/>
          <a:lstStyle/>
          <a:p>
            <a:pPr eaLnBrk="1" hangingPunct="1">
              <a:buFontTx/>
              <a:buNone/>
            </a:pPr>
            <a:r>
              <a:rPr lang="zh-CN" altLang="en-US">
                <a:latin typeface="Arial" panose="020B0604020202020204" pitchFamily="34" charset="0"/>
                <a:ea typeface="宋体" panose="02010600030101010101" pitchFamily="2" charset="-122"/>
              </a:rPr>
              <a:t>小王经营文具店，每月要支出的固定费用如下：</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电费：</a:t>
            </a:r>
            <a:r>
              <a:rPr lang="en-US" altLang="zh-CN">
                <a:latin typeface="Arial" panose="020B0604020202020204" pitchFamily="34" charset="0"/>
                <a:ea typeface="宋体" panose="02010600030101010101" pitchFamily="2" charset="-122"/>
              </a:rPr>
              <a:t>75 </a:t>
            </a:r>
            <a:r>
              <a:rPr lang="zh-CN" altLang="en-US">
                <a:latin typeface="Arial" panose="020B0604020202020204" pitchFamily="34" charset="0"/>
                <a:ea typeface="宋体" panose="02010600030101010101" pitchFamily="2" charset="-122"/>
              </a:rPr>
              <a:t>元</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月；房租：</a:t>
            </a:r>
            <a:r>
              <a:rPr lang="en-US" altLang="zh-CN">
                <a:latin typeface="Arial" panose="020B0604020202020204" pitchFamily="34" charset="0"/>
                <a:ea typeface="宋体" panose="02010600030101010101" pitchFamily="2" charset="-122"/>
              </a:rPr>
              <a:t>500</a:t>
            </a:r>
            <a:r>
              <a:rPr lang="zh-CN" altLang="en-US">
                <a:latin typeface="Arial" panose="020B0604020202020204" pitchFamily="34" charset="0"/>
                <a:ea typeface="宋体" panose="02010600030101010101" pitchFamily="2" charset="-122"/>
              </a:rPr>
              <a:t>元</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月；运费：</a:t>
            </a:r>
            <a:r>
              <a:rPr lang="en-US" altLang="zh-CN">
                <a:latin typeface="Arial" panose="020B0604020202020204" pitchFamily="34" charset="0"/>
                <a:ea typeface="宋体" panose="02010600030101010101" pitchFamily="2" charset="-122"/>
              </a:rPr>
              <a:t>200</a:t>
            </a:r>
            <a:r>
              <a:rPr lang="zh-CN" altLang="en-US">
                <a:latin typeface="Arial" panose="020B0604020202020204" pitchFamily="34" charset="0"/>
                <a:ea typeface="宋体" panose="02010600030101010101" pitchFamily="2" charset="-122"/>
              </a:rPr>
              <a:t>元</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月；营业税：</a:t>
            </a:r>
            <a:r>
              <a:rPr lang="en-US" altLang="zh-CN">
                <a:latin typeface="Arial" panose="020B0604020202020204" pitchFamily="34" charset="0"/>
                <a:ea typeface="宋体" panose="02010600030101010101" pitchFamily="2" charset="-122"/>
              </a:rPr>
              <a:t>70</a:t>
            </a:r>
            <a:r>
              <a:rPr lang="zh-CN" altLang="en-US">
                <a:latin typeface="Arial" panose="020B0604020202020204" pitchFamily="34" charset="0"/>
                <a:ea typeface="宋体" panose="02010600030101010101" pitchFamily="2" charset="-122"/>
              </a:rPr>
              <a:t>元</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月；卫生费：</a:t>
            </a:r>
            <a:r>
              <a:rPr lang="en-US" altLang="zh-CN">
                <a:latin typeface="Arial" panose="020B0604020202020204" pitchFamily="34" charset="0"/>
                <a:ea typeface="宋体" panose="02010600030101010101" pitchFamily="2" charset="-122"/>
              </a:rPr>
              <a:t>5</a:t>
            </a:r>
            <a:r>
              <a:rPr lang="zh-CN" altLang="en-US">
                <a:latin typeface="Arial" panose="020B0604020202020204" pitchFamily="34" charset="0"/>
                <a:ea typeface="宋体" panose="02010600030101010101" pitchFamily="2" charset="-122"/>
              </a:rPr>
              <a:t>元</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月。</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店里经营</a:t>
            </a:r>
            <a:r>
              <a:rPr lang="en-US" altLang="zh-CN">
                <a:latin typeface="Arial" panose="020B0604020202020204" pitchFamily="34" charset="0"/>
                <a:ea typeface="宋体" panose="02010600030101010101" pitchFamily="2" charset="-122"/>
              </a:rPr>
              <a:t>25</a:t>
            </a:r>
            <a:r>
              <a:rPr lang="zh-CN" altLang="en-US">
                <a:latin typeface="Arial" panose="020B0604020202020204" pitchFamily="34" charset="0"/>
                <a:ea typeface="宋体" panose="02010600030101010101" pitchFamily="2" charset="-122"/>
              </a:rPr>
              <a:t>种文具（固定费用可在每种文具上均摊），其中签字笔芯买卖情况如下：进价</a:t>
            </a:r>
            <a:r>
              <a:rPr lang="en-US" altLang="zh-CN">
                <a:latin typeface="Arial" panose="020B0604020202020204" pitchFamily="34" charset="0"/>
                <a:ea typeface="宋体" panose="02010600030101010101" pitchFamily="2" charset="-122"/>
              </a:rPr>
              <a:t>0.5</a:t>
            </a:r>
            <a:r>
              <a:rPr lang="zh-CN" altLang="en-US">
                <a:latin typeface="Arial" panose="020B0604020202020204" pitchFamily="34" charset="0"/>
                <a:ea typeface="宋体" panose="02010600030101010101" pitchFamily="2" charset="-122"/>
              </a:rPr>
              <a:t>元</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枝；正常卖价</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元</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枝；优惠价</a:t>
            </a:r>
            <a:r>
              <a:rPr lang="en-US" altLang="zh-CN">
                <a:latin typeface="Arial" panose="020B0604020202020204" pitchFamily="34" charset="0"/>
                <a:ea typeface="宋体" panose="02010600030101010101" pitchFamily="2" charset="-122"/>
              </a:rPr>
              <a:t>1.5</a:t>
            </a:r>
            <a:r>
              <a:rPr lang="zh-CN" altLang="en-US">
                <a:latin typeface="Arial" panose="020B0604020202020204" pitchFamily="34" charset="0"/>
                <a:ea typeface="宋体" panose="02010600030101010101" pitchFamily="2" charset="-122"/>
              </a:rPr>
              <a:t>元</a:t>
            </a: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枝；。</a:t>
            </a:r>
            <a:endParaRPr lang="zh-CN" altLang="en-US">
              <a:latin typeface="Arial" panose="020B0604020202020204" pitchFamily="34" charset="0"/>
              <a:ea typeface="宋体" panose="02010600030101010101" pitchFamily="2" charset="-122"/>
            </a:endParaRPr>
          </a:p>
          <a:p>
            <a:pPr eaLnBrk="1" hangingPunct="1">
              <a:buFontTx/>
              <a:buNone/>
            </a:pPr>
            <a:r>
              <a:rPr lang="zh-CN" altLang="en-US">
                <a:latin typeface="Arial" panose="020B0604020202020204" pitchFamily="34" charset="0"/>
                <a:ea typeface="宋体" panose="02010600030101010101" pitchFamily="2" charset="-122"/>
              </a:rPr>
              <a:t>试进行签字笔芯每天经营的盈亏平衡分析：</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不同价位不亏本的日销售量。</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假设每天能卖出</a:t>
            </a:r>
            <a:r>
              <a:rPr lang="en-US" altLang="zh-CN">
                <a:latin typeface="Arial" panose="020B0604020202020204" pitchFamily="34" charset="0"/>
                <a:ea typeface="宋体" panose="02010600030101010101" pitchFamily="2" charset="-122"/>
              </a:rPr>
              <a:t>8</a:t>
            </a:r>
            <a:r>
              <a:rPr lang="zh-CN" altLang="en-US">
                <a:latin typeface="Arial" panose="020B0604020202020204" pitchFamily="34" charset="0"/>
                <a:ea typeface="宋体" panose="02010600030101010101" pitchFamily="2" charset="-122"/>
              </a:rPr>
              <a:t>枝，求盈亏平衡点销售价格。</a:t>
            </a:r>
            <a:endParaRPr lang="zh-CN" altLang="en-US">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计算</a:t>
            </a:r>
            <a:endParaRPr lang="zh-CN" altLang="en-US" sz="3200">
              <a:latin typeface="Arial" panose="020B0604020202020204" pitchFamily="34" charset="0"/>
              <a:ea typeface="楷体_GB2312" charset="0"/>
              <a:cs typeface="楷体_GB2312" charset="0"/>
            </a:endParaRPr>
          </a:p>
        </p:txBody>
      </p:sp>
      <p:sp>
        <p:nvSpPr>
          <p:cNvPr id="31747" name="Rectangle 3"/>
          <p:cNvSpPr>
            <a:spLocks noGrp="1" noChangeArrowheads="1"/>
          </p:cNvSpPr>
          <p:nvPr>
            <p:ph type="body" idx="1"/>
          </p:nvPr>
        </p:nvSpPr>
        <p:spPr/>
        <p:txBody>
          <a:bodyPr/>
          <a:lstStyle/>
          <a:p>
            <a:pPr eaLnBrk="1" hangingPunct="1">
              <a:buFontTx/>
              <a:buNone/>
            </a:pPr>
            <a:r>
              <a:rPr lang="zh-CN" altLang="en-US">
                <a:latin typeface="Arial" panose="020B0604020202020204" pitchFamily="34" charset="0"/>
                <a:ea typeface="宋体" panose="02010600030101010101" pitchFamily="2" charset="-122"/>
              </a:rPr>
              <a:t>  店每天固定成本</a:t>
            </a:r>
            <a:endParaRPr lang="zh-CN" altLang="en-US">
              <a:latin typeface="Arial" panose="020B0604020202020204" pitchFamily="34" charset="0"/>
              <a:ea typeface="宋体" panose="02010600030101010101" pitchFamily="2" charset="-122"/>
            </a:endParaRPr>
          </a:p>
          <a:p>
            <a:pPr eaLnBrk="1" hangingPunct="1">
              <a:buFontTx/>
              <a:buNone/>
            </a:pPr>
            <a:r>
              <a:rPr lang="en-US" altLang="zh-CN">
                <a:latin typeface="Arial" panose="020B0604020202020204" pitchFamily="34" charset="0"/>
                <a:ea typeface="宋体" panose="02010600030101010101" pitchFamily="2" charset="-122"/>
              </a:rPr>
              <a:t>(75 + 500 + 60/12 +70 + 200)/ 30.5 =27.87</a:t>
            </a:r>
            <a:r>
              <a:rPr lang="zh-CN" altLang="en-US">
                <a:latin typeface="Arial" panose="020B0604020202020204" pitchFamily="34" charset="0"/>
                <a:ea typeface="宋体" panose="02010600030101010101" pitchFamily="2" charset="-122"/>
              </a:rPr>
              <a:t>（元）</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签字笔芯每天摊到的固定成本为：</a:t>
            </a:r>
            <a:endParaRPr lang="zh-CN" altLang="en-US">
              <a:latin typeface="Arial" panose="020B0604020202020204" pitchFamily="34" charset="0"/>
              <a:ea typeface="宋体" panose="02010600030101010101" pitchFamily="2" charset="-122"/>
            </a:endParaRPr>
          </a:p>
          <a:p>
            <a:pPr eaLnBrk="1" hangingPunct="1">
              <a:buFontTx/>
              <a:buNone/>
            </a:pPr>
            <a:r>
              <a:rPr lang="en-US" altLang="zh-CN">
                <a:latin typeface="Arial" panose="020B0604020202020204" pitchFamily="34" charset="0"/>
                <a:ea typeface="宋体" panose="02010600030101010101" pitchFamily="2" charset="-122"/>
              </a:rPr>
              <a:t>   27.87×</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1/25</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=1.11</a:t>
            </a:r>
            <a:r>
              <a:rPr lang="zh-CN" altLang="en-US">
                <a:latin typeface="Arial" panose="020B0604020202020204" pitchFamily="34" charset="0"/>
                <a:ea typeface="宋体" panose="02010600030101010101" pitchFamily="2" charset="-122"/>
              </a:rPr>
              <a:t>元</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如果每枝笔芯卖一元钱，要卖多少枝才能赢利？</a:t>
            </a:r>
            <a:r>
              <a:rPr lang="en-US" altLang="zh-CN">
                <a:latin typeface="Arial" panose="020B0604020202020204" pitchFamily="34" charset="0"/>
                <a:ea typeface="宋体" panose="02010600030101010101" pitchFamily="2" charset="-122"/>
              </a:rPr>
              <a:t>1.11/(1-0.5)=2.22</a:t>
            </a:r>
            <a:r>
              <a:rPr lang="zh-CN" altLang="en-US">
                <a:latin typeface="Arial" panose="020B0604020202020204" pitchFamily="34" charset="0"/>
                <a:ea typeface="宋体" panose="02010600030101010101" pitchFamily="2" charset="-122"/>
              </a:rPr>
              <a:t>（枝）</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如果每支卖</a:t>
            </a:r>
            <a:r>
              <a:rPr lang="en-US" altLang="zh-CN">
                <a:latin typeface="Arial" panose="020B0604020202020204" pitchFamily="34" charset="0"/>
                <a:ea typeface="宋体" panose="02010600030101010101" pitchFamily="2" charset="-122"/>
              </a:rPr>
              <a:t>0.75</a:t>
            </a:r>
            <a:r>
              <a:rPr lang="zh-CN" altLang="en-US">
                <a:latin typeface="Arial" panose="020B0604020202020204" pitchFamily="34" charset="0"/>
                <a:ea typeface="宋体" panose="02010600030101010101" pitchFamily="2" charset="-122"/>
              </a:rPr>
              <a:t>元，要卖多少枝才能赢利？</a:t>
            </a:r>
            <a:endParaRPr lang="zh-CN" altLang="en-US">
              <a:latin typeface="Arial" panose="020B0604020202020204" pitchFamily="34" charset="0"/>
              <a:ea typeface="宋体" panose="02010600030101010101" pitchFamily="2" charset="-122"/>
            </a:endParaRPr>
          </a:p>
          <a:p>
            <a:pPr eaLnBrk="1" hangingPunct="1">
              <a:buFontTx/>
              <a:buNone/>
            </a:pPr>
            <a:r>
              <a:rPr lang="en-US" altLang="zh-CN">
                <a:latin typeface="Arial" panose="020B0604020202020204" pitchFamily="34" charset="0"/>
                <a:ea typeface="宋体" panose="02010600030101010101" pitchFamily="2" charset="-122"/>
              </a:rPr>
              <a:t>   1.11/(0.75-0.5)=4.44</a:t>
            </a:r>
            <a:r>
              <a:rPr lang="zh-CN" altLang="en-US">
                <a:latin typeface="Arial" panose="020B0604020202020204" pitchFamily="34" charset="0"/>
                <a:ea typeface="宋体" panose="02010600030101010101" pitchFamily="2" charset="-122"/>
              </a:rPr>
              <a:t>（枝）</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每天卖出</a:t>
            </a:r>
            <a:r>
              <a:rPr lang="en-US" altLang="zh-CN">
                <a:latin typeface="Arial" panose="020B0604020202020204" pitchFamily="34" charset="0"/>
                <a:ea typeface="宋体" panose="02010600030101010101" pitchFamily="2" charset="-122"/>
              </a:rPr>
              <a:t>8</a:t>
            </a:r>
            <a:r>
              <a:rPr lang="zh-CN" altLang="en-US">
                <a:latin typeface="Arial" panose="020B0604020202020204" pitchFamily="34" charset="0"/>
                <a:ea typeface="宋体" panose="02010600030101010101" pitchFamily="2" charset="-122"/>
              </a:rPr>
              <a:t>枝的盈亏平衡价格：</a:t>
            </a:r>
            <a:endParaRPr lang="zh-CN" altLang="en-US">
              <a:latin typeface="Arial" panose="020B0604020202020204" pitchFamily="34" charset="0"/>
              <a:ea typeface="宋体" panose="02010600030101010101" pitchFamily="2" charset="-122"/>
            </a:endParaRPr>
          </a:p>
          <a:p>
            <a:pPr eaLnBrk="1" hangingPunct="1"/>
            <a:r>
              <a:rPr lang="en-US" altLang="zh-CN">
                <a:latin typeface="Arial" panose="020B0604020202020204" pitchFamily="34" charset="0"/>
                <a:ea typeface="宋体" panose="02010600030101010101" pitchFamily="2" charset="-122"/>
              </a:rPr>
              <a:t>0.5+1.11/8=0.64</a:t>
            </a:r>
            <a:r>
              <a:rPr lang="zh-CN" altLang="en-US">
                <a:latin typeface="Arial" panose="020B0604020202020204" pitchFamily="34" charset="0"/>
                <a:ea typeface="宋体" panose="02010600030101010101" pitchFamily="2" charset="-122"/>
              </a:rPr>
              <a:t>元 </a:t>
            </a:r>
            <a:endParaRPr lang="zh-CN" altLang="en-US">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p:cNvSpPr>
            <a:spLocks noGrp="1" noChangeArrowheads="1"/>
          </p:cNvSpPr>
          <p:nvPr>
            <p:ph type="title"/>
          </p:nvPr>
        </p:nvSpPr>
        <p:spPr/>
        <p:txBody>
          <a:bodyPr/>
          <a:lstStyle/>
          <a:p>
            <a:pPr eaLnBrk="1" hangingPunct="1"/>
            <a:r>
              <a:rPr lang="zh-CN" altLang="en-US">
                <a:latin typeface="Arial" panose="020B0604020202020204" pitchFamily="34" charset="0"/>
                <a:ea typeface="楷体_GB2312" charset="0"/>
                <a:cs typeface="楷体_GB2312" charset="0"/>
              </a:rPr>
              <a:t>内容回顾</a:t>
            </a:r>
            <a:endParaRPr lang="en-US" altLang="zh-CN">
              <a:latin typeface="Arial" panose="020B0604020202020204" pitchFamily="34" charset="0"/>
              <a:ea typeface="楷体_GB2312" charset="0"/>
              <a:cs typeface="楷体_GB2312" charset="0"/>
            </a:endParaRPr>
          </a:p>
        </p:txBody>
      </p:sp>
      <p:sp>
        <p:nvSpPr>
          <p:cNvPr id="32771" name="Rectangle 5"/>
          <p:cNvSpPr>
            <a:spLocks noGrp="1" noChangeArrowheads="1"/>
          </p:cNvSpPr>
          <p:nvPr>
            <p:ph type="body" idx="1"/>
          </p:nvPr>
        </p:nvSpPr>
        <p:spPr/>
        <p:txBody>
          <a:bodyPr/>
          <a:lstStyle/>
          <a:p>
            <a:pPr eaLnBrk="1" hangingPunct="1"/>
            <a:r>
              <a:rPr lang="zh-CN" altLang="en-US">
                <a:solidFill>
                  <a:srgbClr val="660066"/>
                </a:solidFill>
                <a:latin typeface="Arial" panose="020B0604020202020204" pitchFamily="34" charset="0"/>
                <a:ea typeface="宋体" panose="02010600030101010101" pitchFamily="2" charset="-122"/>
              </a:rPr>
              <a:t>一、风险与不确定性分析的必要性</a:t>
            </a:r>
            <a:endParaRPr lang="zh-CN" altLang="en-US">
              <a:solidFill>
                <a:srgbClr val="660066"/>
              </a:solidFill>
              <a:latin typeface="Arial" panose="020B0604020202020204" pitchFamily="34" charset="0"/>
              <a:ea typeface="宋体" panose="02010600030101010101" pitchFamily="2" charset="-122"/>
            </a:endParaRPr>
          </a:p>
          <a:p>
            <a:pPr eaLnBrk="1" hangingPunct="1"/>
            <a:endParaRPr lang="zh-CN" altLang="en-US">
              <a:latin typeface="Arial" panose="020B0604020202020204" pitchFamily="34" charset="0"/>
              <a:ea typeface="宋体" panose="02010600030101010101" pitchFamily="2" charset="-122"/>
            </a:endParaRPr>
          </a:p>
          <a:p>
            <a:pPr eaLnBrk="1" hangingPunct="1"/>
            <a:r>
              <a:rPr lang="zh-CN" altLang="en-US">
                <a:solidFill>
                  <a:srgbClr val="660066"/>
                </a:solidFill>
                <a:latin typeface="Arial" panose="020B0604020202020204" pitchFamily="34" charset="0"/>
                <a:ea typeface="宋体" panose="02010600030101010101" pitchFamily="2" charset="-122"/>
              </a:rPr>
              <a:t>二、三种风险与不确定性分析方法</a:t>
            </a:r>
            <a:endParaRPr lang="zh-CN" altLang="en-US">
              <a:solidFill>
                <a:srgbClr val="660066"/>
              </a:solidFill>
              <a:latin typeface="Arial" panose="020B0604020202020204" pitchFamily="34" charset="0"/>
              <a:ea typeface="宋体" panose="02010600030101010101" pitchFamily="2" charset="-122"/>
            </a:endParaRPr>
          </a:p>
          <a:p>
            <a:pPr lvl="1" eaLnBrk="1" hangingPunct="1"/>
            <a:r>
              <a:rPr lang="zh-CN" altLang="en-US">
                <a:solidFill>
                  <a:srgbClr val="660066"/>
                </a:solidFill>
                <a:latin typeface="Arial" panose="020B0604020202020204" pitchFamily="34" charset="0"/>
                <a:ea typeface="宋体" panose="02010600030101010101" pitchFamily="2" charset="-122"/>
              </a:rPr>
              <a:t>（一）盈亏平衡分析</a:t>
            </a:r>
            <a:endParaRPr lang="zh-CN" altLang="en-US">
              <a:solidFill>
                <a:srgbClr val="660066"/>
              </a:solidFill>
              <a:latin typeface="Arial" panose="020B0604020202020204" pitchFamily="34" charset="0"/>
              <a:ea typeface="宋体" panose="02010600030101010101" pitchFamily="2" charset="-122"/>
            </a:endParaRPr>
          </a:p>
          <a:p>
            <a:pPr lvl="2" eaLnBrk="1" hangingPunct="1"/>
            <a:r>
              <a:rPr lang="zh-CN" altLang="en-US">
                <a:solidFill>
                  <a:srgbClr val="660066"/>
                </a:solidFill>
                <a:latin typeface="Arial" panose="020B0604020202020204" pitchFamily="34" charset="0"/>
                <a:ea typeface="宋体" panose="02010600030101010101" pitchFamily="2" charset="-122"/>
              </a:rPr>
              <a:t>单方案</a:t>
            </a:r>
            <a:r>
              <a:rPr lang="en-US" altLang="zh-CN">
                <a:solidFill>
                  <a:srgbClr val="660066"/>
                </a:solidFill>
                <a:latin typeface="Arial" panose="020B0604020202020204" pitchFamily="34" charset="0"/>
                <a:ea typeface="宋体" panose="02010600030101010101" pitchFamily="2" charset="-122"/>
              </a:rPr>
              <a:t>/</a:t>
            </a:r>
            <a:r>
              <a:rPr lang="zh-CN" altLang="en-US">
                <a:solidFill>
                  <a:srgbClr val="660066"/>
                </a:solidFill>
                <a:latin typeface="Arial" panose="020B0604020202020204" pitchFamily="34" charset="0"/>
                <a:ea typeface="宋体" panose="02010600030101010101" pitchFamily="2" charset="-122"/>
              </a:rPr>
              <a:t>多方案盈亏平衡分析</a:t>
            </a:r>
            <a:endParaRPr lang="zh-CN" altLang="en-US">
              <a:solidFill>
                <a:srgbClr val="660066"/>
              </a:solidFill>
              <a:latin typeface="Arial" panose="020B0604020202020204" pitchFamily="34" charset="0"/>
              <a:ea typeface="宋体" panose="02010600030101010101" pitchFamily="2" charset="-122"/>
            </a:endParaRPr>
          </a:p>
          <a:p>
            <a:pPr lvl="1" eaLnBrk="1" hangingPunct="1"/>
            <a:r>
              <a:rPr lang="zh-CN" altLang="en-US">
                <a:latin typeface="Arial" panose="020B0604020202020204" pitchFamily="34" charset="0"/>
                <a:ea typeface="宋体" panose="02010600030101010101" pitchFamily="2" charset="-122"/>
              </a:rPr>
              <a:t>（二）敏感性分析</a:t>
            </a:r>
            <a:endParaRPr lang="zh-CN" altLang="en-US">
              <a:latin typeface="Arial" panose="020B0604020202020204" pitchFamily="34" charset="0"/>
              <a:ea typeface="宋体" panose="02010600030101010101" pitchFamily="2" charset="-122"/>
            </a:endParaRPr>
          </a:p>
          <a:p>
            <a:pPr lvl="2" eaLnBrk="1" hangingPunct="1"/>
            <a:r>
              <a:rPr lang="zh-CN" altLang="en-US">
                <a:latin typeface="Arial" panose="020B0604020202020204" pitchFamily="34" charset="0"/>
                <a:ea typeface="宋体" panose="02010600030101010101" pitchFamily="2" charset="-122"/>
              </a:rPr>
              <a:t>单因素</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多因素敏感性分析</a:t>
            </a:r>
            <a:endParaRPr lang="zh-CN" altLang="en-US">
              <a:latin typeface="Arial" panose="020B0604020202020204" pitchFamily="34" charset="0"/>
              <a:ea typeface="宋体" panose="02010600030101010101" pitchFamily="2" charset="-122"/>
            </a:endParaRPr>
          </a:p>
          <a:p>
            <a:pPr lvl="1" eaLnBrk="1" hangingPunct="1"/>
            <a:r>
              <a:rPr lang="zh-CN" altLang="en-US">
                <a:latin typeface="Arial" panose="020B0604020202020204" pitchFamily="34" charset="0"/>
                <a:ea typeface="宋体" panose="02010600030101010101" pitchFamily="2" charset="-122"/>
              </a:rPr>
              <a:t>（三）风险分析</a:t>
            </a:r>
            <a:endParaRPr lang="zh-CN" altLang="en-US">
              <a:latin typeface="Arial" panose="020B0604020202020204" pitchFamily="34" charset="0"/>
              <a:ea typeface="宋体" panose="02010600030101010101" pitchFamily="2" charset="-122"/>
            </a:endParaRPr>
          </a:p>
          <a:p>
            <a:pPr lvl="2" eaLnBrk="1" hangingPunct="1"/>
            <a:r>
              <a:rPr lang="zh-CN" altLang="en-US">
                <a:latin typeface="Arial" panose="020B0604020202020204" pitchFamily="34" charset="0"/>
                <a:ea typeface="宋体" panose="02010600030101010101" pitchFamily="2" charset="-122"/>
              </a:rPr>
              <a:t>风险识别、风险测度、风险决策、风险控制</a:t>
            </a:r>
            <a:endParaRPr lang="zh-CN" altLang="en-US">
              <a:latin typeface="Arial" panose="020B0604020202020204" pitchFamily="34" charset="0"/>
              <a:ea typeface="宋体" panose="02010600030101010101" pitchFamily="2" charset="-122"/>
            </a:endParaRPr>
          </a:p>
          <a:p>
            <a:pPr lvl="2" eaLnBrk="1" hangingPunct="1">
              <a:buFontTx/>
              <a:buNone/>
            </a:pPr>
            <a:endParaRPr lang="zh-CN" altLang="en-US">
              <a:solidFill>
                <a:srgbClr val="800000"/>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zh-CN" altLang="en-US">
                <a:latin typeface="Arial" panose="020B0604020202020204" pitchFamily="34" charset="0"/>
                <a:ea typeface="楷体_GB2312" charset="0"/>
                <a:cs typeface="楷体_GB2312" charset="0"/>
              </a:rPr>
              <a:t>（二）敏感性分析</a:t>
            </a:r>
            <a:endParaRPr lang="zh-CN" altLang="en-US">
              <a:latin typeface="Arial" panose="020B0604020202020204" pitchFamily="34" charset="0"/>
              <a:ea typeface="楷体_GB2312" charset="0"/>
              <a:cs typeface="楷体_GB2312" charset="0"/>
            </a:endParaRPr>
          </a:p>
        </p:txBody>
      </p:sp>
      <p:sp>
        <p:nvSpPr>
          <p:cNvPr id="33795" name="Rectangle 3"/>
          <p:cNvSpPr>
            <a:spLocks noGrp="1" noChangeArrowheads="1"/>
          </p:cNvSpPr>
          <p:nvPr>
            <p:ph type="body" idx="1"/>
          </p:nvPr>
        </p:nvSpPr>
        <p:spPr/>
        <p:txBody>
          <a:bodyPr/>
          <a:lstStyle/>
          <a:p>
            <a:pPr eaLnBrk="1" hangingPunct="1">
              <a:lnSpc>
                <a:spcPct val="95000"/>
              </a:lnSpc>
              <a:spcBef>
                <a:spcPct val="10000"/>
              </a:spcBef>
              <a:spcAft>
                <a:spcPct val="60000"/>
              </a:spcAft>
            </a:pPr>
            <a:r>
              <a:rPr lang="zh-CN" altLang="en-US">
                <a:latin typeface="Arial" panose="020B0604020202020204" pitchFamily="34" charset="0"/>
                <a:ea typeface="宋体" panose="02010600030101010101" pitchFamily="2" charset="-122"/>
              </a:rPr>
              <a:t>什么是敏感性分析 </a:t>
            </a:r>
            <a:r>
              <a:rPr lang="en-US" altLang="zh-CN">
                <a:latin typeface="Arial" panose="020B0604020202020204" pitchFamily="34" charset="0"/>
                <a:ea typeface="宋体" panose="02010600030101010101" pitchFamily="2" charset="-122"/>
              </a:rPr>
              <a:t>(Sensitivity Analysis)?</a:t>
            </a:r>
            <a:endParaRPr lang="en-US" altLang="zh-CN">
              <a:latin typeface="Arial" panose="020B0604020202020204" pitchFamily="34" charset="0"/>
              <a:ea typeface="宋体" panose="02010600030101010101" pitchFamily="2" charset="-122"/>
            </a:endParaRPr>
          </a:p>
          <a:p>
            <a:pPr lvl="1" eaLnBrk="1" hangingPunct="1">
              <a:lnSpc>
                <a:spcPct val="95000"/>
              </a:lnSpc>
              <a:spcBef>
                <a:spcPct val="10000"/>
              </a:spcBef>
              <a:spcAft>
                <a:spcPct val="60000"/>
              </a:spcAft>
            </a:pPr>
            <a:r>
              <a:rPr lang="zh-CN" altLang="en-US">
                <a:latin typeface="Arial" panose="020B0604020202020204" pitchFamily="34" charset="0"/>
                <a:ea typeface="宋体" panose="02010600030101010101" pitchFamily="2" charset="-122"/>
              </a:rPr>
              <a:t>通过测定一个或多个不确定因素的变化所导致的决策评价指标的变化幅度，了解各种因素的变化对实现预期目标的影响程度，从而对外部条件发生不利条件时投资方案的承受能力作出判断</a:t>
            </a:r>
            <a:endParaRPr lang="zh-CN" altLang="en-US">
              <a:latin typeface="Arial" panose="020B0604020202020204" pitchFamily="34" charset="0"/>
              <a:ea typeface="宋体" panose="02010600030101010101" pitchFamily="2" charset="-122"/>
            </a:endParaRPr>
          </a:p>
          <a:p>
            <a:pPr lvl="1" eaLnBrk="1" hangingPunct="1">
              <a:lnSpc>
                <a:spcPct val="95000"/>
              </a:lnSpc>
              <a:spcBef>
                <a:spcPct val="10000"/>
              </a:spcBef>
              <a:spcAft>
                <a:spcPct val="60000"/>
              </a:spcAft>
            </a:pPr>
            <a:r>
              <a:rPr lang="zh-CN" altLang="en-US">
                <a:latin typeface="Arial" panose="020B0604020202020204" pitchFamily="34" charset="0"/>
                <a:ea typeface="宋体" panose="02010600030101010101" pitchFamily="2" charset="-122"/>
              </a:rPr>
              <a:t>目的是找出敏感因素，确定其敏感程度</a:t>
            </a:r>
            <a:endParaRPr lang="zh-CN" altLang="en-US">
              <a:latin typeface="Arial" panose="020B0604020202020204" pitchFamily="34" charset="0"/>
              <a:ea typeface="宋体" panose="02010600030101010101" pitchFamily="2" charset="-122"/>
            </a:endParaRPr>
          </a:p>
          <a:p>
            <a:pPr lvl="1" eaLnBrk="1" hangingPunct="1">
              <a:lnSpc>
                <a:spcPct val="95000"/>
              </a:lnSpc>
              <a:spcBef>
                <a:spcPct val="10000"/>
              </a:spcBef>
              <a:spcAft>
                <a:spcPct val="60000"/>
              </a:spcAft>
            </a:pPr>
            <a:r>
              <a:rPr lang="zh-CN" altLang="en-US">
                <a:latin typeface="Arial" panose="020B0604020202020204" pitchFamily="34" charset="0"/>
                <a:ea typeface="宋体" panose="02010600030101010101" pitchFamily="2" charset="-122"/>
              </a:rPr>
              <a:t>单因素</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多因素敏感性分析</a:t>
            </a:r>
            <a:endParaRPr lang="zh-CN" altLang="en-US">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敏感性分析目的</a:t>
            </a:r>
            <a:endParaRPr lang="zh-CN" altLang="en-US" sz="3200">
              <a:latin typeface="Arial" panose="020B0604020202020204" pitchFamily="34" charset="0"/>
              <a:ea typeface="楷体_GB2312" charset="0"/>
              <a:cs typeface="楷体_GB2312" charset="0"/>
            </a:endParaRPr>
          </a:p>
        </p:txBody>
      </p:sp>
      <p:sp>
        <p:nvSpPr>
          <p:cNvPr id="35843" name="Rectangle 3"/>
          <p:cNvSpPr>
            <a:spLocks noGrp="1" noChangeArrowheads="1"/>
          </p:cNvSpPr>
          <p:nvPr>
            <p:ph type="body" idx="1"/>
          </p:nvPr>
        </p:nvSpPr>
        <p:spPr/>
        <p:txBody>
          <a:bodyPr/>
          <a:lstStyle/>
          <a:p>
            <a:pPr eaLnBrk="1" hangingPunct="1"/>
            <a:r>
              <a:rPr kumimoji="1" lang="zh-CN" altLang="en-US" b="0">
                <a:latin typeface="Arial" panose="020B0604020202020204" pitchFamily="34" charset="0"/>
                <a:ea typeface="宋体" panose="02010600030101010101" pitchFamily="2" charset="-122"/>
              </a:rPr>
              <a:t>找出影响项目经济效益变动的敏感性因素，分析敏感性因素变动的原因，并为进一步进行不确定性分析</a:t>
            </a:r>
            <a:r>
              <a:rPr kumimoji="1" lang="en-US" altLang="zh-CN" b="0">
                <a:latin typeface="Arial" panose="020B0604020202020204" pitchFamily="34" charset="0"/>
                <a:ea typeface="宋体" panose="02010600030101010101" pitchFamily="2" charset="-122"/>
              </a:rPr>
              <a:t>(</a:t>
            </a:r>
            <a:r>
              <a:rPr kumimoji="1" lang="zh-CN" altLang="en-US" b="0">
                <a:latin typeface="Arial" panose="020B0604020202020204" pitchFamily="34" charset="0"/>
                <a:ea typeface="宋体" panose="02010600030101010101" pitchFamily="2" charset="-122"/>
              </a:rPr>
              <a:t>如概率分析</a:t>
            </a:r>
            <a:r>
              <a:rPr kumimoji="1" lang="en-US" altLang="zh-CN" b="0">
                <a:latin typeface="Arial" panose="020B0604020202020204" pitchFamily="34" charset="0"/>
                <a:ea typeface="宋体" panose="02010600030101010101" pitchFamily="2" charset="-122"/>
              </a:rPr>
              <a:t>)</a:t>
            </a:r>
            <a:r>
              <a:rPr kumimoji="1" lang="zh-CN" altLang="en-US" b="0">
                <a:latin typeface="Arial" panose="020B0604020202020204" pitchFamily="34" charset="0"/>
                <a:ea typeface="宋体" panose="02010600030101010101" pitchFamily="2" charset="-122"/>
              </a:rPr>
              <a:t>提供依据；</a:t>
            </a:r>
            <a:endParaRPr kumimoji="1" lang="zh-CN" altLang="en-US" b="0">
              <a:latin typeface="Arial" panose="020B0604020202020204" pitchFamily="34" charset="0"/>
              <a:ea typeface="宋体" panose="02010600030101010101" pitchFamily="2" charset="-122"/>
            </a:endParaRPr>
          </a:p>
          <a:p>
            <a:pPr eaLnBrk="1" hangingPunct="1"/>
            <a:r>
              <a:rPr kumimoji="1" lang="zh-CN" altLang="en-US" b="0">
                <a:latin typeface="Arial" panose="020B0604020202020204" pitchFamily="34" charset="0"/>
                <a:ea typeface="宋体" panose="02010600030101010101" pitchFamily="2" charset="-122"/>
              </a:rPr>
              <a:t>研究不确定性因素变动如引起项目经济效益值变动的范围或极限值，分析判断项目承担风险的能力；</a:t>
            </a:r>
            <a:endParaRPr kumimoji="1" lang="zh-CN" altLang="en-US" b="0">
              <a:latin typeface="Arial" panose="020B0604020202020204" pitchFamily="34" charset="0"/>
              <a:ea typeface="宋体" panose="02010600030101010101" pitchFamily="2" charset="-122"/>
            </a:endParaRPr>
          </a:p>
          <a:p>
            <a:pPr eaLnBrk="1" hangingPunct="1"/>
            <a:r>
              <a:rPr kumimoji="1" lang="zh-CN" altLang="en-US" b="0">
                <a:latin typeface="Arial" panose="020B0604020202020204" pitchFamily="34" charset="0"/>
                <a:ea typeface="宋体" panose="02010600030101010101" pitchFamily="2" charset="-122"/>
              </a:rPr>
              <a:t>比较多方案的敏感性大小，以便在经济效益值相似的情况下，从中选出不敏感的投资方案。</a:t>
            </a:r>
            <a:endParaRPr kumimoji="1" lang="zh-CN" altLang="en-US" b="0">
              <a:latin typeface="Arial" panose="020B0604020202020204" pitchFamily="34" charset="0"/>
              <a:ea typeface="宋体" panose="02010600030101010101" pitchFamily="2" charset="-122"/>
            </a:endParaRPr>
          </a:p>
          <a:p>
            <a:pPr eaLnBrk="1" hangingPunct="1">
              <a:buFontTx/>
              <a:buNone/>
            </a:pPr>
            <a:endParaRPr lang="zh-CN" altLang="en-US">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敏感性分析步骤</a:t>
            </a:r>
            <a:endParaRPr lang="zh-CN" altLang="en-US" sz="3200">
              <a:latin typeface="Arial" panose="020B0604020202020204" pitchFamily="34" charset="0"/>
              <a:ea typeface="楷体_GB2312" charset="0"/>
              <a:cs typeface="楷体_GB2312" charset="0"/>
            </a:endParaRPr>
          </a:p>
        </p:txBody>
      </p:sp>
      <p:sp>
        <p:nvSpPr>
          <p:cNvPr id="36867" name="Rectangle 3"/>
          <p:cNvSpPr>
            <a:spLocks noGrp="1" noChangeArrowheads="1"/>
          </p:cNvSpPr>
          <p:nvPr>
            <p:ph type="body" idx="1"/>
          </p:nvPr>
        </p:nvSpPr>
        <p:spPr/>
        <p:txBody>
          <a:bodyPr/>
          <a:lstStyle/>
          <a:p>
            <a:pPr eaLnBrk="1" hangingPunct="1">
              <a:buFontTx/>
              <a:buNone/>
            </a:pPr>
            <a:r>
              <a:rPr kumimoji="1" lang="en-US" altLang="zh-CN">
                <a:latin typeface="Arial" panose="020B0604020202020204" pitchFamily="34" charset="0"/>
                <a:ea typeface="宋体" panose="02010600030101010101" pitchFamily="2" charset="-122"/>
              </a:rPr>
              <a:t>1</a:t>
            </a:r>
            <a:r>
              <a:rPr kumimoji="1" lang="zh-CN" altLang="en-US">
                <a:latin typeface="Arial" panose="020B0604020202020204" pitchFamily="34" charset="0"/>
                <a:ea typeface="宋体" panose="02010600030101010101" pitchFamily="2" charset="-122"/>
              </a:rPr>
              <a:t>．确定分析的经济效益指标</a:t>
            </a:r>
            <a:r>
              <a:rPr kumimoji="1" lang="en-US" altLang="zh-CN">
                <a:latin typeface="Arial" panose="020B0604020202020204" pitchFamily="34" charset="0"/>
                <a:ea typeface="宋体" panose="02010600030101010101" pitchFamily="2" charset="-122"/>
              </a:rPr>
              <a:t>:</a:t>
            </a:r>
            <a:endParaRPr kumimoji="1" lang="zh-CN" altLang="en-US">
              <a:latin typeface="Arial" panose="020B0604020202020204" pitchFamily="34" charset="0"/>
              <a:ea typeface="宋体" panose="02010600030101010101" pitchFamily="2" charset="-122"/>
            </a:endParaRPr>
          </a:p>
          <a:p>
            <a:pPr eaLnBrk="1" hangingPunct="1">
              <a:buFontTx/>
              <a:buNone/>
            </a:pPr>
            <a:r>
              <a:rPr kumimoji="1" lang="zh-CN" altLang="en-US">
                <a:latin typeface="Arial" panose="020B0604020202020204" pitchFamily="34" charset="0"/>
                <a:ea typeface="宋体" panose="02010600030101010101" pitchFamily="2" charset="-122"/>
              </a:rPr>
              <a:t>   评价投资项目的经济效益指标主要包括：净现值、内部收益率、投资利润率、投资回收期等。</a:t>
            </a:r>
            <a:endParaRPr kumimoji="1" lang="zh-CN" altLang="en-US">
              <a:latin typeface="Arial" panose="020B0604020202020204" pitchFamily="34" charset="0"/>
              <a:ea typeface="宋体" panose="02010600030101010101" pitchFamily="2" charset="-122"/>
            </a:endParaRPr>
          </a:p>
          <a:p>
            <a:pPr eaLnBrk="1" hangingPunct="1">
              <a:buFontTx/>
              <a:buNone/>
            </a:pPr>
            <a:r>
              <a:rPr kumimoji="1" lang="en-US" altLang="zh-CN">
                <a:latin typeface="Arial" panose="020B0604020202020204" pitchFamily="34" charset="0"/>
                <a:ea typeface="宋体" panose="02010600030101010101" pitchFamily="2" charset="-122"/>
              </a:rPr>
              <a:t>2</a:t>
            </a:r>
            <a:r>
              <a:rPr kumimoji="1" lang="zh-CN" altLang="en-US">
                <a:latin typeface="Arial" panose="020B0604020202020204" pitchFamily="34" charset="0"/>
                <a:ea typeface="宋体" panose="02010600030101010101" pitchFamily="2" charset="-122"/>
              </a:rPr>
              <a:t>．选定不确定性因素，设定其变化范围。</a:t>
            </a:r>
            <a:endParaRPr kumimoji="1" lang="zh-CN" altLang="en-US">
              <a:latin typeface="Arial" panose="020B0604020202020204" pitchFamily="34" charset="0"/>
              <a:ea typeface="宋体" panose="02010600030101010101" pitchFamily="2" charset="-122"/>
            </a:endParaRPr>
          </a:p>
          <a:p>
            <a:pPr eaLnBrk="1" hangingPunct="1">
              <a:buFontTx/>
              <a:buNone/>
            </a:pPr>
            <a:r>
              <a:rPr kumimoji="1" lang="en-US" altLang="zh-CN">
                <a:latin typeface="Arial" panose="020B0604020202020204" pitchFamily="34" charset="0"/>
                <a:ea typeface="宋体" panose="02010600030101010101" pitchFamily="2" charset="-122"/>
              </a:rPr>
              <a:t>3</a:t>
            </a:r>
            <a:r>
              <a:rPr kumimoji="1" lang="zh-CN" altLang="en-US">
                <a:latin typeface="Arial" panose="020B0604020202020204" pitchFamily="34" charset="0"/>
                <a:ea typeface="宋体" panose="02010600030101010101" pitchFamily="2" charset="-122"/>
              </a:rPr>
              <a:t>．计算不确定性因素变动对项目经济效益指标的影响程度，找出敏感性因素。</a:t>
            </a:r>
            <a:endParaRPr kumimoji="1" lang="zh-CN" altLang="en-US">
              <a:latin typeface="Arial" panose="020B0604020202020204" pitchFamily="34" charset="0"/>
              <a:ea typeface="宋体" panose="02010600030101010101" pitchFamily="2" charset="-122"/>
            </a:endParaRPr>
          </a:p>
          <a:p>
            <a:pPr eaLnBrk="1" hangingPunct="1">
              <a:buFontTx/>
              <a:buNone/>
            </a:pPr>
            <a:r>
              <a:rPr kumimoji="1" lang="en-US" altLang="zh-CN">
                <a:latin typeface="Arial" panose="020B0604020202020204" pitchFamily="34" charset="0"/>
                <a:ea typeface="宋体" panose="02010600030101010101" pitchFamily="2" charset="-122"/>
              </a:rPr>
              <a:t>4</a:t>
            </a:r>
            <a:r>
              <a:rPr kumimoji="1" lang="zh-CN" altLang="en-US">
                <a:latin typeface="Arial" panose="020B0604020202020204" pitchFamily="34" charset="0"/>
                <a:ea typeface="宋体" panose="02010600030101010101" pitchFamily="2" charset="-122"/>
              </a:rPr>
              <a:t>．绘制敏感性分析图，求出不确定性因素变化的极限值。</a:t>
            </a:r>
            <a:endParaRPr kumimoji="1" lang="zh-CN" altLang="en-US">
              <a:latin typeface="Arial" panose="020B0604020202020204" pitchFamily="34" charset="0"/>
              <a:ea typeface="宋体" panose="02010600030101010101" pitchFamily="2" charset="-122"/>
            </a:endParaRPr>
          </a:p>
          <a:p>
            <a:pPr eaLnBrk="1" hangingPunct="1">
              <a:buFontTx/>
              <a:buNone/>
            </a:pPr>
            <a:r>
              <a:rPr kumimoji="1" lang="en-US" altLang="zh-CN">
                <a:latin typeface="Arial" panose="020B0604020202020204" pitchFamily="34" charset="0"/>
                <a:ea typeface="宋体" panose="02010600030101010101" pitchFamily="2" charset="-122"/>
              </a:rPr>
              <a:t>5.</a:t>
            </a:r>
            <a:r>
              <a:rPr kumimoji="1" lang="zh-CN" altLang="en-US">
                <a:latin typeface="Arial" panose="020B0604020202020204" pitchFamily="34" charset="0"/>
                <a:ea typeface="宋体" panose="02010600030101010101" pitchFamily="2" charset="-122"/>
              </a:rPr>
              <a:t>敏感性评价</a:t>
            </a:r>
            <a:endParaRPr kumimoji="1" lang="zh-CN" altLang="en-US">
              <a:latin typeface="Arial" panose="020B0604020202020204" pitchFamily="34" charset="0"/>
              <a:ea typeface="宋体" panose="02010600030101010101" pitchFamily="2" charset="-122"/>
            </a:endParaRPr>
          </a:p>
          <a:p>
            <a:pPr eaLnBrk="1" hangingPunct="1">
              <a:buFontTx/>
              <a:buNone/>
            </a:pPr>
            <a:endParaRPr lang="zh-CN" altLang="en-US">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5"/>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敏感性分析图</a:t>
            </a:r>
            <a:endParaRPr lang="zh-CN" altLang="en-US" sz="3200">
              <a:latin typeface="Arial" panose="020B0604020202020204" pitchFamily="34" charset="0"/>
              <a:ea typeface="楷体_GB2312" charset="0"/>
              <a:cs typeface="楷体_GB2312" charset="0"/>
            </a:endParaRPr>
          </a:p>
        </p:txBody>
      </p:sp>
      <p:graphicFrame>
        <p:nvGraphicFramePr>
          <p:cNvPr id="37891" name="Object 4"/>
          <p:cNvGraphicFramePr>
            <a:graphicFrameLocks noGrp="1" noChangeAspect="1"/>
          </p:cNvGraphicFramePr>
          <p:nvPr>
            <p:ph idx="1"/>
          </p:nvPr>
        </p:nvGraphicFramePr>
        <p:xfrm>
          <a:off x="165100" y="1076325"/>
          <a:ext cx="8801100" cy="5335588"/>
        </p:xfrm>
        <a:graphic>
          <a:graphicData uri="http://schemas.openxmlformats.org/presentationml/2006/ole">
            <mc:AlternateContent xmlns:mc="http://schemas.openxmlformats.org/markup-compatibility/2006">
              <mc:Choice xmlns:v="urn:schemas-microsoft-com:vml" Requires="v">
                <p:oleObj spid="_x0000_s37912" name="文档" r:id="rId1" imgW="5654040" imgH="3429000" progId="Word.Document.8">
                  <p:embed/>
                </p:oleObj>
              </mc:Choice>
              <mc:Fallback>
                <p:oleObj name="文档" r:id="rId1" imgW="5654040" imgH="3429000" progId="Word.Document.8">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 y="1076325"/>
                        <a:ext cx="8801100" cy="5335588"/>
                      </a:xfrm>
                      <a:prstGeom prst="rect">
                        <a:avLst/>
                      </a:prstGeom>
                      <a:noFill/>
                      <a:ln>
                        <a:noFill/>
                      </a:ln>
                      <a:effec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ChangeArrowheads="1"/>
          </p:cNvSpPr>
          <p:nvPr>
            <p:ph type="body" idx="1"/>
          </p:nvPr>
        </p:nvSpPr>
        <p:spPr/>
        <p:txBody>
          <a:bodyPr/>
          <a:lstStyle/>
          <a:p>
            <a:pPr algn="just" eaLnBrk="1" hangingPunct="1">
              <a:buFontTx/>
              <a:buNone/>
            </a:pPr>
            <a:r>
              <a:rPr lang="zh-CN" altLang="en-US" b="0">
                <a:latin typeface="Arial" panose="020B0604020202020204" pitchFamily="34" charset="0"/>
                <a:ea typeface="宋体" panose="02010600030101010101" pitchFamily="2" charset="-122"/>
              </a:rPr>
              <a:t>①确定敏感因素</a:t>
            </a:r>
            <a:endParaRPr lang="zh-CN" altLang="en-US">
              <a:latin typeface="Arial" panose="020B0604020202020204" pitchFamily="34" charset="0"/>
              <a:ea typeface="宋体" panose="02010600030101010101" pitchFamily="2" charset="-122"/>
            </a:endParaRPr>
          </a:p>
          <a:p>
            <a:pPr algn="just" eaLnBrk="1" hangingPunct="1">
              <a:buFontTx/>
              <a:buNone/>
            </a:pPr>
            <a:r>
              <a:rPr lang="zh-CN" altLang="en-US" b="0">
                <a:latin typeface="Arial" panose="020B0604020202020204" pitchFamily="34" charset="0"/>
                <a:ea typeface="宋体" panose="02010600030101010101" pitchFamily="2" charset="-122"/>
              </a:rPr>
              <a:t>②确定可行区域</a:t>
            </a:r>
            <a:endParaRPr lang="zh-CN" altLang="en-US">
              <a:latin typeface="Arial" panose="020B0604020202020204" pitchFamily="34" charset="0"/>
              <a:ea typeface="宋体" panose="02010600030101010101" pitchFamily="2" charset="-122"/>
            </a:endParaRPr>
          </a:p>
          <a:p>
            <a:pPr algn="just" eaLnBrk="1" hangingPunct="1">
              <a:buFontTx/>
              <a:buNone/>
            </a:pPr>
            <a:r>
              <a:rPr lang="zh-CN" altLang="en-US" b="0">
                <a:latin typeface="Arial" panose="020B0604020202020204" pitchFamily="34" charset="0"/>
                <a:ea typeface="宋体" panose="02010600030101010101" pitchFamily="2" charset="-122"/>
              </a:rPr>
              <a:t>  </a:t>
            </a:r>
            <a:endParaRPr lang="zh-CN" altLang="en-US" b="0">
              <a:latin typeface="Arial" panose="020B0604020202020204" pitchFamily="34" charset="0"/>
              <a:ea typeface="宋体" panose="02010600030101010101" pitchFamily="2" charset="-122"/>
            </a:endParaRPr>
          </a:p>
          <a:p>
            <a:pPr algn="just" eaLnBrk="1" hangingPunct="1">
              <a:buFontTx/>
              <a:buNone/>
            </a:pPr>
            <a:endParaRPr lang="zh-CN" altLang="en-US">
              <a:latin typeface="Arial" panose="020B0604020202020204" pitchFamily="34" charset="0"/>
              <a:ea typeface="宋体" panose="02010600030101010101" pitchFamily="2" charset="-122"/>
            </a:endParaRPr>
          </a:p>
          <a:p>
            <a:pPr eaLnBrk="1" hangingPunct="1"/>
            <a:endParaRPr lang="zh-CN" altLang="en-US">
              <a:latin typeface="Arial" panose="020B0604020202020204" pitchFamily="34" charset="0"/>
              <a:ea typeface="宋体" panose="02010600030101010101" pitchFamily="2" charset="-122"/>
            </a:endParaRPr>
          </a:p>
        </p:txBody>
      </p:sp>
      <p:sp>
        <p:nvSpPr>
          <p:cNvPr id="38915" name="Rectangle 9"/>
          <p:cNvSpPr>
            <a:spLocks noChangeArrowheads="1"/>
          </p:cNvSpPr>
          <p:nvPr/>
        </p:nvSpPr>
        <p:spPr bwMode="auto">
          <a:xfrm>
            <a:off x="0" y="0"/>
            <a:ext cx="2724150" cy="641350"/>
          </a:xfrm>
          <a:prstGeom prst="rect">
            <a:avLst/>
          </a:prstGeom>
          <a:solidFill>
            <a:schemeClr val="tx2"/>
          </a:solidFill>
          <a:ln>
            <a:noFill/>
          </a:ln>
        </p:spPr>
        <p:txBody>
          <a:bodyPr wrap="none">
            <a:spAutoFit/>
          </a:bodyPr>
          <a:lstStyle/>
          <a:p>
            <a:pPr marL="342900" indent="-342900" eaLnBrk="1" hangingPunct="1">
              <a:lnSpc>
                <a:spcPct val="90000"/>
              </a:lnSpc>
              <a:spcBef>
                <a:spcPct val="50000"/>
              </a:spcBef>
            </a:pPr>
            <a:r>
              <a:rPr kumimoji="1" lang="zh-CN" altLang="en-US">
                <a:solidFill>
                  <a:srgbClr val="000000"/>
                </a:solidFill>
              </a:rPr>
              <a:t>敏感性评价</a:t>
            </a:r>
            <a:endParaRPr kumimoji="1" lang="zh-CN" altLang="en-US">
              <a:solidFill>
                <a:srgbClr val="000000"/>
              </a:solidFill>
            </a:endParaRPr>
          </a:p>
        </p:txBody>
      </p:sp>
      <p:sp>
        <p:nvSpPr>
          <p:cNvPr id="38916" name="Rectangle 10"/>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敏感性评价</a:t>
            </a:r>
            <a:endParaRPr lang="en-US" altLang="zh-CN" sz="3200">
              <a:latin typeface="Arial" panose="020B0604020202020204" pitchFamily="34" charset="0"/>
              <a:ea typeface="楷体_GB2312" charset="0"/>
              <a:cs typeface="楷体_GB2312" charset="0"/>
            </a:endParaRP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ltLang="zh-CN">
                <a:latin typeface="Arial" panose="020B0604020202020204" pitchFamily="34" charset="0"/>
                <a:ea typeface="楷体_GB2312" charset="0"/>
                <a:cs typeface="楷体_GB2312" charset="0"/>
              </a:rPr>
              <a:t>1. </a:t>
            </a:r>
            <a:r>
              <a:rPr lang="zh-CN" altLang="en-US">
                <a:latin typeface="Arial" panose="020B0604020202020204" pitchFamily="34" charset="0"/>
                <a:ea typeface="楷体_GB2312" charset="0"/>
                <a:cs typeface="楷体_GB2312" charset="0"/>
              </a:rPr>
              <a:t>单因素敏感性分析实例</a:t>
            </a:r>
            <a:endParaRPr lang="zh-CN" altLang="en-US">
              <a:latin typeface="Arial" panose="020B0604020202020204" pitchFamily="34" charset="0"/>
              <a:ea typeface="楷体_GB2312" charset="0"/>
              <a:cs typeface="楷体_GB2312" charset="0"/>
            </a:endParaRPr>
          </a:p>
        </p:txBody>
      </p:sp>
      <p:sp>
        <p:nvSpPr>
          <p:cNvPr id="39939" name="Rectangle 3"/>
          <p:cNvSpPr>
            <a:spLocks noGrp="1" noChangeArrowheads="1"/>
          </p:cNvSpPr>
          <p:nvPr>
            <p:ph type="body" idx="1"/>
          </p:nvPr>
        </p:nvSpPr>
        <p:spPr/>
        <p:txBody>
          <a:bodyPr/>
          <a:lstStyle/>
          <a:p>
            <a:pPr eaLnBrk="1" hangingPunct="1"/>
            <a:r>
              <a:rPr lang="zh-CN" altLang="en-US" sz="2800">
                <a:latin typeface="Arial" panose="020B0604020202020204" pitchFamily="34" charset="0"/>
                <a:ea typeface="宋体" panose="02010600030101010101" pitchFamily="2" charset="-122"/>
              </a:rPr>
              <a:t>下表所示的是一个客运个体户在打算购置一辆运客面包车时进行的确定性现金流分析。表中数据是对未来</a:t>
            </a:r>
            <a:r>
              <a:rPr lang="zh-CN" altLang="en-US" sz="2800">
                <a:solidFill>
                  <a:srgbClr val="3333CC"/>
                </a:solidFill>
                <a:latin typeface="Arial" panose="020B0604020202020204" pitchFamily="34" charset="0"/>
                <a:ea typeface="宋体" panose="02010600030101010101" pitchFamily="2" charset="-122"/>
              </a:rPr>
              <a:t>最可能出现</a:t>
            </a:r>
            <a:r>
              <a:rPr lang="zh-CN" altLang="en-US" sz="2800">
                <a:latin typeface="Arial" panose="020B0604020202020204" pitchFamily="34" charset="0"/>
                <a:ea typeface="宋体" panose="02010600030101010101" pitchFamily="2" charset="-122"/>
              </a:rPr>
              <a:t>的情况预测估算得到的。由于未来影响经济环境的某些因素的不确定性，预计各参数的</a:t>
            </a:r>
            <a:r>
              <a:rPr lang="zh-CN" altLang="en-US" sz="2800">
                <a:solidFill>
                  <a:schemeClr val="accent2"/>
                </a:solidFill>
                <a:latin typeface="Arial" panose="020B0604020202020204" pitchFamily="34" charset="0"/>
                <a:ea typeface="宋体" panose="02010600030101010101" pitchFamily="2" charset="-122"/>
              </a:rPr>
              <a:t>最大变化范围</a:t>
            </a:r>
            <a:r>
              <a:rPr lang="zh-CN" altLang="en-US" sz="2800">
                <a:latin typeface="Arial" panose="020B0604020202020204" pitchFamily="34" charset="0"/>
                <a:ea typeface="宋体" panose="02010600030101010101" pitchFamily="2" charset="-122"/>
              </a:rPr>
              <a:t>为</a:t>
            </a:r>
            <a:r>
              <a:rPr lang="en-US" altLang="zh-CN" sz="2800">
                <a:latin typeface="Arial" panose="020B0604020202020204" pitchFamily="34" charset="0"/>
                <a:ea typeface="宋体" panose="02010600030101010101" pitchFamily="2" charset="-122"/>
              </a:rPr>
              <a:t>-30%~+30%</a:t>
            </a:r>
            <a:r>
              <a:rPr lang="zh-CN" altLang="en-US" sz="2800">
                <a:latin typeface="Arial" panose="020B0604020202020204" pitchFamily="34" charset="0"/>
                <a:ea typeface="宋体" panose="02010600030101010101" pitchFamily="2" charset="-122"/>
              </a:rPr>
              <a:t>，基准折现率为</a:t>
            </a:r>
            <a:r>
              <a:rPr lang="en-US" altLang="zh-CN" sz="2800">
                <a:latin typeface="Arial" panose="020B0604020202020204" pitchFamily="34" charset="0"/>
                <a:ea typeface="宋体" panose="02010600030101010101" pitchFamily="2" charset="-122"/>
              </a:rPr>
              <a:t>12</a:t>
            </a:r>
            <a:r>
              <a:rPr lang="zh-CN" altLang="en-US" sz="2800">
                <a:latin typeface="Arial" panose="020B0604020202020204" pitchFamily="34" charset="0"/>
                <a:ea typeface="宋体" panose="02010600030101010101" pitchFamily="2" charset="-122"/>
              </a:rPr>
              <a:t>％，试对各参数分别作敏感性分析。</a:t>
            </a:r>
            <a:endParaRPr lang="zh-CN" altLang="en-US" sz="2800">
              <a:latin typeface="Arial" panose="020B0604020202020204" pitchFamily="34" charset="0"/>
              <a:ea typeface="宋体" panose="02010600030101010101" pitchFamily="2" charset="-122"/>
            </a:endParaRPr>
          </a:p>
        </p:txBody>
      </p:sp>
      <p:graphicFrame>
        <p:nvGraphicFramePr>
          <p:cNvPr id="807940" name="Group 4"/>
          <p:cNvGraphicFramePr>
            <a:graphicFrameLocks noGrp="1"/>
          </p:cNvGraphicFramePr>
          <p:nvPr/>
        </p:nvGraphicFramePr>
        <p:xfrm>
          <a:off x="282575" y="4243388"/>
          <a:ext cx="8642350" cy="1555750"/>
        </p:xfrm>
        <a:graphic>
          <a:graphicData uri="http://schemas.openxmlformats.org/drawingml/2006/table">
            <a:tbl>
              <a:tblPr/>
              <a:tblGrid>
                <a:gridCol w="984250"/>
                <a:gridCol w="1881188"/>
                <a:gridCol w="1774825"/>
                <a:gridCol w="1377950"/>
                <a:gridCol w="1057275"/>
                <a:gridCol w="1566862"/>
              </a:tblGrid>
              <a:tr h="7620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因素</a:t>
                      </a:r>
                      <a:endPar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投资额</a:t>
                      </a:r>
                      <a:endPar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a:t>
                      </a: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一辆面包车</a:t>
                      </a: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年收益</a:t>
                      </a:r>
                      <a:endPar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a:t>
                      </a: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运客收入</a:t>
                      </a: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年支出</a:t>
                      </a:r>
                      <a:endPar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a:t>
                      </a: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油费</a:t>
                      </a: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残值</a:t>
                      </a:r>
                      <a:endPar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寿命期</a:t>
                      </a:r>
                      <a:endPar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8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单元</a:t>
                      </a:r>
                      <a:endPar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元</a:t>
                      </a:r>
                      <a:endPar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元</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元</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元</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年</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8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预测值</a:t>
                      </a:r>
                      <a:endPar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170,000</a:t>
                      </a:r>
                      <a:endPar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35,000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3,000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20,000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zh-CN">
                <a:latin typeface="Arial" panose="020B0604020202020204" pitchFamily="34" charset="0"/>
                <a:ea typeface="楷体_GB2312" charset="0"/>
                <a:cs typeface="楷体_GB2312" charset="0"/>
              </a:rPr>
              <a:t>1. </a:t>
            </a:r>
            <a:r>
              <a:rPr lang="zh-CN" altLang="en-US">
                <a:latin typeface="Arial" panose="020B0604020202020204" pitchFamily="34" charset="0"/>
                <a:ea typeface="楷体_GB2312" charset="0"/>
                <a:cs typeface="楷体_GB2312" charset="0"/>
              </a:rPr>
              <a:t>单因素敏感性分析实例</a:t>
            </a:r>
            <a:endParaRPr lang="zh-CN" altLang="en-US">
              <a:latin typeface="Arial" panose="020B0604020202020204" pitchFamily="34" charset="0"/>
              <a:ea typeface="楷体_GB2312" charset="0"/>
              <a:cs typeface="楷体_GB2312" charset="0"/>
            </a:endParaRPr>
          </a:p>
        </p:txBody>
      </p:sp>
      <p:sp>
        <p:nvSpPr>
          <p:cNvPr id="41987" name="Rectangle 3"/>
          <p:cNvSpPr>
            <a:spLocks noGrp="1" noChangeArrowheads="1"/>
          </p:cNvSpPr>
          <p:nvPr>
            <p:ph type="body" sz="half" idx="1"/>
          </p:nvPr>
        </p:nvSpPr>
        <p:spPr>
          <a:xfrm>
            <a:off x="0" y="977900"/>
            <a:ext cx="9144000" cy="5880100"/>
          </a:xfrm>
        </p:spPr>
        <p:txBody>
          <a:bodyPr/>
          <a:lstStyle/>
          <a:p>
            <a:pPr eaLnBrk="1" hangingPunct="1"/>
            <a:endParaRPr lang="en-US" altLang="zh-CN" sz="2000">
              <a:latin typeface="Arial" panose="020B0604020202020204" pitchFamily="34" charset="0"/>
              <a:ea typeface="宋体" panose="02010600030101010101" pitchFamily="2" charset="-122"/>
            </a:endParaRPr>
          </a:p>
          <a:p>
            <a:pPr eaLnBrk="1" hangingPunct="1">
              <a:buFontTx/>
              <a:buNone/>
            </a:pPr>
            <a:r>
              <a:rPr lang="zh-CN" altLang="en-US" sz="2600">
                <a:latin typeface="Arial" panose="020B0604020202020204" pitchFamily="34" charset="0"/>
                <a:ea typeface="宋体" panose="02010600030101010101" pitchFamily="2" charset="-122"/>
              </a:rPr>
              <a:t>	</a:t>
            </a:r>
            <a:endParaRPr lang="zh-CN" altLang="en-US" sz="2600">
              <a:latin typeface="Arial" panose="020B0604020202020204" pitchFamily="34" charset="0"/>
              <a:ea typeface="宋体" panose="02010600030101010101" pitchFamily="2" charset="-122"/>
            </a:endParaRPr>
          </a:p>
          <a:p>
            <a:pPr eaLnBrk="1" hangingPunct="1">
              <a:buFontTx/>
              <a:buNone/>
            </a:pPr>
            <a:r>
              <a:rPr lang="zh-CN" altLang="en-US" sz="2600">
                <a:latin typeface="Arial" panose="020B0604020202020204" pitchFamily="34" charset="0"/>
                <a:ea typeface="宋体" panose="02010600030101010101" pitchFamily="2" charset="-122"/>
              </a:rPr>
              <a:t>         根据公式，使用上表数据，五个因素分别取    </a:t>
            </a:r>
            <a:r>
              <a:rPr lang="en-US" altLang="zh-CN" sz="2600">
                <a:latin typeface="Arial" panose="020B0604020202020204" pitchFamily="34" charset="0"/>
                <a:ea typeface="宋体" panose="02010600030101010101" pitchFamily="2" charset="-122"/>
              </a:rPr>
              <a:t>10%,      </a:t>
            </a:r>
            <a:endParaRPr lang="en-US" altLang="zh-CN" sz="2600">
              <a:latin typeface="Arial" panose="020B0604020202020204" pitchFamily="34" charset="0"/>
              <a:ea typeface="宋体" panose="02010600030101010101" pitchFamily="2" charset="-122"/>
            </a:endParaRPr>
          </a:p>
          <a:p>
            <a:pPr eaLnBrk="1" hangingPunct="1">
              <a:buFontTx/>
              <a:buNone/>
            </a:pPr>
            <a:r>
              <a:rPr lang="en-US" altLang="zh-CN" sz="2600">
                <a:latin typeface="Arial" panose="020B0604020202020204" pitchFamily="34" charset="0"/>
                <a:ea typeface="宋体" panose="02010600030101010101" pitchFamily="2" charset="-122"/>
              </a:rPr>
              <a:t>         20%,      30%</a:t>
            </a:r>
            <a:r>
              <a:rPr lang="zh-CN" altLang="en-US" sz="2600">
                <a:latin typeface="Arial" panose="020B0604020202020204" pitchFamily="34" charset="0"/>
                <a:ea typeface="宋体" panose="02010600030101010101" pitchFamily="2" charset="-122"/>
              </a:rPr>
              <a:t>，计算结果如下所示：</a:t>
            </a:r>
            <a:br>
              <a:rPr lang="zh-CN" altLang="en-US" sz="2400">
                <a:latin typeface="Arial" panose="020B0604020202020204" pitchFamily="34" charset="0"/>
                <a:ea typeface="宋体" panose="02010600030101010101" pitchFamily="2" charset="-122"/>
              </a:rPr>
            </a:br>
            <a:br>
              <a:rPr lang="zh-CN" altLang="en-US" sz="2400">
                <a:latin typeface="Arial" panose="020B0604020202020204" pitchFamily="34" charset="0"/>
                <a:ea typeface="宋体" panose="02010600030101010101" pitchFamily="2" charset="-122"/>
              </a:rPr>
            </a:br>
            <a:br>
              <a:rPr lang="zh-CN" altLang="en-US" sz="2400">
                <a:latin typeface="Arial" panose="020B0604020202020204" pitchFamily="34" charset="0"/>
                <a:ea typeface="宋体" panose="02010600030101010101" pitchFamily="2" charset="-122"/>
              </a:rPr>
            </a:br>
            <a:br>
              <a:rPr lang="zh-CN" altLang="en-US" sz="2400">
                <a:latin typeface="Arial" panose="020B0604020202020204" pitchFamily="34" charset="0"/>
                <a:ea typeface="宋体" panose="02010600030101010101" pitchFamily="2" charset="-122"/>
              </a:rPr>
            </a:br>
            <a:br>
              <a:rPr lang="zh-CN" altLang="en-US" sz="2400">
                <a:latin typeface="Arial" panose="020B0604020202020204" pitchFamily="34" charset="0"/>
                <a:ea typeface="宋体" panose="02010600030101010101" pitchFamily="2" charset="-122"/>
              </a:rPr>
            </a:br>
            <a:br>
              <a:rPr lang="zh-CN" altLang="en-US" sz="2800">
                <a:latin typeface="Arial" panose="020B0604020202020204" pitchFamily="34" charset="0"/>
                <a:ea typeface="宋体" panose="02010600030101010101" pitchFamily="2" charset="-122"/>
              </a:rPr>
            </a:br>
            <a:br>
              <a:rPr lang="zh-CN" altLang="en-US" sz="2800">
                <a:latin typeface="Arial" panose="020B0604020202020204" pitchFamily="34" charset="0"/>
                <a:ea typeface="宋体" panose="02010600030101010101" pitchFamily="2" charset="-122"/>
              </a:rPr>
            </a:br>
            <a:br>
              <a:rPr lang="zh-CN" altLang="en-US" sz="2800">
                <a:latin typeface="Arial" panose="020B0604020202020204" pitchFamily="34" charset="0"/>
                <a:ea typeface="宋体" panose="02010600030101010101" pitchFamily="2" charset="-122"/>
              </a:rPr>
            </a:br>
            <a:endParaRPr lang="zh-CN" altLang="en-US" sz="2800">
              <a:latin typeface="Arial" panose="020B0604020202020204" pitchFamily="34" charset="0"/>
              <a:ea typeface="宋体" panose="02010600030101010101" pitchFamily="2" charset="-122"/>
            </a:endParaRPr>
          </a:p>
          <a:p>
            <a:pPr eaLnBrk="1" hangingPunct="1">
              <a:buFontTx/>
              <a:buNone/>
            </a:pPr>
            <a:r>
              <a:rPr lang="zh-CN" altLang="en-US" sz="2400">
                <a:latin typeface="Arial" panose="020B0604020202020204" pitchFamily="34" charset="0"/>
                <a:ea typeface="宋体" panose="02010600030101010101" pitchFamily="2" charset="-122"/>
              </a:rPr>
              <a:t>判断准则：敏感性</a:t>
            </a:r>
            <a:r>
              <a:rPr lang="en-US" altLang="zh-CN" sz="2400">
                <a:latin typeface="Arial" panose="020B0604020202020204" pitchFamily="34" charset="0"/>
                <a:ea typeface="宋体" panose="02010600030101010101" pitchFamily="2" charset="-122"/>
              </a:rPr>
              <a:t>/</a:t>
            </a:r>
            <a:r>
              <a:rPr lang="zh-CN" altLang="en-US" sz="2400">
                <a:latin typeface="Arial" panose="020B0604020202020204" pitchFamily="34" charset="0"/>
                <a:ea typeface="宋体" panose="02010600030101010101" pitchFamily="2" charset="-122"/>
              </a:rPr>
              <a:t>变动幅度</a:t>
            </a:r>
            <a:r>
              <a:rPr lang="en-US" altLang="zh-CN" sz="2400">
                <a:latin typeface="Arial" panose="020B0604020202020204" pitchFamily="34" charset="0"/>
                <a:ea typeface="宋体" panose="02010600030101010101" pitchFamily="2" charset="-122"/>
              </a:rPr>
              <a:t>/</a:t>
            </a:r>
            <a:r>
              <a:rPr lang="zh-CN" altLang="en-US" sz="2400">
                <a:latin typeface="Arial" panose="020B0604020202020204" pitchFamily="34" charset="0"/>
                <a:ea typeface="宋体" panose="02010600030101010101" pitchFamily="2" charset="-122"/>
              </a:rPr>
              <a:t>斜率</a:t>
            </a:r>
            <a:endParaRPr lang="zh-CN" altLang="en-US" sz="2400">
              <a:latin typeface="Arial" panose="020B0604020202020204" pitchFamily="34" charset="0"/>
              <a:ea typeface="宋体" panose="02010600030101010101" pitchFamily="2" charset="-122"/>
            </a:endParaRPr>
          </a:p>
        </p:txBody>
      </p:sp>
      <p:graphicFrame>
        <p:nvGraphicFramePr>
          <p:cNvPr id="41988" name="Object 4"/>
          <p:cNvGraphicFramePr>
            <a:graphicFrameLocks noGrp="1" noChangeAspect="1"/>
          </p:cNvGraphicFramePr>
          <p:nvPr>
            <p:ph sz="quarter" idx="2"/>
          </p:nvPr>
        </p:nvGraphicFramePr>
        <p:xfrm>
          <a:off x="579438" y="2379663"/>
          <a:ext cx="298450" cy="366712"/>
        </p:xfrm>
        <a:graphic>
          <a:graphicData uri="http://schemas.openxmlformats.org/presentationml/2006/ole">
            <mc:AlternateContent xmlns:mc="http://schemas.openxmlformats.org/markup-compatibility/2006">
              <mc:Choice xmlns:v="urn:schemas-microsoft-com:vml" Requires="v">
                <p:oleObj spid="_x0000_s42139" name="Equation" r:id="rId1" imgW="139700" imgH="152400" progId="Equation.3">
                  <p:embed/>
                </p:oleObj>
              </mc:Choice>
              <mc:Fallback>
                <p:oleObj name="Equation" r:id="rId1" imgW="139700" imgH="1524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438" y="2379663"/>
                        <a:ext cx="298450" cy="366712"/>
                      </a:xfrm>
                      <a:prstGeom prst="rect">
                        <a:avLst/>
                      </a:prstGeom>
                      <a:noFill/>
                      <a:ln>
                        <a:noFill/>
                      </a:ln>
                      <a:effectLst/>
                    </p:spPr>
                  </p:pic>
                </p:oleObj>
              </mc:Fallback>
            </mc:AlternateContent>
          </a:graphicData>
        </a:graphic>
      </p:graphicFrame>
      <p:graphicFrame>
        <p:nvGraphicFramePr>
          <p:cNvPr id="809989" name="Group 5"/>
          <p:cNvGraphicFramePr>
            <a:graphicFrameLocks noGrp="1"/>
          </p:cNvGraphicFramePr>
          <p:nvPr/>
        </p:nvGraphicFramePr>
        <p:xfrm>
          <a:off x="282575" y="2822575"/>
          <a:ext cx="8632825" cy="2778125"/>
        </p:xfrm>
        <a:graphic>
          <a:graphicData uri="http://schemas.openxmlformats.org/drawingml/2006/table">
            <a:tbl>
              <a:tblPr/>
              <a:tblGrid>
                <a:gridCol w="1098550"/>
                <a:gridCol w="1076325"/>
                <a:gridCol w="1076325"/>
                <a:gridCol w="1076325"/>
                <a:gridCol w="1076325"/>
                <a:gridCol w="1076325"/>
                <a:gridCol w="1076325"/>
                <a:gridCol w="1076325"/>
              </a:tblGrid>
              <a:tr h="396875">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参数</a:t>
                      </a:r>
                      <a:endPar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7">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变动幅度</a:t>
                      </a:r>
                      <a:endPar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hMerge="1">
                  <a:tcPr/>
                </a:tc>
                <a:tc hMerge="1">
                  <a:tcPr/>
                </a:tc>
                <a:tc hMerge="1">
                  <a:tcPr/>
                </a:tc>
              </a:tr>
              <a:tr h="396875">
                <a:tc v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-30%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30%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8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投资额</a:t>
                      </a:r>
                      <a:endPar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68240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51240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34240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17240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240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-16760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-33760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8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年收益</a:t>
                      </a:r>
                      <a:endPar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D513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-42085</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D513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-22310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D513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-2535</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D513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17240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D513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37015</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D513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56790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D5134"/>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76565</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D5134"/>
                    </a:solidFill>
                  </a:tcPr>
                </a:tc>
              </a:tr>
              <a:tr h="3968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年支出</a:t>
                      </a:r>
                      <a:endPar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22325</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20630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18935</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17240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15545</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13850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12155</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8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残值</a:t>
                      </a:r>
                      <a:endPar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BC3F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15308</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BC3F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15952</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BC3F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16596</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BC3F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17240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BC3F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17884</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BC3F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18528</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BC3F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19172</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BC3F7"/>
                    </a:solidFill>
                  </a:tcPr>
                </a:tc>
              </a:tr>
              <a:tr h="3968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寿命期</a:t>
                      </a:r>
                      <a:endPar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-14906</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-2946</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7708</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17240</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25766</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33342</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40152</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42056" name="Object 72"/>
          <p:cNvGraphicFramePr>
            <a:graphicFrameLocks noChangeAspect="1"/>
          </p:cNvGraphicFramePr>
          <p:nvPr/>
        </p:nvGraphicFramePr>
        <p:xfrm>
          <a:off x="282575" y="977900"/>
          <a:ext cx="7675563" cy="442913"/>
        </p:xfrm>
        <a:graphic>
          <a:graphicData uri="http://schemas.openxmlformats.org/presentationml/2006/ole">
            <mc:AlternateContent xmlns:mc="http://schemas.openxmlformats.org/markup-compatibility/2006">
              <mc:Choice xmlns:v="urn:schemas-microsoft-com:vml" Requires="v">
                <p:oleObj spid="_x0000_s42140" name="Equation" r:id="rId3" imgW="3517900" imgH="203200" progId="Equation.3">
                  <p:embed/>
                </p:oleObj>
              </mc:Choice>
              <mc:Fallback>
                <p:oleObj name="Equation" r:id="rId3" imgW="3517900" imgH="203200" progId="Equation.3">
                  <p:embed/>
                  <p:pic>
                    <p:nvPicPr>
                      <p:cNvPr id="0" name="Object 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575" y="977900"/>
                        <a:ext cx="7675563" cy="442913"/>
                      </a:xfrm>
                      <a:prstGeom prst="rect">
                        <a:avLst/>
                      </a:prstGeom>
                      <a:noFill/>
                      <a:ln>
                        <a:noFill/>
                      </a:ln>
                      <a:effectLst/>
                    </p:spPr>
                  </p:pic>
                </p:oleObj>
              </mc:Fallback>
            </mc:AlternateContent>
          </a:graphicData>
        </a:graphic>
      </p:graphicFrame>
      <p:graphicFrame>
        <p:nvGraphicFramePr>
          <p:cNvPr id="42057" name="Object 73"/>
          <p:cNvGraphicFramePr>
            <a:graphicFrameLocks noChangeAspect="1"/>
          </p:cNvGraphicFramePr>
          <p:nvPr/>
        </p:nvGraphicFramePr>
        <p:xfrm>
          <a:off x="7239000" y="1879600"/>
          <a:ext cx="327025" cy="357188"/>
        </p:xfrm>
        <a:graphic>
          <a:graphicData uri="http://schemas.openxmlformats.org/presentationml/2006/ole">
            <mc:AlternateContent xmlns:mc="http://schemas.openxmlformats.org/markup-compatibility/2006">
              <mc:Choice xmlns:v="urn:schemas-microsoft-com:vml" Requires="v">
                <p:oleObj spid="_x0000_s42141" name="Equation" r:id="rId5" imgW="139700" imgH="152400" progId="Equation.3">
                  <p:embed/>
                </p:oleObj>
              </mc:Choice>
              <mc:Fallback>
                <p:oleObj name="Equation" r:id="rId5" imgW="139700" imgH="152400" progId="Equation.3">
                  <p:embed/>
                  <p:pic>
                    <p:nvPicPr>
                      <p:cNvPr id="0" name="Object 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1879600"/>
                        <a:ext cx="327025" cy="357188"/>
                      </a:xfrm>
                      <a:prstGeom prst="rect">
                        <a:avLst/>
                      </a:prstGeom>
                      <a:noFill/>
                      <a:ln>
                        <a:noFill/>
                      </a:ln>
                      <a:effectLst/>
                    </p:spPr>
                  </p:pic>
                </p:oleObj>
              </mc:Fallback>
            </mc:AlternateContent>
          </a:graphicData>
        </a:graphic>
      </p:graphicFrame>
      <p:graphicFrame>
        <p:nvGraphicFramePr>
          <p:cNvPr id="42058" name="Object 74"/>
          <p:cNvGraphicFramePr>
            <a:graphicFrameLocks noGrp="1" noChangeAspect="1"/>
          </p:cNvGraphicFramePr>
          <p:nvPr>
            <p:ph sz="quarter" idx="3"/>
          </p:nvPr>
        </p:nvGraphicFramePr>
        <p:xfrm>
          <a:off x="1863725" y="2379663"/>
          <a:ext cx="298450" cy="366712"/>
        </p:xfrm>
        <a:graphic>
          <a:graphicData uri="http://schemas.openxmlformats.org/presentationml/2006/ole">
            <mc:AlternateContent xmlns:mc="http://schemas.openxmlformats.org/markup-compatibility/2006">
              <mc:Choice xmlns:v="urn:schemas-microsoft-com:vml" Requires="v">
                <p:oleObj spid="_x0000_s42142" name="Equation" r:id="rId6" imgW="139700" imgH="152400" progId="Equation.3">
                  <p:embed/>
                </p:oleObj>
              </mc:Choice>
              <mc:Fallback>
                <p:oleObj name="Equation" r:id="rId6" imgW="139700" imgH="152400" progId="Equation.3">
                  <p:embed/>
                  <p:pic>
                    <p:nvPicPr>
                      <p:cNvPr id="0" name="Object 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3725" y="2379663"/>
                        <a:ext cx="298450" cy="366712"/>
                      </a:xfrm>
                      <a:prstGeom prst="rect">
                        <a:avLst/>
                      </a:prstGeom>
                      <a:noFill/>
                      <a:ln>
                        <a:noFill/>
                      </a:ln>
                      <a:effec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p:cNvSpPr>
            <a:spLocks noGrp="1" noChangeArrowheads="1"/>
          </p:cNvSpPr>
          <p:nvPr>
            <p:ph type="title"/>
          </p:nvPr>
        </p:nvSpPr>
        <p:spPr>
          <a:xfrm>
            <a:off x="457200" y="228600"/>
            <a:ext cx="7772400" cy="457200"/>
          </a:xfrm>
          <a:noFill/>
        </p:spPr>
        <p:txBody>
          <a:bodyPr/>
          <a:lstStyle/>
          <a:p>
            <a:pPr eaLnBrk="1" hangingPunct="1"/>
            <a:r>
              <a:rPr lang="zh-CN" altLang="en-US">
                <a:solidFill>
                  <a:srgbClr val="000000"/>
                </a:solidFill>
                <a:latin typeface="Arial" panose="020B0604020202020204" pitchFamily="34" charset="0"/>
                <a:ea typeface="楷体_GB2312" charset="0"/>
                <a:cs typeface="楷体_GB2312" charset="0"/>
              </a:rPr>
              <a:t>敏感性分析例题</a:t>
            </a:r>
            <a:endParaRPr lang="zh-CN" altLang="en-US">
              <a:solidFill>
                <a:srgbClr val="000000"/>
              </a:solidFill>
              <a:latin typeface="Arial" panose="020B0604020202020204" pitchFamily="34" charset="0"/>
              <a:ea typeface="楷体_GB2312" charset="0"/>
              <a:cs typeface="楷体_GB2312" charset="0"/>
            </a:endParaRPr>
          </a:p>
        </p:txBody>
      </p:sp>
      <p:sp>
        <p:nvSpPr>
          <p:cNvPr id="44035" name="Rectangle 5"/>
          <p:cNvSpPr>
            <a:spLocks noChangeArrowheads="1"/>
          </p:cNvSpPr>
          <p:nvPr/>
        </p:nvSpPr>
        <p:spPr bwMode="auto">
          <a:xfrm>
            <a:off x="395288" y="908050"/>
            <a:ext cx="8497887" cy="2041525"/>
          </a:xfrm>
          <a:prstGeom prst="rect">
            <a:avLst/>
          </a:prstGeom>
          <a:noFill/>
          <a:ln>
            <a:noFill/>
          </a:ln>
        </p:spPr>
        <p:txBody>
          <a:bodyPr anchor="ctr">
            <a:spAutoFit/>
          </a:bodyPr>
          <a:lstStyle/>
          <a:p>
            <a:pPr eaLnBrk="1" hangingPunct="1"/>
            <a:r>
              <a:rPr kumimoji="1" lang="zh-CN" altLang="en-US" sz="3200" b="0">
                <a:solidFill>
                  <a:srgbClr val="000000"/>
                </a:solidFill>
                <a:latin typeface="黑体" panose="02010609060101010101" charset="-122"/>
                <a:ea typeface="黑体" panose="02010609060101010101" charset="-122"/>
                <a:cs typeface="黑体" panose="02010609060101010101" charset="-122"/>
              </a:rPr>
              <a:t>设某项目基本方案的基本数据估算值如下表所示，试就年销售收入</a:t>
            </a:r>
            <a:r>
              <a:rPr kumimoji="1" lang="en-US" altLang="zh-CN" sz="3200" b="0">
                <a:solidFill>
                  <a:srgbClr val="000000"/>
                </a:solidFill>
                <a:latin typeface="黑体" panose="02010609060101010101" charset="-122"/>
                <a:ea typeface="黑体" panose="02010609060101010101" charset="-122"/>
                <a:cs typeface="黑体" panose="02010609060101010101" charset="-122"/>
              </a:rPr>
              <a:t>B</a:t>
            </a:r>
            <a:r>
              <a:rPr kumimoji="1" lang="zh-CN" altLang="en-US" sz="3200" b="0">
                <a:solidFill>
                  <a:srgbClr val="000000"/>
                </a:solidFill>
                <a:latin typeface="黑体" panose="02010609060101010101" charset="-122"/>
                <a:ea typeface="黑体" panose="02010609060101010101" charset="-122"/>
                <a:cs typeface="黑体" panose="02010609060101010101" charset="-122"/>
              </a:rPr>
              <a:t>、年经营成本</a:t>
            </a:r>
            <a:r>
              <a:rPr kumimoji="1" lang="en-US" altLang="zh-CN" sz="3200" b="0">
                <a:solidFill>
                  <a:srgbClr val="000000"/>
                </a:solidFill>
                <a:latin typeface="黑体" panose="02010609060101010101" charset="-122"/>
                <a:ea typeface="黑体" panose="02010609060101010101" charset="-122"/>
                <a:cs typeface="黑体" panose="02010609060101010101" charset="-122"/>
              </a:rPr>
              <a:t>C</a:t>
            </a:r>
            <a:r>
              <a:rPr kumimoji="1" lang="zh-CN" altLang="en-US" sz="3200" b="0">
                <a:solidFill>
                  <a:srgbClr val="000000"/>
                </a:solidFill>
                <a:latin typeface="黑体" panose="02010609060101010101" charset="-122"/>
                <a:ea typeface="黑体" panose="02010609060101010101" charset="-122"/>
                <a:cs typeface="黑体" panose="02010609060101010101" charset="-122"/>
              </a:rPr>
              <a:t>和建设投资</a:t>
            </a:r>
            <a:r>
              <a:rPr kumimoji="1" lang="en-US" altLang="zh-CN" sz="3200" b="0">
                <a:solidFill>
                  <a:srgbClr val="000000"/>
                </a:solidFill>
                <a:latin typeface="黑体" panose="02010609060101010101" charset="-122"/>
                <a:ea typeface="黑体" panose="02010609060101010101" charset="-122"/>
                <a:cs typeface="黑体" panose="02010609060101010101" charset="-122"/>
              </a:rPr>
              <a:t>I</a:t>
            </a:r>
            <a:r>
              <a:rPr kumimoji="1" lang="zh-CN" altLang="en-US" sz="3200" b="0">
                <a:solidFill>
                  <a:srgbClr val="000000"/>
                </a:solidFill>
                <a:latin typeface="黑体" panose="02010609060101010101" charset="-122"/>
                <a:ea typeface="黑体" panose="02010609060101010101" charset="-122"/>
                <a:cs typeface="黑体" panose="02010609060101010101" charset="-122"/>
              </a:rPr>
              <a:t>对内部收益率进行单因素敏感性分析（基准收益率</a:t>
            </a:r>
            <a:r>
              <a:rPr kumimoji="1" lang="en-US" altLang="zh-CN" sz="3200" b="0">
                <a:solidFill>
                  <a:srgbClr val="000000"/>
                </a:solidFill>
                <a:latin typeface="黑体" panose="02010609060101010101" charset="-122"/>
                <a:ea typeface="黑体" panose="02010609060101010101" charset="-122"/>
                <a:cs typeface="黑体" panose="02010609060101010101" charset="-122"/>
              </a:rPr>
              <a:t>ic=8%</a:t>
            </a:r>
            <a:r>
              <a:rPr kumimoji="1" lang="zh-CN" altLang="en-US" sz="3200" b="0">
                <a:solidFill>
                  <a:srgbClr val="000000"/>
                </a:solidFill>
                <a:latin typeface="黑体" panose="02010609060101010101" charset="-122"/>
                <a:ea typeface="黑体" panose="02010609060101010101" charset="-122"/>
                <a:cs typeface="黑体" panose="02010609060101010101" charset="-122"/>
              </a:rPr>
              <a:t>）。</a:t>
            </a:r>
            <a:r>
              <a:rPr kumimoji="1" lang="zh-CN" altLang="en-US" sz="3200">
                <a:solidFill>
                  <a:srgbClr val="000000"/>
                </a:solidFill>
                <a:latin typeface="黑体" panose="02010609060101010101" charset="-122"/>
                <a:ea typeface="黑体" panose="02010609060101010101" charset="-122"/>
                <a:cs typeface="黑体" panose="02010609060101010101" charset="-122"/>
              </a:rPr>
              <a:t> </a:t>
            </a:r>
            <a:endParaRPr kumimoji="1" lang="zh-CN" altLang="en-US" sz="3200">
              <a:solidFill>
                <a:srgbClr val="000000"/>
              </a:solidFill>
              <a:latin typeface="黑体" panose="02010609060101010101" charset="-122"/>
              <a:ea typeface="黑体" panose="02010609060101010101" charset="-122"/>
              <a:cs typeface="黑体" panose="02010609060101010101" charset="-122"/>
            </a:endParaRPr>
          </a:p>
        </p:txBody>
      </p:sp>
      <p:sp>
        <p:nvSpPr>
          <p:cNvPr id="44036" name="Rectangle 6"/>
          <p:cNvSpPr>
            <a:spLocks noChangeArrowheads="1"/>
          </p:cNvSpPr>
          <p:nvPr/>
        </p:nvSpPr>
        <p:spPr bwMode="auto">
          <a:xfrm>
            <a:off x="1979613" y="3860800"/>
            <a:ext cx="5676900" cy="457200"/>
          </a:xfrm>
          <a:prstGeom prst="rect">
            <a:avLst/>
          </a:prstGeom>
          <a:noFill/>
          <a:ln>
            <a:noFill/>
          </a:ln>
        </p:spPr>
        <p:txBody>
          <a:bodyPr wrap="none" anchor="ctr">
            <a:spAutoFit/>
          </a:bodyPr>
          <a:lstStyle/>
          <a:p>
            <a:pPr eaLnBrk="1" hangingPunct="1"/>
            <a:r>
              <a:rPr kumimoji="1" lang="zh-CN" altLang="en-US" sz="2400" b="0">
                <a:solidFill>
                  <a:srgbClr val="000000"/>
                </a:solidFill>
                <a:latin typeface="宋体" panose="02010600030101010101" pitchFamily="2" charset="-122"/>
                <a:ea typeface="宋体" panose="02010600030101010101" pitchFamily="2" charset="-122"/>
                <a:cs typeface="Arial" panose="020B0604020202020204" pitchFamily="34" charset="0"/>
              </a:rPr>
              <a:t>基本方案的基本数据估算表 </a:t>
            </a:r>
            <a:r>
              <a:rPr kumimoji="1" lang="zh-CN" altLang="en-US" sz="2400">
                <a:solidFill>
                  <a:srgbClr val="000000"/>
                </a:solidFill>
                <a:ea typeface="黑体" panose="02010609060101010101" charset="-122"/>
                <a:cs typeface="Arial" panose="020B0604020202020204" pitchFamily="34" charset="0"/>
              </a:rPr>
              <a:t>                    </a:t>
            </a:r>
            <a:endParaRPr kumimoji="1" lang="zh-CN" altLang="en-US" sz="2400" b="0">
              <a:solidFill>
                <a:srgbClr val="000000"/>
              </a:solidFill>
              <a:latin typeface="Times New Roman" panose="02020603050405020304" pitchFamily="18" charset="0"/>
              <a:ea typeface="宋体" panose="02010600030101010101" pitchFamily="2" charset="-122"/>
              <a:cs typeface="宋体" panose="02010600030101010101" pitchFamily="2" charset="-122"/>
            </a:endParaRPr>
          </a:p>
        </p:txBody>
      </p:sp>
      <p:graphicFrame>
        <p:nvGraphicFramePr>
          <p:cNvPr id="915463" name="Group 7"/>
          <p:cNvGraphicFramePr>
            <a:graphicFrameLocks noGrp="1"/>
          </p:cNvGraphicFramePr>
          <p:nvPr/>
        </p:nvGraphicFramePr>
        <p:xfrm>
          <a:off x="0" y="4581525"/>
          <a:ext cx="8820150" cy="1646256"/>
        </p:xfrm>
        <a:graphic>
          <a:graphicData uri="http://schemas.openxmlformats.org/drawingml/2006/table">
            <a:tbl>
              <a:tblPr/>
              <a:tblGrid>
                <a:gridCol w="1470025"/>
                <a:gridCol w="1470025"/>
                <a:gridCol w="1470025"/>
                <a:gridCol w="1470025"/>
                <a:gridCol w="1470025"/>
                <a:gridCol w="1470025"/>
              </a:tblGrid>
              <a:tr h="1189038">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因素</a:t>
                      </a:r>
                      <a:endParaRPr kumimoji="0" lang="zh-CN" altLang="en-US"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建设投资</a:t>
                      </a:r>
                      <a:endParaRPr kumimoji="0" lang="zh-CN" altLang="en-US" sz="2400" b="1" i="0" u="none" strike="noStrike" cap="none" normalizeH="0" baseline="0">
                        <a:ln>
                          <a:noFill/>
                        </a:ln>
                        <a:solidFill>
                          <a:srgbClr val="000000"/>
                        </a:solidFill>
                        <a:effectLst/>
                        <a:latin typeface="黑体" panose="02010609060101010101" charset="-122"/>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1"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I</a:t>
                      </a:r>
                      <a:r>
                        <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a:t>
                      </a:r>
                      <a:r>
                        <a:rPr kumimoji="0" lang="zh-CN" altLang="en-US"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万元</a:t>
                      </a:r>
                      <a:r>
                        <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a:t>
                      </a:r>
                      <a:endPar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年销售收入</a:t>
                      </a:r>
                      <a:endParaRPr kumimoji="0" lang="zh-CN" altLang="en-US" sz="2400" b="1" i="0" u="none" strike="noStrike" cap="none" normalizeH="0" baseline="0">
                        <a:ln>
                          <a:noFill/>
                        </a:ln>
                        <a:solidFill>
                          <a:srgbClr val="000000"/>
                        </a:solidFill>
                        <a:effectLst/>
                        <a:latin typeface="黑体" panose="02010609060101010101" charset="-122"/>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1"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B</a:t>
                      </a:r>
                      <a:r>
                        <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a:t>
                      </a:r>
                      <a:r>
                        <a:rPr kumimoji="0" lang="zh-CN" altLang="en-US"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万元</a:t>
                      </a:r>
                      <a:r>
                        <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a:t>
                      </a:r>
                      <a:endPar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年经营成本</a:t>
                      </a:r>
                      <a:endParaRPr kumimoji="0" lang="zh-CN" altLang="en-US" sz="2400" b="1" i="0" u="none" strike="noStrike" cap="none" normalizeH="0" baseline="0">
                        <a:ln>
                          <a:noFill/>
                        </a:ln>
                        <a:solidFill>
                          <a:srgbClr val="000000"/>
                        </a:solidFill>
                        <a:effectLst/>
                        <a:latin typeface="黑体" panose="02010609060101010101" charset="-122"/>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1"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C</a:t>
                      </a:r>
                      <a:r>
                        <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a:t>
                      </a:r>
                      <a:r>
                        <a:rPr kumimoji="0" lang="zh-CN" altLang="en-US"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万元</a:t>
                      </a:r>
                      <a:r>
                        <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a:t>
                      </a:r>
                      <a:endPar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期末残值</a:t>
                      </a:r>
                      <a:endParaRPr kumimoji="0" lang="zh-CN" altLang="en-US" sz="2400" b="1" i="0" u="none" strike="noStrike" cap="none" normalizeH="0" baseline="0">
                        <a:ln>
                          <a:noFill/>
                        </a:ln>
                        <a:solidFill>
                          <a:srgbClr val="000000"/>
                        </a:solidFill>
                        <a:effectLst/>
                        <a:latin typeface="黑体" panose="02010609060101010101" charset="-122"/>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1"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L</a:t>
                      </a:r>
                      <a:r>
                        <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a:t>
                      </a:r>
                      <a:r>
                        <a:rPr kumimoji="0" lang="zh-CN" altLang="en-US"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万元</a:t>
                      </a:r>
                      <a:r>
                        <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a:t>
                      </a:r>
                      <a:endPar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寿命</a:t>
                      </a:r>
                      <a:endParaRPr kumimoji="0" lang="zh-CN" altLang="en-US" sz="2400" b="1" i="0" u="none" strike="noStrike" cap="none" normalizeH="0" baseline="0">
                        <a:ln>
                          <a:noFill/>
                        </a:ln>
                        <a:solidFill>
                          <a:srgbClr val="000000"/>
                        </a:solidFill>
                        <a:effectLst/>
                        <a:latin typeface="黑体" panose="02010609060101010101" charset="-122"/>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1"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n</a:t>
                      </a:r>
                      <a:r>
                        <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a:t>
                      </a:r>
                      <a:r>
                        <a:rPr kumimoji="0" lang="zh-CN" altLang="en-US"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年</a:t>
                      </a:r>
                      <a:r>
                        <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a:t>
                      </a:r>
                      <a:endPar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T="45729" marB="45729"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72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估算值</a:t>
                      </a:r>
                      <a:endParaRPr kumimoji="0" lang="zh-CN" altLang="en-US"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T="45729" marB="45729"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1500</a:t>
                      </a:r>
                      <a:endPar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600</a:t>
                      </a:r>
                      <a:endPar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250</a:t>
                      </a:r>
                      <a:endPar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200</a:t>
                      </a:r>
                      <a:endPar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6</a:t>
                      </a:r>
                      <a:endParaRPr kumimoji="0" lang="en-US" altLang="zh-CN" sz="24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T="45729" marB="45729"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
          <p:cNvSpPr>
            <a:spLocks noGrp="1" noChangeArrowheads="1"/>
          </p:cNvSpPr>
          <p:nvPr>
            <p:ph type="title"/>
          </p:nvPr>
        </p:nvSpPr>
        <p:spPr>
          <a:xfrm>
            <a:off x="457200" y="228600"/>
            <a:ext cx="7772400" cy="457200"/>
          </a:xfrm>
          <a:noFill/>
        </p:spPr>
        <p:txBody>
          <a:bodyPr/>
          <a:lstStyle/>
          <a:p>
            <a:pPr eaLnBrk="1" hangingPunct="1"/>
            <a:r>
              <a:rPr lang="zh-CN" altLang="en-US">
                <a:solidFill>
                  <a:srgbClr val="000000"/>
                </a:solidFill>
                <a:latin typeface="Arial" panose="020B0604020202020204" pitchFamily="34" charset="0"/>
                <a:ea typeface="楷体_GB2312" charset="0"/>
                <a:cs typeface="楷体_GB2312" charset="0"/>
              </a:rPr>
              <a:t>敏感性分析例题</a:t>
            </a:r>
            <a:endParaRPr lang="zh-CN" altLang="en-US">
              <a:solidFill>
                <a:srgbClr val="000000"/>
              </a:solidFill>
              <a:latin typeface="Arial" panose="020B0604020202020204" pitchFamily="34" charset="0"/>
              <a:ea typeface="楷体_GB2312" charset="0"/>
              <a:cs typeface="楷体_GB2312" charset="0"/>
            </a:endParaRPr>
          </a:p>
        </p:txBody>
      </p:sp>
      <p:graphicFrame>
        <p:nvGraphicFramePr>
          <p:cNvPr id="45059" name="Object 5"/>
          <p:cNvGraphicFramePr>
            <a:graphicFrameLocks noChangeAspect="1"/>
          </p:cNvGraphicFramePr>
          <p:nvPr/>
        </p:nvGraphicFramePr>
        <p:xfrm>
          <a:off x="395288" y="1557338"/>
          <a:ext cx="8353425" cy="1811337"/>
        </p:xfrm>
        <a:graphic>
          <a:graphicData uri="http://schemas.openxmlformats.org/presentationml/2006/ole">
            <mc:AlternateContent xmlns:mc="http://schemas.openxmlformats.org/markup-compatibility/2006">
              <mc:Choice xmlns:v="urn:schemas-microsoft-com:vml" Requires="v">
                <p:oleObj spid="_x0000_s45103" name="公式" r:id="rId1" imgW="4089400" imgH="889000" progId="Equation.3">
                  <p:embed/>
                </p:oleObj>
              </mc:Choice>
              <mc:Fallback>
                <p:oleObj name="公式" r:id="rId1" imgW="4089400" imgH="8890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557338"/>
                        <a:ext cx="8353425" cy="1811337"/>
                      </a:xfrm>
                      <a:prstGeom prst="rect">
                        <a:avLst/>
                      </a:prstGeom>
                      <a:noFill/>
                      <a:ln>
                        <a:noFill/>
                      </a:ln>
                    </p:spPr>
                  </p:pic>
                </p:oleObj>
              </mc:Fallback>
            </mc:AlternateContent>
          </a:graphicData>
        </a:graphic>
      </p:graphicFrame>
      <p:graphicFrame>
        <p:nvGraphicFramePr>
          <p:cNvPr id="45060" name="Object 6"/>
          <p:cNvGraphicFramePr>
            <a:graphicFrameLocks noChangeAspect="1"/>
          </p:cNvGraphicFramePr>
          <p:nvPr/>
        </p:nvGraphicFramePr>
        <p:xfrm>
          <a:off x="1619250" y="5880100"/>
          <a:ext cx="6624638" cy="977900"/>
        </p:xfrm>
        <a:graphic>
          <a:graphicData uri="http://schemas.openxmlformats.org/presentationml/2006/ole">
            <mc:AlternateContent xmlns:mc="http://schemas.openxmlformats.org/markup-compatibility/2006">
              <mc:Choice xmlns:v="urn:schemas-microsoft-com:vml" Requires="v">
                <p:oleObj spid="_x0000_s45104" name="公式" r:id="rId3" imgW="2717800" imgH="393700" progId="Equation.3">
                  <p:embed/>
                </p:oleObj>
              </mc:Choice>
              <mc:Fallback>
                <p:oleObj name="公式" r:id="rId3" imgW="2717800" imgH="3937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5880100"/>
                        <a:ext cx="6624638" cy="977900"/>
                      </a:xfrm>
                      <a:prstGeom prst="rect">
                        <a:avLst/>
                      </a:prstGeom>
                      <a:noFill/>
                      <a:ln>
                        <a:noFill/>
                      </a:ln>
                    </p:spPr>
                  </p:pic>
                </p:oleObj>
              </mc:Fallback>
            </mc:AlternateContent>
          </a:graphicData>
        </a:graphic>
      </p:graphicFrame>
      <p:sp>
        <p:nvSpPr>
          <p:cNvPr id="45061" name="Rectangle 7"/>
          <p:cNvSpPr>
            <a:spLocks noChangeArrowheads="1"/>
          </p:cNvSpPr>
          <p:nvPr/>
        </p:nvSpPr>
        <p:spPr bwMode="auto">
          <a:xfrm>
            <a:off x="468313" y="877888"/>
            <a:ext cx="5973762" cy="519112"/>
          </a:xfrm>
          <a:prstGeom prst="rect">
            <a:avLst/>
          </a:prstGeom>
          <a:noFill/>
          <a:ln>
            <a:noFill/>
          </a:ln>
        </p:spPr>
        <p:txBody>
          <a:bodyPr wrap="none" anchor="ctr">
            <a:spAutoFit/>
          </a:bodyPr>
          <a:lstStyle/>
          <a:p>
            <a:pPr eaLnBrk="1" hangingPunct="1"/>
            <a:r>
              <a:rPr kumimoji="1" lang="zh-CN" altLang="en-US" sz="2800" b="0">
                <a:solidFill>
                  <a:srgbClr val="000000"/>
                </a:solidFill>
                <a:ea typeface="宋体" panose="02010600030101010101" pitchFamily="2" charset="-122"/>
                <a:cs typeface="Arial" panose="020B0604020202020204" pitchFamily="34" charset="0"/>
              </a:rPr>
              <a:t>（</a:t>
            </a:r>
            <a:r>
              <a:rPr kumimoji="1" lang="en-US" altLang="zh-CN" sz="2800" b="0">
                <a:solidFill>
                  <a:srgbClr val="000000"/>
                </a:solidFill>
                <a:ea typeface="宋体" panose="02010600030101010101" pitchFamily="2" charset="-122"/>
                <a:cs typeface="Arial" panose="020B0604020202020204" pitchFamily="34" charset="0"/>
              </a:rPr>
              <a:t>1</a:t>
            </a:r>
            <a:r>
              <a:rPr kumimoji="1" lang="zh-CN" altLang="en-US" sz="2800" b="0">
                <a:solidFill>
                  <a:srgbClr val="000000"/>
                </a:solidFill>
                <a:ea typeface="宋体" panose="02010600030101010101" pitchFamily="2" charset="-122"/>
                <a:cs typeface="Arial" panose="020B0604020202020204" pitchFamily="34" charset="0"/>
              </a:rPr>
              <a:t>）计算基本方案的内部益率</a:t>
            </a:r>
            <a:r>
              <a:rPr kumimoji="1" lang="en-US" altLang="zh-CN" sz="2800" b="0">
                <a:solidFill>
                  <a:srgbClr val="000000"/>
                </a:solidFill>
                <a:ea typeface="宋体" panose="02010600030101010101" pitchFamily="2" charset="-122"/>
                <a:cs typeface="Arial" panose="020B0604020202020204" pitchFamily="34" charset="0"/>
              </a:rPr>
              <a:t>IRR</a:t>
            </a:r>
            <a:r>
              <a:rPr kumimoji="1" lang="zh-CN" altLang="en-US" sz="2800" b="0">
                <a:solidFill>
                  <a:srgbClr val="000000"/>
                </a:solidFill>
                <a:ea typeface="宋体" panose="02010600030101010101" pitchFamily="2" charset="-122"/>
                <a:cs typeface="Arial" panose="020B0604020202020204" pitchFamily="34" charset="0"/>
              </a:rPr>
              <a:t>：</a:t>
            </a:r>
            <a:endParaRPr kumimoji="1" lang="zh-CN" altLang="en-US" sz="2800" b="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
        <p:nvSpPr>
          <p:cNvPr id="45062" name="Rectangle 8"/>
          <p:cNvSpPr>
            <a:spLocks noChangeArrowheads="1"/>
          </p:cNvSpPr>
          <p:nvPr/>
        </p:nvSpPr>
        <p:spPr bwMode="auto">
          <a:xfrm>
            <a:off x="468313" y="3375025"/>
            <a:ext cx="6408737" cy="2143125"/>
          </a:xfrm>
          <a:prstGeom prst="rect">
            <a:avLst/>
          </a:prstGeom>
          <a:noFill/>
          <a:ln>
            <a:noFill/>
          </a:ln>
        </p:spPr>
        <p:txBody>
          <a:bodyPr anchor="ctr">
            <a:spAutoFit/>
          </a:bodyPr>
          <a:lstStyle/>
          <a:p>
            <a:pPr eaLnBrk="1" hangingPunct="1">
              <a:lnSpc>
                <a:spcPct val="120000"/>
              </a:lnSpc>
            </a:pPr>
            <a:r>
              <a:rPr kumimoji="1" lang="zh-CN" altLang="en-US" sz="2800" b="0">
                <a:solidFill>
                  <a:srgbClr val="000000"/>
                </a:solidFill>
                <a:ea typeface="宋体" panose="02010600030101010101" pitchFamily="2" charset="-122"/>
                <a:cs typeface="Arial" panose="020B0604020202020204" pitchFamily="34" charset="0"/>
              </a:rPr>
              <a:t>采用试算法得</a:t>
            </a:r>
            <a:r>
              <a:rPr kumimoji="1" lang="en-US" altLang="zh-CN" sz="2800" b="0">
                <a:solidFill>
                  <a:srgbClr val="000000"/>
                </a:solidFill>
                <a:ea typeface="宋体" panose="02010600030101010101" pitchFamily="2" charset="-122"/>
                <a:cs typeface="Arial" panose="020B0604020202020204" pitchFamily="34" charset="0"/>
              </a:rPr>
              <a:t>:     </a:t>
            </a:r>
            <a:endParaRPr kumimoji="1" lang="en-US" altLang="zh-CN" sz="2800" b="0">
              <a:solidFill>
                <a:srgbClr val="000000"/>
              </a:solidFill>
              <a:latin typeface="黑体" panose="02010609060101010101" charset="-122"/>
              <a:ea typeface="黑体" panose="02010609060101010101" charset="-122"/>
              <a:cs typeface="Arial" panose="020B0604020202020204" pitchFamily="34" charset="0"/>
            </a:endParaRPr>
          </a:p>
          <a:p>
            <a:pPr>
              <a:lnSpc>
                <a:spcPct val="120000"/>
              </a:lnSpc>
            </a:pPr>
            <a:r>
              <a:rPr kumimoji="1" lang="en-US" altLang="zh-CN" sz="2800" b="0">
                <a:solidFill>
                  <a:srgbClr val="000000"/>
                </a:solidFill>
                <a:ea typeface="宋体" panose="02010600030101010101" pitchFamily="2" charset="-122"/>
                <a:cs typeface="Arial" panose="020B0604020202020204" pitchFamily="34" charset="0"/>
              </a:rPr>
              <a:t>    </a:t>
            </a:r>
            <a:r>
              <a:rPr kumimoji="1" lang="en-US" altLang="zh-CN" sz="2800" b="0" i="1">
                <a:solidFill>
                  <a:srgbClr val="000000"/>
                </a:solidFill>
                <a:ea typeface="宋体" panose="02010600030101010101" pitchFamily="2" charset="-122"/>
                <a:cs typeface="Arial" panose="020B0604020202020204" pitchFamily="34" charset="0"/>
              </a:rPr>
              <a:t>NPV</a:t>
            </a:r>
            <a:r>
              <a:rPr kumimoji="1" lang="en-US" altLang="zh-CN" sz="2800" b="0">
                <a:solidFill>
                  <a:srgbClr val="000000"/>
                </a:solidFill>
                <a:ea typeface="宋体" panose="02010600030101010101" pitchFamily="2" charset="-122"/>
                <a:cs typeface="Arial" panose="020B0604020202020204" pitchFamily="34" charset="0"/>
              </a:rPr>
              <a:t>(i=8%)=31.08</a:t>
            </a:r>
            <a:r>
              <a:rPr kumimoji="1" lang="zh-CN" altLang="en-US" sz="2800" b="0">
                <a:solidFill>
                  <a:srgbClr val="000000"/>
                </a:solidFill>
                <a:ea typeface="宋体" panose="02010600030101010101" pitchFamily="2" charset="-122"/>
                <a:cs typeface="Arial" panose="020B0604020202020204" pitchFamily="34" charset="0"/>
              </a:rPr>
              <a:t>（万元）</a:t>
            </a:r>
            <a:r>
              <a:rPr kumimoji="1" lang="zh-CN" altLang="en-US" sz="2800" b="0">
                <a:solidFill>
                  <a:srgbClr val="000000"/>
                </a:solidFill>
                <a:ea typeface="宋体" panose="02010600030101010101" pitchFamily="2" charset="-122"/>
                <a:cs typeface="Arial" panose="020B0604020202020204" pitchFamily="34" charset="0"/>
                <a:sym typeface="Symbol" panose="05050102010706020507" charset="0"/>
              </a:rPr>
              <a:t></a:t>
            </a:r>
            <a:r>
              <a:rPr kumimoji="1" lang="en-US" altLang="zh-CN" sz="2800" b="0">
                <a:solidFill>
                  <a:srgbClr val="000000"/>
                </a:solidFill>
                <a:ea typeface="宋体" panose="02010600030101010101" pitchFamily="2" charset="-122"/>
                <a:cs typeface="Arial" panose="020B0604020202020204" pitchFamily="34" charset="0"/>
              </a:rPr>
              <a:t>0</a:t>
            </a:r>
            <a:r>
              <a:rPr kumimoji="1" lang="zh-CN" altLang="en-US" sz="2800" b="0">
                <a:solidFill>
                  <a:srgbClr val="000000"/>
                </a:solidFill>
                <a:ea typeface="宋体" panose="02010600030101010101" pitchFamily="2" charset="-122"/>
                <a:cs typeface="Arial" panose="020B0604020202020204" pitchFamily="34" charset="0"/>
                <a:sym typeface="Symbol" panose="05050102010706020507" charset="0"/>
              </a:rPr>
              <a:t>，</a:t>
            </a:r>
            <a:endParaRPr kumimoji="1" lang="zh-CN" altLang="en-US" sz="2800" b="0">
              <a:solidFill>
                <a:srgbClr val="000000"/>
              </a:solidFill>
              <a:latin typeface="黑体" panose="02010609060101010101" charset="-122"/>
              <a:ea typeface="黑体" panose="02010609060101010101" charset="-122"/>
              <a:cs typeface="黑体" panose="02010609060101010101" charset="-122"/>
              <a:sym typeface="Symbol" panose="05050102010706020507" charset="0"/>
            </a:endParaRPr>
          </a:p>
          <a:p>
            <a:pPr>
              <a:lnSpc>
                <a:spcPct val="120000"/>
              </a:lnSpc>
            </a:pPr>
            <a:r>
              <a:rPr kumimoji="1" lang="zh-CN" altLang="en-US" sz="2800" b="0">
                <a:solidFill>
                  <a:srgbClr val="000000"/>
                </a:solidFill>
                <a:ea typeface="宋体" panose="02010600030101010101" pitchFamily="2" charset="-122"/>
                <a:cs typeface="宋体" panose="02010600030101010101" pitchFamily="2" charset="-122"/>
                <a:sym typeface="Symbol" panose="05050102010706020507" charset="0"/>
              </a:rPr>
              <a:t>    </a:t>
            </a:r>
            <a:r>
              <a:rPr kumimoji="1" lang="en-US" altLang="zh-CN" sz="2800" b="0" i="1">
                <a:solidFill>
                  <a:srgbClr val="000000"/>
                </a:solidFill>
                <a:ea typeface="宋体" panose="02010600030101010101" pitchFamily="2" charset="-122"/>
                <a:cs typeface="宋体" panose="02010600030101010101" pitchFamily="2" charset="-122"/>
                <a:sym typeface="Symbol" panose="05050102010706020507" charset="0"/>
              </a:rPr>
              <a:t>NPV</a:t>
            </a:r>
            <a:r>
              <a:rPr kumimoji="1" lang="en-US" altLang="zh-CN" sz="2800" b="0">
                <a:solidFill>
                  <a:srgbClr val="000000"/>
                </a:solidFill>
                <a:ea typeface="宋体" panose="02010600030101010101" pitchFamily="2" charset="-122"/>
                <a:cs typeface="宋体" panose="02010600030101010101" pitchFamily="2" charset="-122"/>
                <a:sym typeface="Symbol" panose="05050102010706020507" charset="0"/>
              </a:rPr>
              <a:t>(i=9%)=</a:t>
            </a:r>
            <a:r>
              <a:rPr kumimoji="1" lang="zh-CN" altLang="en-US" sz="2800" b="0">
                <a:solidFill>
                  <a:srgbClr val="000000"/>
                </a:solidFill>
                <a:ea typeface="宋体" panose="02010600030101010101" pitchFamily="2" charset="-122"/>
                <a:cs typeface="宋体" panose="02010600030101010101" pitchFamily="2" charset="-122"/>
                <a:sym typeface="Symbol" panose="05050102010706020507" charset="0"/>
              </a:rPr>
              <a:t>－</a:t>
            </a:r>
            <a:r>
              <a:rPr kumimoji="1" lang="en-US" altLang="zh-CN" sz="2800" b="0">
                <a:solidFill>
                  <a:srgbClr val="000000"/>
                </a:solidFill>
                <a:ea typeface="宋体" panose="02010600030101010101" pitchFamily="2" charset="-122"/>
                <a:cs typeface="宋体" panose="02010600030101010101" pitchFamily="2" charset="-122"/>
                <a:sym typeface="Symbol" panose="05050102010706020507" charset="0"/>
              </a:rPr>
              <a:t>7.92</a:t>
            </a:r>
            <a:r>
              <a:rPr kumimoji="1" lang="zh-CN" altLang="en-US" sz="2800" b="0">
                <a:solidFill>
                  <a:srgbClr val="000000"/>
                </a:solidFill>
                <a:ea typeface="宋体" panose="02010600030101010101" pitchFamily="2" charset="-122"/>
                <a:cs typeface="宋体" panose="02010600030101010101" pitchFamily="2" charset="-122"/>
                <a:sym typeface="Symbol" panose="05050102010706020507" charset="0"/>
              </a:rPr>
              <a:t>（万元）</a:t>
            </a:r>
            <a:r>
              <a:rPr kumimoji="1" lang="en-US" altLang="zh-CN" sz="2800" b="0">
                <a:solidFill>
                  <a:srgbClr val="000000"/>
                </a:solidFill>
                <a:ea typeface="宋体" panose="02010600030101010101" pitchFamily="2" charset="-122"/>
                <a:cs typeface="宋体" panose="02010600030101010101" pitchFamily="2" charset="-122"/>
              </a:rPr>
              <a:t>0</a:t>
            </a:r>
            <a:endParaRPr kumimoji="1" lang="en-US" altLang="zh-CN" sz="2800" b="0">
              <a:solidFill>
                <a:srgbClr val="000000"/>
              </a:solidFill>
              <a:latin typeface="黑体" panose="02010609060101010101" charset="-122"/>
              <a:ea typeface="黑体" panose="02010609060101010101" charset="-122"/>
              <a:cs typeface="黑体" panose="02010609060101010101" charset="-122"/>
              <a:sym typeface="Symbol" panose="05050102010706020507" charset="0"/>
            </a:endParaRPr>
          </a:p>
          <a:p>
            <a:pPr>
              <a:lnSpc>
                <a:spcPct val="120000"/>
              </a:lnSpc>
            </a:pPr>
            <a:r>
              <a:rPr kumimoji="1" lang="zh-CN" altLang="en-US" sz="2800" b="0">
                <a:solidFill>
                  <a:srgbClr val="000000"/>
                </a:solidFill>
                <a:ea typeface="宋体" panose="02010600030101010101" pitchFamily="2" charset="-122"/>
                <a:cs typeface="宋体" panose="02010600030101010101" pitchFamily="2" charset="-122"/>
                <a:sym typeface="Symbol" panose="05050102010706020507" charset="0"/>
              </a:rPr>
              <a:t>采用线性内插法可求得：</a:t>
            </a:r>
            <a:endParaRPr kumimoji="1" lang="zh-CN" altLang="en-US" sz="2800" b="0">
              <a:solidFill>
                <a:srgbClr val="000000"/>
              </a:solidFill>
              <a:ea typeface="宋体" panose="02010600030101010101" pitchFamily="2" charset="-122"/>
              <a:cs typeface="宋体" panose="02010600030101010101" pitchFamily="2" charset="-122"/>
              <a:sym typeface="Symbol" panose="05050102010706020507" charset="0"/>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p:cNvSpPr>
            <a:spLocks noGrp="1" noChangeArrowheads="1"/>
          </p:cNvSpPr>
          <p:nvPr>
            <p:ph type="title"/>
          </p:nvPr>
        </p:nvSpPr>
        <p:spPr>
          <a:xfrm>
            <a:off x="457200" y="228600"/>
            <a:ext cx="7772400" cy="457200"/>
          </a:xfrm>
          <a:noFill/>
        </p:spPr>
        <p:txBody>
          <a:bodyPr/>
          <a:lstStyle/>
          <a:p>
            <a:pPr eaLnBrk="1" hangingPunct="1"/>
            <a:r>
              <a:rPr lang="zh-CN" altLang="en-US">
                <a:solidFill>
                  <a:srgbClr val="000000"/>
                </a:solidFill>
                <a:latin typeface="Arial" panose="020B0604020202020204" pitchFamily="34" charset="0"/>
                <a:ea typeface="楷体_GB2312" charset="0"/>
                <a:cs typeface="楷体_GB2312" charset="0"/>
              </a:rPr>
              <a:t>敏感性分析例题</a:t>
            </a:r>
            <a:endParaRPr lang="zh-CN" altLang="en-US">
              <a:solidFill>
                <a:srgbClr val="000000"/>
              </a:solidFill>
              <a:latin typeface="Arial" panose="020B0604020202020204" pitchFamily="34" charset="0"/>
              <a:ea typeface="楷体_GB2312" charset="0"/>
              <a:cs typeface="楷体_GB2312" charset="0"/>
            </a:endParaRPr>
          </a:p>
        </p:txBody>
      </p:sp>
      <p:sp>
        <p:nvSpPr>
          <p:cNvPr id="46083" name="Rectangle 5"/>
          <p:cNvSpPr>
            <a:spLocks noChangeArrowheads="1"/>
          </p:cNvSpPr>
          <p:nvPr/>
        </p:nvSpPr>
        <p:spPr bwMode="auto">
          <a:xfrm>
            <a:off x="250825" y="836613"/>
            <a:ext cx="8893175" cy="2087562"/>
          </a:xfrm>
          <a:prstGeom prst="rect">
            <a:avLst/>
          </a:prstGeom>
          <a:noFill/>
          <a:ln>
            <a:noFill/>
          </a:ln>
        </p:spPr>
        <p:txBody>
          <a:bodyPr anchor="ctr"/>
          <a:lstStyle/>
          <a:p>
            <a:pPr eaLnBrk="1" hangingPunct="1"/>
            <a:r>
              <a:rPr kumimoji="1" lang="zh-CN" altLang="en-US" sz="3200" b="0">
                <a:solidFill>
                  <a:srgbClr val="000000"/>
                </a:solidFill>
                <a:latin typeface="黑体" panose="02010609060101010101" charset="-122"/>
                <a:ea typeface="黑体" panose="02010609060101010101" charset="-122"/>
                <a:cs typeface="黑体" panose="02010609060101010101" charset="-122"/>
              </a:rPr>
              <a:t>（</a:t>
            </a:r>
            <a:r>
              <a:rPr kumimoji="1" lang="en-US" altLang="zh-CN" sz="3200" b="0">
                <a:solidFill>
                  <a:srgbClr val="000000"/>
                </a:solidFill>
                <a:latin typeface="黑体" panose="02010609060101010101" charset="-122"/>
                <a:ea typeface="黑体" panose="02010609060101010101" charset="-122"/>
                <a:cs typeface="黑体" panose="02010609060101010101" charset="-122"/>
              </a:rPr>
              <a:t>2</a:t>
            </a:r>
            <a:r>
              <a:rPr kumimoji="1" lang="zh-CN" altLang="en-US" sz="3200" b="0">
                <a:solidFill>
                  <a:srgbClr val="000000"/>
                </a:solidFill>
                <a:latin typeface="黑体" panose="02010609060101010101" charset="-122"/>
                <a:ea typeface="黑体" panose="02010609060101010101" charset="-122"/>
                <a:cs typeface="黑体" panose="02010609060101010101" charset="-122"/>
              </a:rPr>
              <a:t>）计算销售收入、经营成本和建设投资变化对内部收益率的影响，结果见下表。</a:t>
            </a:r>
            <a:endParaRPr kumimoji="1" lang="zh-CN" altLang="en-US" sz="3200" b="0">
              <a:solidFill>
                <a:srgbClr val="000000"/>
              </a:solidFill>
              <a:latin typeface="黑体" panose="02010609060101010101" charset="-122"/>
              <a:ea typeface="黑体" panose="02010609060101010101" charset="-122"/>
              <a:cs typeface="黑体" panose="02010609060101010101" charset="-122"/>
            </a:endParaRPr>
          </a:p>
        </p:txBody>
      </p:sp>
      <p:sp>
        <p:nvSpPr>
          <p:cNvPr id="46084" name="Rectangle 6"/>
          <p:cNvSpPr>
            <a:spLocks noChangeArrowheads="1"/>
          </p:cNvSpPr>
          <p:nvPr/>
        </p:nvSpPr>
        <p:spPr bwMode="auto">
          <a:xfrm>
            <a:off x="1892300" y="2432050"/>
            <a:ext cx="1312863" cy="0"/>
          </a:xfrm>
          <a:prstGeom prst="rect">
            <a:avLst/>
          </a:prstGeom>
          <a:noFill/>
          <a:ln>
            <a:noFill/>
          </a:ln>
        </p:spPr>
        <p:txBody>
          <a:bodyPr wrap="none">
            <a:spAutoFit/>
          </a:bodyPr>
          <a:lstStyle/>
          <a:p>
            <a:pPr eaLnBrk="1" hangingPunct="1">
              <a:lnSpc>
                <a:spcPct val="90000"/>
              </a:lnSpc>
              <a:spcBef>
                <a:spcPct val="50000"/>
              </a:spcBef>
              <a:buFontTx/>
              <a:buChar char="•"/>
            </a:pPr>
            <a:endParaRPr lang="zh-CN" altLang="en-US"/>
          </a:p>
        </p:txBody>
      </p:sp>
      <p:pic>
        <p:nvPicPr>
          <p:cNvPr id="46085" name="Picture 7"/>
          <p:cNvPicPr>
            <a:picLocks noChangeAspect="1" noChangeArrowheads="1"/>
          </p:cNvPicPr>
          <p:nvPr/>
        </p:nvPicPr>
        <p:blipFill>
          <a:blip r:embed="rId1" cstate="email">
            <a:extLst>
              <a:ext uri="{28A0092B-C50C-407E-A947-70E740481C1C}">
                <a14:useLocalDpi xmlns:a14="http://schemas.microsoft.com/office/drawing/2010/main" val="0"/>
              </a:ext>
            </a:extLst>
          </a:blip>
          <a:srcRect/>
          <a:stretch>
            <a:fillRect/>
          </a:stretch>
        </p:blipFill>
        <p:spPr bwMode="auto">
          <a:xfrm>
            <a:off x="0" y="2924175"/>
            <a:ext cx="9144000" cy="2838450"/>
          </a:xfrm>
          <a:prstGeom prst="rect">
            <a:avLst/>
          </a:prstGeom>
          <a:noFill/>
          <a:ln>
            <a:noFill/>
          </a:ln>
        </p:spPr>
      </p:pic>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
          <p:cNvSpPr>
            <a:spLocks noGrp="1" noChangeArrowheads="1"/>
          </p:cNvSpPr>
          <p:nvPr>
            <p:ph type="title"/>
          </p:nvPr>
        </p:nvSpPr>
        <p:spPr>
          <a:xfrm>
            <a:off x="457200" y="228600"/>
            <a:ext cx="7772400" cy="457200"/>
          </a:xfrm>
          <a:noFill/>
        </p:spPr>
        <p:txBody>
          <a:bodyPr/>
          <a:lstStyle/>
          <a:p>
            <a:pPr eaLnBrk="1" hangingPunct="1"/>
            <a:r>
              <a:rPr lang="zh-CN" altLang="en-US">
                <a:latin typeface="Arial" panose="020B0604020202020204" pitchFamily="34" charset="0"/>
                <a:ea typeface="楷体_GB2312" charset="0"/>
                <a:cs typeface="楷体_GB2312" charset="0"/>
              </a:rPr>
              <a:t>敏感性分析例题</a:t>
            </a:r>
            <a:endParaRPr lang="zh-CN" altLang="en-US">
              <a:latin typeface="Arial" panose="020B0604020202020204" pitchFamily="34" charset="0"/>
              <a:ea typeface="楷体_GB2312" charset="0"/>
              <a:cs typeface="楷体_GB2312" charset="0"/>
            </a:endParaRPr>
          </a:p>
        </p:txBody>
      </p:sp>
      <p:pic>
        <p:nvPicPr>
          <p:cNvPr id="47107" name="Picture 5"/>
          <p:cNvPicPr>
            <a:picLocks noChangeAspect="1" noChangeArrowheads="1"/>
          </p:cNvPicPr>
          <p:nvPr/>
        </p:nvPicPr>
        <p:blipFill>
          <a:blip r:embed="rId1" cstate="email">
            <a:extLst>
              <a:ext uri="{28A0092B-C50C-407E-A947-70E740481C1C}">
                <a14:useLocalDpi xmlns:a14="http://schemas.microsoft.com/office/drawing/2010/main" val="0"/>
              </a:ext>
            </a:extLst>
          </a:blip>
          <a:srcRect/>
          <a:stretch>
            <a:fillRect/>
          </a:stretch>
        </p:blipFill>
        <p:spPr bwMode="auto">
          <a:xfrm>
            <a:off x="76200" y="685800"/>
            <a:ext cx="9067800" cy="5783263"/>
          </a:xfrm>
          <a:prstGeom prst="rect">
            <a:avLst/>
          </a:prstGeom>
          <a:noFill/>
          <a:ln>
            <a:noFill/>
          </a:ln>
        </p:spPr>
      </p:pic>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单因素敏感性分析的局限</a:t>
            </a:r>
            <a:endParaRPr lang="zh-CN" altLang="en-US" sz="3200">
              <a:latin typeface="Arial" panose="020B0604020202020204" pitchFamily="34" charset="0"/>
              <a:ea typeface="楷体_GB2312" charset="0"/>
              <a:cs typeface="楷体_GB2312" charset="0"/>
            </a:endParaRPr>
          </a:p>
        </p:txBody>
      </p:sp>
      <p:sp>
        <p:nvSpPr>
          <p:cNvPr id="48131" name="Rectangle 3"/>
          <p:cNvSpPr>
            <a:spLocks noGrp="1" noChangeArrowheads="1"/>
          </p:cNvSpPr>
          <p:nvPr>
            <p:ph type="body" idx="1"/>
          </p:nvPr>
        </p:nvSpPr>
        <p:spPr/>
        <p:txBody>
          <a:bodyPr/>
          <a:lstStyle/>
          <a:p>
            <a:pPr algn="just" eaLnBrk="1" hangingPunct="1">
              <a:buFontTx/>
              <a:buNone/>
            </a:pPr>
            <a:endParaRPr lang="zh-CN" altLang="en-US">
              <a:latin typeface="Arial" panose="020B0604020202020204" pitchFamily="34" charset="0"/>
              <a:ea typeface="宋体" panose="02010600030101010101" pitchFamily="2" charset="-122"/>
            </a:endParaRPr>
          </a:p>
          <a:p>
            <a:pPr algn="just" eaLnBrk="1" hangingPunct="1">
              <a:buFontTx/>
              <a:buNone/>
            </a:pPr>
            <a:r>
              <a:rPr lang="zh-CN" altLang="en-US" b="0">
                <a:latin typeface="Arial" panose="020B0604020202020204" pitchFamily="34" charset="0"/>
                <a:ea typeface="宋体" panose="02010600030101010101" pitchFamily="2" charset="-122"/>
              </a:rPr>
              <a:t> </a:t>
            </a:r>
            <a:r>
              <a:rPr lang="zh-CN" altLang="en-US" sz="3600" b="0">
                <a:latin typeface="Arial" panose="020B0604020202020204" pitchFamily="34" charset="0"/>
                <a:ea typeface="宋体" panose="02010600030101010101" pitchFamily="2" charset="-122"/>
              </a:rPr>
              <a:t>①单个因素变化；</a:t>
            </a:r>
            <a:endParaRPr lang="zh-CN" altLang="en-US" sz="3600">
              <a:latin typeface="Arial" panose="020B0604020202020204" pitchFamily="34" charset="0"/>
              <a:ea typeface="宋体" panose="02010600030101010101" pitchFamily="2" charset="-122"/>
            </a:endParaRPr>
          </a:p>
          <a:p>
            <a:pPr eaLnBrk="1" hangingPunct="1">
              <a:buFontTx/>
              <a:buNone/>
            </a:pPr>
            <a:r>
              <a:rPr lang="zh-CN" altLang="en-US" sz="3600" b="0">
                <a:latin typeface="Arial" panose="020B0604020202020204" pitchFamily="34" charset="0"/>
                <a:ea typeface="宋体" panose="02010600030101010101" pitchFamily="2" charset="-122"/>
              </a:rPr>
              <a:t> ②等概率假设。</a:t>
            </a:r>
            <a:endParaRPr lang="zh-CN" altLang="en-US" sz="3600" b="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US" altLang="zh-CN">
                <a:latin typeface="Arial" panose="020B0604020202020204" pitchFamily="34" charset="0"/>
                <a:ea typeface="楷体_GB2312" charset="0"/>
                <a:cs typeface="楷体_GB2312" charset="0"/>
              </a:rPr>
              <a:t>2. </a:t>
            </a:r>
            <a:r>
              <a:rPr lang="zh-CN" altLang="en-US">
                <a:latin typeface="Arial" panose="020B0604020202020204" pitchFamily="34" charset="0"/>
                <a:ea typeface="楷体_GB2312" charset="0"/>
                <a:cs typeface="楷体_GB2312" charset="0"/>
              </a:rPr>
              <a:t>多因素敏感性分析</a:t>
            </a:r>
            <a:endParaRPr lang="zh-CN" altLang="en-US">
              <a:latin typeface="Arial" panose="020B0604020202020204" pitchFamily="34" charset="0"/>
              <a:ea typeface="楷体_GB2312" charset="0"/>
              <a:cs typeface="楷体_GB2312" charset="0"/>
            </a:endParaRPr>
          </a:p>
        </p:txBody>
      </p:sp>
      <p:sp>
        <p:nvSpPr>
          <p:cNvPr id="49155" name="Rectangle 3"/>
          <p:cNvSpPr>
            <a:spLocks noGrp="1" noChangeArrowheads="1"/>
          </p:cNvSpPr>
          <p:nvPr>
            <p:ph type="body" idx="1"/>
          </p:nvPr>
        </p:nvSpPr>
        <p:spPr/>
        <p:txBody>
          <a:bodyPr/>
          <a:lstStyle/>
          <a:p>
            <a:pPr eaLnBrk="1" hangingPunct="1"/>
            <a:r>
              <a:rPr lang="zh-CN" altLang="en-US">
                <a:latin typeface="Arial" panose="020B0604020202020204" pitchFamily="34" charset="0"/>
                <a:ea typeface="宋体" panose="02010600030101010101" pitchFamily="2" charset="-122"/>
              </a:rPr>
              <a:t>单因素敏感性分析在分析某一因素对经济效果的影响时，假定其他因素不变</a:t>
            </a:r>
            <a:endParaRPr lang="zh-CN" altLang="en-US">
              <a:latin typeface="Arial" panose="020B0604020202020204" pitchFamily="34" charset="0"/>
              <a:ea typeface="宋体" panose="02010600030101010101" pitchFamily="2" charset="-122"/>
            </a:endParaRPr>
          </a:p>
          <a:p>
            <a:pPr eaLnBrk="1" hangingPunct="1"/>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但事实上，有些因素的变动不是独立的。多因素敏感性分析就是要考虑各种因素可能发生的不同变动幅度的多种组合，分析其对方案经济效果的影响程度</a:t>
            </a:r>
            <a:endParaRPr lang="zh-CN" altLang="en-US">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ltLang="zh-CN">
                <a:latin typeface="Arial" panose="020B0604020202020204" pitchFamily="34" charset="0"/>
                <a:ea typeface="楷体_GB2312" charset="0"/>
                <a:cs typeface="楷体_GB2312" charset="0"/>
              </a:rPr>
              <a:t>2. </a:t>
            </a:r>
            <a:r>
              <a:rPr lang="zh-CN" altLang="en-US">
                <a:latin typeface="Arial" panose="020B0604020202020204" pitchFamily="34" charset="0"/>
                <a:ea typeface="楷体_GB2312" charset="0"/>
                <a:cs typeface="楷体_GB2312" charset="0"/>
              </a:rPr>
              <a:t>多因素敏感性分析实例</a:t>
            </a:r>
            <a:endParaRPr lang="zh-CN" altLang="en-US">
              <a:latin typeface="Arial" panose="020B0604020202020204" pitchFamily="34" charset="0"/>
              <a:ea typeface="楷体_GB2312" charset="0"/>
              <a:cs typeface="楷体_GB2312" charset="0"/>
            </a:endParaRPr>
          </a:p>
        </p:txBody>
      </p:sp>
      <p:graphicFrame>
        <p:nvGraphicFramePr>
          <p:cNvPr id="814171" name="Group 91"/>
          <p:cNvGraphicFramePr>
            <a:graphicFrameLocks noGrp="1"/>
          </p:cNvGraphicFramePr>
          <p:nvPr>
            <p:ph idx="1"/>
          </p:nvPr>
        </p:nvGraphicFramePr>
        <p:xfrm>
          <a:off x="1320800" y="2273300"/>
          <a:ext cx="6400800" cy="3652839"/>
        </p:xfrm>
        <a:graphic>
          <a:graphicData uri="http://schemas.openxmlformats.org/drawingml/2006/table">
            <a:tbl>
              <a:tblPr/>
              <a:tblGrid>
                <a:gridCol w="712788"/>
                <a:gridCol w="709612"/>
                <a:gridCol w="711200"/>
                <a:gridCol w="711200"/>
                <a:gridCol w="711200"/>
                <a:gridCol w="711200"/>
                <a:gridCol w="711200"/>
                <a:gridCol w="709613"/>
                <a:gridCol w="712787"/>
              </a:tblGrid>
              <a:tr h="404813">
                <a:tc rowSpan="2"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cPr/>
                </a:tc>
                <a:tc gridSpan="7">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投资额</a:t>
                      </a: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(a)</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hMerge="1">
                  <a:tcPr/>
                </a:tc>
                <a:tc hMerge="1">
                  <a:tcPr/>
                </a:tc>
                <a:tc hMerge="1">
                  <a:tcPr/>
                </a:tc>
              </a:tr>
              <a:tr h="406400">
                <a:tc vMerge="1" gridSpan="2">
                  <a:tcPr/>
                </a:tc>
                <a:tc vMerge="1" h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-30%</a:t>
                      </a:r>
                      <a:endPar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-20%</a:t>
                      </a:r>
                      <a:endPar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-10%</a:t>
                      </a:r>
                      <a:endPar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0</a:t>
                      </a:r>
                      <a:endPar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10%</a:t>
                      </a:r>
                      <a:endPar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20%</a:t>
                      </a:r>
                      <a:endPar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30%</a:t>
                      </a:r>
                      <a:endPar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06400">
                <a:tc rowSpan="7">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en-US" sz="1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en-US" sz="1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年</a:t>
                      </a:r>
                      <a:b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b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收</a:t>
                      </a:r>
                      <a:b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br>
                      <a:r>
                        <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益</a:t>
                      </a:r>
                      <a:endParaRPr kumimoji="0" lang="zh-CN" altLang="en-US"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(b)</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-30%</a:t>
                      </a:r>
                      <a:endPar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8915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-8085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-25085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-42085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-59085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-76085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-93085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06400">
                <a:tc v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-20%</a:t>
                      </a:r>
                      <a:endPar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28690</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11690</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-5310</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-22310</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-39310</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-56310</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-73310</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04813">
                <a:tc v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-10%</a:t>
                      </a:r>
                      <a:endPar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48465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31465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14465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-2535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-19535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-36535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-53535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06400">
                <a:tc v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0</a:t>
                      </a:r>
                      <a:endPar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68240</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51240</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34240</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17240</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240</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-16760</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-33760</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06400">
                <a:tc v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10%</a:t>
                      </a:r>
                      <a:endPar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88015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71015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54015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37015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20015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3015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-13985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06400">
                <a:tc v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20%</a:t>
                      </a:r>
                      <a:endPar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107790</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90790</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73790</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56790</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39790</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22790</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5790</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04813">
                <a:tc vMerge="1">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30%</a:t>
                      </a:r>
                      <a:endPar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127565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110565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93565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76565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59565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42565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rPr>
                        <a:t>25565</a:t>
                      </a:r>
                      <a:endParaRPr kumimoji="0" lang="zh-CN" altLang="en-US" sz="1200" b="1" i="0" u="none" strike="noStrike" cap="none" normalizeH="0" baseline="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a:txBody>
                  <a:tcPr marL="90000" marR="90000" marT="46800" marB="46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51290" name="Rectangle 90"/>
          <p:cNvSpPr>
            <a:spLocks noChangeArrowheads="1"/>
          </p:cNvSpPr>
          <p:nvPr/>
        </p:nvSpPr>
        <p:spPr bwMode="auto">
          <a:xfrm>
            <a:off x="282575" y="900113"/>
            <a:ext cx="8456613" cy="1373187"/>
          </a:xfrm>
          <a:prstGeom prst="rect">
            <a:avLst/>
          </a:prstGeom>
          <a:noFill/>
          <a:ln>
            <a:noFill/>
          </a:ln>
        </p:spPr>
        <p:txBody>
          <a:bodyPr>
            <a:spAutoFit/>
          </a:bodyPr>
          <a:lstStyle/>
          <a:p>
            <a:r>
              <a:rPr lang="zh-CN" altLang="en-US" sz="2800">
                <a:solidFill>
                  <a:srgbClr val="000000"/>
                </a:solidFill>
                <a:ea typeface="宋体" panose="02010600030101010101" pitchFamily="2" charset="-122"/>
                <a:cs typeface="宋体" panose="02010600030101010101" pitchFamily="2" charset="-122"/>
              </a:rPr>
              <a:t>根据前面购置一辆运客面包车给出的数据，对投资额</a:t>
            </a:r>
            <a:r>
              <a:rPr lang="en-US" altLang="zh-CN" sz="2800">
                <a:solidFill>
                  <a:srgbClr val="000000"/>
                </a:solidFill>
                <a:ea typeface="宋体" panose="02010600030101010101" pitchFamily="2" charset="-122"/>
                <a:cs typeface="宋体" panose="02010600030101010101" pitchFamily="2" charset="-122"/>
              </a:rPr>
              <a:t>(a)</a:t>
            </a:r>
            <a:r>
              <a:rPr lang="zh-CN" altLang="en-US" sz="2800">
                <a:solidFill>
                  <a:srgbClr val="000000"/>
                </a:solidFill>
                <a:ea typeface="宋体" panose="02010600030101010101" pitchFamily="2" charset="-122"/>
                <a:cs typeface="宋体" panose="02010600030101010101" pitchFamily="2" charset="-122"/>
              </a:rPr>
              <a:t>和年收益</a:t>
            </a:r>
            <a:r>
              <a:rPr lang="en-US" altLang="zh-CN" sz="2800">
                <a:solidFill>
                  <a:srgbClr val="000000"/>
                </a:solidFill>
                <a:ea typeface="宋体" panose="02010600030101010101" pitchFamily="2" charset="-122"/>
                <a:cs typeface="宋体" panose="02010600030101010101" pitchFamily="2" charset="-122"/>
              </a:rPr>
              <a:t>(b)</a:t>
            </a:r>
            <a:r>
              <a:rPr lang="zh-CN" altLang="en-US" sz="2800">
                <a:solidFill>
                  <a:srgbClr val="000000"/>
                </a:solidFill>
                <a:ea typeface="宋体" panose="02010600030101010101" pitchFamily="2" charset="-122"/>
                <a:cs typeface="宋体" panose="02010600030101010101" pitchFamily="2" charset="-122"/>
              </a:rPr>
              <a:t>的变动进行多因素敏感性分析。</a:t>
            </a:r>
            <a:br>
              <a:rPr lang="zh-CN" altLang="en-US" sz="2800">
                <a:solidFill>
                  <a:srgbClr val="000000"/>
                </a:solidFill>
                <a:ea typeface="宋体" panose="02010600030101010101" pitchFamily="2" charset="-122"/>
                <a:cs typeface="宋体" panose="02010600030101010101" pitchFamily="2" charset="-122"/>
              </a:rPr>
            </a:br>
            <a:endParaRPr lang="zh-CN" altLang="en-US" sz="2800">
              <a:solidFill>
                <a:srgbClr val="000000"/>
              </a:solidFill>
              <a:ea typeface="宋体" panose="02010600030101010101" pitchFamily="2" charset="-122"/>
              <a:cs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zh-CN" altLang="en-US">
                <a:latin typeface="Arial" panose="020B0604020202020204" pitchFamily="34" charset="0"/>
                <a:ea typeface="楷体_GB2312" charset="0"/>
                <a:cs typeface="楷体_GB2312" charset="0"/>
              </a:rPr>
              <a:t>更直观的图示法</a:t>
            </a:r>
            <a:endParaRPr lang="zh-CN" altLang="en-US">
              <a:latin typeface="Arial" panose="020B0604020202020204" pitchFamily="34" charset="0"/>
              <a:ea typeface="楷体_GB2312" charset="0"/>
              <a:cs typeface="楷体_GB2312" charset="0"/>
            </a:endParaRPr>
          </a:p>
        </p:txBody>
      </p:sp>
      <p:sp>
        <p:nvSpPr>
          <p:cNvPr id="53251" name="Rectangle 3"/>
          <p:cNvSpPr>
            <a:spLocks noGrp="1" noChangeArrowheads="1"/>
          </p:cNvSpPr>
          <p:nvPr>
            <p:ph type="body" idx="1"/>
          </p:nvPr>
        </p:nvSpPr>
        <p:spPr>
          <a:xfrm>
            <a:off x="0" y="1404938"/>
            <a:ext cx="9144000" cy="5207000"/>
          </a:xfrm>
        </p:spPr>
        <p:txBody>
          <a:bodyPr/>
          <a:lstStyle/>
          <a:p>
            <a:pPr eaLnBrk="1" hangingPunct="1"/>
            <a:br>
              <a:rPr lang="zh-CN" altLang="en-US" sz="2800">
                <a:latin typeface="Arial" panose="020B0604020202020204" pitchFamily="34" charset="0"/>
                <a:ea typeface="宋体" panose="02010600030101010101" pitchFamily="2" charset="-122"/>
              </a:rPr>
            </a:br>
            <a:br>
              <a:rPr lang="zh-CN" altLang="en-US" sz="2800">
                <a:latin typeface="Arial" panose="020B0604020202020204" pitchFamily="34" charset="0"/>
                <a:ea typeface="宋体" panose="02010600030101010101" pitchFamily="2" charset="-122"/>
              </a:rPr>
            </a:br>
            <a:br>
              <a:rPr lang="zh-CN" altLang="en-US" sz="2800">
                <a:latin typeface="Arial" panose="020B0604020202020204" pitchFamily="34" charset="0"/>
                <a:ea typeface="宋体" panose="02010600030101010101" pitchFamily="2" charset="-122"/>
              </a:rPr>
            </a:br>
            <a:br>
              <a:rPr lang="zh-CN" altLang="en-US" sz="2800">
                <a:latin typeface="Arial" panose="020B0604020202020204" pitchFamily="34" charset="0"/>
                <a:ea typeface="宋体" panose="02010600030101010101" pitchFamily="2" charset="-122"/>
              </a:rPr>
            </a:br>
            <a:r>
              <a:rPr lang="zh-CN" altLang="en-US" sz="2800">
                <a:latin typeface="Arial" panose="020B0604020202020204" pitchFamily="34" charset="0"/>
                <a:ea typeface="宋体" panose="02010600030101010101" pitchFamily="2" charset="-122"/>
              </a:rPr>
              <a:t>将表中数据代入上式</a:t>
            </a:r>
            <a:br>
              <a:rPr lang="zh-CN" altLang="en-US" sz="2800">
                <a:latin typeface="Arial" panose="020B0604020202020204" pitchFamily="34" charset="0"/>
                <a:ea typeface="宋体" panose="02010600030101010101" pitchFamily="2" charset="-122"/>
              </a:rPr>
            </a:br>
            <a:br>
              <a:rPr lang="zh-CN" altLang="en-US" sz="2800">
                <a:latin typeface="Arial" panose="020B0604020202020204" pitchFamily="34" charset="0"/>
                <a:ea typeface="宋体" panose="02010600030101010101" pitchFamily="2" charset="-122"/>
              </a:rPr>
            </a:br>
            <a:br>
              <a:rPr lang="zh-CN" altLang="en-US" sz="2800">
                <a:latin typeface="Arial" panose="020B0604020202020204" pitchFamily="34" charset="0"/>
                <a:ea typeface="宋体" panose="02010600030101010101" pitchFamily="2" charset="-122"/>
              </a:rPr>
            </a:br>
            <a:r>
              <a:rPr lang="zh-CN" altLang="en-US" sz="2800">
                <a:latin typeface="Arial" panose="020B0604020202020204" pitchFamily="34" charset="0"/>
                <a:ea typeface="宋体" panose="02010600030101010101" pitchFamily="2" charset="-122"/>
              </a:rPr>
              <a:t>取</a:t>
            </a:r>
            <a:r>
              <a:rPr lang="en-US" altLang="zh-CN" sz="2800">
                <a:latin typeface="Arial" panose="020B0604020202020204" pitchFamily="34" charset="0"/>
                <a:ea typeface="宋体" panose="02010600030101010101" pitchFamily="2" charset="-122"/>
              </a:rPr>
              <a:t>NPV</a:t>
            </a:r>
            <a:r>
              <a:rPr lang="zh-CN" altLang="en-US" sz="2800">
                <a:latin typeface="Arial" panose="020B0604020202020204" pitchFamily="34" charset="0"/>
                <a:ea typeface="宋体" panose="02010600030101010101" pitchFamily="2" charset="-122"/>
              </a:rPr>
              <a:t>的临界值，</a:t>
            </a:r>
            <a:r>
              <a:rPr lang="en-US" altLang="zh-CN" sz="2800">
                <a:latin typeface="Arial" panose="020B0604020202020204" pitchFamily="34" charset="0"/>
                <a:ea typeface="宋体" panose="02010600030101010101" pitchFamily="2" charset="-122"/>
              </a:rPr>
              <a:t>NPV=0</a:t>
            </a:r>
            <a:br>
              <a:rPr lang="en-US" altLang="zh-CN" sz="2800">
                <a:latin typeface="Arial" panose="020B0604020202020204" pitchFamily="34" charset="0"/>
                <a:ea typeface="宋体" panose="02010600030101010101" pitchFamily="2" charset="-122"/>
              </a:rPr>
            </a:br>
            <a:br>
              <a:rPr lang="en-US" altLang="zh-CN" sz="2800">
                <a:latin typeface="Arial" panose="020B0604020202020204" pitchFamily="34" charset="0"/>
                <a:ea typeface="宋体" panose="02010600030101010101" pitchFamily="2" charset="-122"/>
              </a:rPr>
            </a:br>
            <a:br>
              <a:rPr lang="en-US" altLang="zh-CN" sz="1400">
                <a:latin typeface="Arial" panose="020B0604020202020204" pitchFamily="34" charset="0"/>
                <a:ea typeface="宋体" panose="02010600030101010101" pitchFamily="2" charset="-122"/>
              </a:rPr>
            </a:br>
            <a:r>
              <a:rPr lang="zh-CN" altLang="en-US" sz="2800">
                <a:solidFill>
                  <a:srgbClr val="800000"/>
                </a:solidFill>
                <a:latin typeface="Arial" panose="020B0604020202020204" pitchFamily="34" charset="0"/>
                <a:ea typeface="宋体" panose="02010600030101010101" pitchFamily="2" charset="-122"/>
              </a:rPr>
              <a:t>判断准则：？？？</a:t>
            </a:r>
            <a:endParaRPr lang="zh-CN" altLang="en-US">
              <a:solidFill>
                <a:srgbClr val="800000"/>
              </a:solidFill>
              <a:latin typeface="Arial" panose="020B0604020202020204" pitchFamily="34" charset="0"/>
              <a:ea typeface="宋体" panose="02010600030101010101" pitchFamily="2" charset="-122"/>
            </a:endParaRPr>
          </a:p>
        </p:txBody>
      </p:sp>
      <p:grpSp>
        <p:nvGrpSpPr>
          <p:cNvPr id="53252" name="Group 4"/>
          <p:cNvGrpSpPr/>
          <p:nvPr/>
        </p:nvGrpSpPr>
        <p:grpSpPr bwMode="auto">
          <a:xfrm>
            <a:off x="4837113" y="3856038"/>
            <a:ext cx="4051300" cy="2495550"/>
            <a:chOff x="1273" y="2333"/>
            <a:chExt cx="2552" cy="1572"/>
          </a:xfrm>
        </p:grpSpPr>
        <p:sp>
          <p:nvSpPr>
            <p:cNvPr id="53257" name="Line 5"/>
            <p:cNvSpPr>
              <a:spLocks noChangeShapeType="1"/>
            </p:cNvSpPr>
            <p:nvPr/>
          </p:nvSpPr>
          <p:spPr bwMode="auto">
            <a:xfrm>
              <a:off x="1273" y="3151"/>
              <a:ext cx="2552" cy="0"/>
            </a:xfrm>
            <a:prstGeom prst="line">
              <a:avLst/>
            </a:prstGeom>
            <a:noFill/>
            <a:ln w="9525">
              <a:solidFill>
                <a:srgbClr val="000000"/>
              </a:solidFill>
              <a:round/>
              <a:tailEnd type="triangle" w="med" len="med"/>
            </a:ln>
          </p:spPr>
          <p:txBody>
            <a:bodyPr/>
            <a:lstStyle/>
            <a:p>
              <a:endParaRPr lang="zh-CN" altLang="en-US"/>
            </a:p>
          </p:txBody>
        </p:sp>
        <p:sp>
          <p:nvSpPr>
            <p:cNvPr id="53258" name="Line 6"/>
            <p:cNvSpPr>
              <a:spLocks noChangeShapeType="1"/>
            </p:cNvSpPr>
            <p:nvPr/>
          </p:nvSpPr>
          <p:spPr bwMode="auto">
            <a:xfrm flipV="1">
              <a:off x="1935" y="2333"/>
              <a:ext cx="0" cy="1572"/>
            </a:xfrm>
            <a:prstGeom prst="line">
              <a:avLst/>
            </a:prstGeom>
            <a:noFill/>
            <a:ln w="9525">
              <a:solidFill>
                <a:srgbClr val="000000"/>
              </a:solidFill>
              <a:round/>
              <a:tailEnd type="triangle" w="med" len="med"/>
            </a:ln>
          </p:spPr>
          <p:txBody>
            <a:bodyPr/>
            <a:lstStyle/>
            <a:p>
              <a:endParaRPr lang="zh-CN" altLang="en-US"/>
            </a:p>
          </p:txBody>
        </p:sp>
        <p:sp>
          <p:nvSpPr>
            <p:cNvPr id="53259" name="Line 7"/>
            <p:cNvSpPr>
              <a:spLocks noChangeShapeType="1"/>
            </p:cNvSpPr>
            <p:nvPr/>
          </p:nvSpPr>
          <p:spPr bwMode="auto">
            <a:xfrm flipV="1">
              <a:off x="1745" y="2580"/>
              <a:ext cx="1763" cy="1187"/>
            </a:xfrm>
            <a:prstGeom prst="line">
              <a:avLst/>
            </a:prstGeom>
            <a:noFill/>
            <a:ln w="9525">
              <a:solidFill>
                <a:srgbClr val="000000"/>
              </a:solidFill>
              <a:round/>
            </a:ln>
          </p:spPr>
          <p:txBody>
            <a:bodyPr/>
            <a:lstStyle/>
            <a:p>
              <a:endParaRPr lang="zh-CN" altLang="en-US"/>
            </a:p>
          </p:txBody>
        </p:sp>
        <p:sp>
          <p:nvSpPr>
            <p:cNvPr id="53260" name="Text Box 8"/>
            <p:cNvSpPr txBox="1">
              <a:spLocks noChangeArrowheads="1"/>
            </p:cNvSpPr>
            <p:nvPr/>
          </p:nvSpPr>
          <p:spPr bwMode="auto">
            <a:xfrm>
              <a:off x="1745" y="3151"/>
              <a:ext cx="190" cy="192"/>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spcBef>
                  <a:spcPct val="50000"/>
                </a:spcBef>
              </a:pPr>
              <a:r>
                <a:rPr lang="en-US" altLang="zh-CN" sz="1400" b="0"/>
                <a:t>0</a:t>
              </a:r>
              <a:endParaRPr lang="en-US" altLang="zh-CN" sz="1400" b="0"/>
            </a:p>
          </p:txBody>
        </p:sp>
        <p:sp>
          <p:nvSpPr>
            <p:cNvPr id="53261" name="Text Box 9"/>
            <p:cNvSpPr txBox="1">
              <a:spLocks noChangeArrowheads="1"/>
            </p:cNvSpPr>
            <p:nvPr/>
          </p:nvSpPr>
          <p:spPr bwMode="auto">
            <a:xfrm>
              <a:off x="1745" y="2333"/>
              <a:ext cx="190" cy="192"/>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spcBef>
                  <a:spcPct val="50000"/>
                </a:spcBef>
              </a:pPr>
              <a:r>
                <a:rPr lang="en-US" altLang="zh-CN" sz="1400" b="0"/>
                <a:t>b</a:t>
              </a:r>
              <a:endParaRPr lang="en-US" altLang="zh-CN" sz="1400" b="0"/>
            </a:p>
          </p:txBody>
        </p:sp>
        <p:sp>
          <p:nvSpPr>
            <p:cNvPr id="53262" name="Text Box 10"/>
            <p:cNvSpPr txBox="1">
              <a:spLocks noChangeArrowheads="1"/>
            </p:cNvSpPr>
            <p:nvPr/>
          </p:nvSpPr>
          <p:spPr bwMode="auto">
            <a:xfrm>
              <a:off x="3635" y="3151"/>
              <a:ext cx="190" cy="192"/>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spcBef>
                  <a:spcPct val="50000"/>
                </a:spcBef>
              </a:pPr>
              <a:r>
                <a:rPr lang="en-US" altLang="zh-CN" sz="1400" b="0"/>
                <a:t>a</a:t>
              </a:r>
              <a:endParaRPr lang="en-US" altLang="zh-CN" sz="1400" b="0"/>
            </a:p>
          </p:txBody>
        </p:sp>
        <p:sp>
          <p:nvSpPr>
            <p:cNvPr id="53263" name="Text Box 11"/>
            <p:cNvSpPr txBox="1">
              <a:spLocks noChangeArrowheads="1"/>
            </p:cNvSpPr>
            <p:nvPr/>
          </p:nvSpPr>
          <p:spPr bwMode="auto">
            <a:xfrm>
              <a:off x="1935" y="3575"/>
              <a:ext cx="432" cy="192"/>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spcBef>
                  <a:spcPct val="50000"/>
                </a:spcBef>
              </a:pPr>
              <a:r>
                <a:rPr lang="en-US" altLang="zh-CN" sz="1400" b="0"/>
                <a:t>-8.72</a:t>
              </a:r>
              <a:endParaRPr lang="en-US" altLang="zh-CN" sz="1400" b="0"/>
            </a:p>
          </p:txBody>
        </p:sp>
        <p:sp>
          <p:nvSpPr>
            <p:cNvPr id="53264" name="Text Box 12"/>
            <p:cNvSpPr txBox="1">
              <a:spLocks noChangeArrowheads="1"/>
            </p:cNvSpPr>
            <p:nvPr/>
          </p:nvSpPr>
          <p:spPr bwMode="auto">
            <a:xfrm>
              <a:off x="2618" y="3151"/>
              <a:ext cx="441" cy="192"/>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spcBef>
                  <a:spcPct val="50000"/>
                </a:spcBef>
              </a:pPr>
              <a:r>
                <a:rPr lang="en-US" altLang="zh-CN" sz="1400" b="0"/>
                <a:t>10.14</a:t>
              </a:r>
              <a:endParaRPr lang="en-US" altLang="zh-CN" sz="1400" b="0"/>
            </a:p>
          </p:txBody>
        </p:sp>
        <p:sp>
          <p:nvSpPr>
            <p:cNvPr id="53265" name="Text Box 13"/>
            <p:cNvSpPr txBox="1">
              <a:spLocks noChangeArrowheads="1"/>
            </p:cNvSpPr>
            <p:nvPr/>
          </p:nvSpPr>
          <p:spPr bwMode="auto">
            <a:xfrm>
              <a:off x="2341" y="2429"/>
              <a:ext cx="1167" cy="192"/>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spcBef>
                  <a:spcPct val="50000"/>
                </a:spcBef>
              </a:pPr>
              <a:r>
                <a:rPr lang="en-US" altLang="zh-CN" sz="1400" b="0"/>
                <a:t>b = 0.8597a - 0.0872</a:t>
              </a:r>
              <a:endParaRPr lang="en-US" altLang="zh-CN" sz="1400" b="0"/>
            </a:p>
          </p:txBody>
        </p:sp>
      </p:grpSp>
      <p:graphicFrame>
        <p:nvGraphicFramePr>
          <p:cNvPr id="53253" name="Object 14"/>
          <p:cNvGraphicFramePr>
            <a:graphicFrameLocks noChangeAspect="1"/>
          </p:cNvGraphicFramePr>
          <p:nvPr/>
        </p:nvGraphicFramePr>
        <p:xfrm>
          <a:off x="417513" y="1182688"/>
          <a:ext cx="6816725" cy="442912"/>
        </p:xfrm>
        <a:graphic>
          <a:graphicData uri="http://schemas.openxmlformats.org/presentationml/2006/ole">
            <mc:AlternateContent xmlns:mc="http://schemas.openxmlformats.org/markup-compatibility/2006">
              <mc:Choice xmlns:v="urn:schemas-microsoft-com:vml" Requires="v">
                <p:oleObj spid="_x0000_s53346" name="Equation" r:id="rId1" imgW="3124200" imgH="203200" progId="Equation.3">
                  <p:embed/>
                </p:oleObj>
              </mc:Choice>
              <mc:Fallback>
                <p:oleObj name="Equation" r:id="rId1" imgW="3124200" imgH="203200" progId="Equation.3">
                  <p:embed/>
                  <p:pic>
                    <p:nvPicPr>
                      <p:cNvPr id="0" name="Object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513" y="1182688"/>
                        <a:ext cx="6816725" cy="442912"/>
                      </a:xfrm>
                      <a:prstGeom prst="rect">
                        <a:avLst/>
                      </a:prstGeom>
                      <a:noFill/>
                      <a:ln>
                        <a:noFill/>
                      </a:ln>
                      <a:effectLst/>
                    </p:spPr>
                  </p:pic>
                </p:oleObj>
              </mc:Fallback>
            </mc:AlternateContent>
          </a:graphicData>
        </a:graphic>
      </p:graphicFrame>
      <p:graphicFrame>
        <p:nvGraphicFramePr>
          <p:cNvPr id="53254" name="Object 15"/>
          <p:cNvGraphicFramePr>
            <a:graphicFrameLocks noChangeAspect="1"/>
          </p:cNvGraphicFramePr>
          <p:nvPr/>
        </p:nvGraphicFramePr>
        <p:xfrm>
          <a:off x="1509713" y="1822450"/>
          <a:ext cx="2457450" cy="436563"/>
        </p:xfrm>
        <a:graphic>
          <a:graphicData uri="http://schemas.openxmlformats.org/presentationml/2006/ole">
            <mc:AlternateContent xmlns:mc="http://schemas.openxmlformats.org/markup-compatibility/2006">
              <mc:Choice xmlns:v="urn:schemas-microsoft-com:vml" Requires="v">
                <p:oleObj spid="_x0000_s53347" name="Equation" r:id="rId3" imgW="1143000" imgH="203200" progId="Equation.3">
                  <p:embed/>
                </p:oleObj>
              </mc:Choice>
              <mc:Fallback>
                <p:oleObj name="Equation" r:id="rId3" imgW="1143000" imgH="203200" progId="Equation.3">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9713" y="1822450"/>
                        <a:ext cx="2457450" cy="436563"/>
                      </a:xfrm>
                      <a:prstGeom prst="rect">
                        <a:avLst/>
                      </a:prstGeom>
                      <a:noFill/>
                      <a:ln>
                        <a:noFill/>
                      </a:ln>
                      <a:effectLst/>
                    </p:spPr>
                  </p:pic>
                </p:oleObj>
              </mc:Fallback>
            </mc:AlternateContent>
          </a:graphicData>
        </a:graphic>
      </p:graphicFrame>
      <p:graphicFrame>
        <p:nvGraphicFramePr>
          <p:cNvPr id="53255" name="Object 16"/>
          <p:cNvGraphicFramePr>
            <a:graphicFrameLocks noChangeAspect="1"/>
          </p:cNvGraphicFramePr>
          <p:nvPr/>
        </p:nvGraphicFramePr>
        <p:xfrm>
          <a:off x="282575" y="3803650"/>
          <a:ext cx="5059363" cy="407988"/>
        </p:xfrm>
        <a:graphic>
          <a:graphicData uri="http://schemas.openxmlformats.org/presentationml/2006/ole">
            <mc:AlternateContent xmlns:mc="http://schemas.openxmlformats.org/markup-compatibility/2006">
              <mc:Choice xmlns:v="urn:schemas-microsoft-com:vml" Requires="v">
                <p:oleObj spid="_x0000_s53348" name="Equation" r:id="rId5" imgW="2197100" imgH="177800" progId="Equation.3">
                  <p:embed/>
                </p:oleObj>
              </mc:Choice>
              <mc:Fallback>
                <p:oleObj name="Equation" r:id="rId5" imgW="2197100" imgH="177800" progId="Equation.3">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2575" y="3803650"/>
                        <a:ext cx="5059363" cy="407988"/>
                      </a:xfrm>
                      <a:prstGeom prst="rect">
                        <a:avLst/>
                      </a:prstGeom>
                      <a:noFill/>
                      <a:ln>
                        <a:noFill/>
                      </a:ln>
                      <a:effectLst/>
                    </p:spPr>
                  </p:pic>
                </p:oleObj>
              </mc:Fallback>
            </mc:AlternateContent>
          </a:graphicData>
        </a:graphic>
      </p:graphicFrame>
      <p:graphicFrame>
        <p:nvGraphicFramePr>
          <p:cNvPr id="53256" name="Object 17"/>
          <p:cNvGraphicFramePr>
            <a:graphicFrameLocks noChangeAspect="1"/>
          </p:cNvGraphicFramePr>
          <p:nvPr/>
        </p:nvGraphicFramePr>
        <p:xfrm>
          <a:off x="282575" y="5011738"/>
          <a:ext cx="4473575" cy="407987"/>
        </p:xfrm>
        <a:graphic>
          <a:graphicData uri="http://schemas.openxmlformats.org/presentationml/2006/ole">
            <mc:AlternateContent xmlns:mc="http://schemas.openxmlformats.org/markup-compatibility/2006">
              <mc:Choice xmlns:v="urn:schemas-microsoft-com:vml" Requires="v">
                <p:oleObj spid="_x0000_s53349" name="Equation" r:id="rId7" imgW="1942465" imgH="177800" progId="Equation.3">
                  <p:embed/>
                </p:oleObj>
              </mc:Choice>
              <mc:Fallback>
                <p:oleObj name="Equation" r:id="rId7" imgW="1942465" imgH="177800" progId="Equation.3">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2575" y="5011738"/>
                        <a:ext cx="4473575" cy="407987"/>
                      </a:xfrm>
                      <a:prstGeom prst="rect">
                        <a:avLst/>
                      </a:prstGeom>
                      <a:noFill/>
                      <a:ln>
                        <a:noFill/>
                      </a:ln>
                      <a:effec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4"/>
          <p:cNvSpPr>
            <a:spLocks noGrp="1" noRot="1" noChangeArrowheads="1"/>
          </p:cNvSpPr>
          <p:nvPr>
            <p:ph type="title"/>
          </p:nvPr>
        </p:nvSpPr>
        <p:spPr>
          <a:xfrm>
            <a:off x="273050" y="0"/>
            <a:ext cx="8540750" cy="1143000"/>
          </a:xfrm>
          <a:noFill/>
        </p:spPr>
        <p:txBody>
          <a:bodyPr/>
          <a:lstStyle/>
          <a:p>
            <a:pPr eaLnBrk="1" hangingPunct="1"/>
            <a:r>
              <a:rPr lang="zh-CN" altLang="en-US">
                <a:latin typeface="Arial" panose="020B0604020202020204" pitchFamily="34" charset="0"/>
                <a:ea typeface="楷体_GB2312" charset="0"/>
                <a:cs typeface="楷体_GB2312" charset="0"/>
              </a:rPr>
              <a:t> </a:t>
            </a:r>
            <a:r>
              <a:rPr lang="zh-CN" altLang="en-US" b="0">
                <a:latin typeface="Arial" panose="020B0604020202020204" pitchFamily="34" charset="0"/>
                <a:ea typeface="楷体_GB2312" charset="0"/>
                <a:cs typeface="楷体_GB2312" charset="0"/>
              </a:rPr>
              <a:t>公路项目财务敏感性分析</a:t>
            </a:r>
            <a:r>
              <a:rPr lang="zh-CN" altLang="en-US">
                <a:latin typeface="Arial" panose="020B0604020202020204" pitchFamily="34" charset="0"/>
                <a:ea typeface="楷体_GB2312" charset="0"/>
                <a:cs typeface="楷体_GB2312" charset="0"/>
              </a:rPr>
              <a:t> </a:t>
            </a:r>
            <a:endParaRPr lang="zh-CN" altLang="en-US">
              <a:latin typeface="Arial" panose="020B0604020202020204" pitchFamily="34" charset="0"/>
              <a:ea typeface="楷体_GB2312" charset="0"/>
              <a:cs typeface="楷体_GB2312" charset="0"/>
            </a:endParaRPr>
          </a:p>
        </p:txBody>
      </p:sp>
      <p:sp>
        <p:nvSpPr>
          <p:cNvPr id="55299" name="Rectangle 5"/>
          <p:cNvSpPr>
            <a:spLocks noChangeArrowheads="1"/>
          </p:cNvSpPr>
          <p:nvPr/>
        </p:nvSpPr>
        <p:spPr bwMode="auto">
          <a:xfrm>
            <a:off x="0" y="2411413"/>
            <a:ext cx="9144000" cy="0"/>
          </a:xfrm>
          <a:prstGeom prst="rect">
            <a:avLst/>
          </a:prstGeom>
          <a:noFill/>
          <a:ln>
            <a:noFill/>
          </a:ln>
        </p:spPr>
        <p:txBody>
          <a:bodyPr wrap="none" anchor="ctr">
            <a:spAutoFit/>
          </a:bodyPr>
          <a:lstStyle/>
          <a:p>
            <a:endParaRPr lang="zh-CN" altLang="en-US" sz="2400" b="0">
              <a:solidFill>
                <a:schemeClr val="tx1"/>
              </a:solidFill>
              <a:latin typeface="Times New Roman" panose="02020603050405020304" pitchFamily="18" charset="0"/>
              <a:ea typeface="宋体" panose="02010600030101010101" pitchFamily="2" charset="-122"/>
              <a:cs typeface="宋体" panose="02010600030101010101" pitchFamily="2" charset="-122"/>
            </a:endParaRPr>
          </a:p>
        </p:txBody>
      </p:sp>
      <p:graphicFrame>
        <p:nvGraphicFramePr>
          <p:cNvPr id="957446" name="Group 6"/>
          <p:cNvGraphicFramePr>
            <a:graphicFrameLocks noGrp="1"/>
          </p:cNvGraphicFramePr>
          <p:nvPr/>
        </p:nvGraphicFramePr>
        <p:xfrm>
          <a:off x="0" y="1484313"/>
          <a:ext cx="9144000" cy="2895600"/>
        </p:xfrm>
        <a:graphic>
          <a:graphicData uri="http://schemas.openxmlformats.org/drawingml/2006/table">
            <a:tbl>
              <a:tblPr/>
              <a:tblGrid>
                <a:gridCol w="2500313"/>
                <a:gridCol w="1660525"/>
                <a:gridCol w="1660525"/>
                <a:gridCol w="1662112"/>
                <a:gridCol w="1660525"/>
              </a:tblGrid>
              <a:tr h="619125">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指标</a:t>
                      </a:r>
                      <a:r>
                        <a:rPr kumimoji="0" lang="zh-CN" altLang="en-US"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   </a:t>
                      </a:r>
                      <a:endPar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  </a:t>
                      </a:r>
                      <a:r>
                        <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分析方案</a:t>
                      </a:r>
                      <a:endPar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endParaRPr>
                    </a:p>
                  </a:txBody>
                  <a:tcPr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财务净现值</a:t>
                      </a:r>
                      <a:endPar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（亿元）</a:t>
                      </a:r>
                      <a:endPar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内部收益率</a:t>
                      </a:r>
                      <a:endPar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a:t>
                      </a:r>
                      <a:r>
                        <a:rPr kumimoji="0" lang="en-US" altLang="zh-CN"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a:t>
                      </a:r>
                      <a:r>
                        <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a:t>
                      </a:r>
                      <a:endPar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效益成本比</a:t>
                      </a:r>
                      <a:endPar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投资回收期</a:t>
                      </a:r>
                      <a:endPar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（年）</a:t>
                      </a:r>
                      <a:endPar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r>
              <a:tr h="392113">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效益减少</a:t>
                      </a:r>
                      <a:r>
                        <a:rPr kumimoji="0" lang="en-US" altLang="zh-CN"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20%</a:t>
                      </a:r>
                      <a:endParaRPr kumimoji="0" lang="en-US" altLang="zh-CN"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endParaRPr>
                    </a:p>
                  </a:txBody>
                  <a:tcPr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3.32</a:t>
                      </a:r>
                      <a:endPar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266700" algn="r"/>
                          <a:tab pos="2636520" algn="ctr"/>
                          <a:tab pos="5273675" algn="r"/>
                        </a:tabLst>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4.02</a:t>
                      </a:r>
                      <a:endPar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1.02</a:t>
                      </a:r>
                      <a:endPar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23.49</a:t>
                      </a:r>
                      <a:endPar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390525">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费用增加</a:t>
                      </a:r>
                      <a:r>
                        <a:rPr kumimoji="0" lang="en-US" altLang="zh-CN"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20%</a:t>
                      </a:r>
                      <a:endParaRPr kumimoji="0" lang="en-US" altLang="zh-CN"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endParaRPr>
                    </a:p>
                  </a:txBody>
                  <a:tcPr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28.7</a:t>
                      </a:r>
                      <a:endPar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5.55</a:t>
                      </a:r>
                      <a:endPar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1.15</a:t>
                      </a:r>
                      <a:endPar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21.13</a:t>
                      </a:r>
                      <a:endPar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595313">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效益减少</a:t>
                      </a:r>
                      <a:r>
                        <a:rPr kumimoji="0" lang="en-US" altLang="zh-CN"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10%</a:t>
                      </a:r>
                      <a:endParaRPr kumimoji="0" lang="en-AU" altLang="zh-CN"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费用增加</a:t>
                      </a:r>
                      <a:r>
                        <a:rPr kumimoji="0" lang="en-US" altLang="zh-CN"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10%</a:t>
                      </a:r>
                      <a:endParaRPr kumimoji="0" lang="en-US" altLang="zh-CN"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endParaRPr>
                    </a:p>
                  </a:txBody>
                  <a:tcPr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16.01</a:t>
                      </a:r>
                      <a:endPar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4.89</a:t>
                      </a:r>
                      <a:endPar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1.09</a:t>
                      </a:r>
                      <a:endPar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22.08</a:t>
                      </a:r>
                      <a:endPar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595313">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效益减少</a:t>
                      </a:r>
                      <a:r>
                        <a:rPr kumimoji="0" lang="en-US" altLang="zh-CN"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20%</a:t>
                      </a:r>
                      <a:endParaRPr kumimoji="0" lang="en-AU" altLang="zh-CN"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AU"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费用增加</a:t>
                      </a:r>
                      <a:r>
                        <a:rPr kumimoji="0" lang="en-US" altLang="zh-CN"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rPr>
                        <a:t>20%</a:t>
                      </a:r>
                      <a:endParaRPr kumimoji="0" lang="en-US" altLang="zh-CN" sz="2000" b="0" i="0" u="none" strike="noStrike" cap="none" normalizeH="0" baseline="0">
                        <a:ln>
                          <a:noFill/>
                        </a:ln>
                        <a:solidFill>
                          <a:srgbClr val="000000"/>
                        </a:solidFill>
                        <a:effectLst/>
                        <a:latin typeface="Times New Roman" panose="02020603050405020304" pitchFamily="18" charset="0"/>
                        <a:ea typeface="楷体_GB2312" charset="0"/>
                        <a:cs typeface="Times New Roman" panose="02020603050405020304" pitchFamily="18" charset="0"/>
                      </a:endParaRPr>
                    </a:p>
                  </a:txBody>
                  <a:tcPr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-15.48</a:t>
                      </a:r>
                      <a:endPar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2.60</a:t>
                      </a:r>
                      <a:endPar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0.92</a:t>
                      </a:r>
                      <a:endPar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26.38</a:t>
                      </a:r>
                      <a:endParaRPr kumimoji="0" lang="en-US" altLang="zh-CN" sz="20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triangl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25400" cap="flat" cmpd="sng" algn="ctr">
                      <a:solidFill>
                        <a:srgbClr val="000000"/>
                      </a:solidFill>
                      <a:prstDash val="solid"/>
                      <a:round/>
                      <a:headEnd type="none" w="sm" len="sm"/>
                      <a:tailEnd type="none" w="sm" len="sm"/>
                    </a:lnB>
                    <a:lnTlToBr>
                      <a:noFill/>
                    </a:lnTlToBr>
                    <a:lnBlToTr>
                      <a:noFill/>
                    </a:lnBlToTr>
                    <a:noFill/>
                  </a:tcPr>
                </a:tc>
              </a:tr>
            </a:tbl>
          </a:graphicData>
        </a:graphic>
      </p:graphicFrame>
      <p:sp>
        <p:nvSpPr>
          <p:cNvPr id="55338" name="Rectangle 44"/>
          <p:cNvSpPr>
            <a:spLocks noChangeArrowheads="1"/>
          </p:cNvSpPr>
          <p:nvPr/>
        </p:nvSpPr>
        <p:spPr bwMode="auto">
          <a:xfrm>
            <a:off x="273050" y="4575175"/>
            <a:ext cx="7775575" cy="1506538"/>
          </a:xfrm>
          <a:prstGeom prst="rect">
            <a:avLst/>
          </a:prstGeom>
          <a:noFill/>
          <a:ln w="12700" cap="sq">
            <a:solidFill>
              <a:schemeClr val="tx2"/>
            </a:solidFill>
            <a:miter lim="800000"/>
            <a:headEnd type="none" w="sm" len="sm"/>
            <a:tailEnd type="none" w="sm" len="sm"/>
          </a:ln>
        </p:spPr>
        <p:txBody>
          <a:bodyPr anchor="ctr">
            <a:spAutoFit/>
          </a:bodyPr>
          <a:lstStyle/>
          <a:p>
            <a:r>
              <a:rPr lang="zh-CN" altLang="en-AU" sz="3200" b="0">
                <a:solidFill>
                  <a:srgbClr val="000000"/>
                </a:solidFill>
                <a:latin typeface="华文楷体" panose="02010600040101010101" charset="-122"/>
                <a:cs typeface="Times New Roman" panose="02020603050405020304" pitchFamily="18" charset="0"/>
              </a:rPr>
              <a:t>上表所列结果表明，本项目财务上承受风险的能力一般，应注意控制工程造价</a:t>
            </a:r>
            <a:endParaRPr lang="zh-CN" altLang="en-AU" sz="3200" b="0">
              <a:solidFill>
                <a:srgbClr val="000000"/>
              </a:solidFill>
              <a:latin typeface="华文楷体" panose="02010600040101010101" charset="-122"/>
              <a:cs typeface="Times New Roman" panose="02020603050405020304" pitchFamily="18" charset="0"/>
            </a:endParaRPr>
          </a:p>
          <a:p>
            <a:r>
              <a:rPr lang="en-US" altLang="zh-CN" sz="2800" b="0">
                <a:solidFill>
                  <a:srgbClr val="000000"/>
                </a:solidFill>
                <a:cs typeface="Times New Roman" panose="02020603050405020304" pitchFamily="18" charset="0"/>
              </a:rPr>
              <a:t>(</a:t>
            </a:r>
            <a:r>
              <a:rPr lang="zh-CN" altLang="en-US" sz="2800" b="0">
                <a:solidFill>
                  <a:srgbClr val="000000"/>
                </a:solidFill>
                <a:cs typeface="Times New Roman" panose="02020603050405020304" pitchFamily="18" charset="0"/>
              </a:rPr>
              <a:t>本项目财务基准折现率为</a:t>
            </a:r>
            <a:r>
              <a:rPr lang="en-US" altLang="zh-CN" sz="2800" b="0">
                <a:solidFill>
                  <a:srgbClr val="000000"/>
                </a:solidFill>
                <a:cs typeface="Times New Roman" panose="02020603050405020304" pitchFamily="18" charset="0"/>
              </a:rPr>
              <a:t>3.744</a:t>
            </a:r>
            <a:r>
              <a:rPr lang="zh-CN" altLang="en-US" sz="2800" b="0">
                <a:solidFill>
                  <a:srgbClr val="000000"/>
                </a:solidFill>
                <a:cs typeface="Times New Roman" panose="02020603050405020304" pitchFamily="18" charset="0"/>
              </a:rPr>
              <a:t>％</a:t>
            </a:r>
            <a:r>
              <a:rPr lang="zh-CN" altLang="en-AU" sz="2800" b="0">
                <a:solidFill>
                  <a:srgbClr val="000000"/>
                </a:solidFill>
                <a:cs typeface="Times New Roman" panose="02020603050405020304" pitchFamily="18" charset="0"/>
              </a:rPr>
              <a:t> </a:t>
            </a:r>
            <a:r>
              <a:rPr lang="en-AU" altLang="zh-CN" sz="2800" b="0">
                <a:solidFill>
                  <a:srgbClr val="000000"/>
                </a:solidFill>
                <a:cs typeface="Times New Roman" panose="02020603050405020304" pitchFamily="18" charset="0"/>
              </a:rPr>
              <a:t>)</a:t>
            </a:r>
            <a:r>
              <a:rPr lang="zh-CN" altLang="en-AU" sz="2800" b="0">
                <a:solidFill>
                  <a:srgbClr val="000000"/>
                </a:solidFill>
                <a:latin typeface="华文楷体" panose="02010600040101010101" charset="-122"/>
                <a:cs typeface="Times New Roman" panose="02020603050405020304" pitchFamily="18" charset="0"/>
              </a:rPr>
              <a:t>。</a:t>
            </a:r>
            <a:endParaRPr lang="zh-CN" altLang="en-AU" sz="2800" b="0">
              <a:solidFill>
                <a:srgbClr val="000000"/>
              </a:solidFill>
              <a:latin typeface="华文楷体" panose="02010600040101010101" charset="-122"/>
              <a:cs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zh-CN" altLang="en-US">
                <a:latin typeface="Arial" panose="020B0604020202020204" pitchFamily="34" charset="0"/>
                <a:ea typeface="楷体_GB2312" charset="0"/>
                <a:cs typeface="楷体_GB2312" charset="0"/>
              </a:rPr>
              <a:t>（三）风险分析</a:t>
            </a:r>
            <a:endParaRPr lang="zh-CN" altLang="en-US">
              <a:latin typeface="Arial" panose="020B0604020202020204" pitchFamily="34" charset="0"/>
              <a:ea typeface="楷体_GB2312" charset="0"/>
              <a:cs typeface="楷体_GB2312" charset="0"/>
            </a:endParaRPr>
          </a:p>
        </p:txBody>
      </p:sp>
      <p:sp>
        <p:nvSpPr>
          <p:cNvPr id="56323" name="Rectangle 3"/>
          <p:cNvSpPr>
            <a:spLocks noGrp="1" noChangeArrowheads="1"/>
          </p:cNvSpPr>
          <p:nvPr>
            <p:ph type="body" idx="1"/>
          </p:nvPr>
        </p:nvSpPr>
        <p:spPr/>
        <p:txBody>
          <a:bodyPr/>
          <a:lstStyle/>
          <a:p>
            <a:pPr eaLnBrk="1" hangingPunct="1"/>
            <a:r>
              <a:rPr lang="zh-CN" altLang="en-US">
                <a:latin typeface="Arial" panose="020B0604020202020204" pitchFamily="34" charset="0"/>
                <a:ea typeface="宋体" panose="02010600030101010101" pitchFamily="2" charset="-122"/>
              </a:rPr>
              <a:t>风险的概念</a:t>
            </a:r>
            <a:endParaRPr lang="zh-CN" altLang="en-US">
              <a:latin typeface="Arial" panose="020B0604020202020204" pitchFamily="34" charset="0"/>
              <a:ea typeface="宋体" panose="02010600030101010101" pitchFamily="2" charset="-122"/>
            </a:endParaRPr>
          </a:p>
          <a:p>
            <a:pPr lvl="1" eaLnBrk="1" hangingPunct="1"/>
            <a:r>
              <a:rPr lang="zh-CN" altLang="en-US">
                <a:latin typeface="Arial" panose="020B0604020202020204" pitchFamily="34" charset="0"/>
                <a:ea typeface="宋体" panose="02010600030101010101" pitchFamily="2" charset="-122"/>
              </a:rPr>
              <a:t>相对于预期目标而言，经济主体遭受</a:t>
            </a:r>
            <a:r>
              <a:rPr lang="zh-CN" altLang="en-US">
                <a:solidFill>
                  <a:srgbClr val="800000"/>
                </a:solidFill>
                <a:latin typeface="Arial" panose="020B0604020202020204" pitchFamily="34" charset="0"/>
                <a:ea typeface="宋体" panose="02010600030101010101" pitchFamily="2" charset="-122"/>
              </a:rPr>
              <a:t>损失</a:t>
            </a:r>
            <a:r>
              <a:rPr lang="zh-CN" altLang="en-US">
                <a:latin typeface="Arial" panose="020B0604020202020204" pitchFamily="34" charset="0"/>
                <a:ea typeface="宋体" panose="02010600030101010101" pitchFamily="2" charset="-122"/>
              </a:rPr>
              <a:t>的不确定性</a:t>
            </a:r>
            <a:endParaRPr lang="zh-CN" altLang="en-US">
              <a:latin typeface="Arial" panose="020B0604020202020204" pitchFamily="34" charset="0"/>
              <a:ea typeface="宋体" panose="02010600030101010101" pitchFamily="2" charset="-122"/>
            </a:endParaRPr>
          </a:p>
          <a:p>
            <a:pPr lvl="1" eaLnBrk="1" hangingPunct="1"/>
            <a:r>
              <a:rPr lang="zh-CN" altLang="en-US">
                <a:latin typeface="Arial" panose="020B0604020202020204" pitchFamily="34" charset="0"/>
                <a:ea typeface="宋体" panose="02010600030101010101" pitchFamily="2" charset="-122"/>
              </a:rPr>
              <a:t>与不确定性的差别</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风险的分类</a:t>
            </a:r>
            <a:endParaRPr lang="zh-CN" altLang="en-US">
              <a:latin typeface="Arial" panose="020B0604020202020204" pitchFamily="34" charset="0"/>
              <a:ea typeface="宋体" panose="02010600030101010101" pitchFamily="2" charset="-122"/>
            </a:endParaRPr>
          </a:p>
          <a:p>
            <a:pPr lvl="1" eaLnBrk="1" hangingPunct="1"/>
            <a:r>
              <a:rPr lang="zh-CN" altLang="en-US">
                <a:latin typeface="Arial" panose="020B0604020202020204" pitchFamily="34" charset="0"/>
                <a:ea typeface="宋体" panose="02010600030101010101" pitchFamily="2" charset="-122"/>
              </a:rPr>
              <a:t>静态、动态风险；主观、客观风险</a:t>
            </a:r>
            <a:r>
              <a:rPr lang="en-US" altLang="zh-CN">
                <a:latin typeface="Arial" panose="020B0604020202020204" pitchFamily="34" charset="0"/>
                <a:ea typeface="宋体" panose="02010600030101010101" pitchFamily="2" charset="-122"/>
              </a:rPr>
              <a:t>……</a:t>
            </a:r>
            <a:endParaRPr lang="en-US" altLang="zh-CN">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风险管理的步骤</a:t>
            </a:r>
            <a:endParaRPr lang="zh-CN" altLang="en-US">
              <a:latin typeface="Arial" panose="020B0604020202020204" pitchFamily="34" charset="0"/>
              <a:ea typeface="宋体" panose="02010600030101010101" pitchFamily="2" charset="-122"/>
            </a:endParaRPr>
          </a:p>
          <a:p>
            <a:pPr lvl="1" eaLnBrk="1" hangingPunct="1"/>
            <a:r>
              <a:rPr lang="zh-CN" altLang="en-US">
                <a:latin typeface="Arial" panose="020B0604020202020204" pitchFamily="34" charset="0"/>
                <a:ea typeface="宋体" panose="02010600030101010101" pitchFamily="2" charset="-122"/>
              </a:rPr>
              <a:t>风险识别、风险测度（评估）、风险决策和风险控制</a:t>
            </a:r>
            <a:endParaRPr lang="zh-CN" altLang="en-US">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altLang="zh-CN">
                <a:latin typeface="Arial" panose="020B0604020202020204" pitchFamily="34" charset="0"/>
                <a:ea typeface="楷体_GB2312" charset="0"/>
                <a:cs typeface="楷体_GB2312" charset="0"/>
              </a:rPr>
              <a:t>1. </a:t>
            </a:r>
            <a:r>
              <a:rPr lang="zh-CN" altLang="en-US">
                <a:latin typeface="Arial" panose="020B0604020202020204" pitchFamily="34" charset="0"/>
                <a:ea typeface="楷体_GB2312" charset="0"/>
                <a:cs typeface="楷体_GB2312" charset="0"/>
              </a:rPr>
              <a:t>风险测度</a:t>
            </a:r>
            <a:endParaRPr lang="zh-CN" altLang="en-US">
              <a:latin typeface="Arial" panose="020B0604020202020204" pitchFamily="34" charset="0"/>
              <a:ea typeface="楷体_GB2312" charset="0"/>
              <a:cs typeface="楷体_GB2312" charset="0"/>
            </a:endParaRPr>
          </a:p>
        </p:txBody>
      </p:sp>
      <p:sp>
        <p:nvSpPr>
          <p:cNvPr id="58371" name="Rectangle 3"/>
          <p:cNvSpPr>
            <a:spLocks noGrp="1" noChangeArrowheads="1"/>
          </p:cNvSpPr>
          <p:nvPr>
            <p:ph type="body" idx="1"/>
          </p:nvPr>
        </p:nvSpPr>
        <p:spPr/>
        <p:txBody>
          <a:bodyPr/>
          <a:lstStyle/>
          <a:p>
            <a:pPr eaLnBrk="1" hangingPunct="1">
              <a:lnSpc>
                <a:spcPct val="90000"/>
              </a:lnSpc>
              <a:spcAft>
                <a:spcPct val="10000"/>
              </a:spcAft>
            </a:pPr>
            <a:r>
              <a:rPr lang="zh-CN" altLang="en-US">
                <a:latin typeface="Arial" panose="020B0604020202020204" pitchFamily="34" charset="0"/>
                <a:ea typeface="宋体" panose="02010600030101010101" pitchFamily="2" charset="-122"/>
              </a:rPr>
              <a:t>什么是风险测度（评估）？</a:t>
            </a:r>
            <a:endParaRPr lang="zh-CN" altLang="en-US">
              <a:latin typeface="Arial" panose="020B0604020202020204" pitchFamily="34" charset="0"/>
              <a:ea typeface="宋体" panose="02010600030101010101" pitchFamily="2" charset="-122"/>
            </a:endParaRPr>
          </a:p>
          <a:p>
            <a:pPr lvl="1" eaLnBrk="1" hangingPunct="1">
              <a:lnSpc>
                <a:spcPct val="90000"/>
              </a:lnSpc>
              <a:spcAft>
                <a:spcPct val="10000"/>
              </a:spcAft>
            </a:pPr>
            <a:r>
              <a:rPr lang="zh-CN" altLang="en-US">
                <a:latin typeface="Arial" panose="020B0604020202020204" pitchFamily="34" charset="0"/>
                <a:ea typeface="宋体" panose="02010600030101010101" pitchFamily="2" charset="-122"/>
              </a:rPr>
              <a:t>定性、</a:t>
            </a:r>
            <a:r>
              <a:rPr lang="zh-CN" altLang="en-US">
                <a:solidFill>
                  <a:srgbClr val="800000"/>
                </a:solidFill>
                <a:latin typeface="Arial" panose="020B0604020202020204" pitchFamily="34" charset="0"/>
                <a:ea typeface="宋体" panose="02010600030101010101" pitchFamily="2" charset="-122"/>
              </a:rPr>
              <a:t>定量</a:t>
            </a:r>
            <a:endParaRPr lang="zh-CN" altLang="en-US">
              <a:solidFill>
                <a:srgbClr val="800000"/>
              </a:solidFill>
              <a:latin typeface="Arial" panose="020B0604020202020204" pitchFamily="34" charset="0"/>
              <a:ea typeface="宋体" panose="02010600030101010101" pitchFamily="2" charset="-122"/>
            </a:endParaRPr>
          </a:p>
          <a:p>
            <a:pPr lvl="1" eaLnBrk="1" hangingPunct="1">
              <a:lnSpc>
                <a:spcPct val="90000"/>
              </a:lnSpc>
              <a:spcAft>
                <a:spcPct val="10000"/>
              </a:spcAft>
            </a:pPr>
            <a:r>
              <a:rPr lang="zh-CN" altLang="en-US">
                <a:latin typeface="Arial" panose="020B0604020202020204" pitchFamily="34" charset="0"/>
                <a:ea typeface="宋体" panose="02010600030101010101" pitchFamily="2" charset="-122"/>
              </a:rPr>
              <a:t>通过研究各种不确定因素发生不同幅度变动的</a:t>
            </a:r>
            <a:r>
              <a:rPr lang="zh-CN" altLang="en-US">
                <a:solidFill>
                  <a:srgbClr val="800000"/>
                </a:solidFill>
                <a:latin typeface="Arial" panose="020B0604020202020204" pitchFamily="34" charset="0"/>
                <a:ea typeface="宋体" panose="02010600030101010101" pitchFamily="2" charset="-122"/>
              </a:rPr>
              <a:t>概率分布</a:t>
            </a:r>
            <a:r>
              <a:rPr lang="zh-CN" altLang="en-US">
                <a:latin typeface="Arial" panose="020B0604020202020204" pitchFamily="34" charset="0"/>
                <a:ea typeface="宋体" panose="02010600030101010101" pitchFamily="2" charset="-122"/>
              </a:rPr>
              <a:t>及其对方案经济效果的影响，对方案的净现金流量及经济效果指标作出某种概率描述，对方案的风险情况作出比较准确的判断。</a:t>
            </a:r>
            <a:endParaRPr lang="zh-CN" altLang="en-US">
              <a:latin typeface="Arial" panose="020B0604020202020204" pitchFamily="34" charset="0"/>
              <a:ea typeface="宋体" panose="02010600030101010101" pitchFamily="2" charset="-122"/>
            </a:endParaRPr>
          </a:p>
          <a:p>
            <a:pPr eaLnBrk="1" hangingPunct="1">
              <a:lnSpc>
                <a:spcPct val="90000"/>
              </a:lnSpc>
              <a:spcAft>
                <a:spcPct val="10000"/>
              </a:spcAft>
            </a:pPr>
            <a:r>
              <a:rPr lang="zh-CN" altLang="en-US">
                <a:latin typeface="Arial" panose="020B0604020202020204" pitchFamily="34" charset="0"/>
                <a:ea typeface="宋体" panose="02010600030101010101" pitchFamily="2" charset="-122"/>
              </a:rPr>
              <a:t>几种方法</a:t>
            </a:r>
            <a:endParaRPr lang="zh-CN" altLang="en-US">
              <a:latin typeface="Arial" panose="020B0604020202020204" pitchFamily="34" charset="0"/>
              <a:ea typeface="宋体" panose="02010600030101010101" pitchFamily="2" charset="-122"/>
            </a:endParaRPr>
          </a:p>
          <a:p>
            <a:pPr lvl="1" eaLnBrk="1" hangingPunct="1">
              <a:lnSpc>
                <a:spcPct val="90000"/>
              </a:lnSpc>
              <a:spcAft>
                <a:spcPct val="10000"/>
              </a:spcAft>
            </a:pPr>
            <a:r>
              <a:rPr lang="zh-CN" altLang="en-US">
                <a:latin typeface="Arial" panose="020B0604020202020204" pitchFamily="34" charset="0"/>
                <a:ea typeface="宋体" panose="02010600030101010101" pitchFamily="2" charset="-122"/>
              </a:rPr>
              <a:t>解析法</a:t>
            </a:r>
            <a:endParaRPr lang="zh-CN" altLang="en-US">
              <a:latin typeface="Arial" panose="020B0604020202020204" pitchFamily="34" charset="0"/>
              <a:ea typeface="宋体" panose="02010600030101010101" pitchFamily="2" charset="-122"/>
            </a:endParaRPr>
          </a:p>
          <a:p>
            <a:pPr lvl="1" eaLnBrk="1" hangingPunct="1">
              <a:lnSpc>
                <a:spcPct val="90000"/>
              </a:lnSpc>
              <a:spcAft>
                <a:spcPct val="10000"/>
              </a:spcAft>
            </a:pPr>
            <a:r>
              <a:rPr lang="zh-CN" altLang="en-US">
                <a:latin typeface="Arial" panose="020B0604020202020204" pitchFamily="34" charset="0"/>
                <a:ea typeface="宋体" panose="02010600030101010101" pitchFamily="2" charset="-122"/>
              </a:rPr>
              <a:t>图示法</a:t>
            </a:r>
            <a:endParaRPr lang="zh-CN" altLang="en-US">
              <a:latin typeface="Arial" panose="020B0604020202020204" pitchFamily="34" charset="0"/>
              <a:ea typeface="宋体" panose="02010600030101010101" pitchFamily="2" charset="-122"/>
            </a:endParaRPr>
          </a:p>
          <a:p>
            <a:pPr lvl="1" eaLnBrk="1" hangingPunct="1">
              <a:lnSpc>
                <a:spcPct val="90000"/>
              </a:lnSpc>
              <a:spcAft>
                <a:spcPct val="10000"/>
              </a:spcAft>
            </a:pPr>
            <a:r>
              <a:rPr lang="zh-CN" altLang="en-US">
                <a:latin typeface="Arial" panose="020B0604020202020204" pitchFamily="34" charset="0"/>
                <a:ea typeface="宋体" panose="02010600030101010101" pitchFamily="2" charset="-122"/>
              </a:rPr>
              <a:t>模拟法</a:t>
            </a:r>
            <a:endParaRPr lang="zh-CN" altLang="en-US">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altLang="zh-CN">
                <a:latin typeface="Arial" panose="020B0604020202020204" pitchFamily="34" charset="0"/>
                <a:ea typeface="楷体_GB2312" charset="0"/>
                <a:cs typeface="楷体_GB2312" charset="0"/>
              </a:rPr>
              <a:t>(1) </a:t>
            </a:r>
            <a:r>
              <a:rPr lang="zh-CN" altLang="en-US">
                <a:latin typeface="Arial" panose="020B0604020202020204" pitchFamily="34" charset="0"/>
                <a:ea typeface="楷体_GB2312" charset="0"/>
                <a:cs typeface="楷体_GB2312" charset="0"/>
              </a:rPr>
              <a:t>解析法</a:t>
            </a:r>
            <a:endParaRPr lang="zh-CN" altLang="en-US">
              <a:latin typeface="Arial" panose="020B0604020202020204" pitchFamily="34" charset="0"/>
              <a:ea typeface="楷体_GB2312" charset="0"/>
              <a:cs typeface="楷体_GB2312" charset="0"/>
            </a:endParaRPr>
          </a:p>
        </p:txBody>
      </p:sp>
      <p:sp>
        <p:nvSpPr>
          <p:cNvPr id="60419" name="Rectangle 3"/>
          <p:cNvSpPr>
            <a:spLocks noGrp="1" noChangeArrowheads="1"/>
          </p:cNvSpPr>
          <p:nvPr>
            <p:ph type="body" idx="1"/>
          </p:nvPr>
        </p:nvSpPr>
        <p:spPr/>
        <p:txBody>
          <a:bodyPr/>
          <a:lstStyle/>
          <a:p>
            <a:pPr eaLnBrk="1" hangingPunct="1"/>
            <a:r>
              <a:rPr lang="zh-CN" altLang="en-US">
                <a:latin typeface="Arial" panose="020B0604020202020204" pitchFamily="34" charset="0"/>
                <a:ea typeface="宋体" panose="02010600030101010101" pitchFamily="2" charset="-122"/>
              </a:rPr>
              <a:t>在方案经济效果指标（如净现值）服从某种典型概率分布的情况下，如果已知其期望值与标准差，可以使用解析法进行方案风险估计。</a:t>
            </a:r>
            <a:endParaRPr lang="zh-CN" altLang="en-US">
              <a:latin typeface="Arial" panose="020B0604020202020204" pitchFamily="34" charset="0"/>
              <a:ea typeface="宋体" panose="02010600030101010101" pitchFamily="2" charset="-122"/>
            </a:endParaRPr>
          </a:p>
          <a:p>
            <a:pPr eaLnBrk="1" hangingPunct="1"/>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例：假定方案净现值服从正态分布，求</a:t>
            </a:r>
            <a:br>
              <a:rPr lang="zh-CN" altLang="en-US">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净现值大于或等于</a:t>
            </a:r>
            <a:r>
              <a:rPr lang="en-US" altLang="zh-CN">
                <a:latin typeface="Arial" panose="020B0604020202020204" pitchFamily="34" charset="0"/>
                <a:ea typeface="宋体" panose="02010600030101010101" pitchFamily="2" charset="-122"/>
              </a:rPr>
              <a:t>0</a:t>
            </a:r>
            <a:r>
              <a:rPr lang="zh-CN" altLang="en-US">
                <a:latin typeface="Arial" panose="020B0604020202020204" pitchFamily="34" charset="0"/>
                <a:ea typeface="宋体" panose="02010600030101010101" pitchFamily="2" charset="-122"/>
              </a:rPr>
              <a:t>的概率</a:t>
            </a:r>
            <a:br>
              <a:rPr lang="zh-CN" altLang="en-US">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净现值小于－</a:t>
            </a:r>
            <a:r>
              <a:rPr lang="en-US" altLang="zh-CN">
                <a:latin typeface="Arial" panose="020B0604020202020204" pitchFamily="34" charset="0"/>
                <a:ea typeface="宋体" panose="02010600030101010101" pitchFamily="2" charset="-122"/>
              </a:rPr>
              <a:t>100</a:t>
            </a:r>
            <a:r>
              <a:rPr lang="zh-CN" altLang="en-US">
                <a:latin typeface="Arial" panose="020B0604020202020204" pitchFamily="34" charset="0"/>
                <a:ea typeface="宋体" panose="02010600030101010101" pitchFamily="2" charset="-122"/>
              </a:rPr>
              <a:t>万元的概率</a:t>
            </a:r>
            <a:br>
              <a:rPr lang="zh-CN" altLang="en-US">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(3)</a:t>
            </a:r>
            <a:r>
              <a:rPr lang="zh-CN" altLang="en-US">
                <a:latin typeface="Arial" panose="020B0604020202020204" pitchFamily="34" charset="0"/>
                <a:ea typeface="宋体" panose="02010600030101010101" pitchFamily="2" charset="-122"/>
              </a:rPr>
              <a:t>净现值大于或等于</a:t>
            </a:r>
            <a:r>
              <a:rPr lang="en-US" altLang="zh-CN">
                <a:latin typeface="Arial" panose="020B0604020202020204" pitchFamily="34" charset="0"/>
                <a:ea typeface="宋体" panose="02010600030101010101" pitchFamily="2" charset="-122"/>
              </a:rPr>
              <a:t>500</a:t>
            </a:r>
            <a:r>
              <a:rPr lang="zh-CN" altLang="en-US">
                <a:latin typeface="Arial" panose="020B0604020202020204" pitchFamily="34" charset="0"/>
                <a:ea typeface="宋体" panose="02010600030101010101" pitchFamily="2" charset="-122"/>
              </a:rPr>
              <a:t>万元的概率</a:t>
            </a:r>
            <a:endParaRPr lang="zh-CN" altLang="en-US">
              <a:latin typeface="Arial" panose="020B0604020202020204" pitchFamily="34" charset="0"/>
              <a:ea typeface="宋体" panose="02010600030101010101" pitchFamily="2" charset="-122"/>
            </a:endParaRPr>
          </a:p>
          <a:p>
            <a:pPr eaLnBrk="1" hangingPunct="1"/>
            <a:endParaRPr lang="zh-CN" altLang="en-US">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en-US" altLang="zh-CN">
                <a:latin typeface="Arial" panose="020B0604020202020204" pitchFamily="34" charset="0"/>
                <a:ea typeface="楷体_GB2312" charset="0"/>
                <a:cs typeface="楷体_GB2312" charset="0"/>
              </a:rPr>
              <a:t>(2) </a:t>
            </a:r>
            <a:r>
              <a:rPr lang="zh-CN" altLang="en-US">
                <a:latin typeface="Arial" panose="020B0604020202020204" pitchFamily="34" charset="0"/>
                <a:ea typeface="楷体_GB2312" charset="0"/>
                <a:cs typeface="楷体_GB2312" charset="0"/>
              </a:rPr>
              <a:t>图示法</a:t>
            </a:r>
            <a:endParaRPr lang="zh-CN" altLang="en-US">
              <a:latin typeface="Arial" panose="020B0604020202020204" pitchFamily="34" charset="0"/>
              <a:ea typeface="楷体_GB2312" charset="0"/>
              <a:cs typeface="楷体_GB2312" charset="0"/>
            </a:endParaRPr>
          </a:p>
        </p:txBody>
      </p:sp>
      <p:sp>
        <p:nvSpPr>
          <p:cNvPr id="62467" name="Rectangle 3"/>
          <p:cNvSpPr>
            <a:spLocks noGrp="1" noChangeArrowheads="1"/>
          </p:cNvSpPr>
          <p:nvPr>
            <p:ph type="body" idx="1"/>
          </p:nvPr>
        </p:nvSpPr>
        <p:spPr/>
        <p:txBody>
          <a:bodyPr/>
          <a:lstStyle/>
          <a:p>
            <a:pPr eaLnBrk="1" hangingPunct="1"/>
            <a:r>
              <a:rPr lang="zh-CN" altLang="en-US">
                <a:latin typeface="Arial" panose="020B0604020202020204" pitchFamily="34" charset="0"/>
                <a:ea typeface="宋体" panose="02010600030101010101" pitchFamily="2" charset="-122"/>
              </a:rPr>
              <a:t>如果已知所有可能出现的方案现金流量状态所对应的经济效果指标（如</a:t>
            </a:r>
            <a:r>
              <a:rPr lang="en-US" altLang="zh-CN">
                <a:latin typeface="Arial" panose="020B0604020202020204" pitchFamily="34" charset="0"/>
                <a:ea typeface="宋体" panose="02010600030101010101" pitchFamily="2" charset="-122"/>
              </a:rPr>
              <a:t>NPV</a:t>
            </a:r>
            <a:r>
              <a:rPr lang="zh-CN" altLang="en-US">
                <a:latin typeface="Arial" panose="020B0604020202020204" pitchFamily="34" charset="0"/>
                <a:ea typeface="宋体" panose="02010600030101010101" pitchFamily="2" charset="-122"/>
              </a:rPr>
              <a:t>）及其发生概率，可以绘出投资风险图表明方案的风险情况。</a:t>
            </a:r>
            <a:endParaRPr lang="zh-CN" altLang="en-US">
              <a:latin typeface="Arial" panose="020B0604020202020204" pitchFamily="34" charset="0"/>
              <a:ea typeface="宋体" panose="02010600030101010101" pitchFamily="2" charset="-122"/>
            </a:endParaRPr>
          </a:p>
        </p:txBody>
      </p:sp>
      <p:pic>
        <p:nvPicPr>
          <p:cNvPr id="62468" name="Picture 4" desc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39838" y="3028950"/>
            <a:ext cx="6440487" cy="3289300"/>
          </a:xfrm>
          <a:prstGeom prst="rect">
            <a:avLst/>
          </a:prstGeom>
          <a:noFill/>
          <a:ln>
            <a:noFill/>
          </a:ln>
        </p:spPr>
      </p:pic>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4"/>
          <p:cNvSpPr>
            <a:spLocks noGrp="1" noChangeArrowheads="1"/>
          </p:cNvSpPr>
          <p:nvPr>
            <p:ph type="title"/>
          </p:nvPr>
        </p:nvSpPr>
        <p:spPr>
          <a:xfrm>
            <a:off x="457200" y="228600"/>
            <a:ext cx="7772400" cy="457200"/>
          </a:xfrm>
          <a:noFill/>
        </p:spPr>
        <p:txBody>
          <a:bodyPr/>
          <a:lstStyle/>
          <a:p>
            <a:pPr eaLnBrk="1" hangingPunct="1"/>
            <a:r>
              <a:rPr lang="zh-CN" altLang="en-US">
                <a:solidFill>
                  <a:srgbClr val="000000"/>
                </a:solidFill>
                <a:latin typeface="Arial" panose="020B0604020202020204" pitchFamily="34" charset="0"/>
                <a:ea typeface="楷体_GB2312" charset="0"/>
                <a:cs typeface="楷体_GB2312" charset="0"/>
              </a:rPr>
              <a:t>概率树分析 </a:t>
            </a:r>
            <a:endParaRPr lang="zh-CN" altLang="en-US">
              <a:solidFill>
                <a:srgbClr val="000000"/>
              </a:solidFill>
              <a:latin typeface="Arial" panose="020B0604020202020204" pitchFamily="34" charset="0"/>
              <a:ea typeface="楷体_GB2312" charset="0"/>
              <a:cs typeface="楷体_GB2312" charset="0"/>
            </a:endParaRPr>
          </a:p>
        </p:txBody>
      </p:sp>
      <p:sp>
        <p:nvSpPr>
          <p:cNvPr id="920581" name="Rectangle 5"/>
          <p:cNvSpPr>
            <a:spLocks noChangeArrowheads="1"/>
          </p:cNvSpPr>
          <p:nvPr/>
        </p:nvSpPr>
        <p:spPr bwMode="auto">
          <a:xfrm>
            <a:off x="323850" y="692150"/>
            <a:ext cx="8424863" cy="6076950"/>
          </a:xfrm>
          <a:prstGeom prst="rect">
            <a:avLst/>
          </a:prstGeom>
          <a:noFill/>
          <a:ln>
            <a:noFill/>
          </a:ln>
        </p:spPr>
        <p:txBody>
          <a:bodyPr>
            <a:spAutoFit/>
          </a:bodyPr>
          <a:lstStyle/>
          <a:p>
            <a:pPr eaLnBrk="1" hangingPunct="1">
              <a:lnSpc>
                <a:spcPct val="140000"/>
              </a:lnSpc>
            </a:pPr>
            <a:r>
              <a:rPr kumimoji="1" lang="zh-CN" altLang="en-US" sz="2800" b="0">
                <a:solidFill>
                  <a:srgbClr val="000000"/>
                </a:solidFill>
                <a:latin typeface="黑体" panose="02010609060101010101" charset="-122"/>
                <a:ea typeface="黑体" panose="02010609060101010101" charset="-122"/>
                <a:cs typeface="黑体" panose="02010609060101010101" charset="-122"/>
              </a:rPr>
              <a:t>概率分析是通过研究各种不确定性因素发生不同变动幅度的概率分布及其对项目经济效益指标的影响，对项目可行性和风险性以及方案优劣作出判断的一种不确定性分析法。概率分析常用于对大中型重要若干项目的评估和决策之中。</a:t>
            </a:r>
            <a:endParaRPr kumimoji="1" lang="zh-CN" altLang="en-US" sz="2800" b="0">
              <a:solidFill>
                <a:srgbClr val="000000"/>
              </a:solidFill>
              <a:latin typeface="黑体" panose="02010609060101010101" charset="-122"/>
              <a:ea typeface="黑体" panose="02010609060101010101" charset="-122"/>
              <a:cs typeface="黑体" panose="02010609060101010101" charset="-122"/>
            </a:endParaRPr>
          </a:p>
          <a:p>
            <a:pPr eaLnBrk="1" hangingPunct="1">
              <a:lnSpc>
                <a:spcPct val="140000"/>
              </a:lnSpc>
            </a:pPr>
            <a:r>
              <a:rPr kumimoji="1" lang="zh-CN" altLang="en-US" sz="2800" b="0">
                <a:solidFill>
                  <a:srgbClr val="000000"/>
                </a:solidFill>
                <a:latin typeface="黑体" panose="02010609060101010101" charset="-122"/>
                <a:ea typeface="黑体" panose="02010609060101010101" charset="-122"/>
                <a:cs typeface="黑体" panose="02010609060101010101" charset="-122"/>
              </a:rPr>
              <a:t>    进行概率分析具体的方法主要有期望值法、效用函数法和模拟分析法等。</a:t>
            </a:r>
            <a:endParaRPr kumimoji="1" lang="zh-CN" altLang="en-US" sz="2800" b="0">
              <a:solidFill>
                <a:srgbClr val="000000"/>
              </a:solidFill>
              <a:latin typeface="黑体" panose="02010609060101010101" charset="-122"/>
              <a:ea typeface="黑体" panose="02010609060101010101" charset="-122"/>
              <a:cs typeface="黑体" panose="02010609060101010101" charset="-122"/>
            </a:endParaRPr>
          </a:p>
          <a:p>
            <a:pPr eaLnBrk="1" hangingPunct="1">
              <a:lnSpc>
                <a:spcPct val="140000"/>
              </a:lnSpc>
            </a:pPr>
            <a:r>
              <a:rPr kumimoji="1" lang="zh-CN" altLang="en-US" sz="2800" b="0">
                <a:solidFill>
                  <a:srgbClr val="000000"/>
                </a:solidFill>
                <a:latin typeface="黑体" panose="02010609060101010101" charset="-122"/>
                <a:ea typeface="黑体" panose="02010609060101010101" charset="-122"/>
                <a:cs typeface="黑体" panose="02010609060101010101" charset="-122"/>
              </a:rPr>
              <a:t>    期望值法是通过计算项目净现值的期望值和净现值大于或等于零时的累计概率，来比较方案优劣、确定项目可行性和风险程度的方法。</a:t>
            </a:r>
            <a:endParaRPr kumimoji="1" lang="zh-CN" altLang="en-US" sz="2800" b="0">
              <a:solidFill>
                <a:srgbClr val="000000"/>
              </a:solidFill>
              <a:latin typeface="黑体" panose="02010609060101010101" charset="-122"/>
              <a:ea typeface="黑体" panose="02010609060101010101" charset="-122"/>
              <a:cs typeface="黑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920581"/>
                                        </p:tgtEl>
                                        <p:attrNameLst>
                                          <p:attrName>style.visibility</p:attrName>
                                        </p:attrNameLst>
                                      </p:cBhvr>
                                      <p:to>
                                        <p:strVal val="visible"/>
                                      </p:to>
                                    </p:set>
                                    <p:animEffect transition="in" filter="box(in)">
                                      <p:cBhvr>
                                        <p:cTn id="7" dur="500"/>
                                        <p:tgtEl>
                                          <p:spTgt spid="920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0581"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4"/>
          <p:cNvSpPr>
            <a:spLocks noGrp="1" noChangeArrowheads="1"/>
          </p:cNvSpPr>
          <p:nvPr>
            <p:ph type="title"/>
          </p:nvPr>
        </p:nvSpPr>
        <p:spPr>
          <a:xfrm>
            <a:off x="457200" y="228600"/>
            <a:ext cx="7772400" cy="457200"/>
          </a:xfrm>
          <a:noFill/>
        </p:spPr>
        <p:txBody>
          <a:bodyPr/>
          <a:lstStyle/>
          <a:p>
            <a:pPr eaLnBrk="1" hangingPunct="1"/>
            <a:r>
              <a:rPr lang="zh-CN" altLang="en-US">
                <a:solidFill>
                  <a:srgbClr val="000000"/>
                </a:solidFill>
                <a:latin typeface="Arial" panose="020B0604020202020204" pitchFamily="34" charset="0"/>
                <a:ea typeface="楷体_GB2312" charset="0"/>
                <a:cs typeface="楷体_GB2312" charset="0"/>
              </a:rPr>
              <a:t>概率树分析</a:t>
            </a:r>
            <a:r>
              <a:rPr lang="zh-CN" altLang="en-US" b="0">
                <a:solidFill>
                  <a:srgbClr val="000000"/>
                </a:solidFill>
                <a:latin typeface="Arial" panose="020B0604020202020204" pitchFamily="34" charset="0"/>
                <a:ea typeface="楷体_GB2312" charset="0"/>
                <a:cs typeface="楷体_GB2312" charset="0"/>
              </a:rPr>
              <a:t>步骤</a:t>
            </a:r>
            <a:endParaRPr lang="zh-CN" altLang="en-US" b="0">
              <a:solidFill>
                <a:srgbClr val="000000"/>
              </a:solidFill>
              <a:latin typeface="Arial" panose="020B0604020202020204" pitchFamily="34" charset="0"/>
              <a:ea typeface="楷体_GB2312" charset="0"/>
              <a:cs typeface="楷体_GB2312" charset="0"/>
            </a:endParaRPr>
          </a:p>
        </p:txBody>
      </p:sp>
      <p:sp>
        <p:nvSpPr>
          <p:cNvPr id="921605" name="Rectangle 5"/>
          <p:cNvSpPr>
            <a:spLocks noChangeArrowheads="1"/>
          </p:cNvSpPr>
          <p:nvPr/>
        </p:nvSpPr>
        <p:spPr bwMode="auto">
          <a:xfrm>
            <a:off x="323850" y="911225"/>
            <a:ext cx="8820150" cy="3940175"/>
          </a:xfrm>
          <a:prstGeom prst="rect">
            <a:avLst/>
          </a:prstGeom>
          <a:noFill/>
          <a:ln>
            <a:noFill/>
          </a:ln>
        </p:spPr>
        <p:txBody>
          <a:bodyPr>
            <a:spAutoFit/>
          </a:bodyPr>
          <a:lstStyle/>
          <a:p>
            <a:pPr eaLnBrk="1" hangingPunct="1">
              <a:lnSpc>
                <a:spcPct val="150000"/>
              </a:lnSpc>
            </a:pPr>
            <a:r>
              <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rPr>
              <a:t>（</a:t>
            </a:r>
            <a:r>
              <a:rPr kumimoji="1" lang="en-US" altLang="zh-CN" sz="2800" b="0">
                <a:solidFill>
                  <a:srgbClr val="000000"/>
                </a:solidFill>
                <a:latin typeface="Times New Roman" panose="02020603050405020304" pitchFamily="18" charset="0"/>
                <a:ea typeface="黑体" panose="02010609060101010101" charset="-122"/>
                <a:cs typeface="黑体" panose="02010609060101010101" charset="-122"/>
              </a:rPr>
              <a:t>1</a:t>
            </a:r>
            <a:r>
              <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rPr>
              <a:t>）列出要考虑的各种风险因素，如投资、经营成本、销售价格等；</a:t>
            </a:r>
            <a:endPar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endParaRPr>
          </a:p>
          <a:p>
            <a:pPr eaLnBrk="1" hangingPunct="1">
              <a:lnSpc>
                <a:spcPct val="150000"/>
              </a:lnSpc>
            </a:pPr>
            <a:r>
              <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rPr>
              <a:t>（</a:t>
            </a:r>
            <a:r>
              <a:rPr kumimoji="1" lang="en-US" altLang="zh-CN" sz="2800" b="0">
                <a:solidFill>
                  <a:srgbClr val="000000"/>
                </a:solidFill>
                <a:latin typeface="Times New Roman" panose="02020603050405020304" pitchFamily="18" charset="0"/>
                <a:ea typeface="黑体" panose="02010609060101010101" charset="-122"/>
                <a:cs typeface="黑体" panose="02010609060101010101" charset="-122"/>
              </a:rPr>
              <a:t>2</a:t>
            </a:r>
            <a:r>
              <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rPr>
              <a:t>）设想各种风险因素可能发生的状态，即确定其数值发生变化个数；</a:t>
            </a:r>
            <a:endPar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endParaRPr>
          </a:p>
          <a:p>
            <a:pPr eaLnBrk="1" hangingPunct="1">
              <a:lnSpc>
                <a:spcPct val="150000"/>
              </a:lnSpc>
            </a:pPr>
            <a:r>
              <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rPr>
              <a:t>（</a:t>
            </a:r>
            <a:r>
              <a:rPr kumimoji="1" lang="en-US" altLang="zh-CN" sz="2800" b="0">
                <a:solidFill>
                  <a:srgbClr val="000000"/>
                </a:solidFill>
                <a:latin typeface="Times New Roman" panose="02020603050405020304" pitchFamily="18" charset="0"/>
                <a:ea typeface="黑体" panose="02010609060101010101" charset="-122"/>
                <a:cs typeface="黑体" panose="02010609060101010101" charset="-122"/>
              </a:rPr>
              <a:t>3</a:t>
            </a:r>
            <a:r>
              <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rPr>
              <a:t>）分别确定各种状态可能出现的概率，并使可能发生状态概率之和等于</a:t>
            </a:r>
            <a:r>
              <a:rPr kumimoji="1" lang="en-US" altLang="zh-CN" sz="2800" b="0">
                <a:solidFill>
                  <a:srgbClr val="000000"/>
                </a:solidFill>
                <a:latin typeface="Times New Roman" panose="02020603050405020304" pitchFamily="18" charset="0"/>
                <a:ea typeface="黑体" panose="02010609060101010101" charset="-122"/>
                <a:cs typeface="黑体" panose="02010609060101010101" charset="-122"/>
              </a:rPr>
              <a:t>1</a:t>
            </a:r>
            <a:r>
              <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rPr>
              <a:t>；</a:t>
            </a:r>
            <a:endPar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921605"/>
                                        </p:tgtEl>
                                        <p:attrNameLst>
                                          <p:attrName>style.visibility</p:attrName>
                                        </p:attrNameLst>
                                      </p:cBhvr>
                                      <p:to>
                                        <p:strVal val="visible"/>
                                      </p:to>
                                    </p:set>
                                    <p:animEffect transition="in" filter="box(in)">
                                      <p:cBhvr>
                                        <p:cTn id="7" dur="500"/>
                                        <p:tgtEl>
                                          <p:spTgt spid="921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05"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4"/>
          <p:cNvSpPr>
            <a:spLocks noGrp="1" noChangeArrowheads="1"/>
          </p:cNvSpPr>
          <p:nvPr>
            <p:ph type="title"/>
          </p:nvPr>
        </p:nvSpPr>
        <p:spPr>
          <a:xfrm>
            <a:off x="457200" y="228600"/>
            <a:ext cx="7772400" cy="457200"/>
          </a:xfrm>
          <a:noFill/>
        </p:spPr>
        <p:txBody>
          <a:bodyPr/>
          <a:lstStyle/>
          <a:p>
            <a:pPr eaLnBrk="1" hangingPunct="1"/>
            <a:r>
              <a:rPr lang="zh-CN" altLang="en-US">
                <a:solidFill>
                  <a:srgbClr val="000000"/>
                </a:solidFill>
                <a:latin typeface="Arial" panose="020B0604020202020204" pitchFamily="34" charset="0"/>
                <a:ea typeface="楷体_GB2312" charset="0"/>
                <a:cs typeface="楷体_GB2312" charset="0"/>
              </a:rPr>
              <a:t>概率树分析</a:t>
            </a:r>
            <a:r>
              <a:rPr lang="zh-CN" altLang="en-US" b="0">
                <a:solidFill>
                  <a:srgbClr val="000000"/>
                </a:solidFill>
                <a:latin typeface="Arial" panose="020B0604020202020204" pitchFamily="34" charset="0"/>
                <a:ea typeface="楷体_GB2312" charset="0"/>
                <a:cs typeface="楷体_GB2312" charset="0"/>
              </a:rPr>
              <a:t>步骤</a:t>
            </a:r>
            <a:endParaRPr lang="zh-CN" altLang="en-US" b="0">
              <a:solidFill>
                <a:srgbClr val="000000"/>
              </a:solidFill>
              <a:latin typeface="Arial" panose="020B0604020202020204" pitchFamily="34" charset="0"/>
              <a:ea typeface="楷体_GB2312" charset="0"/>
              <a:cs typeface="楷体_GB2312" charset="0"/>
            </a:endParaRPr>
          </a:p>
        </p:txBody>
      </p:sp>
      <p:sp>
        <p:nvSpPr>
          <p:cNvPr id="922629" name="Rectangle 5"/>
          <p:cNvSpPr>
            <a:spLocks noChangeArrowheads="1"/>
          </p:cNvSpPr>
          <p:nvPr/>
        </p:nvSpPr>
        <p:spPr bwMode="auto">
          <a:xfrm>
            <a:off x="250825" y="911225"/>
            <a:ext cx="8893175" cy="3298825"/>
          </a:xfrm>
          <a:prstGeom prst="rect">
            <a:avLst/>
          </a:prstGeom>
          <a:noFill/>
          <a:ln>
            <a:noFill/>
          </a:ln>
        </p:spPr>
        <p:txBody>
          <a:bodyPr>
            <a:spAutoFit/>
          </a:bodyPr>
          <a:lstStyle/>
          <a:p>
            <a:pPr eaLnBrk="1" hangingPunct="1">
              <a:lnSpc>
                <a:spcPct val="150000"/>
              </a:lnSpc>
            </a:pPr>
            <a:r>
              <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rPr>
              <a:t>（</a:t>
            </a:r>
            <a:r>
              <a:rPr kumimoji="1" lang="en-US" altLang="zh-CN" sz="2800" b="0">
                <a:solidFill>
                  <a:srgbClr val="000000"/>
                </a:solidFill>
                <a:latin typeface="Times New Roman" panose="02020603050405020304" pitchFamily="18" charset="0"/>
                <a:ea typeface="黑体" panose="02010609060101010101" charset="-122"/>
                <a:cs typeface="黑体" panose="02010609060101010101" charset="-122"/>
              </a:rPr>
              <a:t>4</a:t>
            </a:r>
            <a:r>
              <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rPr>
              <a:t>）分别求出各种风险因素发生变化时，方案净现金流量各状态发生的概率和相应状态下的净现值</a:t>
            </a:r>
            <a:r>
              <a:rPr kumimoji="1" lang="en-US" altLang="zh-CN" sz="2800" b="0" i="1">
                <a:solidFill>
                  <a:srgbClr val="000000"/>
                </a:solidFill>
                <a:latin typeface="Times New Roman" panose="02020603050405020304" pitchFamily="18" charset="0"/>
                <a:ea typeface="黑体" panose="02010609060101010101" charset="-122"/>
                <a:cs typeface="黑体" panose="02010609060101010101" charset="-122"/>
              </a:rPr>
              <a:t>NPV</a:t>
            </a:r>
            <a:r>
              <a:rPr kumimoji="1" lang="en-US" altLang="zh-CN" sz="2800" b="0">
                <a:solidFill>
                  <a:srgbClr val="000000"/>
                </a:solidFill>
                <a:latin typeface="Times New Roman" panose="02020603050405020304" pitchFamily="18" charset="0"/>
                <a:ea typeface="黑体" panose="02010609060101010101" charset="-122"/>
                <a:cs typeface="黑体" panose="02010609060101010101" charset="-122"/>
              </a:rPr>
              <a:t>(j)</a:t>
            </a:r>
            <a:r>
              <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rPr>
              <a:t>；</a:t>
            </a:r>
            <a:endPar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endParaRPr>
          </a:p>
          <a:p>
            <a:pPr eaLnBrk="1" hangingPunct="1">
              <a:lnSpc>
                <a:spcPct val="150000"/>
              </a:lnSpc>
            </a:pPr>
            <a:r>
              <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rPr>
              <a:t>（</a:t>
            </a:r>
            <a:r>
              <a:rPr kumimoji="1" lang="en-US" altLang="zh-CN" sz="2800" b="0">
                <a:solidFill>
                  <a:srgbClr val="000000"/>
                </a:solidFill>
                <a:latin typeface="Times New Roman" panose="02020603050405020304" pitchFamily="18" charset="0"/>
                <a:ea typeface="黑体" panose="02010609060101010101" charset="-122"/>
                <a:cs typeface="黑体" panose="02010609060101010101" charset="-122"/>
              </a:rPr>
              <a:t>5</a:t>
            </a:r>
            <a:r>
              <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rPr>
              <a:t>）求方案净现值的期望值（均值）</a:t>
            </a:r>
            <a:r>
              <a:rPr kumimoji="1" lang="en-US" altLang="zh-CN" sz="2800" b="0">
                <a:solidFill>
                  <a:srgbClr val="000000"/>
                </a:solidFill>
                <a:latin typeface="Times New Roman" panose="02020603050405020304" pitchFamily="18" charset="0"/>
                <a:ea typeface="黑体" panose="02010609060101010101" charset="-122"/>
                <a:cs typeface="黑体" panose="02010609060101010101" charset="-122"/>
              </a:rPr>
              <a:t>E</a:t>
            </a:r>
            <a:r>
              <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rPr>
              <a:t>（</a:t>
            </a:r>
            <a:r>
              <a:rPr kumimoji="1" lang="en-US" altLang="zh-CN" sz="2800" b="0" i="1">
                <a:solidFill>
                  <a:srgbClr val="000000"/>
                </a:solidFill>
                <a:latin typeface="Times New Roman" panose="02020603050405020304" pitchFamily="18" charset="0"/>
                <a:ea typeface="黑体" panose="02010609060101010101" charset="-122"/>
                <a:cs typeface="黑体" panose="02010609060101010101" charset="-122"/>
              </a:rPr>
              <a:t>NPV</a:t>
            </a:r>
            <a:r>
              <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rPr>
              <a:t>）；</a:t>
            </a:r>
            <a:endPar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endParaRPr>
          </a:p>
          <a:p>
            <a:pPr eaLnBrk="1" hangingPunct="1">
              <a:lnSpc>
                <a:spcPct val="150000"/>
              </a:lnSpc>
            </a:pPr>
            <a:r>
              <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rPr>
              <a:t>（</a:t>
            </a:r>
            <a:r>
              <a:rPr kumimoji="1" lang="en-US" altLang="zh-CN" sz="2800" b="0">
                <a:solidFill>
                  <a:srgbClr val="000000"/>
                </a:solidFill>
                <a:latin typeface="Times New Roman" panose="02020603050405020304" pitchFamily="18" charset="0"/>
                <a:ea typeface="黑体" panose="02010609060101010101" charset="-122"/>
                <a:cs typeface="黑体" panose="02010609060101010101" charset="-122"/>
              </a:rPr>
              <a:t>6</a:t>
            </a:r>
            <a:r>
              <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rPr>
              <a:t>）求出方案净现值非负的累计概率；</a:t>
            </a:r>
            <a:endPar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endParaRPr>
          </a:p>
          <a:p>
            <a:pPr eaLnBrk="1" hangingPunct="1">
              <a:lnSpc>
                <a:spcPct val="150000"/>
              </a:lnSpc>
            </a:pPr>
            <a:r>
              <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rPr>
              <a:t>（</a:t>
            </a:r>
            <a:r>
              <a:rPr kumimoji="1" lang="en-US" altLang="zh-CN" sz="2800" b="0">
                <a:solidFill>
                  <a:srgbClr val="000000"/>
                </a:solidFill>
                <a:latin typeface="Times New Roman" panose="02020603050405020304" pitchFamily="18" charset="0"/>
                <a:ea typeface="黑体" panose="02010609060101010101" charset="-122"/>
                <a:cs typeface="黑体" panose="02010609060101010101" charset="-122"/>
              </a:rPr>
              <a:t>7</a:t>
            </a:r>
            <a:r>
              <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rPr>
              <a:t>）对概率分析结果作说明。</a:t>
            </a:r>
            <a:endPar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endParaRPr>
          </a:p>
        </p:txBody>
      </p:sp>
      <p:sp>
        <p:nvSpPr>
          <p:cNvPr id="66564" name="Rectangle 6"/>
          <p:cNvSpPr>
            <a:spLocks noChangeArrowheads="1"/>
          </p:cNvSpPr>
          <p:nvPr/>
        </p:nvSpPr>
        <p:spPr bwMode="auto">
          <a:xfrm>
            <a:off x="0" y="2938463"/>
            <a:ext cx="9144000" cy="0"/>
          </a:xfrm>
          <a:prstGeom prst="rect">
            <a:avLst/>
          </a:prstGeom>
          <a:noFill/>
          <a:ln>
            <a:noFill/>
          </a:ln>
        </p:spPr>
        <p:txBody>
          <a:bodyPr wrap="none" anchor="ctr">
            <a:spAutoFit/>
          </a:bodyPr>
          <a:lstStyle/>
          <a:p>
            <a:pPr eaLnBrk="1" hangingPunct="1">
              <a:lnSpc>
                <a:spcPct val="90000"/>
              </a:lnSpc>
              <a:spcBef>
                <a:spcPct val="50000"/>
              </a:spcBef>
              <a:buFontTx/>
              <a:buChar char="•"/>
            </a:pPr>
            <a:endParaRPr lang="zh-CN" altLang="en-US"/>
          </a:p>
        </p:txBody>
      </p:sp>
      <p:graphicFrame>
        <p:nvGraphicFramePr>
          <p:cNvPr id="66565" name="Object 7"/>
          <p:cNvGraphicFramePr>
            <a:graphicFrameLocks noChangeAspect="1"/>
          </p:cNvGraphicFramePr>
          <p:nvPr/>
        </p:nvGraphicFramePr>
        <p:xfrm>
          <a:off x="2195513" y="4437063"/>
          <a:ext cx="5184775" cy="2062162"/>
        </p:xfrm>
        <a:graphic>
          <a:graphicData uri="http://schemas.openxmlformats.org/presentationml/2006/ole">
            <mc:AlternateContent xmlns:mc="http://schemas.openxmlformats.org/markup-compatibility/2006">
              <mc:Choice xmlns:v="urn:schemas-microsoft-com:vml" Requires="v">
                <p:oleObj spid="_x0000_s66586" name="公式" r:id="rId1" imgW="2032000" imgH="927100" progId="Equation.3">
                  <p:embed/>
                </p:oleObj>
              </mc:Choice>
              <mc:Fallback>
                <p:oleObj name="公式" r:id="rId1" imgW="2032000" imgH="9271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4437063"/>
                        <a:ext cx="5184775" cy="2062162"/>
                      </a:xfrm>
                      <a:prstGeom prst="rect">
                        <a:avLst/>
                      </a:prstGeom>
                      <a:noFill/>
                      <a:ln>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922629"/>
                                        </p:tgtEl>
                                        <p:attrNameLst>
                                          <p:attrName>style.visibility</p:attrName>
                                        </p:attrNameLst>
                                      </p:cBhvr>
                                      <p:to>
                                        <p:strVal val="visible"/>
                                      </p:to>
                                    </p:set>
                                    <p:animEffect transition="in" filter="box(in)">
                                      <p:cBhvr>
                                        <p:cTn id="7" dur="500"/>
                                        <p:tgtEl>
                                          <p:spTgt spid="922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629"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4"/>
          <p:cNvSpPr>
            <a:spLocks noGrp="1" noChangeArrowheads="1"/>
          </p:cNvSpPr>
          <p:nvPr>
            <p:ph type="title"/>
          </p:nvPr>
        </p:nvSpPr>
        <p:spPr>
          <a:xfrm>
            <a:off x="457200" y="228600"/>
            <a:ext cx="7772400" cy="457200"/>
          </a:xfrm>
          <a:noFill/>
        </p:spPr>
        <p:txBody>
          <a:bodyPr/>
          <a:lstStyle/>
          <a:p>
            <a:pPr eaLnBrk="1" hangingPunct="1"/>
            <a:r>
              <a:rPr lang="zh-CN" altLang="en-US">
                <a:solidFill>
                  <a:srgbClr val="000000"/>
                </a:solidFill>
                <a:latin typeface="Arial" panose="020B0604020202020204" pitchFamily="34" charset="0"/>
                <a:ea typeface="楷体_GB2312" charset="0"/>
                <a:cs typeface="楷体_GB2312" charset="0"/>
              </a:rPr>
              <a:t>概率树分析 </a:t>
            </a:r>
            <a:endParaRPr lang="zh-CN" altLang="en-US">
              <a:solidFill>
                <a:srgbClr val="000000"/>
              </a:solidFill>
              <a:latin typeface="Arial" panose="020B0604020202020204" pitchFamily="34" charset="0"/>
              <a:ea typeface="楷体_GB2312" charset="0"/>
              <a:cs typeface="楷体_GB2312" charset="0"/>
            </a:endParaRPr>
          </a:p>
        </p:txBody>
      </p:sp>
      <p:sp>
        <p:nvSpPr>
          <p:cNvPr id="923653" name="Rectangle 5"/>
          <p:cNvSpPr>
            <a:spLocks noChangeArrowheads="1"/>
          </p:cNvSpPr>
          <p:nvPr/>
        </p:nvSpPr>
        <p:spPr bwMode="auto">
          <a:xfrm>
            <a:off x="323850" y="911225"/>
            <a:ext cx="8424863" cy="2870200"/>
          </a:xfrm>
          <a:prstGeom prst="rect">
            <a:avLst/>
          </a:prstGeom>
          <a:noFill/>
          <a:ln>
            <a:noFill/>
          </a:ln>
        </p:spPr>
        <p:txBody>
          <a:bodyPr>
            <a:spAutoFit/>
          </a:bodyPr>
          <a:lstStyle/>
          <a:p>
            <a:pPr eaLnBrk="1" hangingPunct="1">
              <a:lnSpc>
                <a:spcPct val="130000"/>
              </a:lnSpc>
            </a:pPr>
            <a:r>
              <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rPr>
              <a:t>某商品住宅小区开发项目现金流量的估计值如下表</a:t>
            </a:r>
            <a:r>
              <a:rPr kumimoji="1" lang="en-US" altLang="zh-CN" sz="2800" b="0">
                <a:solidFill>
                  <a:srgbClr val="000000"/>
                </a:solidFill>
                <a:latin typeface="Times New Roman" panose="02020603050405020304" pitchFamily="18" charset="0"/>
                <a:ea typeface="黑体" panose="02010609060101010101" charset="-122"/>
                <a:cs typeface="黑体" panose="02010609060101010101" charset="-122"/>
              </a:rPr>
              <a:t>1</a:t>
            </a:r>
            <a:r>
              <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rPr>
              <a:t>所示，根据经验推断，销售收入和开发成本为离散型随机变量，其值在估计值的基础上可能发生的变化及其概率见下表</a:t>
            </a:r>
            <a:r>
              <a:rPr kumimoji="1" lang="en-US" altLang="zh-CN" sz="2800" b="0">
                <a:solidFill>
                  <a:srgbClr val="000000"/>
                </a:solidFill>
                <a:latin typeface="Times New Roman" panose="02020603050405020304" pitchFamily="18" charset="0"/>
                <a:ea typeface="黑体" panose="02010609060101010101" charset="-122"/>
                <a:cs typeface="黑体" panose="02010609060101010101" charset="-122"/>
              </a:rPr>
              <a:t>2</a:t>
            </a:r>
            <a:r>
              <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rPr>
              <a:t>。试确定该项目净现值大于等于零的概率。基准收益率</a:t>
            </a:r>
            <a:r>
              <a:rPr kumimoji="1" lang="en-US" altLang="zh-CN" sz="2800" b="0" i="1">
                <a:solidFill>
                  <a:srgbClr val="000000"/>
                </a:solidFill>
                <a:latin typeface="Times New Roman" panose="02020603050405020304" pitchFamily="18" charset="0"/>
                <a:ea typeface="黑体" panose="02010609060101010101" charset="-122"/>
                <a:cs typeface="黑体" panose="02010609060101010101" charset="-122"/>
              </a:rPr>
              <a:t>i</a:t>
            </a:r>
            <a:r>
              <a:rPr kumimoji="1" lang="en-US" altLang="zh-CN" sz="2800" b="0">
                <a:solidFill>
                  <a:srgbClr val="000000"/>
                </a:solidFill>
                <a:latin typeface="Times New Roman" panose="02020603050405020304" pitchFamily="18" charset="0"/>
                <a:ea typeface="黑体" panose="02010609060101010101" charset="-122"/>
                <a:cs typeface="黑体" panose="02010609060101010101" charset="-122"/>
              </a:rPr>
              <a:t>c=12%</a:t>
            </a:r>
            <a:r>
              <a:rPr kumimoji="1" lang="zh-CN" altLang="en-US" sz="2800" b="0">
                <a:solidFill>
                  <a:srgbClr val="000000"/>
                </a:solidFill>
                <a:latin typeface="Times New Roman" panose="02020603050405020304" pitchFamily="18" charset="0"/>
                <a:ea typeface="黑体" panose="02010609060101010101" charset="-122"/>
                <a:cs typeface="黑体" panose="02010609060101010101" charset="-122"/>
              </a:rPr>
              <a:t>。</a:t>
            </a:r>
            <a:r>
              <a:rPr kumimoji="1" lang="zh-CN" altLang="en-US" sz="2800">
                <a:solidFill>
                  <a:srgbClr val="000000"/>
                </a:solidFill>
                <a:latin typeface="Times New Roman" panose="02020603050405020304" pitchFamily="18" charset="0"/>
                <a:ea typeface="黑体" panose="02010609060101010101" charset="-122"/>
                <a:cs typeface="黑体" panose="02010609060101010101" charset="-122"/>
              </a:rPr>
              <a:t> </a:t>
            </a:r>
            <a:endParaRPr kumimoji="1" lang="zh-CN" altLang="en-US" sz="2800">
              <a:solidFill>
                <a:srgbClr val="000000"/>
              </a:solidFill>
              <a:latin typeface="Times New Roman" panose="02020603050405020304" pitchFamily="18" charset="0"/>
              <a:ea typeface="黑体" panose="02010609060101010101" charset="-122"/>
              <a:cs typeface="黑体" panose="02010609060101010101" charset="-122"/>
            </a:endParaRPr>
          </a:p>
        </p:txBody>
      </p:sp>
      <p:pic>
        <p:nvPicPr>
          <p:cNvPr id="67588" name="Picture 7"/>
          <p:cNvPicPr>
            <a:picLocks noChangeAspect="1" noChangeArrowheads="1"/>
          </p:cNvPicPr>
          <p:nvPr/>
        </p:nvPicPr>
        <p:blipFill>
          <a:blip r:embed="rId1" cstate="email">
            <a:extLst>
              <a:ext uri="{28A0092B-C50C-407E-A947-70E740481C1C}">
                <a14:useLocalDpi xmlns:a14="http://schemas.microsoft.com/office/drawing/2010/main" val="0"/>
              </a:ext>
            </a:extLst>
          </a:blip>
          <a:srcRect/>
          <a:stretch>
            <a:fillRect/>
          </a:stretch>
        </p:blipFill>
        <p:spPr bwMode="auto">
          <a:xfrm>
            <a:off x="323850" y="4025900"/>
            <a:ext cx="8424863" cy="2622550"/>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923653"/>
                                        </p:tgtEl>
                                        <p:attrNameLst>
                                          <p:attrName>style.visibility</p:attrName>
                                        </p:attrNameLst>
                                      </p:cBhvr>
                                      <p:to>
                                        <p:strVal val="visible"/>
                                      </p:to>
                                    </p:set>
                                    <p:animEffect transition="in" filter="box(in)">
                                      <p:cBhvr>
                                        <p:cTn id="7" dur="500"/>
                                        <p:tgtEl>
                                          <p:spTgt spid="923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3653"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4"/>
          <p:cNvSpPr>
            <a:spLocks noGrp="1" noChangeArrowheads="1"/>
          </p:cNvSpPr>
          <p:nvPr>
            <p:ph type="title"/>
          </p:nvPr>
        </p:nvSpPr>
        <p:spPr>
          <a:xfrm>
            <a:off x="0" y="0"/>
            <a:ext cx="8721725" cy="1147763"/>
          </a:xfrm>
          <a:noFill/>
        </p:spPr>
        <p:txBody>
          <a:bodyPr lIns="91385" tIns="45695" rIns="91385" bIns="45695"/>
          <a:lstStyle/>
          <a:p>
            <a:pPr eaLnBrk="1" hangingPunct="1"/>
            <a:r>
              <a:rPr lang="en-US" altLang="zh-CN">
                <a:latin typeface="Arial" panose="020B0604020202020204" pitchFamily="34" charset="0"/>
                <a:ea typeface="楷体_GB2312" charset="0"/>
                <a:cs typeface="楷体_GB2312" charset="0"/>
              </a:rPr>
              <a:t>Delphi Technique</a:t>
            </a:r>
            <a:endParaRPr lang="en-US" altLang="zh-CN">
              <a:latin typeface="Arial" panose="020B0604020202020204" pitchFamily="34" charset="0"/>
              <a:ea typeface="楷体_GB2312" charset="0"/>
              <a:cs typeface="楷体_GB2312" charset="0"/>
            </a:endParaRPr>
          </a:p>
        </p:txBody>
      </p:sp>
      <p:sp>
        <p:nvSpPr>
          <p:cNvPr id="68611" name="Rectangle 5"/>
          <p:cNvSpPr>
            <a:spLocks noGrp="1" noChangeArrowheads="1"/>
          </p:cNvSpPr>
          <p:nvPr>
            <p:ph type="body" idx="1"/>
          </p:nvPr>
        </p:nvSpPr>
        <p:spPr>
          <a:xfrm>
            <a:off x="0" y="1223963"/>
            <a:ext cx="8721725" cy="5046662"/>
          </a:xfrm>
          <a:noFill/>
        </p:spPr>
        <p:txBody>
          <a:bodyPr lIns="91385" tIns="45695" rIns="91385" bIns="45695"/>
          <a:lstStyle/>
          <a:p>
            <a:pPr eaLnBrk="1" hangingPunct="1"/>
            <a:r>
              <a:rPr lang="en-US" altLang="zh-CN">
                <a:latin typeface="Arial" panose="020B0604020202020204" pitchFamily="34" charset="0"/>
                <a:ea typeface="宋体" panose="02010600030101010101" pitchFamily="2" charset="-122"/>
              </a:rPr>
              <a:t>The </a:t>
            </a:r>
            <a:r>
              <a:rPr lang="en-US" altLang="zh-CN" b="0">
                <a:latin typeface="Arial" panose="020B0604020202020204" pitchFamily="34" charset="0"/>
                <a:ea typeface="宋体" panose="02010600030101010101" pitchFamily="2" charset="-122"/>
              </a:rPr>
              <a:t>Delphi Technique</a:t>
            </a:r>
            <a:r>
              <a:rPr lang="en-US" altLang="zh-CN">
                <a:latin typeface="Arial" panose="020B0604020202020204" pitchFamily="34" charset="0"/>
                <a:ea typeface="宋体" panose="02010600030101010101" pitchFamily="2" charset="-122"/>
              </a:rPr>
              <a:t> is used to derive a consensus among a panel of experts who make predictions about future developments.</a:t>
            </a:r>
            <a:endParaRPr lang="en-US" altLang="zh-CN">
              <a:latin typeface="Arial" panose="020B0604020202020204" pitchFamily="34" charset="0"/>
              <a:ea typeface="宋体" panose="02010600030101010101" pitchFamily="2" charset="-122"/>
            </a:endParaRPr>
          </a:p>
          <a:p>
            <a:pPr eaLnBrk="1" hangingPunct="1"/>
            <a:r>
              <a:rPr lang="en-US" altLang="zh-CN">
                <a:latin typeface="Arial" panose="020B0604020202020204" pitchFamily="34" charset="0"/>
                <a:ea typeface="宋体" panose="02010600030101010101" pitchFamily="2" charset="-122"/>
              </a:rPr>
              <a:t>Provides independent and anonymous input regarding future events.</a:t>
            </a:r>
            <a:endParaRPr lang="en-US" altLang="zh-CN">
              <a:latin typeface="Arial" panose="020B0604020202020204" pitchFamily="34" charset="0"/>
              <a:ea typeface="宋体" panose="02010600030101010101" pitchFamily="2" charset="-122"/>
            </a:endParaRPr>
          </a:p>
          <a:p>
            <a:pPr eaLnBrk="1" hangingPunct="1"/>
            <a:r>
              <a:rPr lang="en-US" altLang="zh-CN">
                <a:latin typeface="Arial" panose="020B0604020202020204" pitchFamily="34" charset="0"/>
                <a:ea typeface="宋体" panose="02010600030101010101" pitchFamily="2" charset="-122"/>
              </a:rPr>
              <a:t>Uses repeated rounds of questioning and written responses and avoids the biasing effects possible in oral methods, such as brainstorming. </a:t>
            </a:r>
            <a:endParaRPr lang="en-US" altLang="zh-CN">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4"/>
          <p:cNvSpPr>
            <a:spLocks noGrp="1" noRot="1" noChangeArrowheads="1"/>
          </p:cNvSpPr>
          <p:nvPr>
            <p:ph type="title"/>
          </p:nvPr>
        </p:nvSpPr>
        <p:spPr>
          <a:xfrm>
            <a:off x="301625" y="685800"/>
            <a:ext cx="8540750" cy="1143000"/>
          </a:xfrm>
          <a:noFill/>
        </p:spPr>
        <p:txBody>
          <a:bodyPr/>
          <a:lstStyle/>
          <a:p>
            <a:pPr eaLnBrk="1" hangingPunct="1"/>
            <a:endParaRPr lang="zh-CN" altLang="en-US">
              <a:latin typeface="Arial" panose="020B0604020202020204" pitchFamily="34" charset="0"/>
              <a:ea typeface="楷体_GB2312" charset="0"/>
              <a:cs typeface="楷体_GB2312" charset="0"/>
            </a:endParaRPr>
          </a:p>
        </p:txBody>
      </p:sp>
      <p:sp>
        <p:nvSpPr>
          <p:cNvPr id="69635" name="Rectangle 5"/>
          <p:cNvSpPr>
            <a:spLocks noGrp="1" noRot="1" noChangeArrowheads="1"/>
          </p:cNvSpPr>
          <p:nvPr>
            <p:ph type="body" idx="1"/>
          </p:nvPr>
        </p:nvSpPr>
        <p:spPr>
          <a:xfrm>
            <a:off x="304800" y="1981200"/>
            <a:ext cx="8540750" cy="3886200"/>
          </a:xfrm>
          <a:noFill/>
        </p:spPr>
        <p:txBody>
          <a:bodyPr/>
          <a:lstStyle/>
          <a:p>
            <a:pPr eaLnBrk="1" hangingPunct="1"/>
            <a:endParaRPr lang="zh-CN" altLang="en-US">
              <a:latin typeface="Arial" panose="020B0604020202020204" pitchFamily="34" charset="0"/>
              <a:ea typeface="宋体" panose="02010600030101010101" pitchFamily="2" charset="-122"/>
            </a:endParaRPr>
          </a:p>
        </p:txBody>
      </p:sp>
      <p:pic>
        <p:nvPicPr>
          <p:cNvPr id="69636" name="Picture 6"/>
          <p:cNvPicPr>
            <a:picLocks noChangeAspect="1" noChangeArrowheads="1"/>
          </p:cNvPicPr>
          <p:nvPr/>
        </p:nvPicPr>
        <p:blipFill>
          <a:blip r:embed="rId1">
            <a:extLst>
              <a:ext uri="{28A0092B-C50C-407E-A947-70E740481C1C}">
                <a14:useLocalDpi xmlns:a14="http://schemas.microsoft.com/office/drawing/2010/main" val="0"/>
              </a:ext>
            </a:extLst>
          </a:blip>
          <a:srcRect l="24219" t="16780" r="9335" b="8203"/>
          <a:stretch>
            <a:fillRect/>
          </a:stretch>
        </p:blipFill>
        <p:spPr bwMode="auto">
          <a:xfrm>
            <a:off x="0" y="0"/>
            <a:ext cx="9144000" cy="6858000"/>
          </a:xfrm>
          <a:prstGeom prst="rect">
            <a:avLst/>
          </a:prstGeom>
          <a:noFill/>
          <a:ln>
            <a:noFill/>
          </a:ln>
        </p:spPr>
      </p:pic>
      <p:sp>
        <p:nvSpPr>
          <p:cNvPr id="69637" name="Text Box 7"/>
          <p:cNvSpPr txBox="1">
            <a:spLocks noChangeArrowheads="1"/>
          </p:cNvSpPr>
          <p:nvPr/>
        </p:nvSpPr>
        <p:spPr bwMode="auto">
          <a:xfrm>
            <a:off x="3924300" y="115888"/>
            <a:ext cx="5162550" cy="366712"/>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r>
              <a:rPr lang="en-US" altLang="zh-CN" sz="1800" b="0">
                <a:solidFill>
                  <a:schemeClr val="tx1"/>
                </a:solidFill>
              </a:rPr>
              <a:t>(Qualitative measures of consequence or impact)</a:t>
            </a:r>
            <a:endParaRPr lang="en-US" altLang="zh-CN" sz="1800" b="0">
              <a:solidFill>
                <a:schemeClr val="tx1"/>
              </a:solidFill>
            </a:endParaRPr>
          </a:p>
        </p:txBody>
      </p:sp>
      <p:sp>
        <p:nvSpPr>
          <p:cNvPr id="69638" name="Text Box 8"/>
          <p:cNvSpPr txBox="1">
            <a:spLocks noChangeArrowheads="1"/>
          </p:cNvSpPr>
          <p:nvPr/>
        </p:nvSpPr>
        <p:spPr bwMode="auto">
          <a:xfrm>
            <a:off x="3471863" y="3665538"/>
            <a:ext cx="5124450" cy="366712"/>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r>
              <a:rPr lang="en-US" altLang="zh-CN" sz="1800" b="0">
                <a:solidFill>
                  <a:schemeClr val="tx1"/>
                </a:solidFill>
              </a:rPr>
              <a:t>(Qualitative measures of likelihood or probability)</a:t>
            </a:r>
            <a:endParaRPr lang="en-US" altLang="zh-CN" sz="1800" b="0">
              <a:solidFill>
                <a:schemeClr val="tx1"/>
              </a:solidFill>
            </a:endParaRP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4"/>
          <p:cNvPicPr>
            <a:picLocks noChangeAspect="1" noChangeArrowheads="1"/>
          </p:cNvPicPr>
          <p:nvPr/>
        </p:nvPicPr>
        <p:blipFill>
          <a:blip r:embed="rId1" cstate="email">
            <a:extLst>
              <a:ext uri="{28A0092B-C50C-407E-A947-70E740481C1C}">
                <a14:useLocalDpi xmlns:a14="http://schemas.microsoft.com/office/drawing/2010/main" val="0"/>
              </a:ext>
            </a:extLst>
          </a:blip>
          <a:srcRect l="3242" t="13086" r="8749" b="10417"/>
          <a:stretch>
            <a:fillRect/>
          </a:stretch>
        </p:blipFill>
        <p:spPr bwMode="auto">
          <a:xfrm>
            <a:off x="33338" y="765175"/>
            <a:ext cx="9110662" cy="6019800"/>
          </a:xfrm>
          <a:prstGeom prst="rect">
            <a:avLst/>
          </a:prstGeom>
          <a:noFill/>
          <a:ln>
            <a:noFill/>
          </a:ln>
        </p:spPr>
      </p:pic>
      <p:sp>
        <p:nvSpPr>
          <p:cNvPr id="70659" name="Text Box 5"/>
          <p:cNvSpPr txBox="1">
            <a:spLocks noChangeArrowheads="1"/>
          </p:cNvSpPr>
          <p:nvPr/>
        </p:nvSpPr>
        <p:spPr bwMode="auto">
          <a:xfrm>
            <a:off x="1692275" y="0"/>
            <a:ext cx="6208713" cy="579438"/>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r>
              <a:rPr lang="en-US" altLang="zh-CN" b="0">
                <a:solidFill>
                  <a:srgbClr val="800000"/>
                </a:solidFill>
              </a:rPr>
              <a:t>A</a:t>
            </a:r>
            <a:r>
              <a:rPr lang="en-US" altLang="zh-CN" b="0">
                <a:solidFill>
                  <a:schemeClr val="tx1"/>
                </a:solidFill>
              </a:rPr>
              <a:t> </a:t>
            </a:r>
            <a:r>
              <a:rPr lang="en-US" altLang="zh-CN" b="0">
                <a:solidFill>
                  <a:srgbClr val="800000"/>
                </a:solidFill>
              </a:rPr>
              <a:t>Scale</a:t>
            </a:r>
            <a:r>
              <a:rPr lang="en-US" altLang="zh-CN" b="0">
                <a:solidFill>
                  <a:schemeClr val="tx1"/>
                </a:solidFill>
              </a:rPr>
              <a:t> </a:t>
            </a:r>
            <a:r>
              <a:rPr lang="en-US" altLang="zh-CN" b="0">
                <a:solidFill>
                  <a:srgbClr val="800000"/>
                </a:solidFill>
              </a:rPr>
              <a:t>of</a:t>
            </a:r>
            <a:r>
              <a:rPr lang="en-US" altLang="zh-CN" b="0">
                <a:solidFill>
                  <a:schemeClr val="tx1"/>
                </a:solidFill>
              </a:rPr>
              <a:t> </a:t>
            </a:r>
            <a:r>
              <a:rPr lang="en-US" altLang="zh-CN" b="0">
                <a:solidFill>
                  <a:srgbClr val="800000"/>
                </a:solidFill>
              </a:rPr>
              <a:t>Consequence of Risks</a:t>
            </a:r>
            <a:endParaRPr lang="en-US" altLang="zh-CN" b="0">
              <a:solidFill>
                <a:srgbClr val="800000"/>
              </a:solidFill>
            </a:endParaRP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5"/>
          <p:cNvPicPr>
            <a:picLocks noChangeAspect="1" noChangeArrowheads="1"/>
          </p:cNvPicPr>
          <p:nvPr/>
        </p:nvPicPr>
        <p:blipFill>
          <a:blip r:embed="rId1">
            <a:extLst>
              <a:ext uri="{28A0092B-C50C-407E-A947-70E740481C1C}">
                <a14:useLocalDpi xmlns:a14="http://schemas.microsoft.com/office/drawing/2010/main" val="0"/>
              </a:ext>
            </a:extLst>
          </a:blip>
          <a:srcRect l="16550" t="21941" r="9921" b="18262"/>
          <a:stretch>
            <a:fillRect/>
          </a:stretch>
        </p:blipFill>
        <p:spPr bwMode="auto">
          <a:xfrm>
            <a:off x="0" y="908050"/>
            <a:ext cx="9144000" cy="5949950"/>
          </a:xfrm>
          <a:prstGeom prst="rect">
            <a:avLst/>
          </a:prstGeom>
          <a:noFill/>
          <a:ln>
            <a:noFill/>
          </a:ln>
        </p:spPr>
      </p:pic>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4"/>
          <p:cNvSpPr>
            <a:spLocks noGrp="1" noRot="1" noChangeArrowheads="1"/>
          </p:cNvSpPr>
          <p:nvPr>
            <p:ph type="title"/>
          </p:nvPr>
        </p:nvSpPr>
        <p:spPr>
          <a:xfrm>
            <a:off x="603250" y="-14288"/>
            <a:ext cx="8540750" cy="1143001"/>
          </a:xfrm>
          <a:noFill/>
        </p:spPr>
        <p:txBody>
          <a:bodyPr/>
          <a:lstStyle/>
          <a:p>
            <a:pPr eaLnBrk="1" hangingPunct="1"/>
            <a:r>
              <a:rPr lang="en-US" altLang="zh-CN">
                <a:latin typeface="Arial" panose="020B0604020202020204" pitchFamily="34" charset="0"/>
                <a:ea typeface="楷体_GB2312" charset="0"/>
                <a:cs typeface="楷体_GB2312" charset="0"/>
              </a:rPr>
              <a:t>Probability and impact matrix</a:t>
            </a:r>
            <a:endParaRPr lang="en-US" altLang="zh-CN">
              <a:latin typeface="Arial" panose="020B0604020202020204" pitchFamily="34" charset="0"/>
              <a:ea typeface="楷体_GB2312" charset="0"/>
              <a:cs typeface="楷体_GB2312" charset="0"/>
            </a:endParaRPr>
          </a:p>
        </p:txBody>
      </p:sp>
      <p:sp>
        <p:nvSpPr>
          <p:cNvPr id="72707" name="Rectangle 5"/>
          <p:cNvSpPr>
            <a:spLocks noGrp="1" noRot="1" noChangeArrowheads="1"/>
          </p:cNvSpPr>
          <p:nvPr>
            <p:ph type="body" idx="1"/>
          </p:nvPr>
        </p:nvSpPr>
        <p:spPr>
          <a:xfrm>
            <a:off x="606425" y="1281113"/>
            <a:ext cx="8540750" cy="3886200"/>
          </a:xfrm>
          <a:noFill/>
        </p:spPr>
        <p:txBody>
          <a:bodyPr/>
          <a:lstStyle/>
          <a:p>
            <a:pPr eaLnBrk="1" hangingPunct="1"/>
            <a:endParaRPr lang="zh-CN" altLang="en-US">
              <a:latin typeface="Arial" panose="020B0604020202020204" pitchFamily="34" charset="0"/>
              <a:ea typeface="宋体" panose="02010600030101010101" pitchFamily="2" charset="-122"/>
            </a:endParaRPr>
          </a:p>
        </p:txBody>
      </p:sp>
      <p:pic>
        <p:nvPicPr>
          <p:cNvPr id="72708" name="Picture 6"/>
          <p:cNvPicPr>
            <a:picLocks noChangeAspect="1" noChangeArrowheads="1"/>
          </p:cNvPicPr>
          <p:nvPr/>
        </p:nvPicPr>
        <p:blipFill>
          <a:blip r:embed="rId1">
            <a:extLst>
              <a:ext uri="{28A0092B-C50C-407E-A947-70E740481C1C}">
                <a14:useLocalDpi xmlns:a14="http://schemas.microsoft.com/office/drawing/2010/main" val="0"/>
              </a:ext>
            </a:extLst>
          </a:blip>
          <a:srcRect l="14766" t="37451" r="12891" b="19727"/>
          <a:stretch>
            <a:fillRect/>
          </a:stretch>
        </p:blipFill>
        <p:spPr bwMode="auto">
          <a:xfrm>
            <a:off x="0" y="1000125"/>
            <a:ext cx="9144000" cy="5157788"/>
          </a:xfrm>
          <a:prstGeom prst="rect">
            <a:avLst/>
          </a:prstGeom>
          <a:noFill/>
          <a:ln>
            <a:noFill/>
          </a:ln>
        </p:spPr>
      </p:pic>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ChangeArrowheads="1"/>
          </p:cNvSpPr>
          <p:nvPr/>
        </p:nvSpPr>
        <p:spPr bwMode="auto">
          <a:xfrm>
            <a:off x="304800" y="0"/>
            <a:ext cx="8001000" cy="1219200"/>
          </a:xfrm>
          <a:prstGeom prst="rect">
            <a:avLst/>
          </a:prstGeom>
          <a:noFill/>
          <a:ln>
            <a:noFill/>
          </a:ln>
        </p:spPr>
        <p:txBody>
          <a:bodyPr lIns="92075" tIns="46038" rIns="92075" bIns="46038" anchor="ctr"/>
          <a:lstStyle/>
          <a:p>
            <a:pPr eaLnBrk="1" hangingPunct="1"/>
            <a:r>
              <a:rPr lang="en-US" altLang="zh-CN" sz="3600">
                <a:solidFill>
                  <a:srgbClr val="990000"/>
                </a:solidFill>
              </a:rPr>
              <a:t>Risk evaluation: comparison of a level of risk against criteria</a:t>
            </a:r>
            <a:endParaRPr lang="en-GB" altLang="zh-CN" sz="3600">
              <a:solidFill>
                <a:srgbClr val="990000"/>
              </a:solidFill>
            </a:endParaRPr>
          </a:p>
        </p:txBody>
      </p:sp>
      <p:sp>
        <p:nvSpPr>
          <p:cNvPr id="73731" name="Rectangle 8"/>
          <p:cNvSpPr>
            <a:spLocks noChangeArrowheads="1"/>
          </p:cNvSpPr>
          <p:nvPr/>
        </p:nvSpPr>
        <p:spPr bwMode="auto">
          <a:xfrm>
            <a:off x="2933700" y="1843088"/>
            <a:ext cx="9144000" cy="0"/>
          </a:xfrm>
          <a:prstGeom prst="rect">
            <a:avLst/>
          </a:prstGeom>
          <a:noFill/>
          <a:ln>
            <a:noFill/>
          </a:ln>
        </p:spPr>
        <p:txBody>
          <a:bodyPr>
            <a:spAutoFit/>
          </a:bodyPr>
          <a:lstStyle/>
          <a:p>
            <a:pPr eaLnBrk="1" hangingPunct="1">
              <a:lnSpc>
                <a:spcPct val="90000"/>
              </a:lnSpc>
              <a:spcBef>
                <a:spcPct val="50000"/>
              </a:spcBef>
              <a:buFontTx/>
              <a:buChar char="•"/>
            </a:pPr>
            <a:endParaRPr lang="zh-CN" altLang="en-US"/>
          </a:p>
        </p:txBody>
      </p:sp>
      <p:graphicFrame>
        <p:nvGraphicFramePr>
          <p:cNvPr id="73732" name="Object 9"/>
          <p:cNvGraphicFramePr>
            <a:graphicFrameLocks noChangeAspect="1"/>
          </p:cNvGraphicFramePr>
          <p:nvPr/>
        </p:nvGraphicFramePr>
        <p:xfrm>
          <a:off x="1981200" y="1843088"/>
          <a:ext cx="5005388" cy="4845050"/>
        </p:xfrm>
        <a:graphic>
          <a:graphicData uri="http://schemas.openxmlformats.org/presentationml/2006/ole">
            <mc:AlternateContent xmlns:mc="http://schemas.openxmlformats.org/markup-compatibility/2006">
              <mc:Choice xmlns:v="urn:schemas-microsoft-com:vml" Requires="v">
                <p:oleObj spid="_x0000_s73753" name="Picture" r:id="rId1" imgW="3383280" imgH="3276600" progId="Word.Picture.8">
                  <p:embed/>
                </p:oleObj>
              </mc:Choice>
              <mc:Fallback>
                <p:oleObj name="Picture" r:id="rId1" imgW="3383280" imgH="3276600" progId="Word.Picture.8">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843088"/>
                        <a:ext cx="5005388" cy="4845050"/>
                      </a:xfrm>
                      <a:prstGeom prst="rect">
                        <a:avLst/>
                      </a:prstGeom>
                      <a:noFill/>
                      <a:ln>
                        <a:noFill/>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4"/>
          <p:cNvPicPr>
            <a:picLocks noChangeAspect="1" noChangeArrowheads="1"/>
          </p:cNvPicPr>
          <p:nvPr/>
        </p:nvPicPr>
        <p:blipFill>
          <a:blip r:embed="rId1" cstate="email">
            <a:extLst>
              <a:ext uri="{28A0092B-C50C-407E-A947-70E740481C1C}">
                <a14:useLocalDpi xmlns:a14="http://schemas.microsoft.com/office/drawing/2010/main" val="0"/>
              </a:ext>
            </a:extLst>
          </a:blip>
          <a:srcRect l="2057" t="18994" r="8763" b="16032"/>
          <a:stretch>
            <a:fillRect/>
          </a:stretch>
        </p:blipFill>
        <p:spPr bwMode="auto">
          <a:xfrm>
            <a:off x="0" y="1268413"/>
            <a:ext cx="9144000" cy="5300662"/>
          </a:xfrm>
          <a:prstGeom prst="rect">
            <a:avLst/>
          </a:prstGeom>
          <a:noFill/>
          <a:ln>
            <a:noFill/>
          </a:ln>
        </p:spPr>
      </p:pic>
      <p:sp>
        <p:nvSpPr>
          <p:cNvPr id="74755" name="Text Box 5"/>
          <p:cNvSpPr txBox="1">
            <a:spLocks noChangeArrowheads="1"/>
          </p:cNvSpPr>
          <p:nvPr/>
        </p:nvSpPr>
        <p:spPr bwMode="auto">
          <a:xfrm>
            <a:off x="1692275" y="188913"/>
            <a:ext cx="6567488" cy="701675"/>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r>
              <a:rPr lang="en-US" altLang="zh-CN" sz="4000" b="0">
                <a:solidFill>
                  <a:srgbClr val="0000FF"/>
                </a:solidFill>
              </a:rPr>
              <a:t>An organizational risk profile</a:t>
            </a:r>
            <a:endParaRPr lang="en-US" altLang="zh-CN" sz="4000" b="0">
              <a:solidFill>
                <a:srgbClr val="0000FF"/>
              </a:solidFill>
            </a:endParaRP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4"/>
          <p:cNvPicPr>
            <a:picLocks noChangeAspect="1" noChangeArrowheads="1"/>
          </p:cNvPicPr>
          <p:nvPr/>
        </p:nvPicPr>
        <p:blipFill>
          <a:blip r:embed="rId1" cstate="email">
            <a:extLst>
              <a:ext uri="{28A0092B-C50C-407E-A947-70E740481C1C}">
                <a14:useLocalDpi xmlns:a14="http://schemas.microsoft.com/office/drawing/2010/main" val="0"/>
              </a:ext>
            </a:extLst>
          </a:blip>
          <a:srcRect l="6497" t="22041" r="2553" b="7454"/>
          <a:stretch>
            <a:fillRect/>
          </a:stretch>
        </p:blipFill>
        <p:spPr bwMode="auto">
          <a:xfrm>
            <a:off x="0" y="0"/>
            <a:ext cx="9144000" cy="6858000"/>
          </a:xfrm>
          <a:prstGeom prst="rect">
            <a:avLst/>
          </a:prstGeom>
          <a:noFill/>
          <a:ln>
            <a:noFill/>
          </a:ln>
        </p:spPr>
      </p:pic>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4"/>
          <p:cNvSpPr>
            <a:spLocks noGrp="1" noRot="1" noChangeArrowheads="1"/>
          </p:cNvSpPr>
          <p:nvPr>
            <p:ph type="title"/>
          </p:nvPr>
        </p:nvSpPr>
        <p:spPr>
          <a:xfrm>
            <a:off x="0" y="-228600"/>
            <a:ext cx="8540750" cy="1143000"/>
          </a:xfrm>
          <a:noFill/>
        </p:spPr>
        <p:txBody>
          <a:bodyPr/>
          <a:lstStyle/>
          <a:p>
            <a:pPr eaLnBrk="1" hangingPunct="1"/>
            <a:r>
              <a:rPr lang="en-US" altLang="zh-CN">
                <a:latin typeface="Arial" panose="020B0604020202020204" pitchFamily="34" charset="0"/>
                <a:ea typeface="楷体_GB2312" charset="0"/>
                <a:cs typeface="楷体_GB2312" charset="0"/>
              </a:rPr>
              <a:t>EMV and Decision Tree</a:t>
            </a:r>
            <a:endParaRPr lang="en-US" altLang="zh-CN">
              <a:latin typeface="Arial" panose="020B0604020202020204" pitchFamily="34" charset="0"/>
              <a:ea typeface="楷体_GB2312" charset="0"/>
              <a:cs typeface="楷体_GB2312" charset="0"/>
            </a:endParaRPr>
          </a:p>
        </p:txBody>
      </p:sp>
      <p:sp>
        <p:nvSpPr>
          <p:cNvPr id="76803" name="Rectangle 5"/>
          <p:cNvSpPr>
            <a:spLocks noGrp="1" noRot="1" noChangeArrowheads="1"/>
          </p:cNvSpPr>
          <p:nvPr>
            <p:ph type="body" idx="1"/>
          </p:nvPr>
        </p:nvSpPr>
        <p:spPr>
          <a:xfrm>
            <a:off x="-292100" y="749300"/>
            <a:ext cx="9436100" cy="5943600"/>
          </a:xfrm>
          <a:noFill/>
        </p:spPr>
        <p:txBody>
          <a:bodyPr/>
          <a:lstStyle/>
          <a:p>
            <a:pPr eaLnBrk="1" hangingPunct="1">
              <a:lnSpc>
                <a:spcPct val="90000"/>
              </a:lnSpc>
            </a:pPr>
            <a:r>
              <a:rPr lang="en-GB" altLang="zh-CN" b="0">
                <a:latin typeface="Arial" panose="020B0604020202020204" pitchFamily="34" charset="0"/>
                <a:ea typeface="宋体" panose="02010600030101010101" pitchFamily="2" charset="-122"/>
              </a:rPr>
              <a:t>Suppose that we are investing in a factory which can generate an annual income of $900,000, but the project may result in pollution. If emission from the factory causes pollution, the project will be fined $500,000. If we build a pollutant treatment facility to ensure that there will be no pollution, we will spend an additional $270,000. The probability of pollution is 0.5. Another option is to seek help from a consultant, whose consulting fee is $5,000. If the consultant says that there is no possibility of pollution, we will not build the treatment facility, or if he says that there is the possibility, we have to build one. What should we do?</a:t>
            </a:r>
            <a:endParaRPr lang="zh-CN" altLang="en-US" b="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4"/>
          <p:cNvSpPr>
            <a:spLocks noGrp="1" noRot="1" noChangeArrowheads="1"/>
          </p:cNvSpPr>
          <p:nvPr>
            <p:ph type="title"/>
          </p:nvPr>
        </p:nvSpPr>
        <p:spPr>
          <a:xfrm>
            <a:off x="179388" y="685800"/>
            <a:ext cx="8540750" cy="1143000"/>
          </a:xfrm>
          <a:noFill/>
        </p:spPr>
        <p:txBody>
          <a:bodyPr/>
          <a:lstStyle/>
          <a:p>
            <a:pPr eaLnBrk="1" hangingPunct="1"/>
            <a:r>
              <a:rPr lang="en-GB" altLang="zh-CN">
                <a:latin typeface="Arial" panose="020B0604020202020204" pitchFamily="34" charset="0"/>
                <a:ea typeface="楷体_GB2312" charset="0"/>
                <a:cs typeface="楷体_GB2312" charset="0"/>
              </a:rPr>
              <a:t>Possible Decisions Using Expected Monetary Value (EMV)</a:t>
            </a:r>
            <a:endParaRPr lang="zh-CN" altLang="en-US">
              <a:latin typeface="Arial" panose="020B0604020202020204" pitchFamily="34" charset="0"/>
              <a:ea typeface="楷体_GB2312" charset="0"/>
              <a:cs typeface="楷体_GB2312" charset="0"/>
            </a:endParaRPr>
          </a:p>
        </p:txBody>
      </p:sp>
      <p:sp>
        <p:nvSpPr>
          <p:cNvPr id="77827" name="Rectangle 5"/>
          <p:cNvSpPr>
            <a:spLocks noChangeArrowheads="1"/>
          </p:cNvSpPr>
          <p:nvPr/>
        </p:nvSpPr>
        <p:spPr bwMode="auto">
          <a:xfrm>
            <a:off x="-122238" y="2695575"/>
            <a:ext cx="184151" cy="457200"/>
          </a:xfrm>
          <a:prstGeom prst="rect">
            <a:avLst/>
          </a:prstGeom>
          <a:noFill/>
          <a:ln>
            <a:noFill/>
          </a:ln>
        </p:spPr>
        <p:txBody>
          <a:bodyPr wrap="none" anchor="ctr">
            <a:spAutoFit/>
          </a:bodyPr>
          <a:lstStyle/>
          <a:p>
            <a:endParaRPr lang="zh-CN" altLang="en-US" sz="2400" b="0">
              <a:solidFill>
                <a:schemeClr val="tx1"/>
              </a:solidFill>
              <a:latin typeface="Times New Roman" panose="02020603050405020304" pitchFamily="18" charset="0"/>
              <a:ea typeface="宋体" panose="02010600030101010101" pitchFamily="2" charset="-122"/>
              <a:cs typeface="宋体" panose="02010600030101010101" pitchFamily="2" charset="-122"/>
            </a:endParaRPr>
          </a:p>
        </p:txBody>
      </p:sp>
      <p:graphicFrame>
        <p:nvGraphicFramePr>
          <p:cNvPr id="929798" name="Group 6"/>
          <p:cNvGraphicFramePr>
            <a:graphicFrameLocks noGrp="1"/>
          </p:cNvGraphicFramePr>
          <p:nvPr/>
        </p:nvGraphicFramePr>
        <p:xfrm>
          <a:off x="57150" y="2349500"/>
          <a:ext cx="8964613" cy="3352800"/>
        </p:xfrm>
        <a:graphic>
          <a:graphicData uri="http://schemas.openxmlformats.org/drawingml/2006/table">
            <a:tbl>
              <a:tblPr/>
              <a:tblGrid>
                <a:gridCol w="2490788"/>
                <a:gridCol w="2921000"/>
                <a:gridCol w="3552825"/>
              </a:tblGrid>
              <a:tr h="430213">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GB" altLang="zh-CN" sz="2800" b="0"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rPr>
                        <a:t>Decisions</a:t>
                      </a:r>
                      <a:endParaRPr kumimoji="0" lang="en-GB" altLang="zh-CN" sz="2800" b="1"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GB" altLang="zh-CN" sz="2800" b="0"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rPr>
                        <a:t>No pollution ($)</a:t>
                      </a:r>
                      <a:endParaRPr kumimoji="0" lang="en-GB" altLang="zh-CN" sz="2800" b="1"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GB" altLang="zh-CN" sz="2800" b="0"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rPr>
                        <a:t>Pollution ($)</a:t>
                      </a:r>
                      <a:endParaRPr kumimoji="0" lang="en-GB" altLang="zh-CN" sz="2800" b="1"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triangle" w="sm" len="sm"/>
                    </a:lnB>
                    <a:lnTlToBr>
                      <a:noFill/>
                    </a:lnTlToBr>
                    <a:lnBlToTr>
                      <a:noFill/>
                    </a:lnBlToTr>
                    <a:noFill/>
                  </a:tcPr>
                </a:tc>
              </a:tr>
              <a:tr h="790575">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GB" altLang="zh-CN" sz="2800" b="1"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rPr>
                        <a:t>Decision 1: No treatment</a:t>
                      </a:r>
                      <a:endParaRPr kumimoji="0" lang="en-GB" altLang="zh-CN" sz="2800" b="1"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GB" altLang="zh-CN" sz="2800" b="1"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rPr>
                        <a:t>900,000</a:t>
                      </a:r>
                      <a:endParaRPr kumimoji="0" lang="en-GB" altLang="zh-CN" sz="2800" b="1"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GB" altLang="zh-CN" sz="2800" b="1"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rPr>
                        <a:t>900,000– 500,000 =  400,000</a:t>
                      </a:r>
                      <a:endParaRPr kumimoji="0" lang="en-GB" altLang="zh-CN" sz="2800" b="1"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882650">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GB" altLang="zh-CN" sz="2800" b="1"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rPr>
                        <a:t>Decision 2: Treatment</a:t>
                      </a:r>
                      <a:endParaRPr kumimoji="0" lang="en-GB" altLang="zh-CN" sz="2800" b="1"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GB" altLang="zh-CN" sz="2800" b="1"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rPr>
                        <a:t>900,000 – 270,000 = 630,000</a:t>
                      </a:r>
                      <a:endParaRPr kumimoji="0" lang="en-GB" altLang="zh-CN" sz="2800" b="1"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GB" altLang="zh-CN" sz="2800" b="1"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rPr>
                        <a:t>630,000</a:t>
                      </a:r>
                      <a:endParaRPr kumimoji="0" lang="en-GB" altLang="zh-CN" sz="2800" b="1"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triangle" w="sm" len="sm"/>
                    </a:lnB>
                    <a:lnTlToBr>
                      <a:noFill/>
                    </a:lnTlToBr>
                    <a:lnBlToTr>
                      <a:noFill/>
                    </a:lnBlToTr>
                    <a:noFill/>
                  </a:tcPr>
                </a:tc>
              </a:tr>
              <a:tr h="792163">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GB" altLang="zh-CN" sz="2800" b="1"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rPr>
                        <a:t>Decision 3: Consulting</a:t>
                      </a:r>
                      <a:endParaRPr kumimoji="0" lang="en-GB" altLang="zh-CN" sz="2800" b="1"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GB" altLang="zh-CN" sz="2800" b="1"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rPr>
                        <a:t>900,000 – 5,000 = 895,000</a:t>
                      </a:r>
                      <a:endParaRPr kumimoji="0" lang="en-GB" altLang="zh-CN" sz="2800" b="1"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triangl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GB" altLang="zh-CN" sz="2800" b="1"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rPr>
                        <a:t>900,000 – 5,000 – 270,000 = 625,000</a:t>
                      </a:r>
                      <a:endParaRPr kumimoji="0" lang="en-GB" altLang="zh-CN" sz="2800" b="1" i="0" u="none" strike="noStrike" cap="none" normalizeH="0" baseline="0">
                        <a:ln>
                          <a:noFill/>
                        </a:ln>
                        <a:solidFill>
                          <a:srgbClr val="000000"/>
                        </a:solidFill>
                        <a:effectLst/>
                        <a:latin typeface="Times New Roman" panose="02020603050405020304" pitchFamily="18" charset="0"/>
                        <a:ea typeface="仿宋体" charset="0"/>
                        <a:cs typeface="Times New Roman" panose="02020603050405020304" pitchFamily="18" charset="0"/>
                      </a:endParaRPr>
                    </a:p>
                  </a:txBody>
                  <a:tcPr horzOverflow="overflow">
                    <a:lnL w="12700" cap="flat" cmpd="sng" algn="ctr">
                      <a:solidFill>
                        <a:srgbClr val="000000"/>
                      </a:solidFill>
                      <a:prstDash val="solid"/>
                      <a:round/>
                      <a:headEnd type="none" w="sm" len="sm"/>
                      <a:tailEnd type="triangl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triangle" w="sm" len="sm"/>
                    </a:lnT>
                    <a:lnB w="12700" cap="flat" cmpd="sng" algn="ctr">
                      <a:solidFill>
                        <a:srgbClr val="000000"/>
                      </a:solidFill>
                      <a:prstDash val="solid"/>
                      <a:round/>
                      <a:headEnd type="none" w="sm" len="sm"/>
                      <a:tailEnd type="none" w="sm" len="sm"/>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4"/>
          <p:cNvSpPr>
            <a:spLocks noGrp="1" noRot="1" noChangeArrowheads="1"/>
          </p:cNvSpPr>
          <p:nvPr>
            <p:ph type="title"/>
          </p:nvPr>
        </p:nvSpPr>
        <p:spPr>
          <a:xfrm>
            <a:off x="0" y="0"/>
            <a:ext cx="8540750" cy="1143000"/>
          </a:xfrm>
          <a:noFill/>
        </p:spPr>
        <p:txBody>
          <a:bodyPr/>
          <a:lstStyle/>
          <a:p>
            <a:pPr eaLnBrk="1" hangingPunct="1"/>
            <a:r>
              <a:rPr lang="en-US" altLang="zh-CN">
                <a:latin typeface="Arial" panose="020B0604020202020204" pitchFamily="34" charset="0"/>
                <a:ea typeface="楷体_GB2312" charset="0"/>
                <a:cs typeface="楷体_GB2312" charset="0"/>
              </a:rPr>
              <a:t>Value of Decisions</a:t>
            </a:r>
            <a:endParaRPr lang="en-US" altLang="zh-CN">
              <a:latin typeface="Arial" panose="020B0604020202020204" pitchFamily="34" charset="0"/>
              <a:ea typeface="楷体_GB2312" charset="0"/>
              <a:cs typeface="楷体_GB2312" charset="0"/>
            </a:endParaRPr>
          </a:p>
        </p:txBody>
      </p:sp>
      <p:sp>
        <p:nvSpPr>
          <p:cNvPr id="78851" name="Rectangle 5"/>
          <p:cNvSpPr>
            <a:spLocks noGrp="1" noRot="1" noChangeArrowheads="1"/>
          </p:cNvSpPr>
          <p:nvPr>
            <p:ph type="body" idx="1"/>
          </p:nvPr>
        </p:nvSpPr>
        <p:spPr>
          <a:xfrm>
            <a:off x="3175" y="1295400"/>
            <a:ext cx="8540750" cy="3886200"/>
          </a:xfrm>
          <a:noFill/>
        </p:spPr>
        <p:txBody>
          <a:bodyPr/>
          <a:lstStyle/>
          <a:p>
            <a:pPr eaLnBrk="1" hangingPunct="1"/>
            <a:r>
              <a:rPr lang="en-GB" altLang="zh-CN">
                <a:latin typeface="Arial" panose="020B0604020202020204" pitchFamily="34" charset="0"/>
                <a:ea typeface="宋体" panose="02010600030101010101" pitchFamily="2" charset="-122"/>
              </a:rPr>
              <a:t>Decision 1 (Not to build treatment facility): EMV1=900,000</a:t>
            </a:r>
            <a:r>
              <a:rPr lang="en-GB" altLang="zh-CN">
                <a:latin typeface="Arial" panose="020B0604020202020204" pitchFamily="34" charset="0"/>
                <a:ea typeface="宋体" panose="02010600030101010101" pitchFamily="2" charset="-122"/>
                <a:sym typeface="Symbol" panose="05050102010706020507" charset="0"/>
              </a:rPr>
              <a:t></a:t>
            </a:r>
            <a:r>
              <a:rPr lang="en-GB" altLang="zh-CN">
                <a:latin typeface="Arial" panose="020B0604020202020204" pitchFamily="34" charset="0"/>
                <a:ea typeface="宋体" panose="02010600030101010101" pitchFamily="2" charset="-122"/>
              </a:rPr>
              <a:t>0.5 + (400,000) </a:t>
            </a:r>
            <a:r>
              <a:rPr lang="en-GB" altLang="zh-CN">
                <a:latin typeface="Arial" panose="020B0604020202020204" pitchFamily="34" charset="0"/>
                <a:ea typeface="宋体" panose="02010600030101010101" pitchFamily="2" charset="-122"/>
                <a:sym typeface="Symbol" panose="05050102010706020507" charset="0"/>
              </a:rPr>
              <a:t></a:t>
            </a:r>
            <a:r>
              <a:rPr lang="en-GB" altLang="zh-CN">
                <a:latin typeface="Arial" panose="020B0604020202020204" pitchFamily="34" charset="0"/>
                <a:ea typeface="宋体" panose="02010600030101010101" pitchFamily="2" charset="-122"/>
              </a:rPr>
              <a:t>(1 – 0.5)</a:t>
            </a:r>
            <a:br>
              <a:rPr lang="en-GB" altLang="zh-CN">
                <a:latin typeface="Arial" panose="020B0604020202020204" pitchFamily="34" charset="0"/>
                <a:ea typeface="宋体" panose="02010600030101010101" pitchFamily="2" charset="-122"/>
              </a:rPr>
            </a:br>
            <a:r>
              <a:rPr lang="en-GB" altLang="zh-CN">
                <a:latin typeface="Arial" panose="020B0604020202020204" pitchFamily="34" charset="0"/>
                <a:ea typeface="宋体" panose="02010600030101010101" pitchFamily="2" charset="-122"/>
              </a:rPr>
              <a:t>	=$650 000</a:t>
            </a:r>
            <a:endParaRPr lang="en-GB" altLang="zh-CN">
              <a:latin typeface="Arial" panose="020B0604020202020204" pitchFamily="34" charset="0"/>
              <a:ea typeface="宋体" panose="02010600030101010101" pitchFamily="2" charset="-122"/>
            </a:endParaRPr>
          </a:p>
          <a:p>
            <a:pPr eaLnBrk="1" hangingPunct="1"/>
            <a:r>
              <a:rPr lang="en-GB" altLang="zh-CN">
                <a:latin typeface="Arial" panose="020B0604020202020204" pitchFamily="34" charset="0"/>
                <a:ea typeface="宋体" panose="02010600030101010101" pitchFamily="2" charset="-122"/>
              </a:rPr>
              <a:t>Decision 2 (To build treatment facility):   EMV2=630 000</a:t>
            </a:r>
            <a:r>
              <a:rPr lang="en-GB" altLang="zh-CN">
                <a:latin typeface="Arial" panose="020B0604020202020204" pitchFamily="34" charset="0"/>
                <a:ea typeface="宋体" panose="02010600030101010101" pitchFamily="2" charset="-122"/>
                <a:sym typeface="Symbol" panose="05050102010706020507" charset="0"/>
              </a:rPr>
              <a:t></a:t>
            </a:r>
            <a:r>
              <a:rPr lang="en-GB" altLang="zh-CN">
                <a:latin typeface="Arial" panose="020B0604020202020204" pitchFamily="34" charset="0"/>
                <a:ea typeface="宋体" panose="02010600030101010101" pitchFamily="2" charset="-122"/>
              </a:rPr>
              <a:t>0.5+630 000 </a:t>
            </a:r>
            <a:r>
              <a:rPr lang="en-GB" altLang="zh-CN">
                <a:latin typeface="Arial" panose="020B0604020202020204" pitchFamily="34" charset="0"/>
                <a:ea typeface="宋体" panose="02010600030101010101" pitchFamily="2" charset="-122"/>
                <a:sym typeface="Symbol" panose="05050102010706020507" charset="0"/>
              </a:rPr>
              <a:t></a:t>
            </a:r>
            <a:r>
              <a:rPr lang="en-GB" altLang="zh-CN">
                <a:latin typeface="Arial" panose="020B0604020202020204" pitchFamily="34" charset="0"/>
                <a:ea typeface="宋体" panose="02010600030101010101" pitchFamily="2" charset="-122"/>
              </a:rPr>
              <a:t>(1 – 0.5)</a:t>
            </a:r>
            <a:br>
              <a:rPr lang="en-GB" altLang="zh-CN">
                <a:latin typeface="Arial" panose="020B0604020202020204" pitchFamily="34" charset="0"/>
                <a:ea typeface="宋体" panose="02010600030101010101" pitchFamily="2" charset="-122"/>
              </a:rPr>
            </a:br>
            <a:r>
              <a:rPr lang="en-GB" altLang="zh-CN">
                <a:latin typeface="Arial" panose="020B0604020202020204" pitchFamily="34" charset="0"/>
                <a:ea typeface="宋体" panose="02010600030101010101" pitchFamily="2" charset="-122"/>
              </a:rPr>
              <a:t>	 =$630 000</a:t>
            </a:r>
            <a:endParaRPr lang="en-GB" altLang="zh-CN">
              <a:latin typeface="Arial" panose="020B0604020202020204" pitchFamily="34" charset="0"/>
              <a:ea typeface="宋体" panose="02010600030101010101" pitchFamily="2" charset="-122"/>
            </a:endParaRPr>
          </a:p>
          <a:p>
            <a:pPr eaLnBrk="1" hangingPunct="1"/>
            <a:r>
              <a:rPr lang="en-GB" altLang="zh-CN">
                <a:latin typeface="Arial" panose="020B0604020202020204" pitchFamily="34" charset="0"/>
                <a:ea typeface="宋体" panose="02010600030101010101" pitchFamily="2" charset="-122"/>
              </a:rPr>
              <a:t>Decision 3 (To hire consultant): EMV3=895 000</a:t>
            </a:r>
            <a:r>
              <a:rPr lang="en-GB" altLang="zh-CN">
                <a:latin typeface="Arial" panose="020B0604020202020204" pitchFamily="34" charset="0"/>
                <a:ea typeface="宋体" panose="02010600030101010101" pitchFamily="2" charset="-122"/>
                <a:sym typeface="Symbol" panose="05050102010706020507" charset="0"/>
              </a:rPr>
              <a:t></a:t>
            </a:r>
            <a:r>
              <a:rPr lang="en-GB" altLang="zh-CN">
                <a:latin typeface="Arial" panose="020B0604020202020204" pitchFamily="34" charset="0"/>
                <a:ea typeface="宋体" panose="02010600030101010101" pitchFamily="2" charset="-122"/>
              </a:rPr>
              <a:t>0.5+625 000 </a:t>
            </a:r>
            <a:r>
              <a:rPr lang="en-GB" altLang="zh-CN">
                <a:latin typeface="Arial" panose="020B0604020202020204" pitchFamily="34" charset="0"/>
                <a:ea typeface="宋体" panose="02010600030101010101" pitchFamily="2" charset="-122"/>
                <a:sym typeface="Symbol" panose="05050102010706020507" charset="0"/>
              </a:rPr>
              <a:t></a:t>
            </a:r>
            <a:r>
              <a:rPr lang="en-GB" altLang="zh-CN">
                <a:latin typeface="Arial" panose="020B0604020202020204" pitchFamily="34" charset="0"/>
                <a:ea typeface="宋体" panose="02010600030101010101" pitchFamily="2" charset="-122"/>
              </a:rPr>
              <a:t>(1 – 0.5)</a:t>
            </a:r>
            <a:br>
              <a:rPr lang="en-GB" altLang="zh-CN">
                <a:latin typeface="Arial" panose="020B0604020202020204" pitchFamily="34" charset="0"/>
                <a:ea typeface="宋体" panose="02010600030101010101" pitchFamily="2" charset="-122"/>
              </a:rPr>
            </a:br>
            <a:r>
              <a:rPr lang="en-GB" altLang="zh-CN">
                <a:latin typeface="Arial" panose="020B0604020202020204" pitchFamily="34" charset="0"/>
                <a:ea typeface="宋体" panose="02010600030101010101" pitchFamily="2" charset="-122"/>
              </a:rPr>
              <a:t>	=$760 000</a:t>
            </a:r>
            <a:endParaRPr lang="zh-CN" altLang="en-US">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4"/>
          <p:cNvSpPr>
            <a:spLocks noGrp="1" noRot="1" noChangeArrowheads="1"/>
          </p:cNvSpPr>
          <p:nvPr>
            <p:ph type="title"/>
          </p:nvPr>
        </p:nvSpPr>
        <p:spPr>
          <a:xfrm>
            <a:off x="301625" y="685800"/>
            <a:ext cx="8540750" cy="1143000"/>
          </a:xfrm>
          <a:noFill/>
        </p:spPr>
        <p:txBody>
          <a:bodyPr/>
          <a:lstStyle/>
          <a:p>
            <a:pPr eaLnBrk="1" hangingPunct="1"/>
            <a:endParaRPr lang="zh-CN" altLang="en-US" sz="1400">
              <a:solidFill>
                <a:srgbClr val="000000"/>
              </a:solidFill>
              <a:latin typeface="Arial" panose="020B0604020202020204" pitchFamily="34" charset="0"/>
              <a:ea typeface="楷体_GB2312" charset="0"/>
              <a:cs typeface="楷体_GB2312" charset="0"/>
            </a:endParaRPr>
          </a:p>
        </p:txBody>
      </p:sp>
      <p:grpSp>
        <p:nvGrpSpPr>
          <p:cNvPr id="79875" name="Group 5"/>
          <p:cNvGrpSpPr>
            <a:grpSpLocks noChangeAspect="1"/>
          </p:cNvGrpSpPr>
          <p:nvPr/>
        </p:nvGrpSpPr>
        <p:grpSpPr bwMode="auto">
          <a:xfrm>
            <a:off x="250825" y="404813"/>
            <a:ext cx="8281988" cy="5845175"/>
            <a:chOff x="2666" y="1358"/>
            <a:chExt cx="7357" cy="5199"/>
          </a:xfrm>
        </p:grpSpPr>
        <p:sp>
          <p:nvSpPr>
            <p:cNvPr id="79877" name="AutoShape 6"/>
            <p:cNvSpPr>
              <a:spLocks noChangeAspect="1" noChangeArrowheads="1"/>
            </p:cNvSpPr>
            <p:nvPr/>
          </p:nvSpPr>
          <p:spPr bwMode="auto">
            <a:xfrm>
              <a:off x="2666" y="1358"/>
              <a:ext cx="7357" cy="5199"/>
            </a:xfrm>
            <a:prstGeom prst="rect">
              <a:avLst/>
            </a:prstGeom>
            <a:noFill/>
            <a:ln>
              <a:noFill/>
            </a:ln>
          </p:spPr>
          <p:txBody>
            <a:bodyPr/>
            <a:lstStyle/>
            <a:p>
              <a:pPr eaLnBrk="1" hangingPunct="1"/>
              <a:endParaRPr lang="zh-CN" altLang="en-US" sz="1800" b="0">
                <a:solidFill>
                  <a:srgbClr val="000000"/>
                </a:solidFill>
                <a:ea typeface="宋体" panose="02010600030101010101" pitchFamily="2" charset="-122"/>
                <a:cs typeface="宋体" panose="02010600030101010101" pitchFamily="2" charset="-122"/>
              </a:endParaRPr>
            </a:p>
          </p:txBody>
        </p:sp>
        <p:sp>
          <p:nvSpPr>
            <p:cNvPr id="79878" name="Rectangle 7"/>
            <p:cNvSpPr>
              <a:spLocks noChangeArrowheads="1"/>
            </p:cNvSpPr>
            <p:nvPr/>
          </p:nvSpPr>
          <p:spPr bwMode="auto">
            <a:xfrm>
              <a:off x="6579" y="5591"/>
              <a:ext cx="1348" cy="544"/>
            </a:xfrm>
            <a:prstGeom prst="rect">
              <a:avLst/>
            </a:prstGeom>
            <a:solidFill>
              <a:srgbClr val="FFFFFF"/>
            </a:solidFill>
            <a:ln w="9525">
              <a:solidFill>
                <a:srgbClr val="FFFFFF"/>
              </a:solidFill>
              <a:miter lim="800000"/>
            </a:ln>
          </p:spPr>
          <p:txBody>
            <a:bodyPr/>
            <a:lstStyle/>
            <a:p>
              <a:pPr algn="ctr" eaLnBrk="1" hangingPunct="1"/>
              <a:r>
                <a:rPr lang="en-US" altLang="zh-CN" sz="1800" b="0">
                  <a:solidFill>
                    <a:srgbClr val="000000"/>
                  </a:solidFill>
                  <a:latin typeface="Times New Roman" panose="02020603050405020304" pitchFamily="18" charset="0"/>
                  <a:ea typeface="宋体" panose="02010600030101010101" pitchFamily="2" charset="-122"/>
                  <a:cs typeface="宋体" panose="02010600030101010101" pitchFamily="2" charset="-122"/>
                </a:rPr>
                <a:t>Treat</a:t>
              </a:r>
              <a:endParaRPr lang="en-US" altLang="zh-CN" sz="1800" b="0">
                <a:solidFill>
                  <a:srgbClr val="000000"/>
                </a:solidFill>
                <a:ea typeface="宋体" panose="02010600030101010101" pitchFamily="2" charset="-122"/>
                <a:cs typeface="宋体" panose="02010600030101010101" pitchFamily="2" charset="-122"/>
              </a:endParaRPr>
            </a:p>
          </p:txBody>
        </p:sp>
        <p:sp>
          <p:nvSpPr>
            <p:cNvPr id="79879" name="Rectangle 8"/>
            <p:cNvSpPr>
              <a:spLocks noChangeArrowheads="1"/>
            </p:cNvSpPr>
            <p:nvPr/>
          </p:nvSpPr>
          <p:spPr bwMode="auto">
            <a:xfrm>
              <a:off x="5875" y="4964"/>
              <a:ext cx="939" cy="496"/>
            </a:xfrm>
            <a:prstGeom prst="rect">
              <a:avLst/>
            </a:prstGeom>
            <a:solidFill>
              <a:srgbClr val="FFFFFF"/>
            </a:solidFill>
            <a:ln w="9525">
              <a:solidFill>
                <a:srgbClr val="FFFFFF"/>
              </a:solidFill>
              <a:miter lim="800000"/>
            </a:ln>
          </p:spPr>
          <p:txBody>
            <a:bodyPr/>
            <a:lstStyle/>
            <a:p>
              <a:pPr algn="just" eaLnBrk="1" hangingPunct="1"/>
              <a:r>
                <a:rPr lang="en-US" altLang="zh-CN" sz="1800" b="0">
                  <a:solidFill>
                    <a:srgbClr val="000000"/>
                  </a:solidFill>
                  <a:latin typeface="Times New Roman" panose="02020603050405020304" pitchFamily="18" charset="0"/>
                  <a:ea typeface="宋体" panose="02010600030101010101" pitchFamily="2" charset="-122"/>
                  <a:cs typeface="宋体" panose="02010600030101010101" pitchFamily="2" charset="-122"/>
                </a:rPr>
                <a:t>Not treat</a:t>
              </a:r>
              <a:endParaRPr lang="en-US" altLang="zh-CN" sz="1800" b="0">
                <a:solidFill>
                  <a:srgbClr val="000000"/>
                </a:solidFill>
                <a:ea typeface="宋体" panose="02010600030101010101" pitchFamily="2" charset="-122"/>
                <a:cs typeface="宋体" panose="02010600030101010101" pitchFamily="2" charset="-122"/>
              </a:endParaRPr>
            </a:p>
          </p:txBody>
        </p:sp>
        <p:sp>
          <p:nvSpPr>
            <p:cNvPr id="79880" name="Rectangle 9"/>
            <p:cNvSpPr>
              <a:spLocks noChangeArrowheads="1"/>
            </p:cNvSpPr>
            <p:nvPr/>
          </p:nvSpPr>
          <p:spPr bwMode="auto">
            <a:xfrm>
              <a:off x="2901" y="4807"/>
              <a:ext cx="2034" cy="512"/>
            </a:xfrm>
            <a:prstGeom prst="rect">
              <a:avLst/>
            </a:prstGeom>
            <a:solidFill>
              <a:srgbClr val="FFFFFF"/>
            </a:solidFill>
            <a:ln w="9525">
              <a:solidFill>
                <a:srgbClr val="FFFFFF"/>
              </a:solidFill>
              <a:miter lim="800000"/>
            </a:ln>
          </p:spPr>
          <p:txBody>
            <a:bodyPr/>
            <a:lstStyle/>
            <a:p>
              <a:pPr algn="just" eaLnBrk="1" hangingPunct="1"/>
              <a:r>
                <a:rPr lang="en-US" altLang="zh-CN" sz="1800" b="0">
                  <a:solidFill>
                    <a:srgbClr val="000000"/>
                  </a:solidFill>
                  <a:latin typeface="Times New Roman" panose="02020603050405020304" pitchFamily="18" charset="0"/>
                  <a:ea typeface="宋体" panose="02010600030101010101" pitchFamily="2" charset="-122"/>
                  <a:cs typeface="宋体" panose="02010600030101010101" pitchFamily="2" charset="-122"/>
                </a:rPr>
                <a:t>Not hire consultant</a:t>
              </a:r>
              <a:endParaRPr lang="en-US" altLang="zh-CN" sz="1800" b="0">
                <a:solidFill>
                  <a:srgbClr val="000000"/>
                </a:solidFill>
                <a:ea typeface="宋体" panose="02010600030101010101" pitchFamily="2" charset="-122"/>
                <a:cs typeface="宋体" panose="02010600030101010101" pitchFamily="2" charset="-122"/>
              </a:endParaRPr>
            </a:p>
          </p:txBody>
        </p:sp>
        <p:sp>
          <p:nvSpPr>
            <p:cNvPr id="79881" name="Rectangle 10"/>
            <p:cNvSpPr>
              <a:spLocks noChangeArrowheads="1"/>
            </p:cNvSpPr>
            <p:nvPr/>
          </p:nvSpPr>
          <p:spPr bwMode="auto">
            <a:xfrm>
              <a:off x="4857" y="4650"/>
              <a:ext cx="1096" cy="532"/>
            </a:xfrm>
            <a:prstGeom prst="rect">
              <a:avLst/>
            </a:prstGeom>
            <a:solidFill>
              <a:srgbClr val="FFFFFF"/>
            </a:solidFill>
            <a:ln w="9525">
              <a:solidFill>
                <a:srgbClr val="FFFFFF"/>
              </a:solidFill>
              <a:miter lim="800000"/>
            </a:ln>
          </p:spPr>
          <p:txBody>
            <a:bodyPr/>
            <a:lstStyle/>
            <a:p>
              <a:pPr algn="just" eaLnBrk="1" hangingPunct="1"/>
              <a:r>
                <a:rPr lang="en-US" altLang="zh-CN" sz="1800" b="0">
                  <a:solidFill>
                    <a:srgbClr val="000000"/>
                  </a:solidFill>
                  <a:latin typeface="Times New Roman" panose="02020603050405020304" pitchFamily="18" charset="0"/>
                  <a:ea typeface="宋体" panose="02010600030101010101" pitchFamily="2" charset="-122"/>
                  <a:cs typeface="宋体" panose="02010600030101010101" pitchFamily="2" charset="-122"/>
                </a:rPr>
                <a:t>$650,000</a:t>
              </a:r>
              <a:endParaRPr lang="en-US" altLang="zh-CN" sz="1800" b="0">
                <a:solidFill>
                  <a:srgbClr val="000000"/>
                </a:solidFill>
                <a:ea typeface="宋体" panose="02010600030101010101" pitchFamily="2" charset="-122"/>
                <a:cs typeface="宋体" panose="02010600030101010101" pitchFamily="2" charset="-122"/>
              </a:endParaRPr>
            </a:p>
          </p:txBody>
        </p:sp>
        <p:sp>
          <p:nvSpPr>
            <p:cNvPr id="79882" name="Rectangle 11"/>
            <p:cNvSpPr>
              <a:spLocks noChangeArrowheads="1"/>
            </p:cNvSpPr>
            <p:nvPr/>
          </p:nvSpPr>
          <p:spPr bwMode="auto">
            <a:xfrm>
              <a:off x="4231" y="2142"/>
              <a:ext cx="1096" cy="598"/>
            </a:xfrm>
            <a:prstGeom prst="rect">
              <a:avLst/>
            </a:prstGeom>
            <a:solidFill>
              <a:srgbClr val="FFFFFF"/>
            </a:solidFill>
            <a:ln w="9525">
              <a:solidFill>
                <a:srgbClr val="FFFFFF"/>
              </a:solidFill>
              <a:miter lim="800000"/>
            </a:ln>
          </p:spPr>
          <p:txBody>
            <a:bodyPr/>
            <a:lstStyle/>
            <a:p>
              <a:pPr algn="r" eaLnBrk="1" hangingPunct="1"/>
              <a:r>
                <a:rPr lang="en-US" altLang="zh-CN" sz="1800" b="0">
                  <a:solidFill>
                    <a:srgbClr val="000000"/>
                  </a:solidFill>
                  <a:latin typeface="Times New Roman" panose="02020603050405020304" pitchFamily="18" charset="0"/>
                  <a:ea typeface="宋体" panose="02010600030101010101" pitchFamily="2" charset="-122"/>
                  <a:cs typeface="宋体" panose="02010600030101010101" pitchFamily="2" charset="-122"/>
                </a:rPr>
                <a:t>$760,000</a:t>
              </a:r>
              <a:endParaRPr lang="en-US" altLang="zh-CN" sz="1800" b="0">
                <a:solidFill>
                  <a:srgbClr val="000000"/>
                </a:solidFill>
                <a:ea typeface="宋体" panose="02010600030101010101" pitchFamily="2" charset="-122"/>
                <a:cs typeface="宋体" panose="02010600030101010101" pitchFamily="2" charset="-122"/>
              </a:endParaRPr>
            </a:p>
          </p:txBody>
        </p:sp>
        <p:sp>
          <p:nvSpPr>
            <p:cNvPr id="79883" name="Rectangle 12"/>
            <p:cNvSpPr>
              <a:spLocks noChangeArrowheads="1"/>
            </p:cNvSpPr>
            <p:nvPr/>
          </p:nvSpPr>
          <p:spPr bwMode="auto">
            <a:xfrm>
              <a:off x="5796" y="4180"/>
              <a:ext cx="1096" cy="622"/>
            </a:xfrm>
            <a:prstGeom prst="rect">
              <a:avLst/>
            </a:prstGeom>
            <a:solidFill>
              <a:srgbClr val="FFFFFF"/>
            </a:solidFill>
            <a:ln w="9525">
              <a:solidFill>
                <a:srgbClr val="FFFFFF"/>
              </a:solidFill>
              <a:miter lim="800000"/>
            </a:ln>
          </p:spPr>
          <p:txBody>
            <a:bodyPr/>
            <a:lstStyle/>
            <a:p>
              <a:pPr algn="r" eaLnBrk="1" hangingPunct="1"/>
              <a:r>
                <a:rPr lang="en-US" altLang="zh-CN" sz="1800" b="0">
                  <a:solidFill>
                    <a:srgbClr val="000000"/>
                  </a:solidFill>
                  <a:latin typeface="Times New Roman" panose="02020603050405020304" pitchFamily="18" charset="0"/>
                  <a:ea typeface="宋体" panose="02010600030101010101" pitchFamily="2" charset="-122"/>
                  <a:cs typeface="宋体" panose="02010600030101010101" pitchFamily="2" charset="-122"/>
                </a:rPr>
                <a:t>$650,000</a:t>
              </a:r>
              <a:endParaRPr lang="en-US" altLang="zh-CN" sz="1800" b="0">
                <a:solidFill>
                  <a:srgbClr val="000000"/>
                </a:solidFill>
                <a:ea typeface="宋体" panose="02010600030101010101" pitchFamily="2" charset="-122"/>
                <a:cs typeface="宋体" panose="02010600030101010101" pitchFamily="2" charset="-122"/>
              </a:endParaRPr>
            </a:p>
          </p:txBody>
        </p:sp>
        <p:sp>
          <p:nvSpPr>
            <p:cNvPr id="79884" name="Rectangle 13"/>
            <p:cNvSpPr>
              <a:spLocks noChangeArrowheads="1"/>
            </p:cNvSpPr>
            <p:nvPr/>
          </p:nvSpPr>
          <p:spPr bwMode="auto">
            <a:xfrm>
              <a:off x="2666" y="3553"/>
              <a:ext cx="1095" cy="543"/>
            </a:xfrm>
            <a:prstGeom prst="rect">
              <a:avLst/>
            </a:prstGeom>
            <a:solidFill>
              <a:srgbClr val="FFFFFF"/>
            </a:solidFill>
            <a:ln w="9525">
              <a:solidFill>
                <a:srgbClr val="FFFFFF"/>
              </a:solidFill>
              <a:miter lim="800000"/>
            </a:ln>
          </p:spPr>
          <p:txBody>
            <a:bodyPr/>
            <a:lstStyle/>
            <a:p>
              <a:pPr algn="ctr" eaLnBrk="1" hangingPunct="1"/>
              <a:r>
                <a:rPr lang="en-US" altLang="zh-CN" sz="1800" b="0">
                  <a:solidFill>
                    <a:srgbClr val="000000"/>
                  </a:solidFill>
                  <a:latin typeface="Times New Roman" panose="02020603050405020304" pitchFamily="18" charset="0"/>
                  <a:ea typeface="宋体" panose="02010600030101010101" pitchFamily="2" charset="-122"/>
                  <a:cs typeface="宋体" panose="02010600030101010101" pitchFamily="2" charset="-122"/>
                </a:rPr>
                <a:t>$760,000</a:t>
              </a:r>
              <a:endParaRPr lang="en-US" altLang="zh-CN" sz="1800" b="0">
                <a:solidFill>
                  <a:srgbClr val="000000"/>
                </a:solidFill>
                <a:ea typeface="宋体" panose="02010600030101010101" pitchFamily="2" charset="-122"/>
                <a:cs typeface="宋体" panose="02010600030101010101" pitchFamily="2" charset="-122"/>
              </a:endParaRPr>
            </a:p>
          </p:txBody>
        </p:sp>
        <p:sp>
          <p:nvSpPr>
            <p:cNvPr id="79885" name="Line 14"/>
            <p:cNvSpPr>
              <a:spLocks noChangeShapeType="1"/>
            </p:cNvSpPr>
            <p:nvPr/>
          </p:nvSpPr>
          <p:spPr bwMode="auto">
            <a:xfrm>
              <a:off x="3511" y="4368"/>
              <a:ext cx="1565" cy="1087"/>
            </a:xfrm>
            <a:prstGeom prst="line">
              <a:avLst/>
            </a:prstGeom>
            <a:noFill/>
            <a:ln w="9525">
              <a:solidFill>
                <a:srgbClr val="000000"/>
              </a:solidFill>
              <a:round/>
            </a:ln>
          </p:spPr>
          <p:txBody>
            <a:bodyPr/>
            <a:lstStyle/>
            <a:p>
              <a:endParaRPr lang="zh-CN" altLang="en-US"/>
            </a:p>
          </p:txBody>
        </p:sp>
        <p:sp>
          <p:nvSpPr>
            <p:cNvPr id="79886" name="Line 15"/>
            <p:cNvSpPr>
              <a:spLocks noChangeShapeType="1"/>
            </p:cNvSpPr>
            <p:nvPr/>
          </p:nvSpPr>
          <p:spPr bwMode="auto">
            <a:xfrm>
              <a:off x="5702" y="5455"/>
              <a:ext cx="939" cy="680"/>
            </a:xfrm>
            <a:prstGeom prst="line">
              <a:avLst/>
            </a:prstGeom>
            <a:noFill/>
            <a:ln w="9525">
              <a:solidFill>
                <a:srgbClr val="000000"/>
              </a:solidFill>
              <a:round/>
            </a:ln>
          </p:spPr>
          <p:txBody>
            <a:bodyPr/>
            <a:lstStyle/>
            <a:p>
              <a:endParaRPr lang="zh-CN" altLang="en-US"/>
            </a:p>
          </p:txBody>
        </p:sp>
        <p:sp>
          <p:nvSpPr>
            <p:cNvPr id="79887" name="Line 16"/>
            <p:cNvSpPr>
              <a:spLocks noChangeShapeType="1"/>
            </p:cNvSpPr>
            <p:nvPr/>
          </p:nvSpPr>
          <p:spPr bwMode="auto">
            <a:xfrm flipV="1">
              <a:off x="5546" y="4912"/>
              <a:ext cx="876" cy="543"/>
            </a:xfrm>
            <a:prstGeom prst="line">
              <a:avLst/>
            </a:prstGeom>
            <a:noFill/>
            <a:ln w="9525">
              <a:solidFill>
                <a:srgbClr val="000000"/>
              </a:solidFill>
              <a:round/>
            </a:ln>
          </p:spPr>
          <p:txBody>
            <a:bodyPr/>
            <a:lstStyle/>
            <a:p>
              <a:endParaRPr lang="zh-CN" altLang="en-US"/>
            </a:p>
          </p:txBody>
        </p:sp>
        <p:sp>
          <p:nvSpPr>
            <p:cNvPr id="79888" name="Line 17"/>
            <p:cNvSpPr>
              <a:spLocks noChangeShapeType="1"/>
            </p:cNvSpPr>
            <p:nvPr/>
          </p:nvSpPr>
          <p:spPr bwMode="auto">
            <a:xfrm flipV="1">
              <a:off x="6735" y="4097"/>
              <a:ext cx="534" cy="679"/>
            </a:xfrm>
            <a:prstGeom prst="line">
              <a:avLst/>
            </a:prstGeom>
            <a:noFill/>
            <a:ln w="9525">
              <a:solidFill>
                <a:srgbClr val="000000"/>
              </a:solidFill>
              <a:round/>
            </a:ln>
          </p:spPr>
          <p:txBody>
            <a:bodyPr/>
            <a:lstStyle/>
            <a:p>
              <a:endParaRPr lang="zh-CN" altLang="en-US"/>
            </a:p>
          </p:txBody>
        </p:sp>
        <p:sp>
          <p:nvSpPr>
            <p:cNvPr id="79889" name="Line 18"/>
            <p:cNvSpPr>
              <a:spLocks noChangeShapeType="1"/>
            </p:cNvSpPr>
            <p:nvPr/>
          </p:nvSpPr>
          <p:spPr bwMode="auto">
            <a:xfrm flipV="1">
              <a:off x="5327" y="2058"/>
              <a:ext cx="688" cy="816"/>
            </a:xfrm>
            <a:prstGeom prst="line">
              <a:avLst/>
            </a:prstGeom>
            <a:noFill/>
            <a:ln w="9525">
              <a:solidFill>
                <a:srgbClr val="000000"/>
              </a:solidFill>
              <a:round/>
            </a:ln>
          </p:spPr>
          <p:txBody>
            <a:bodyPr/>
            <a:lstStyle/>
            <a:p>
              <a:endParaRPr lang="zh-CN" altLang="en-US"/>
            </a:p>
          </p:txBody>
        </p:sp>
        <p:sp>
          <p:nvSpPr>
            <p:cNvPr id="79890" name="Line 19"/>
            <p:cNvSpPr>
              <a:spLocks noChangeShapeType="1"/>
            </p:cNvSpPr>
            <p:nvPr/>
          </p:nvSpPr>
          <p:spPr bwMode="auto">
            <a:xfrm>
              <a:off x="5389" y="2874"/>
              <a:ext cx="783" cy="407"/>
            </a:xfrm>
            <a:prstGeom prst="line">
              <a:avLst/>
            </a:prstGeom>
            <a:noFill/>
            <a:ln w="9525">
              <a:solidFill>
                <a:srgbClr val="000000"/>
              </a:solidFill>
              <a:round/>
            </a:ln>
          </p:spPr>
          <p:txBody>
            <a:bodyPr/>
            <a:lstStyle/>
            <a:p>
              <a:endParaRPr lang="zh-CN" altLang="en-US"/>
            </a:p>
          </p:txBody>
        </p:sp>
        <p:sp>
          <p:nvSpPr>
            <p:cNvPr id="79891" name="Line 20"/>
            <p:cNvSpPr>
              <a:spLocks noChangeShapeType="1"/>
            </p:cNvSpPr>
            <p:nvPr/>
          </p:nvSpPr>
          <p:spPr bwMode="auto">
            <a:xfrm flipV="1">
              <a:off x="4137" y="4776"/>
              <a:ext cx="157" cy="136"/>
            </a:xfrm>
            <a:prstGeom prst="line">
              <a:avLst/>
            </a:prstGeom>
            <a:noFill/>
            <a:ln w="9525">
              <a:solidFill>
                <a:srgbClr val="000000"/>
              </a:solidFill>
              <a:round/>
            </a:ln>
          </p:spPr>
          <p:txBody>
            <a:bodyPr/>
            <a:lstStyle/>
            <a:p>
              <a:endParaRPr lang="zh-CN" altLang="en-US"/>
            </a:p>
          </p:txBody>
        </p:sp>
        <p:sp>
          <p:nvSpPr>
            <p:cNvPr id="79892" name="Line 21"/>
            <p:cNvSpPr>
              <a:spLocks noChangeShapeType="1"/>
            </p:cNvSpPr>
            <p:nvPr/>
          </p:nvSpPr>
          <p:spPr bwMode="auto">
            <a:xfrm flipV="1">
              <a:off x="4294" y="4912"/>
              <a:ext cx="156" cy="136"/>
            </a:xfrm>
            <a:prstGeom prst="line">
              <a:avLst/>
            </a:prstGeom>
            <a:noFill/>
            <a:ln w="9525">
              <a:solidFill>
                <a:srgbClr val="000000"/>
              </a:solidFill>
              <a:round/>
            </a:ln>
          </p:spPr>
          <p:txBody>
            <a:bodyPr/>
            <a:lstStyle/>
            <a:p>
              <a:endParaRPr lang="zh-CN" altLang="en-US"/>
            </a:p>
          </p:txBody>
        </p:sp>
        <p:sp>
          <p:nvSpPr>
            <p:cNvPr id="79893" name="Rectangle 22"/>
            <p:cNvSpPr>
              <a:spLocks noChangeArrowheads="1"/>
            </p:cNvSpPr>
            <p:nvPr/>
          </p:nvSpPr>
          <p:spPr bwMode="auto">
            <a:xfrm>
              <a:off x="7518" y="3553"/>
              <a:ext cx="1094" cy="545"/>
            </a:xfrm>
            <a:prstGeom prst="rect">
              <a:avLst/>
            </a:prstGeom>
            <a:solidFill>
              <a:srgbClr val="FFFFFF"/>
            </a:solidFill>
            <a:ln w="9525">
              <a:solidFill>
                <a:srgbClr val="FFFFFF"/>
              </a:solidFill>
              <a:miter lim="800000"/>
            </a:ln>
          </p:spPr>
          <p:txBody>
            <a:bodyPr/>
            <a:lstStyle/>
            <a:p>
              <a:pPr algn="just" eaLnBrk="1" hangingPunct="1"/>
              <a:r>
                <a:rPr lang="en-US" altLang="zh-CN" sz="1800" b="0">
                  <a:solidFill>
                    <a:srgbClr val="000000"/>
                  </a:solidFill>
                  <a:latin typeface="Times New Roman" panose="02020603050405020304" pitchFamily="18" charset="0"/>
                  <a:ea typeface="宋体" panose="02010600030101010101" pitchFamily="2" charset="-122"/>
                  <a:cs typeface="宋体" panose="02010600030101010101" pitchFamily="2" charset="-122"/>
                </a:rPr>
                <a:t>Pollution</a:t>
              </a:r>
              <a:endParaRPr lang="en-US" altLang="zh-CN" sz="1800" b="0">
                <a:solidFill>
                  <a:srgbClr val="000000"/>
                </a:solidFill>
                <a:latin typeface="Times New Roman" panose="02020603050405020304" pitchFamily="18" charset="0"/>
                <a:ea typeface="宋体" panose="02010600030101010101" pitchFamily="2" charset="-122"/>
                <a:cs typeface="宋体" panose="02010600030101010101" pitchFamily="2" charset="-122"/>
              </a:endParaRPr>
            </a:p>
            <a:p>
              <a:pPr eaLnBrk="1" hangingPunct="1"/>
              <a:endParaRPr lang="en-US" altLang="zh-CN" sz="1800" b="0">
                <a:solidFill>
                  <a:srgbClr val="000000"/>
                </a:solidFill>
                <a:ea typeface="宋体" panose="02010600030101010101" pitchFamily="2" charset="-122"/>
                <a:cs typeface="宋体" panose="02010600030101010101" pitchFamily="2" charset="-122"/>
              </a:endParaRPr>
            </a:p>
          </p:txBody>
        </p:sp>
        <p:sp>
          <p:nvSpPr>
            <p:cNvPr id="79894" name="Rectangle 23"/>
            <p:cNvSpPr>
              <a:spLocks noChangeArrowheads="1"/>
            </p:cNvSpPr>
            <p:nvPr/>
          </p:nvSpPr>
          <p:spPr bwMode="auto">
            <a:xfrm>
              <a:off x="7674" y="4023"/>
              <a:ext cx="783" cy="480"/>
            </a:xfrm>
            <a:prstGeom prst="rect">
              <a:avLst/>
            </a:prstGeom>
            <a:solidFill>
              <a:srgbClr val="FFFFFF"/>
            </a:solidFill>
            <a:ln w="9525">
              <a:solidFill>
                <a:srgbClr val="FFFFFF"/>
              </a:solidFill>
              <a:miter lim="800000"/>
            </a:ln>
          </p:spPr>
          <p:txBody>
            <a:bodyPr/>
            <a:lstStyle/>
            <a:p>
              <a:pPr algn="just" eaLnBrk="1" hangingPunct="1"/>
              <a:r>
                <a:rPr lang="en-US" altLang="zh-CN" sz="1800" b="0">
                  <a:solidFill>
                    <a:srgbClr val="000000"/>
                  </a:solidFill>
                  <a:latin typeface="Times New Roman" panose="02020603050405020304" pitchFamily="18" charset="0"/>
                  <a:ea typeface="宋体" panose="02010600030101010101" pitchFamily="2" charset="-122"/>
                  <a:cs typeface="宋体" panose="02010600030101010101" pitchFamily="2" charset="-122"/>
                </a:rPr>
                <a:t>0.5</a:t>
              </a:r>
              <a:endParaRPr lang="en-US" altLang="zh-CN" sz="1800" b="0">
                <a:solidFill>
                  <a:srgbClr val="000000"/>
                </a:solidFill>
                <a:ea typeface="宋体" panose="02010600030101010101" pitchFamily="2" charset="-122"/>
                <a:cs typeface="宋体" panose="02010600030101010101" pitchFamily="2" charset="-122"/>
              </a:endParaRPr>
            </a:p>
          </p:txBody>
        </p:sp>
        <p:sp>
          <p:nvSpPr>
            <p:cNvPr id="79895" name="Rectangle 24"/>
            <p:cNvSpPr>
              <a:spLocks noChangeArrowheads="1"/>
            </p:cNvSpPr>
            <p:nvPr/>
          </p:nvSpPr>
          <p:spPr bwMode="auto">
            <a:xfrm>
              <a:off x="7518" y="4807"/>
              <a:ext cx="1250" cy="514"/>
            </a:xfrm>
            <a:prstGeom prst="rect">
              <a:avLst/>
            </a:prstGeom>
            <a:solidFill>
              <a:srgbClr val="FFFFFF"/>
            </a:solidFill>
            <a:ln w="9525">
              <a:solidFill>
                <a:srgbClr val="FFFFFF"/>
              </a:solidFill>
              <a:miter lim="800000"/>
            </a:ln>
          </p:spPr>
          <p:txBody>
            <a:bodyPr/>
            <a:lstStyle/>
            <a:p>
              <a:pPr algn="just" eaLnBrk="1" hangingPunct="1"/>
              <a:r>
                <a:rPr lang="en-US" altLang="zh-CN" sz="1800" b="0">
                  <a:solidFill>
                    <a:srgbClr val="000000"/>
                  </a:solidFill>
                  <a:latin typeface="Times New Roman" panose="02020603050405020304" pitchFamily="18" charset="0"/>
                  <a:ea typeface="宋体" panose="02010600030101010101" pitchFamily="2" charset="-122"/>
                  <a:cs typeface="宋体" panose="02010600030101010101" pitchFamily="2" charset="-122"/>
                </a:rPr>
                <a:t>No pollution</a:t>
              </a:r>
              <a:endParaRPr lang="en-US" altLang="zh-CN" sz="1800" b="0">
                <a:solidFill>
                  <a:srgbClr val="000000"/>
                </a:solidFill>
                <a:ea typeface="宋体" panose="02010600030101010101" pitchFamily="2" charset="-122"/>
                <a:cs typeface="宋体" panose="02010600030101010101" pitchFamily="2" charset="-122"/>
              </a:endParaRPr>
            </a:p>
          </p:txBody>
        </p:sp>
        <p:sp>
          <p:nvSpPr>
            <p:cNvPr id="79896" name="Rectangle 25"/>
            <p:cNvSpPr>
              <a:spLocks noChangeArrowheads="1"/>
            </p:cNvSpPr>
            <p:nvPr/>
          </p:nvSpPr>
          <p:spPr bwMode="auto">
            <a:xfrm>
              <a:off x="7753" y="5277"/>
              <a:ext cx="782" cy="607"/>
            </a:xfrm>
            <a:prstGeom prst="rect">
              <a:avLst/>
            </a:prstGeom>
            <a:solidFill>
              <a:srgbClr val="FFFFFF"/>
            </a:solidFill>
            <a:ln w="9525">
              <a:solidFill>
                <a:srgbClr val="FFFFFF"/>
              </a:solidFill>
              <a:miter lim="800000"/>
            </a:ln>
          </p:spPr>
          <p:txBody>
            <a:bodyPr/>
            <a:lstStyle/>
            <a:p>
              <a:pPr algn="just" eaLnBrk="1" hangingPunct="1"/>
              <a:r>
                <a:rPr lang="en-US" altLang="zh-CN" sz="1800" b="0">
                  <a:solidFill>
                    <a:srgbClr val="000000"/>
                  </a:solidFill>
                  <a:latin typeface="Times New Roman" panose="02020603050405020304" pitchFamily="18" charset="0"/>
                  <a:ea typeface="宋体" panose="02010600030101010101" pitchFamily="2" charset="-122"/>
                  <a:cs typeface="宋体" panose="02010600030101010101" pitchFamily="2" charset="-122"/>
                </a:rPr>
                <a:t>0.5</a:t>
              </a:r>
              <a:endParaRPr lang="en-US" altLang="zh-CN" sz="1800" b="0">
                <a:solidFill>
                  <a:srgbClr val="000000"/>
                </a:solidFill>
                <a:ea typeface="宋体" panose="02010600030101010101" pitchFamily="2" charset="-122"/>
                <a:cs typeface="宋体" panose="02010600030101010101" pitchFamily="2" charset="-122"/>
              </a:endParaRPr>
            </a:p>
          </p:txBody>
        </p:sp>
        <p:sp>
          <p:nvSpPr>
            <p:cNvPr id="79897" name="Rectangle 26"/>
            <p:cNvSpPr>
              <a:spLocks noChangeArrowheads="1"/>
            </p:cNvSpPr>
            <p:nvPr/>
          </p:nvSpPr>
          <p:spPr bwMode="auto">
            <a:xfrm>
              <a:off x="5076" y="5184"/>
              <a:ext cx="690" cy="409"/>
            </a:xfrm>
            <a:prstGeom prst="rect">
              <a:avLst/>
            </a:prstGeom>
            <a:solidFill>
              <a:srgbClr val="FFFFFF"/>
            </a:solidFill>
            <a:ln w="9525">
              <a:solidFill>
                <a:srgbClr val="000000"/>
              </a:solidFill>
              <a:miter lim="800000"/>
            </a:ln>
          </p:spPr>
          <p:txBody>
            <a:bodyPr/>
            <a:lstStyle/>
            <a:p>
              <a:pPr eaLnBrk="1" hangingPunct="1">
                <a:lnSpc>
                  <a:spcPct val="90000"/>
                </a:lnSpc>
                <a:spcBef>
                  <a:spcPct val="50000"/>
                </a:spcBef>
                <a:buFontTx/>
                <a:buChar char="•"/>
              </a:pPr>
              <a:endParaRPr lang="zh-CN" altLang="en-US"/>
            </a:p>
          </p:txBody>
        </p:sp>
        <p:sp>
          <p:nvSpPr>
            <p:cNvPr id="79898" name="Line 27"/>
            <p:cNvSpPr>
              <a:spLocks noChangeShapeType="1"/>
            </p:cNvSpPr>
            <p:nvPr/>
          </p:nvSpPr>
          <p:spPr bwMode="auto">
            <a:xfrm flipV="1">
              <a:off x="6266" y="5905"/>
              <a:ext cx="156" cy="156"/>
            </a:xfrm>
            <a:prstGeom prst="line">
              <a:avLst/>
            </a:prstGeom>
            <a:noFill/>
            <a:ln w="9525">
              <a:solidFill>
                <a:srgbClr val="000000"/>
              </a:solidFill>
              <a:round/>
            </a:ln>
          </p:spPr>
          <p:txBody>
            <a:bodyPr/>
            <a:lstStyle/>
            <a:p>
              <a:endParaRPr lang="zh-CN" altLang="en-US"/>
            </a:p>
          </p:txBody>
        </p:sp>
        <p:sp>
          <p:nvSpPr>
            <p:cNvPr id="79899" name="Line 28"/>
            <p:cNvSpPr>
              <a:spLocks noChangeShapeType="1"/>
            </p:cNvSpPr>
            <p:nvPr/>
          </p:nvSpPr>
          <p:spPr bwMode="auto">
            <a:xfrm flipV="1">
              <a:off x="6109" y="5748"/>
              <a:ext cx="155" cy="157"/>
            </a:xfrm>
            <a:prstGeom prst="line">
              <a:avLst/>
            </a:prstGeom>
            <a:noFill/>
            <a:ln w="9525">
              <a:solidFill>
                <a:srgbClr val="000000"/>
              </a:solidFill>
              <a:round/>
            </a:ln>
          </p:spPr>
          <p:txBody>
            <a:bodyPr/>
            <a:lstStyle/>
            <a:p>
              <a:endParaRPr lang="zh-CN" altLang="en-US"/>
            </a:p>
          </p:txBody>
        </p:sp>
        <p:sp>
          <p:nvSpPr>
            <p:cNvPr id="79900" name="Rectangle 29"/>
            <p:cNvSpPr>
              <a:spLocks noChangeArrowheads="1"/>
            </p:cNvSpPr>
            <p:nvPr/>
          </p:nvSpPr>
          <p:spPr bwMode="auto">
            <a:xfrm>
              <a:off x="8927" y="5748"/>
              <a:ext cx="1096" cy="502"/>
            </a:xfrm>
            <a:prstGeom prst="rect">
              <a:avLst/>
            </a:prstGeom>
            <a:solidFill>
              <a:srgbClr val="FFFFFF"/>
            </a:solidFill>
            <a:ln w="9525">
              <a:solidFill>
                <a:srgbClr val="FFFFFF"/>
              </a:solidFill>
              <a:miter lim="800000"/>
            </a:ln>
          </p:spPr>
          <p:txBody>
            <a:bodyPr/>
            <a:lstStyle/>
            <a:p>
              <a:pPr algn="just" eaLnBrk="1" hangingPunct="1"/>
              <a:r>
                <a:rPr lang="en-US" altLang="zh-CN" sz="1800" b="0">
                  <a:solidFill>
                    <a:srgbClr val="000000"/>
                  </a:solidFill>
                  <a:latin typeface="Times New Roman" panose="02020603050405020304" pitchFamily="18" charset="0"/>
                  <a:ea typeface="宋体" panose="02010600030101010101" pitchFamily="2" charset="-122"/>
                  <a:cs typeface="宋体" panose="02010600030101010101" pitchFamily="2" charset="-122"/>
                </a:rPr>
                <a:t>$630,000</a:t>
              </a:r>
              <a:endParaRPr lang="en-US" altLang="zh-CN" sz="1800" b="0">
                <a:solidFill>
                  <a:srgbClr val="000000"/>
                </a:solidFill>
                <a:ea typeface="宋体" panose="02010600030101010101" pitchFamily="2" charset="-122"/>
                <a:cs typeface="宋体" panose="02010600030101010101" pitchFamily="2" charset="-122"/>
              </a:endParaRPr>
            </a:p>
          </p:txBody>
        </p:sp>
        <p:sp>
          <p:nvSpPr>
            <p:cNvPr id="79901" name="Rectangle 30"/>
            <p:cNvSpPr>
              <a:spLocks noChangeArrowheads="1"/>
            </p:cNvSpPr>
            <p:nvPr/>
          </p:nvSpPr>
          <p:spPr bwMode="auto">
            <a:xfrm>
              <a:off x="8926" y="4964"/>
              <a:ext cx="1097" cy="491"/>
            </a:xfrm>
            <a:prstGeom prst="rect">
              <a:avLst/>
            </a:prstGeom>
            <a:solidFill>
              <a:srgbClr val="FFFFFF"/>
            </a:solidFill>
            <a:ln w="9525">
              <a:solidFill>
                <a:srgbClr val="FFFFFF"/>
              </a:solidFill>
              <a:miter lim="800000"/>
            </a:ln>
          </p:spPr>
          <p:txBody>
            <a:bodyPr/>
            <a:lstStyle/>
            <a:p>
              <a:pPr algn="just" eaLnBrk="1" hangingPunct="1"/>
              <a:r>
                <a:rPr lang="en-US" altLang="zh-CN" sz="1800" b="0">
                  <a:solidFill>
                    <a:srgbClr val="000000"/>
                  </a:solidFill>
                  <a:latin typeface="Times New Roman" panose="02020603050405020304" pitchFamily="18" charset="0"/>
                  <a:ea typeface="宋体" panose="02010600030101010101" pitchFamily="2" charset="-122"/>
                  <a:cs typeface="宋体" panose="02010600030101010101" pitchFamily="2" charset="-122"/>
                </a:rPr>
                <a:t>$900,000</a:t>
              </a:r>
              <a:endParaRPr lang="en-US" altLang="zh-CN" sz="1800" b="0">
                <a:solidFill>
                  <a:srgbClr val="000000"/>
                </a:solidFill>
                <a:ea typeface="宋体" panose="02010600030101010101" pitchFamily="2" charset="-122"/>
                <a:cs typeface="宋体" panose="02010600030101010101" pitchFamily="2" charset="-122"/>
              </a:endParaRPr>
            </a:p>
          </p:txBody>
        </p:sp>
        <p:sp>
          <p:nvSpPr>
            <p:cNvPr id="79902" name="Rectangle 31"/>
            <p:cNvSpPr>
              <a:spLocks noChangeArrowheads="1"/>
            </p:cNvSpPr>
            <p:nvPr/>
          </p:nvSpPr>
          <p:spPr bwMode="auto">
            <a:xfrm>
              <a:off x="8848" y="3710"/>
              <a:ext cx="1174" cy="658"/>
            </a:xfrm>
            <a:prstGeom prst="rect">
              <a:avLst/>
            </a:prstGeom>
            <a:solidFill>
              <a:srgbClr val="FFFFFF"/>
            </a:solidFill>
            <a:ln w="9525">
              <a:solidFill>
                <a:srgbClr val="FFFFFF"/>
              </a:solidFill>
              <a:miter lim="800000"/>
            </a:ln>
          </p:spPr>
          <p:txBody>
            <a:bodyPr/>
            <a:lstStyle/>
            <a:p>
              <a:pPr algn="just" eaLnBrk="1" hangingPunct="1"/>
              <a:r>
                <a:rPr lang="en-US" altLang="zh-CN" sz="1800" b="0">
                  <a:solidFill>
                    <a:srgbClr val="000000"/>
                  </a:solidFill>
                  <a:latin typeface="Times New Roman" panose="02020603050405020304" pitchFamily="18" charset="0"/>
                  <a:ea typeface="宋体" panose="02010600030101010101" pitchFamily="2" charset="-122"/>
                  <a:cs typeface="宋体" panose="02010600030101010101" pitchFamily="2" charset="-122"/>
                </a:rPr>
                <a:t>$400,000</a:t>
              </a:r>
              <a:endParaRPr lang="en-US" altLang="zh-CN" sz="1800" b="0">
                <a:solidFill>
                  <a:srgbClr val="000000"/>
                </a:solidFill>
                <a:ea typeface="宋体" panose="02010600030101010101" pitchFamily="2" charset="-122"/>
                <a:cs typeface="宋体" panose="02010600030101010101" pitchFamily="2" charset="-122"/>
              </a:endParaRPr>
            </a:p>
          </p:txBody>
        </p:sp>
        <p:sp>
          <p:nvSpPr>
            <p:cNvPr id="79903" name="Rectangle 32"/>
            <p:cNvSpPr>
              <a:spLocks noChangeArrowheads="1"/>
            </p:cNvSpPr>
            <p:nvPr/>
          </p:nvSpPr>
          <p:spPr bwMode="auto">
            <a:xfrm>
              <a:off x="8144" y="2926"/>
              <a:ext cx="1096" cy="491"/>
            </a:xfrm>
            <a:prstGeom prst="rect">
              <a:avLst/>
            </a:prstGeom>
            <a:solidFill>
              <a:srgbClr val="FFFFFF"/>
            </a:solidFill>
            <a:ln w="9525">
              <a:solidFill>
                <a:srgbClr val="FFFFFF"/>
              </a:solidFill>
              <a:miter lim="800000"/>
            </a:ln>
          </p:spPr>
          <p:txBody>
            <a:bodyPr/>
            <a:lstStyle/>
            <a:p>
              <a:pPr algn="just" eaLnBrk="1" hangingPunct="1"/>
              <a:r>
                <a:rPr lang="en-US" altLang="zh-CN" sz="1800" b="0">
                  <a:solidFill>
                    <a:srgbClr val="000000"/>
                  </a:solidFill>
                  <a:latin typeface="Times New Roman" panose="02020603050405020304" pitchFamily="18" charset="0"/>
                  <a:ea typeface="宋体" panose="02010600030101010101" pitchFamily="2" charset="-122"/>
                  <a:cs typeface="宋体" panose="02010600030101010101" pitchFamily="2" charset="-122"/>
                </a:rPr>
                <a:t>$895,000</a:t>
              </a:r>
              <a:endParaRPr lang="en-US" altLang="zh-CN" sz="1800" b="0">
                <a:solidFill>
                  <a:srgbClr val="000000"/>
                </a:solidFill>
                <a:ea typeface="宋体" panose="02010600030101010101" pitchFamily="2" charset="-122"/>
                <a:cs typeface="宋体" panose="02010600030101010101" pitchFamily="2" charset="-122"/>
              </a:endParaRPr>
            </a:p>
          </p:txBody>
        </p:sp>
        <p:sp>
          <p:nvSpPr>
            <p:cNvPr id="79904" name="Rectangle 33"/>
            <p:cNvSpPr>
              <a:spLocks noChangeArrowheads="1"/>
            </p:cNvSpPr>
            <p:nvPr/>
          </p:nvSpPr>
          <p:spPr bwMode="auto">
            <a:xfrm>
              <a:off x="8144" y="1672"/>
              <a:ext cx="1096" cy="501"/>
            </a:xfrm>
            <a:prstGeom prst="rect">
              <a:avLst/>
            </a:prstGeom>
            <a:solidFill>
              <a:srgbClr val="FFFFFF"/>
            </a:solidFill>
            <a:ln w="9525">
              <a:solidFill>
                <a:srgbClr val="FFFFFF"/>
              </a:solidFill>
              <a:miter lim="800000"/>
            </a:ln>
          </p:spPr>
          <p:txBody>
            <a:bodyPr/>
            <a:lstStyle/>
            <a:p>
              <a:pPr algn="just" eaLnBrk="1" hangingPunct="1"/>
              <a:r>
                <a:rPr lang="en-US" altLang="zh-CN" sz="1800" b="0">
                  <a:solidFill>
                    <a:srgbClr val="000000"/>
                  </a:solidFill>
                  <a:latin typeface="Times New Roman" panose="02020603050405020304" pitchFamily="18" charset="0"/>
                  <a:ea typeface="宋体" panose="02010600030101010101" pitchFamily="2" charset="-122"/>
                  <a:cs typeface="宋体" panose="02010600030101010101" pitchFamily="2" charset="-122"/>
                </a:rPr>
                <a:t>$625,000</a:t>
              </a:r>
              <a:endParaRPr lang="en-US" altLang="zh-CN" sz="1800" b="0">
                <a:solidFill>
                  <a:srgbClr val="000000"/>
                </a:solidFill>
                <a:ea typeface="宋体" panose="02010600030101010101" pitchFamily="2" charset="-122"/>
                <a:cs typeface="宋体" panose="02010600030101010101" pitchFamily="2" charset="-122"/>
              </a:endParaRPr>
            </a:p>
          </p:txBody>
        </p:sp>
        <p:sp>
          <p:nvSpPr>
            <p:cNvPr id="79905" name="Rectangle 34"/>
            <p:cNvSpPr>
              <a:spLocks noChangeArrowheads="1"/>
            </p:cNvSpPr>
            <p:nvPr/>
          </p:nvSpPr>
          <p:spPr bwMode="auto">
            <a:xfrm>
              <a:off x="6422" y="2769"/>
              <a:ext cx="1251" cy="514"/>
            </a:xfrm>
            <a:prstGeom prst="rect">
              <a:avLst/>
            </a:prstGeom>
            <a:solidFill>
              <a:srgbClr val="FFFFFF"/>
            </a:solidFill>
            <a:ln w="9525">
              <a:solidFill>
                <a:srgbClr val="FFFFFF"/>
              </a:solidFill>
              <a:miter lim="800000"/>
            </a:ln>
          </p:spPr>
          <p:txBody>
            <a:bodyPr/>
            <a:lstStyle/>
            <a:p>
              <a:pPr algn="just" eaLnBrk="1" hangingPunct="1"/>
              <a:r>
                <a:rPr lang="en-US" altLang="zh-CN" sz="1800" b="0">
                  <a:solidFill>
                    <a:srgbClr val="000000"/>
                  </a:solidFill>
                  <a:latin typeface="Times New Roman" panose="02020603050405020304" pitchFamily="18" charset="0"/>
                  <a:ea typeface="宋体" panose="02010600030101010101" pitchFamily="2" charset="-122"/>
                  <a:cs typeface="宋体" panose="02010600030101010101" pitchFamily="2" charset="-122"/>
                </a:rPr>
                <a:t>No pollution</a:t>
              </a:r>
              <a:endParaRPr lang="en-US" altLang="zh-CN" sz="1800" b="0">
                <a:solidFill>
                  <a:srgbClr val="000000"/>
                </a:solidFill>
                <a:ea typeface="宋体" panose="02010600030101010101" pitchFamily="2" charset="-122"/>
                <a:cs typeface="宋体" panose="02010600030101010101" pitchFamily="2" charset="-122"/>
              </a:endParaRPr>
            </a:p>
          </p:txBody>
        </p:sp>
        <p:sp>
          <p:nvSpPr>
            <p:cNvPr id="79906" name="Rectangle 35"/>
            <p:cNvSpPr>
              <a:spLocks noChangeArrowheads="1"/>
            </p:cNvSpPr>
            <p:nvPr/>
          </p:nvSpPr>
          <p:spPr bwMode="auto">
            <a:xfrm>
              <a:off x="6266" y="1515"/>
              <a:ext cx="1250" cy="566"/>
            </a:xfrm>
            <a:prstGeom prst="rect">
              <a:avLst/>
            </a:prstGeom>
            <a:solidFill>
              <a:srgbClr val="FFFFFF"/>
            </a:solidFill>
            <a:ln w="9525">
              <a:solidFill>
                <a:srgbClr val="FFFFFF"/>
              </a:solidFill>
              <a:miter lim="800000"/>
            </a:ln>
          </p:spPr>
          <p:txBody>
            <a:bodyPr/>
            <a:lstStyle/>
            <a:p>
              <a:pPr algn="ctr" eaLnBrk="1" hangingPunct="1"/>
              <a:r>
                <a:rPr lang="en-US" altLang="zh-CN" sz="1800" b="0">
                  <a:solidFill>
                    <a:srgbClr val="000000"/>
                  </a:solidFill>
                  <a:latin typeface="Times New Roman" panose="02020603050405020304" pitchFamily="18" charset="0"/>
                  <a:ea typeface="宋体" panose="02010600030101010101" pitchFamily="2" charset="-122"/>
                  <a:cs typeface="宋体" panose="02010600030101010101" pitchFamily="2" charset="-122"/>
                </a:rPr>
                <a:t>Pollution</a:t>
              </a:r>
              <a:endParaRPr lang="en-US" altLang="zh-CN" sz="1800" b="0">
                <a:solidFill>
                  <a:srgbClr val="000000"/>
                </a:solidFill>
                <a:ea typeface="宋体" panose="02010600030101010101" pitchFamily="2" charset="-122"/>
                <a:cs typeface="宋体" panose="02010600030101010101" pitchFamily="2" charset="-122"/>
              </a:endParaRPr>
            </a:p>
          </p:txBody>
        </p:sp>
        <p:sp>
          <p:nvSpPr>
            <p:cNvPr id="79907" name="Line 36"/>
            <p:cNvSpPr>
              <a:spLocks noChangeShapeType="1"/>
            </p:cNvSpPr>
            <p:nvPr/>
          </p:nvSpPr>
          <p:spPr bwMode="auto">
            <a:xfrm flipV="1">
              <a:off x="7268" y="4097"/>
              <a:ext cx="1658" cy="1"/>
            </a:xfrm>
            <a:prstGeom prst="line">
              <a:avLst/>
            </a:prstGeom>
            <a:noFill/>
            <a:ln w="9525">
              <a:solidFill>
                <a:srgbClr val="000000"/>
              </a:solidFill>
              <a:round/>
            </a:ln>
          </p:spPr>
          <p:txBody>
            <a:bodyPr/>
            <a:lstStyle/>
            <a:p>
              <a:endParaRPr lang="zh-CN" altLang="en-US"/>
            </a:p>
          </p:txBody>
        </p:sp>
        <p:sp>
          <p:nvSpPr>
            <p:cNvPr id="79908" name="Line 37"/>
            <p:cNvSpPr>
              <a:spLocks noChangeShapeType="1"/>
            </p:cNvSpPr>
            <p:nvPr/>
          </p:nvSpPr>
          <p:spPr bwMode="auto">
            <a:xfrm>
              <a:off x="7581" y="5319"/>
              <a:ext cx="1345" cy="1"/>
            </a:xfrm>
            <a:prstGeom prst="line">
              <a:avLst/>
            </a:prstGeom>
            <a:noFill/>
            <a:ln w="9525">
              <a:solidFill>
                <a:srgbClr val="000000"/>
              </a:solidFill>
              <a:round/>
            </a:ln>
          </p:spPr>
          <p:txBody>
            <a:bodyPr/>
            <a:lstStyle/>
            <a:p>
              <a:endParaRPr lang="zh-CN" altLang="en-US"/>
            </a:p>
          </p:txBody>
        </p:sp>
        <p:sp>
          <p:nvSpPr>
            <p:cNvPr id="79909" name="Line 38"/>
            <p:cNvSpPr>
              <a:spLocks noChangeShapeType="1"/>
            </p:cNvSpPr>
            <p:nvPr/>
          </p:nvSpPr>
          <p:spPr bwMode="auto">
            <a:xfrm>
              <a:off x="6798" y="4912"/>
              <a:ext cx="782" cy="407"/>
            </a:xfrm>
            <a:prstGeom prst="line">
              <a:avLst/>
            </a:prstGeom>
            <a:noFill/>
            <a:ln w="9525">
              <a:solidFill>
                <a:srgbClr val="000000"/>
              </a:solidFill>
              <a:round/>
            </a:ln>
          </p:spPr>
          <p:txBody>
            <a:bodyPr/>
            <a:lstStyle/>
            <a:p>
              <a:endParaRPr lang="zh-CN" altLang="en-US"/>
            </a:p>
          </p:txBody>
        </p:sp>
        <p:sp>
          <p:nvSpPr>
            <p:cNvPr id="79910" name="Line 39"/>
            <p:cNvSpPr>
              <a:spLocks noChangeShapeType="1"/>
            </p:cNvSpPr>
            <p:nvPr/>
          </p:nvSpPr>
          <p:spPr bwMode="auto">
            <a:xfrm>
              <a:off x="6641" y="6135"/>
              <a:ext cx="2285" cy="1"/>
            </a:xfrm>
            <a:prstGeom prst="line">
              <a:avLst/>
            </a:prstGeom>
            <a:noFill/>
            <a:ln w="9525">
              <a:solidFill>
                <a:srgbClr val="000000"/>
              </a:solidFill>
              <a:round/>
            </a:ln>
          </p:spPr>
          <p:txBody>
            <a:bodyPr/>
            <a:lstStyle/>
            <a:p>
              <a:endParaRPr lang="zh-CN" altLang="en-US"/>
            </a:p>
          </p:txBody>
        </p:sp>
        <p:sp>
          <p:nvSpPr>
            <p:cNvPr id="79911" name="Rectangle 40"/>
            <p:cNvSpPr>
              <a:spLocks noChangeArrowheads="1"/>
            </p:cNvSpPr>
            <p:nvPr/>
          </p:nvSpPr>
          <p:spPr bwMode="auto">
            <a:xfrm>
              <a:off x="6735" y="3239"/>
              <a:ext cx="784" cy="627"/>
            </a:xfrm>
            <a:prstGeom prst="rect">
              <a:avLst/>
            </a:prstGeom>
            <a:solidFill>
              <a:srgbClr val="FFFFFF"/>
            </a:solidFill>
            <a:ln w="9525">
              <a:solidFill>
                <a:srgbClr val="FFFFFF"/>
              </a:solidFill>
              <a:miter lim="800000"/>
            </a:ln>
          </p:spPr>
          <p:txBody>
            <a:bodyPr/>
            <a:lstStyle/>
            <a:p>
              <a:pPr algn="just" eaLnBrk="1" hangingPunct="1"/>
              <a:r>
                <a:rPr lang="en-US" altLang="zh-CN" sz="1800" b="0">
                  <a:solidFill>
                    <a:srgbClr val="000000"/>
                  </a:solidFill>
                  <a:latin typeface="Times New Roman" panose="02020603050405020304" pitchFamily="18" charset="0"/>
                  <a:ea typeface="宋体" panose="02010600030101010101" pitchFamily="2" charset="-122"/>
                  <a:cs typeface="宋体" panose="02010600030101010101" pitchFamily="2" charset="-122"/>
                </a:rPr>
                <a:t>0.5</a:t>
              </a:r>
              <a:endParaRPr lang="en-US" altLang="zh-CN" sz="1800" b="0">
                <a:solidFill>
                  <a:srgbClr val="000000"/>
                </a:solidFill>
                <a:ea typeface="宋体" panose="02010600030101010101" pitchFamily="2" charset="-122"/>
                <a:cs typeface="宋体" panose="02010600030101010101" pitchFamily="2" charset="-122"/>
              </a:endParaRPr>
            </a:p>
          </p:txBody>
        </p:sp>
        <p:sp>
          <p:nvSpPr>
            <p:cNvPr id="79912" name="Rectangle 41"/>
            <p:cNvSpPr>
              <a:spLocks noChangeArrowheads="1"/>
            </p:cNvSpPr>
            <p:nvPr/>
          </p:nvSpPr>
          <p:spPr bwMode="auto">
            <a:xfrm>
              <a:off x="6579" y="1985"/>
              <a:ext cx="783" cy="479"/>
            </a:xfrm>
            <a:prstGeom prst="rect">
              <a:avLst/>
            </a:prstGeom>
            <a:solidFill>
              <a:srgbClr val="FFFFFF"/>
            </a:solidFill>
            <a:ln w="9525">
              <a:solidFill>
                <a:srgbClr val="FFFFFF"/>
              </a:solidFill>
              <a:miter lim="800000"/>
            </a:ln>
          </p:spPr>
          <p:txBody>
            <a:bodyPr/>
            <a:lstStyle/>
            <a:p>
              <a:pPr algn="just" eaLnBrk="1" hangingPunct="1"/>
              <a:r>
                <a:rPr lang="en-US" altLang="zh-CN" sz="1800" b="0">
                  <a:solidFill>
                    <a:srgbClr val="000000"/>
                  </a:solidFill>
                  <a:latin typeface="Times New Roman" panose="02020603050405020304" pitchFamily="18" charset="0"/>
                  <a:ea typeface="宋体" panose="02010600030101010101" pitchFamily="2" charset="-122"/>
                  <a:cs typeface="宋体" panose="02010600030101010101" pitchFamily="2" charset="-122"/>
                </a:rPr>
                <a:t>0.5</a:t>
              </a:r>
              <a:endParaRPr lang="en-US" altLang="zh-CN" sz="1800" b="0">
                <a:solidFill>
                  <a:srgbClr val="000000"/>
                </a:solidFill>
                <a:ea typeface="宋体" panose="02010600030101010101" pitchFamily="2" charset="-122"/>
                <a:cs typeface="宋体" panose="02010600030101010101" pitchFamily="2" charset="-122"/>
              </a:endParaRPr>
            </a:p>
          </p:txBody>
        </p:sp>
        <p:sp>
          <p:nvSpPr>
            <p:cNvPr id="79913" name="Line 42"/>
            <p:cNvSpPr>
              <a:spLocks noChangeShapeType="1"/>
            </p:cNvSpPr>
            <p:nvPr/>
          </p:nvSpPr>
          <p:spPr bwMode="auto">
            <a:xfrm>
              <a:off x="6015" y="2058"/>
              <a:ext cx="2192" cy="1"/>
            </a:xfrm>
            <a:prstGeom prst="line">
              <a:avLst/>
            </a:prstGeom>
            <a:noFill/>
            <a:ln w="9525">
              <a:solidFill>
                <a:srgbClr val="000000"/>
              </a:solidFill>
              <a:round/>
            </a:ln>
          </p:spPr>
          <p:txBody>
            <a:bodyPr/>
            <a:lstStyle/>
            <a:p>
              <a:endParaRPr lang="zh-CN" altLang="en-US"/>
            </a:p>
          </p:txBody>
        </p:sp>
        <p:sp>
          <p:nvSpPr>
            <p:cNvPr id="79914" name="Line 43"/>
            <p:cNvSpPr>
              <a:spLocks noChangeShapeType="1"/>
            </p:cNvSpPr>
            <p:nvPr/>
          </p:nvSpPr>
          <p:spPr bwMode="auto">
            <a:xfrm>
              <a:off x="6172" y="3281"/>
              <a:ext cx="1972" cy="1"/>
            </a:xfrm>
            <a:prstGeom prst="line">
              <a:avLst/>
            </a:prstGeom>
            <a:noFill/>
            <a:ln w="9525">
              <a:solidFill>
                <a:srgbClr val="000000"/>
              </a:solidFill>
              <a:round/>
            </a:ln>
          </p:spPr>
          <p:txBody>
            <a:bodyPr/>
            <a:lstStyle/>
            <a:p>
              <a:endParaRPr lang="zh-CN" altLang="en-US"/>
            </a:p>
          </p:txBody>
        </p:sp>
        <p:sp>
          <p:nvSpPr>
            <p:cNvPr id="79915" name="Oval 44"/>
            <p:cNvSpPr>
              <a:spLocks noChangeArrowheads="1"/>
            </p:cNvSpPr>
            <p:nvPr/>
          </p:nvSpPr>
          <p:spPr bwMode="auto">
            <a:xfrm>
              <a:off x="4920" y="2738"/>
              <a:ext cx="469" cy="408"/>
            </a:xfrm>
            <a:prstGeom prst="ellipse">
              <a:avLst/>
            </a:prstGeom>
            <a:solidFill>
              <a:srgbClr val="FFFFFF"/>
            </a:solidFill>
            <a:ln w="9525">
              <a:solidFill>
                <a:srgbClr val="000000"/>
              </a:solidFill>
              <a:round/>
            </a:ln>
          </p:spPr>
          <p:txBody>
            <a:bodyPr/>
            <a:lstStyle/>
            <a:p>
              <a:pPr eaLnBrk="1" hangingPunct="1">
                <a:lnSpc>
                  <a:spcPct val="90000"/>
                </a:lnSpc>
                <a:spcBef>
                  <a:spcPct val="50000"/>
                </a:spcBef>
                <a:buFontTx/>
                <a:buChar char="•"/>
              </a:pPr>
              <a:endParaRPr lang="zh-CN" altLang="en-US"/>
            </a:p>
          </p:txBody>
        </p:sp>
        <p:sp>
          <p:nvSpPr>
            <p:cNvPr id="79916" name="Oval 45"/>
            <p:cNvSpPr>
              <a:spLocks noChangeArrowheads="1"/>
            </p:cNvSpPr>
            <p:nvPr/>
          </p:nvSpPr>
          <p:spPr bwMode="auto">
            <a:xfrm>
              <a:off x="6328" y="4640"/>
              <a:ext cx="472" cy="409"/>
            </a:xfrm>
            <a:prstGeom prst="ellipse">
              <a:avLst/>
            </a:prstGeom>
            <a:solidFill>
              <a:srgbClr val="FFFFFF"/>
            </a:solidFill>
            <a:ln w="9525">
              <a:solidFill>
                <a:srgbClr val="000000"/>
              </a:solidFill>
              <a:round/>
            </a:ln>
          </p:spPr>
          <p:txBody>
            <a:bodyPr/>
            <a:lstStyle/>
            <a:p>
              <a:pPr eaLnBrk="1" hangingPunct="1">
                <a:lnSpc>
                  <a:spcPct val="90000"/>
                </a:lnSpc>
                <a:spcBef>
                  <a:spcPct val="50000"/>
                </a:spcBef>
                <a:buFontTx/>
                <a:buChar char="•"/>
              </a:pPr>
              <a:endParaRPr lang="zh-CN" altLang="en-US"/>
            </a:p>
          </p:txBody>
        </p:sp>
        <p:sp>
          <p:nvSpPr>
            <p:cNvPr id="79917" name="Rectangle 46"/>
            <p:cNvSpPr>
              <a:spLocks noChangeArrowheads="1"/>
            </p:cNvSpPr>
            <p:nvPr/>
          </p:nvSpPr>
          <p:spPr bwMode="auto">
            <a:xfrm>
              <a:off x="2885" y="4097"/>
              <a:ext cx="626" cy="408"/>
            </a:xfrm>
            <a:prstGeom prst="rect">
              <a:avLst/>
            </a:prstGeom>
            <a:solidFill>
              <a:srgbClr val="FFFFFF"/>
            </a:solidFill>
            <a:ln w="9525">
              <a:solidFill>
                <a:srgbClr val="000000"/>
              </a:solidFill>
              <a:miter lim="800000"/>
            </a:ln>
          </p:spPr>
          <p:txBody>
            <a:bodyPr/>
            <a:lstStyle/>
            <a:p>
              <a:pPr eaLnBrk="1" hangingPunct="1">
                <a:lnSpc>
                  <a:spcPct val="90000"/>
                </a:lnSpc>
                <a:spcBef>
                  <a:spcPct val="50000"/>
                </a:spcBef>
                <a:buFontTx/>
                <a:buChar char="•"/>
              </a:pPr>
              <a:endParaRPr lang="zh-CN" altLang="en-US"/>
            </a:p>
          </p:txBody>
        </p:sp>
        <p:sp>
          <p:nvSpPr>
            <p:cNvPr id="79918" name="Rectangle 47"/>
            <p:cNvSpPr>
              <a:spLocks noChangeArrowheads="1"/>
            </p:cNvSpPr>
            <p:nvPr/>
          </p:nvSpPr>
          <p:spPr bwMode="auto">
            <a:xfrm>
              <a:off x="3136" y="2926"/>
              <a:ext cx="1565" cy="564"/>
            </a:xfrm>
            <a:prstGeom prst="rect">
              <a:avLst/>
            </a:prstGeom>
            <a:solidFill>
              <a:srgbClr val="FFFFFF"/>
            </a:solidFill>
            <a:ln w="9525">
              <a:solidFill>
                <a:srgbClr val="FFFFFF"/>
              </a:solidFill>
              <a:miter lim="800000"/>
            </a:ln>
          </p:spPr>
          <p:txBody>
            <a:bodyPr/>
            <a:lstStyle/>
            <a:p>
              <a:pPr algn="just" eaLnBrk="1" hangingPunct="1"/>
              <a:r>
                <a:rPr lang="en-US" altLang="zh-CN" sz="1800" b="0">
                  <a:solidFill>
                    <a:srgbClr val="000000"/>
                  </a:solidFill>
                  <a:latin typeface="Times New Roman" panose="02020603050405020304" pitchFamily="18" charset="0"/>
                  <a:ea typeface="宋体" panose="02010600030101010101" pitchFamily="2" charset="-122"/>
                  <a:cs typeface="宋体" panose="02010600030101010101" pitchFamily="2" charset="-122"/>
                </a:rPr>
                <a:t>Hire consultant</a:t>
              </a:r>
              <a:endParaRPr lang="en-US" altLang="zh-CN" sz="1800" b="0">
                <a:solidFill>
                  <a:srgbClr val="000000"/>
                </a:solidFill>
                <a:ea typeface="宋体" panose="02010600030101010101" pitchFamily="2" charset="-122"/>
                <a:cs typeface="宋体" panose="02010600030101010101" pitchFamily="2" charset="-122"/>
              </a:endParaRPr>
            </a:p>
          </p:txBody>
        </p:sp>
        <p:sp>
          <p:nvSpPr>
            <p:cNvPr id="79919" name="Line 48"/>
            <p:cNvSpPr>
              <a:spLocks noChangeShapeType="1"/>
            </p:cNvSpPr>
            <p:nvPr/>
          </p:nvSpPr>
          <p:spPr bwMode="auto">
            <a:xfrm flipV="1">
              <a:off x="3511" y="3010"/>
              <a:ext cx="1410" cy="1223"/>
            </a:xfrm>
            <a:prstGeom prst="line">
              <a:avLst/>
            </a:prstGeom>
            <a:noFill/>
            <a:ln w="9525">
              <a:solidFill>
                <a:srgbClr val="000000"/>
              </a:solidFill>
              <a:round/>
            </a:ln>
          </p:spPr>
          <p:txBody>
            <a:bodyPr/>
            <a:lstStyle/>
            <a:p>
              <a:endParaRPr lang="zh-CN" altLang="en-US"/>
            </a:p>
          </p:txBody>
        </p:sp>
      </p:grpSp>
      <p:sp>
        <p:nvSpPr>
          <p:cNvPr id="79876" name="Text Box 49"/>
          <p:cNvSpPr txBox="1">
            <a:spLocks noChangeArrowheads="1"/>
          </p:cNvSpPr>
          <p:nvPr/>
        </p:nvSpPr>
        <p:spPr bwMode="auto">
          <a:xfrm>
            <a:off x="438150" y="55563"/>
            <a:ext cx="3149600" cy="701675"/>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r>
              <a:rPr lang="en-US" altLang="zh-CN" sz="4000" b="0"/>
              <a:t>Decision tree</a:t>
            </a:r>
            <a:endParaRPr lang="en-US" altLang="zh-CN" sz="4000" b="0"/>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en-US" altLang="zh-CN">
                <a:latin typeface="Arial" panose="020B0604020202020204" pitchFamily="34" charset="0"/>
                <a:ea typeface="楷体_GB2312" charset="0"/>
                <a:cs typeface="楷体_GB2312" charset="0"/>
              </a:rPr>
              <a:t>(3) </a:t>
            </a:r>
            <a:r>
              <a:rPr lang="zh-CN" altLang="en-US">
                <a:latin typeface="Arial" panose="020B0604020202020204" pitchFamily="34" charset="0"/>
                <a:ea typeface="楷体_GB2312" charset="0"/>
                <a:cs typeface="楷体_GB2312" charset="0"/>
              </a:rPr>
              <a:t>模拟法</a:t>
            </a:r>
            <a:endParaRPr lang="zh-CN" altLang="en-US">
              <a:latin typeface="Arial" panose="020B0604020202020204" pitchFamily="34" charset="0"/>
              <a:ea typeface="楷体_GB2312" charset="0"/>
              <a:cs typeface="楷体_GB2312" charset="0"/>
            </a:endParaRPr>
          </a:p>
        </p:txBody>
      </p:sp>
      <p:sp>
        <p:nvSpPr>
          <p:cNvPr id="80899" name="Rectangle 3"/>
          <p:cNvSpPr>
            <a:spLocks noGrp="1" noChangeArrowheads="1"/>
          </p:cNvSpPr>
          <p:nvPr>
            <p:ph type="body" idx="1"/>
          </p:nvPr>
        </p:nvSpPr>
        <p:spPr/>
        <p:txBody>
          <a:bodyPr/>
          <a:lstStyle/>
          <a:p>
            <a:pPr eaLnBrk="1" hangingPunct="1"/>
            <a:r>
              <a:rPr lang="zh-CN" altLang="en-US">
                <a:latin typeface="Arial" panose="020B0604020202020204" pitchFamily="34" charset="0"/>
                <a:ea typeface="宋体" panose="02010600030101010101" pitchFamily="2" charset="-122"/>
              </a:rPr>
              <a:t>也叫蒙特卡罗模拟法，反复进行随机抽样的方法模拟各种随机变量的变化，进而通过计算了解方案经济效果指标的概率分布</a:t>
            </a:r>
            <a:endParaRPr lang="zh-CN" altLang="en-US">
              <a:latin typeface="Arial" panose="020B0604020202020204" pitchFamily="34" charset="0"/>
              <a:ea typeface="宋体" panose="02010600030101010101" pitchFamily="2" charset="-122"/>
            </a:endParaRPr>
          </a:p>
          <a:p>
            <a:pPr eaLnBrk="1" hangingPunct="1"/>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模拟法要通过反复抽样来模拟方案的各种随机状态，且样本数需足够大，因而计算工作量非常大，用手工计算是很困难的，一般需借助计算机进行模拟计算</a:t>
            </a:r>
            <a:endParaRPr lang="zh-CN" altLang="en-US">
              <a:latin typeface="Arial" panose="020B0604020202020204" pitchFamily="34" charset="0"/>
              <a:ea typeface="宋体" panose="02010600030101010101" pitchFamily="2" charset="-122"/>
            </a:endParaRPr>
          </a:p>
          <a:p>
            <a:pPr lvl="1" eaLnBrk="1" hangingPunct="1"/>
            <a:r>
              <a:rPr lang="en-US" altLang="zh-CN">
                <a:latin typeface="Arial" panose="020B0604020202020204" pitchFamily="34" charset="0"/>
                <a:ea typeface="宋体" panose="02010600030101010101" pitchFamily="2" charset="-122"/>
              </a:rPr>
              <a:t>MS Excel / CryStall Ball / @risk</a:t>
            </a:r>
            <a:endParaRPr lang="en-US" altLang="zh-CN">
              <a:latin typeface="Arial" panose="020B0604020202020204" pitchFamily="34" charset="0"/>
              <a:ea typeface="宋体" panose="02010600030101010101" pitchFamily="2" charset="-122"/>
            </a:endParaRPr>
          </a:p>
          <a:p>
            <a:pPr eaLnBrk="1" hangingPunct="1"/>
            <a:endParaRPr lang="zh-CN" altLang="en-US">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zh-CN" altLang="en-US">
                <a:latin typeface="Arial" panose="020B0604020202020204" pitchFamily="34" charset="0"/>
                <a:ea typeface="楷体_GB2312" charset="0"/>
                <a:cs typeface="楷体_GB2312" charset="0"/>
              </a:rPr>
              <a:t>模拟法的实施步骤</a:t>
            </a:r>
            <a:endParaRPr lang="zh-CN" altLang="en-US">
              <a:latin typeface="Arial" panose="020B0604020202020204" pitchFamily="34" charset="0"/>
              <a:ea typeface="楷体_GB2312" charset="0"/>
              <a:cs typeface="楷体_GB2312" charset="0"/>
            </a:endParaRPr>
          </a:p>
        </p:txBody>
      </p:sp>
      <p:sp>
        <p:nvSpPr>
          <p:cNvPr id="82947" name="Rectangle 3"/>
          <p:cNvSpPr>
            <a:spLocks noGrp="1" noChangeArrowheads="1"/>
          </p:cNvSpPr>
          <p:nvPr>
            <p:ph type="body" idx="1"/>
          </p:nvPr>
        </p:nvSpPr>
        <p:spPr/>
        <p:txBody>
          <a:bodyPr/>
          <a:lstStyle/>
          <a:p>
            <a:pPr eaLnBrk="1" hangingPunct="1">
              <a:spcBef>
                <a:spcPct val="50000"/>
              </a:spcBef>
              <a:buFontTx/>
              <a:buNone/>
            </a:pPr>
            <a:r>
              <a:rPr lang="zh-CN" altLang="en-US" sz="2800">
                <a:latin typeface="Arial" panose="020B0604020202020204" pitchFamily="34" charset="0"/>
                <a:ea typeface="宋体" panose="02010600030101010101" pitchFamily="2" charset="-122"/>
                <a:sym typeface="Wingdings" panose="05000000000000000000" charset="0"/>
              </a:rPr>
              <a:t>（</a:t>
            </a:r>
            <a:r>
              <a:rPr lang="en-US" altLang="zh-CN" sz="2800">
                <a:latin typeface="Arial" panose="020B0604020202020204" pitchFamily="34" charset="0"/>
                <a:ea typeface="宋体" panose="02010600030101010101" pitchFamily="2" charset="-122"/>
                <a:sym typeface="Wingdings" panose="05000000000000000000" charset="0"/>
              </a:rPr>
              <a:t>1</a:t>
            </a:r>
            <a:r>
              <a:rPr lang="zh-CN" altLang="en-US" sz="2800">
                <a:latin typeface="Arial" panose="020B0604020202020204" pitchFamily="34" charset="0"/>
                <a:ea typeface="宋体" panose="02010600030101010101" pitchFamily="2" charset="-122"/>
                <a:sym typeface="Wingdings" panose="05000000000000000000" charset="0"/>
              </a:rPr>
              <a:t>）通过敏感性分析确定风险随机变量；</a:t>
            </a:r>
            <a:endParaRPr lang="zh-CN" altLang="en-US" sz="2800">
              <a:latin typeface="Arial" panose="020B0604020202020204" pitchFamily="34" charset="0"/>
              <a:ea typeface="宋体" panose="02010600030101010101" pitchFamily="2" charset="-122"/>
              <a:sym typeface="Wingdings" panose="05000000000000000000" charset="0"/>
            </a:endParaRPr>
          </a:p>
          <a:p>
            <a:pPr eaLnBrk="1" hangingPunct="1">
              <a:spcBef>
                <a:spcPct val="50000"/>
              </a:spcBef>
              <a:buFontTx/>
              <a:buNone/>
            </a:pPr>
            <a:r>
              <a:rPr lang="zh-CN" altLang="en-US" sz="2800">
                <a:latin typeface="Arial" panose="020B0604020202020204" pitchFamily="34" charset="0"/>
                <a:ea typeface="宋体" panose="02010600030101010101" pitchFamily="2" charset="-122"/>
                <a:sym typeface="Wingdings" panose="05000000000000000000" charset="0"/>
              </a:rPr>
              <a:t>（</a:t>
            </a:r>
            <a:r>
              <a:rPr lang="en-US" altLang="zh-CN" sz="2800">
                <a:latin typeface="Arial" panose="020B0604020202020204" pitchFamily="34" charset="0"/>
                <a:ea typeface="宋体" panose="02010600030101010101" pitchFamily="2" charset="-122"/>
                <a:sym typeface="Wingdings" panose="05000000000000000000" charset="0"/>
              </a:rPr>
              <a:t>2</a:t>
            </a:r>
            <a:r>
              <a:rPr lang="zh-CN" altLang="en-US" sz="2800">
                <a:latin typeface="Arial" panose="020B0604020202020204" pitchFamily="34" charset="0"/>
                <a:ea typeface="宋体" panose="02010600030101010101" pitchFamily="2" charset="-122"/>
                <a:sym typeface="Wingdings" panose="05000000000000000000" charset="0"/>
              </a:rPr>
              <a:t>）确定风险随机变量的概率分布；</a:t>
            </a:r>
            <a:endParaRPr lang="zh-CN" altLang="en-US" sz="2800">
              <a:latin typeface="Arial" panose="020B0604020202020204" pitchFamily="34" charset="0"/>
              <a:ea typeface="宋体" panose="02010600030101010101" pitchFamily="2" charset="-122"/>
              <a:sym typeface="Wingdings" panose="05000000000000000000" charset="0"/>
            </a:endParaRPr>
          </a:p>
          <a:p>
            <a:pPr eaLnBrk="1" hangingPunct="1">
              <a:spcBef>
                <a:spcPct val="50000"/>
              </a:spcBef>
              <a:buFontTx/>
              <a:buNone/>
            </a:pPr>
            <a:r>
              <a:rPr lang="zh-CN" altLang="en-US" sz="2800">
                <a:latin typeface="Arial" panose="020B0604020202020204" pitchFamily="34" charset="0"/>
                <a:ea typeface="宋体" panose="02010600030101010101" pitchFamily="2" charset="-122"/>
                <a:sym typeface="Wingdings" panose="05000000000000000000" charset="0"/>
              </a:rPr>
              <a:t>（</a:t>
            </a:r>
            <a:r>
              <a:rPr lang="en-US" altLang="zh-CN" sz="2800">
                <a:latin typeface="Arial" panose="020B0604020202020204" pitchFamily="34" charset="0"/>
                <a:ea typeface="宋体" panose="02010600030101010101" pitchFamily="2" charset="-122"/>
                <a:sym typeface="Wingdings" panose="05000000000000000000" charset="0"/>
              </a:rPr>
              <a:t>3</a:t>
            </a:r>
            <a:r>
              <a:rPr lang="zh-CN" altLang="en-US" sz="2800">
                <a:latin typeface="Arial" panose="020B0604020202020204" pitchFamily="34" charset="0"/>
                <a:ea typeface="宋体" panose="02010600030101010101" pitchFamily="2" charset="-122"/>
                <a:sym typeface="Wingdings" panose="05000000000000000000" charset="0"/>
              </a:rPr>
              <a:t>）通过随机数表或计算机求出随机数，根据风</a:t>
            </a:r>
            <a:br>
              <a:rPr lang="zh-CN" altLang="en-US" sz="2800">
                <a:latin typeface="Arial" panose="020B0604020202020204" pitchFamily="34" charset="0"/>
                <a:ea typeface="宋体" panose="02010600030101010101" pitchFamily="2" charset="-122"/>
                <a:sym typeface="Wingdings" panose="05000000000000000000" charset="0"/>
              </a:rPr>
            </a:br>
            <a:r>
              <a:rPr lang="zh-CN" altLang="en-US" sz="2800">
                <a:latin typeface="Arial" panose="020B0604020202020204" pitchFamily="34" charset="0"/>
                <a:ea typeface="宋体" panose="02010600030101010101" pitchFamily="2" charset="-122"/>
                <a:sym typeface="Wingdings" panose="05000000000000000000" charset="0"/>
              </a:rPr>
              <a:t>      险随机变量的概率分布模拟输入变量；</a:t>
            </a:r>
            <a:endParaRPr lang="zh-CN" altLang="en-US" sz="2800">
              <a:latin typeface="Arial" panose="020B0604020202020204" pitchFamily="34" charset="0"/>
              <a:ea typeface="宋体" panose="02010600030101010101" pitchFamily="2" charset="-122"/>
              <a:sym typeface="Wingdings" panose="05000000000000000000" charset="0"/>
            </a:endParaRPr>
          </a:p>
          <a:p>
            <a:pPr eaLnBrk="1" hangingPunct="1">
              <a:spcBef>
                <a:spcPct val="50000"/>
              </a:spcBef>
              <a:buFontTx/>
              <a:buNone/>
            </a:pPr>
            <a:r>
              <a:rPr lang="zh-CN" altLang="en-US" sz="2800">
                <a:latin typeface="Arial" panose="020B0604020202020204" pitchFamily="34" charset="0"/>
                <a:ea typeface="宋体" panose="02010600030101010101" pitchFamily="2" charset="-122"/>
                <a:sym typeface="Wingdings" panose="05000000000000000000" charset="0"/>
              </a:rPr>
              <a:t>（</a:t>
            </a:r>
            <a:r>
              <a:rPr lang="en-US" altLang="zh-CN" sz="2800">
                <a:latin typeface="Arial" panose="020B0604020202020204" pitchFamily="34" charset="0"/>
                <a:ea typeface="宋体" panose="02010600030101010101" pitchFamily="2" charset="-122"/>
                <a:sym typeface="Wingdings" panose="05000000000000000000" charset="0"/>
              </a:rPr>
              <a:t>4</a:t>
            </a:r>
            <a:r>
              <a:rPr lang="zh-CN" altLang="en-US" sz="2800">
                <a:latin typeface="Arial" panose="020B0604020202020204" pitchFamily="34" charset="0"/>
                <a:ea typeface="宋体" panose="02010600030101010101" pitchFamily="2" charset="-122"/>
                <a:sym typeface="Wingdings" panose="05000000000000000000" charset="0"/>
              </a:rPr>
              <a:t>）选取经济评价指标，如净现值、内部收益率</a:t>
            </a:r>
            <a:endParaRPr lang="zh-CN" altLang="en-US" sz="2800">
              <a:latin typeface="Arial" panose="020B0604020202020204" pitchFamily="34" charset="0"/>
              <a:ea typeface="宋体" panose="02010600030101010101" pitchFamily="2" charset="-122"/>
              <a:sym typeface="Wingdings" panose="05000000000000000000" charset="0"/>
            </a:endParaRPr>
          </a:p>
          <a:p>
            <a:pPr eaLnBrk="1" hangingPunct="1">
              <a:spcBef>
                <a:spcPct val="50000"/>
              </a:spcBef>
              <a:buFontTx/>
              <a:buNone/>
            </a:pPr>
            <a:r>
              <a:rPr lang="zh-CN" altLang="en-US" sz="2800">
                <a:latin typeface="Arial" panose="020B0604020202020204" pitchFamily="34" charset="0"/>
                <a:ea typeface="宋体" panose="02010600030101010101" pitchFamily="2" charset="-122"/>
                <a:sym typeface="Wingdings" panose="05000000000000000000" charset="0"/>
              </a:rPr>
              <a:t>（</a:t>
            </a:r>
            <a:r>
              <a:rPr lang="en-US" altLang="zh-CN" sz="2800">
                <a:latin typeface="Arial" panose="020B0604020202020204" pitchFamily="34" charset="0"/>
                <a:ea typeface="宋体" panose="02010600030101010101" pitchFamily="2" charset="-122"/>
                <a:sym typeface="Wingdings" panose="05000000000000000000" charset="0"/>
              </a:rPr>
              <a:t>5</a:t>
            </a:r>
            <a:r>
              <a:rPr lang="zh-CN" altLang="en-US" sz="2800">
                <a:latin typeface="Arial" panose="020B0604020202020204" pitchFamily="34" charset="0"/>
                <a:ea typeface="宋体" panose="02010600030101010101" pitchFamily="2" charset="-122"/>
                <a:sym typeface="Wingdings" panose="05000000000000000000" charset="0"/>
              </a:rPr>
              <a:t>）根据基础数据计算评价指标；</a:t>
            </a:r>
            <a:endParaRPr lang="zh-CN" altLang="en-US" sz="2800">
              <a:latin typeface="Arial" panose="020B0604020202020204" pitchFamily="34" charset="0"/>
              <a:ea typeface="宋体" panose="02010600030101010101" pitchFamily="2" charset="-122"/>
              <a:sym typeface="Wingdings" panose="05000000000000000000" charset="0"/>
            </a:endParaRPr>
          </a:p>
          <a:p>
            <a:pPr eaLnBrk="1" hangingPunct="1">
              <a:spcBef>
                <a:spcPct val="50000"/>
              </a:spcBef>
              <a:buFontTx/>
              <a:buNone/>
            </a:pPr>
            <a:r>
              <a:rPr lang="zh-CN" altLang="en-US" sz="2800">
                <a:latin typeface="Arial" panose="020B0604020202020204" pitchFamily="34" charset="0"/>
                <a:ea typeface="宋体" panose="02010600030101010101" pitchFamily="2" charset="-122"/>
                <a:sym typeface="Wingdings" panose="05000000000000000000" charset="0"/>
              </a:rPr>
              <a:t>（</a:t>
            </a:r>
            <a:r>
              <a:rPr lang="en-US" altLang="zh-CN" sz="2800">
                <a:latin typeface="Arial" panose="020B0604020202020204" pitchFamily="34" charset="0"/>
                <a:ea typeface="宋体" panose="02010600030101010101" pitchFamily="2" charset="-122"/>
                <a:sym typeface="Wingdings" panose="05000000000000000000" charset="0"/>
              </a:rPr>
              <a:t>6</a:t>
            </a:r>
            <a:r>
              <a:rPr lang="zh-CN" altLang="en-US" sz="2800">
                <a:latin typeface="Arial" panose="020B0604020202020204" pitchFamily="34" charset="0"/>
                <a:ea typeface="宋体" panose="02010600030101010101" pitchFamily="2" charset="-122"/>
                <a:sym typeface="Wingdings" panose="05000000000000000000" charset="0"/>
              </a:rPr>
              <a:t>）整理模拟结果所得评价指标的期望值、方差、</a:t>
            </a:r>
            <a:br>
              <a:rPr lang="zh-CN" altLang="en-US" sz="2800">
                <a:latin typeface="Arial" panose="020B0604020202020204" pitchFamily="34" charset="0"/>
                <a:ea typeface="宋体" panose="02010600030101010101" pitchFamily="2" charset="-122"/>
                <a:sym typeface="Wingdings" panose="05000000000000000000" charset="0"/>
              </a:rPr>
            </a:br>
            <a:r>
              <a:rPr lang="zh-CN" altLang="en-US" sz="2800">
                <a:latin typeface="Arial" panose="020B0604020202020204" pitchFamily="34" charset="0"/>
                <a:ea typeface="宋体" panose="02010600030101010101" pitchFamily="2" charset="-122"/>
                <a:sym typeface="Wingdings" panose="05000000000000000000" charset="0"/>
              </a:rPr>
              <a:t>      标准差和它的概率分布及累计概率，绘制累</a:t>
            </a:r>
            <a:br>
              <a:rPr lang="zh-CN" altLang="en-US" sz="2800">
                <a:latin typeface="Arial" panose="020B0604020202020204" pitchFamily="34" charset="0"/>
                <a:ea typeface="宋体" panose="02010600030101010101" pitchFamily="2" charset="-122"/>
                <a:sym typeface="Wingdings" panose="05000000000000000000" charset="0"/>
              </a:rPr>
            </a:br>
            <a:r>
              <a:rPr lang="zh-CN" altLang="en-US" sz="2800">
                <a:latin typeface="Arial" panose="020B0604020202020204" pitchFamily="34" charset="0"/>
                <a:ea typeface="宋体" panose="02010600030101010101" pitchFamily="2" charset="-122"/>
                <a:sym typeface="Wingdings" panose="05000000000000000000" charset="0"/>
              </a:rPr>
              <a:t>      计概率图，计算项目可行或不可行的概率。</a:t>
            </a:r>
            <a:endParaRPr lang="zh-CN" altLang="en-US" sz="2800">
              <a:latin typeface="Arial" panose="020B0604020202020204" pitchFamily="34" charset="0"/>
              <a:ea typeface="宋体" panose="02010600030101010101" pitchFamily="2" charset="-122"/>
              <a:sym typeface="Wingdings" panose="05000000000000000000" charset="0"/>
            </a:endParaRPr>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r>
              <a:rPr lang="zh-CN" altLang="en-US">
                <a:latin typeface="Arial" panose="020B0604020202020204" pitchFamily="34" charset="0"/>
                <a:ea typeface="楷体_GB2312" charset="0"/>
                <a:cs typeface="楷体_GB2312" charset="0"/>
              </a:rPr>
              <a:t>模拟法的例子</a:t>
            </a:r>
            <a:endParaRPr lang="zh-CN" altLang="en-US">
              <a:latin typeface="Arial" panose="020B0604020202020204" pitchFamily="34" charset="0"/>
              <a:ea typeface="楷体_GB2312" charset="0"/>
              <a:cs typeface="楷体_GB2312" charset="0"/>
            </a:endParaRPr>
          </a:p>
        </p:txBody>
      </p:sp>
      <p:sp>
        <p:nvSpPr>
          <p:cNvPr id="84995" name="Rectangle 3"/>
          <p:cNvSpPr>
            <a:spLocks noGrp="1" noChangeArrowheads="1"/>
          </p:cNvSpPr>
          <p:nvPr>
            <p:ph type="body" idx="1"/>
          </p:nvPr>
        </p:nvSpPr>
        <p:spPr/>
        <p:txBody>
          <a:bodyPr/>
          <a:lstStyle/>
          <a:p>
            <a:pPr eaLnBrk="1" hangingPunct="1"/>
            <a:endParaRPr lang="zh-CN" altLang="en-US">
              <a:latin typeface="Arial" panose="020B0604020202020204" pitchFamily="34" charset="0"/>
              <a:ea typeface="宋体" panose="02010600030101010101" pitchFamily="2" charset="-122"/>
            </a:endParaRPr>
          </a:p>
        </p:txBody>
      </p:sp>
      <p:pic>
        <p:nvPicPr>
          <p:cNvPr id="84996" name="Picture 4" descr="QuRiskSi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3038" y="2011363"/>
            <a:ext cx="8650287" cy="3749675"/>
          </a:xfrm>
          <a:prstGeom prst="rect">
            <a:avLst/>
          </a:prstGeom>
          <a:noFill/>
          <a:ln>
            <a:noFill/>
          </a:ln>
        </p:spPr>
      </p:pic>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5"/>
          <p:cNvSpPr>
            <a:spLocks noGrp="1" noChangeArrowheads="1"/>
          </p:cNvSpPr>
          <p:nvPr>
            <p:ph type="title"/>
          </p:nvPr>
        </p:nvSpPr>
        <p:spPr>
          <a:xfrm>
            <a:off x="211138" y="139700"/>
            <a:ext cx="8721725" cy="1147763"/>
          </a:xfrm>
          <a:noFill/>
        </p:spPr>
        <p:txBody>
          <a:bodyPr lIns="91385" tIns="45695" rIns="91385" bIns="45695"/>
          <a:lstStyle/>
          <a:p>
            <a:pPr eaLnBrk="1" hangingPunct="1"/>
            <a:r>
              <a:rPr lang="en-US" altLang="zh-CN">
                <a:latin typeface="Arial" panose="020B0604020202020204" pitchFamily="34" charset="0"/>
                <a:ea typeface="楷体_GB2312" charset="0"/>
                <a:cs typeface="楷体_GB2312" charset="0"/>
              </a:rPr>
              <a:t>Sample Monte Carlo simulation results for project schedule</a:t>
            </a:r>
            <a:endParaRPr lang="en-US" altLang="zh-CN">
              <a:latin typeface="Arial" panose="020B0604020202020204" pitchFamily="34" charset="0"/>
              <a:ea typeface="楷体_GB2312" charset="0"/>
              <a:cs typeface="楷体_GB2312" charset="0"/>
            </a:endParaRPr>
          </a:p>
        </p:txBody>
      </p:sp>
      <p:pic>
        <p:nvPicPr>
          <p:cNvPr id="87043"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8200" y="1524000"/>
            <a:ext cx="7696200" cy="4800600"/>
          </a:xfrm>
          <a:prstGeom prst="rect">
            <a:avLst/>
          </a:prstGeom>
          <a:noFill/>
          <a:ln>
            <a:noFill/>
          </a:ln>
        </p:spPr>
      </p:pic>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5"/>
          <p:cNvSpPr>
            <a:spLocks noGrp="1" noChangeArrowheads="1"/>
          </p:cNvSpPr>
          <p:nvPr>
            <p:ph type="title"/>
          </p:nvPr>
        </p:nvSpPr>
        <p:spPr>
          <a:xfrm>
            <a:off x="211138" y="139700"/>
            <a:ext cx="8721725" cy="1147763"/>
          </a:xfrm>
          <a:noFill/>
        </p:spPr>
        <p:txBody>
          <a:bodyPr lIns="91385" tIns="45695" rIns="91385" bIns="45695"/>
          <a:lstStyle/>
          <a:p>
            <a:pPr eaLnBrk="1" hangingPunct="1"/>
            <a:r>
              <a:rPr lang="en-US" altLang="zh-CN">
                <a:latin typeface="Arial" panose="020B0604020202020204" pitchFamily="34" charset="0"/>
                <a:ea typeface="楷体_GB2312" charset="0"/>
                <a:cs typeface="楷体_GB2312" charset="0"/>
              </a:rPr>
              <a:t>Sample Monte Carlo simulations results for project costs</a:t>
            </a:r>
            <a:endParaRPr lang="en-US" altLang="zh-CN">
              <a:latin typeface="Arial" panose="020B0604020202020204" pitchFamily="34" charset="0"/>
              <a:ea typeface="楷体_GB2312" charset="0"/>
              <a:cs typeface="楷体_GB2312" charset="0"/>
            </a:endParaRPr>
          </a:p>
        </p:txBody>
      </p:sp>
      <p:pic>
        <p:nvPicPr>
          <p:cNvPr id="88067"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5800" y="1447800"/>
            <a:ext cx="7772400" cy="4881563"/>
          </a:xfrm>
          <a:prstGeom prst="rect">
            <a:avLst/>
          </a:prstGeom>
          <a:noFill/>
          <a:ln>
            <a:noFill/>
          </a:ln>
        </p:spPr>
      </p:pic>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en-US" altLang="zh-CN">
                <a:latin typeface="Arial" panose="020B0604020202020204" pitchFamily="34" charset="0"/>
                <a:ea typeface="楷体_GB2312" charset="0"/>
                <a:cs typeface="楷体_GB2312" charset="0"/>
              </a:rPr>
              <a:t>2. </a:t>
            </a:r>
            <a:r>
              <a:rPr lang="zh-CN" altLang="en-US">
                <a:latin typeface="Arial" panose="020B0604020202020204" pitchFamily="34" charset="0"/>
                <a:ea typeface="楷体_GB2312" charset="0"/>
                <a:cs typeface="楷体_GB2312" charset="0"/>
              </a:rPr>
              <a:t>风险决策</a:t>
            </a:r>
            <a:endParaRPr lang="zh-CN" altLang="en-US">
              <a:latin typeface="Arial" panose="020B0604020202020204" pitchFamily="34" charset="0"/>
              <a:ea typeface="楷体_GB2312" charset="0"/>
              <a:cs typeface="楷体_GB2312" charset="0"/>
            </a:endParaRPr>
          </a:p>
        </p:txBody>
      </p:sp>
      <p:sp>
        <p:nvSpPr>
          <p:cNvPr id="89091" name="Rectangle 3"/>
          <p:cNvSpPr>
            <a:spLocks noGrp="1" noChangeArrowheads="1"/>
          </p:cNvSpPr>
          <p:nvPr>
            <p:ph type="body" idx="1"/>
          </p:nvPr>
        </p:nvSpPr>
        <p:spPr/>
        <p:txBody>
          <a:bodyPr/>
          <a:lstStyle/>
          <a:p>
            <a:pPr eaLnBrk="1" hangingPunct="1">
              <a:spcBef>
                <a:spcPct val="50000"/>
              </a:spcBef>
              <a:spcAft>
                <a:spcPct val="30000"/>
              </a:spcAft>
            </a:pPr>
            <a:r>
              <a:rPr lang="zh-CN" altLang="en-US">
                <a:latin typeface="Arial" panose="020B0604020202020204" pitchFamily="34" charset="0"/>
                <a:ea typeface="宋体" panose="02010600030101010101" pitchFamily="2" charset="-122"/>
              </a:rPr>
              <a:t>为什么要有风险决策？</a:t>
            </a:r>
            <a:endParaRPr lang="zh-CN" altLang="en-US">
              <a:latin typeface="Arial" panose="020B0604020202020204" pitchFamily="34" charset="0"/>
              <a:ea typeface="宋体" panose="02010600030101010101" pitchFamily="2" charset="-122"/>
            </a:endParaRPr>
          </a:p>
          <a:p>
            <a:pPr lvl="1" eaLnBrk="1" hangingPunct="1">
              <a:spcBef>
                <a:spcPct val="50000"/>
              </a:spcBef>
              <a:spcAft>
                <a:spcPct val="30000"/>
              </a:spcAft>
            </a:pPr>
            <a:r>
              <a:rPr lang="zh-CN" altLang="en-US">
                <a:latin typeface="Arial" panose="020B0604020202020204" pitchFamily="34" charset="0"/>
                <a:ea typeface="宋体" panose="02010600030101010101" pitchFamily="2" charset="-122"/>
              </a:rPr>
              <a:t>概率分析可以给出方案经济效果指标的期望值和标准差以及经济效果指标的实际值发生在某一区间的概率，这为在风险条件下进行方案取舍提供了依据</a:t>
            </a:r>
            <a:endParaRPr lang="zh-CN" altLang="en-US">
              <a:latin typeface="Arial" panose="020B0604020202020204" pitchFamily="34" charset="0"/>
              <a:ea typeface="宋体" panose="02010600030101010101" pitchFamily="2" charset="-122"/>
            </a:endParaRPr>
          </a:p>
          <a:p>
            <a:pPr lvl="1" eaLnBrk="1" hangingPunct="1">
              <a:spcBef>
                <a:spcPct val="50000"/>
              </a:spcBef>
              <a:spcAft>
                <a:spcPct val="30000"/>
              </a:spcAft>
            </a:pPr>
            <a:r>
              <a:rPr lang="zh-CN" altLang="en-US">
                <a:latin typeface="Arial" panose="020B0604020202020204" pitchFamily="34" charset="0"/>
                <a:ea typeface="宋体" panose="02010600030101010101" pitchFamily="2" charset="-122"/>
              </a:rPr>
              <a:t>但是并没有给出在风险条件下进行方案取舍的原则和多方案比选的方法</a:t>
            </a:r>
            <a:endParaRPr lang="zh-CN" altLang="en-US">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0" y="92075"/>
            <a:ext cx="8178800" cy="492125"/>
          </a:xfrm>
        </p:spPr>
        <p:txBody>
          <a:bodyPr/>
          <a:lstStyle/>
          <a:p>
            <a:pPr eaLnBrk="1" hangingPunct="1"/>
            <a:r>
              <a:rPr lang="zh-CN" altLang="en-US">
                <a:latin typeface="Arial" panose="020B0604020202020204" pitchFamily="34" charset="0"/>
                <a:ea typeface="楷体_GB2312" charset="0"/>
                <a:cs typeface="楷体_GB2312" charset="0"/>
              </a:rPr>
              <a:t>选择哪个项目</a:t>
            </a:r>
            <a:r>
              <a:rPr lang="en-US" altLang="zh-CN">
                <a:latin typeface="Arial" panose="020B0604020202020204" pitchFamily="34" charset="0"/>
                <a:ea typeface="楷体_GB2312" charset="0"/>
                <a:cs typeface="楷体_GB2312" charset="0"/>
              </a:rPr>
              <a:t>?</a:t>
            </a:r>
            <a:endParaRPr lang="en-US" altLang="zh-CN" sz="3200">
              <a:latin typeface="Arial" panose="020B0604020202020204" pitchFamily="34" charset="0"/>
              <a:ea typeface="楷体_GB2312" charset="0"/>
              <a:cs typeface="楷体_GB2312" charset="0"/>
            </a:endParaRPr>
          </a:p>
        </p:txBody>
      </p:sp>
      <p:grpSp>
        <p:nvGrpSpPr>
          <p:cNvPr id="91139" name="Group 3"/>
          <p:cNvGrpSpPr/>
          <p:nvPr/>
        </p:nvGrpSpPr>
        <p:grpSpPr bwMode="auto">
          <a:xfrm>
            <a:off x="574675" y="1663700"/>
            <a:ext cx="8077200" cy="4648200"/>
            <a:chOff x="480" y="910"/>
            <a:chExt cx="5088" cy="2928"/>
          </a:xfrm>
        </p:grpSpPr>
        <p:sp>
          <p:nvSpPr>
            <p:cNvPr id="91140" name="Text Box 4"/>
            <p:cNvSpPr txBox="1">
              <a:spLocks noChangeArrowheads="1"/>
            </p:cNvSpPr>
            <p:nvPr/>
          </p:nvSpPr>
          <p:spPr bwMode="auto">
            <a:xfrm>
              <a:off x="3840" y="1438"/>
              <a:ext cx="1728" cy="748"/>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Times New Roman" panose="02020603050405020304" pitchFamily="18" charset="0"/>
                </a:rPr>
                <a:t>… </a:t>
              </a:r>
              <a:r>
                <a:rPr lang="zh-CN" altLang="en-US" sz="2400">
                  <a:latin typeface="Times New Roman" panose="02020603050405020304" pitchFamily="18" charset="0"/>
                </a:rPr>
                <a:t>决策者对风险的态度：愿意承担风险的程度</a:t>
              </a:r>
              <a:endParaRPr lang="zh-CN" altLang="en-US" sz="2400">
                <a:latin typeface="Times New Roman" panose="02020603050405020304" pitchFamily="18" charset="0"/>
              </a:endParaRPr>
            </a:p>
          </p:txBody>
        </p:sp>
        <p:sp>
          <p:nvSpPr>
            <p:cNvPr id="91141" name="Text Box 5"/>
            <p:cNvSpPr txBox="1">
              <a:spLocks noChangeArrowheads="1"/>
            </p:cNvSpPr>
            <p:nvPr/>
          </p:nvSpPr>
          <p:spPr bwMode="auto">
            <a:xfrm>
              <a:off x="3670" y="910"/>
              <a:ext cx="1348" cy="518"/>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选择项目</a:t>
              </a:r>
              <a:r>
                <a:rPr lang="en-US" altLang="zh-CN" sz="2400">
                  <a:latin typeface="Times New Roman" panose="02020603050405020304" pitchFamily="18" charset="0"/>
                </a:rPr>
                <a:t>A</a:t>
              </a:r>
              <a:r>
                <a:rPr lang="zh-CN" altLang="en-US" sz="2400">
                  <a:latin typeface="Times New Roman" panose="02020603050405020304" pitchFamily="18" charset="0"/>
                </a:rPr>
                <a:t>或</a:t>
              </a:r>
              <a:r>
                <a:rPr lang="en-US" altLang="zh-CN" sz="2400">
                  <a:latin typeface="Times New Roman" panose="02020603050405020304" pitchFamily="18" charset="0"/>
                </a:rPr>
                <a:t>B</a:t>
              </a:r>
              <a:endParaRPr lang="en-US" altLang="zh-CN" sz="2400">
                <a:latin typeface="Times New Roman" panose="02020603050405020304" pitchFamily="18" charset="0"/>
              </a:endParaRPr>
            </a:p>
            <a:p>
              <a:pPr eaLnBrk="1" hangingPunct="1"/>
              <a:r>
                <a:rPr lang="zh-CN" altLang="en-US" sz="2400">
                  <a:latin typeface="Times New Roman" panose="02020603050405020304" pitchFamily="18" charset="0"/>
                </a:rPr>
                <a:t>取决于 </a:t>
              </a:r>
              <a:r>
                <a:rPr lang="en-US" altLang="zh-CN" sz="2400">
                  <a:latin typeface="Times New Roman" panose="02020603050405020304" pitchFamily="18" charset="0"/>
                </a:rPr>
                <a:t>…</a:t>
              </a:r>
              <a:endParaRPr lang="en-US" altLang="zh-CN" sz="2400">
                <a:latin typeface="Times New Roman" panose="02020603050405020304" pitchFamily="18" charset="0"/>
              </a:endParaRPr>
            </a:p>
          </p:txBody>
        </p:sp>
        <p:sp>
          <p:nvSpPr>
            <p:cNvPr id="91142" name="Line 6"/>
            <p:cNvSpPr>
              <a:spLocks noChangeShapeType="1"/>
            </p:cNvSpPr>
            <p:nvPr/>
          </p:nvSpPr>
          <p:spPr bwMode="auto">
            <a:xfrm flipV="1">
              <a:off x="1920" y="910"/>
              <a:ext cx="0" cy="2832"/>
            </a:xfrm>
            <a:prstGeom prst="line">
              <a:avLst/>
            </a:prstGeom>
            <a:noFill/>
            <a:ln w="9525">
              <a:solidFill>
                <a:srgbClr val="000000"/>
              </a:solidFill>
              <a:round/>
              <a:tailEnd type="triangle" w="med" len="med"/>
            </a:ln>
          </p:spPr>
          <p:txBody>
            <a:bodyPr wrap="none"/>
            <a:lstStyle/>
            <a:p>
              <a:endParaRPr lang="zh-CN" altLang="en-US"/>
            </a:p>
          </p:txBody>
        </p:sp>
        <p:sp>
          <p:nvSpPr>
            <p:cNvPr id="91143" name="Line 7"/>
            <p:cNvSpPr>
              <a:spLocks noChangeShapeType="1"/>
            </p:cNvSpPr>
            <p:nvPr/>
          </p:nvSpPr>
          <p:spPr bwMode="auto">
            <a:xfrm>
              <a:off x="480" y="3454"/>
              <a:ext cx="4848" cy="0"/>
            </a:xfrm>
            <a:prstGeom prst="line">
              <a:avLst/>
            </a:prstGeom>
            <a:noFill/>
            <a:ln w="9525">
              <a:solidFill>
                <a:srgbClr val="000000"/>
              </a:solidFill>
              <a:round/>
              <a:tailEnd type="triangle" w="med" len="med"/>
            </a:ln>
          </p:spPr>
          <p:txBody>
            <a:bodyPr wrap="none"/>
            <a:lstStyle/>
            <a:p>
              <a:endParaRPr lang="zh-CN" altLang="en-US"/>
            </a:p>
          </p:txBody>
        </p:sp>
        <p:sp>
          <p:nvSpPr>
            <p:cNvPr id="91144" name="Freeform 8"/>
            <p:cNvSpPr/>
            <p:nvPr/>
          </p:nvSpPr>
          <p:spPr bwMode="auto">
            <a:xfrm>
              <a:off x="816" y="2014"/>
              <a:ext cx="4128" cy="1344"/>
            </a:xfrm>
            <a:custGeom>
              <a:avLst/>
              <a:gdLst>
                <a:gd name="T0" fmla="*/ 0 w 4128"/>
                <a:gd name="T1" fmla="*/ 1344 h 1344"/>
                <a:gd name="T2" fmla="*/ 1104 w 4128"/>
                <a:gd name="T3" fmla="*/ 864 h 1344"/>
                <a:gd name="T4" fmla="*/ 1584 w 4128"/>
                <a:gd name="T5" fmla="*/ 240 h 1344"/>
                <a:gd name="T6" fmla="*/ 2064 w 4128"/>
                <a:gd name="T7" fmla="*/ 0 h 1344"/>
                <a:gd name="T8" fmla="*/ 2592 w 4128"/>
                <a:gd name="T9" fmla="*/ 240 h 1344"/>
                <a:gd name="T10" fmla="*/ 3120 w 4128"/>
                <a:gd name="T11" fmla="*/ 864 h 1344"/>
                <a:gd name="T12" fmla="*/ 4128 w 4128"/>
                <a:gd name="T13" fmla="*/ 1344 h 1344"/>
                <a:gd name="T14" fmla="*/ 0 60000 65536"/>
                <a:gd name="T15" fmla="*/ 0 60000 65536"/>
                <a:gd name="T16" fmla="*/ 0 60000 65536"/>
                <a:gd name="T17" fmla="*/ 0 60000 65536"/>
                <a:gd name="T18" fmla="*/ 0 60000 65536"/>
                <a:gd name="T19" fmla="*/ 0 60000 65536"/>
                <a:gd name="T20" fmla="*/ 0 60000 65536"/>
                <a:gd name="T21" fmla="*/ 0 w 4128"/>
                <a:gd name="T22" fmla="*/ 0 h 1344"/>
                <a:gd name="T23" fmla="*/ 4128 w 4128"/>
                <a:gd name="T24" fmla="*/ 1344 h 13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28" h="1344">
                  <a:moveTo>
                    <a:pt x="0" y="1344"/>
                  </a:moveTo>
                  <a:cubicBezTo>
                    <a:pt x="420" y="1196"/>
                    <a:pt x="840" y="1048"/>
                    <a:pt x="1104" y="864"/>
                  </a:cubicBezTo>
                  <a:cubicBezTo>
                    <a:pt x="1368" y="680"/>
                    <a:pt x="1424" y="384"/>
                    <a:pt x="1584" y="240"/>
                  </a:cubicBezTo>
                  <a:cubicBezTo>
                    <a:pt x="1744" y="96"/>
                    <a:pt x="1896" y="0"/>
                    <a:pt x="2064" y="0"/>
                  </a:cubicBezTo>
                  <a:cubicBezTo>
                    <a:pt x="2232" y="0"/>
                    <a:pt x="2416" y="96"/>
                    <a:pt x="2592" y="240"/>
                  </a:cubicBezTo>
                  <a:cubicBezTo>
                    <a:pt x="2768" y="384"/>
                    <a:pt x="2864" y="680"/>
                    <a:pt x="3120" y="864"/>
                  </a:cubicBezTo>
                  <a:cubicBezTo>
                    <a:pt x="3376" y="1048"/>
                    <a:pt x="3752" y="1196"/>
                    <a:pt x="4128" y="1344"/>
                  </a:cubicBezTo>
                </a:path>
              </a:pathLst>
            </a:custGeom>
            <a:noFill/>
            <a:ln w="25400">
              <a:solidFill>
                <a:srgbClr val="000000"/>
              </a:solidFill>
              <a:round/>
            </a:ln>
          </p:spPr>
          <p:txBody>
            <a:bodyPr wrap="none"/>
            <a:lstStyle/>
            <a:p>
              <a:endParaRPr lang="zh-CN" altLang="en-US"/>
            </a:p>
          </p:txBody>
        </p:sp>
        <p:sp>
          <p:nvSpPr>
            <p:cNvPr id="91145" name="Freeform 9"/>
            <p:cNvSpPr/>
            <p:nvPr/>
          </p:nvSpPr>
          <p:spPr bwMode="auto">
            <a:xfrm>
              <a:off x="1344" y="1390"/>
              <a:ext cx="2160" cy="2016"/>
            </a:xfrm>
            <a:custGeom>
              <a:avLst/>
              <a:gdLst>
                <a:gd name="T0" fmla="*/ 0 w 4128"/>
                <a:gd name="T1" fmla="*/ 34446 h 1344"/>
                <a:gd name="T2" fmla="*/ 6 w 4128"/>
                <a:gd name="T3" fmla="*/ 22145 h 1344"/>
                <a:gd name="T4" fmla="*/ 9 w 4128"/>
                <a:gd name="T5" fmla="*/ 6155 h 1344"/>
                <a:gd name="T6" fmla="*/ 12 w 4128"/>
                <a:gd name="T7" fmla="*/ 0 h 1344"/>
                <a:gd name="T8" fmla="*/ 15 w 4128"/>
                <a:gd name="T9" fmla="*/ 6155 h 1344"/>
                <a:gd name="T10" fmla="*/ 17 w 4128"/>
                <a:gd name="T11" fmla="*/ 22145 h 1344"/>
                <a:gd name="T12" fmla="*/ 23 w 4128"/>
                <a:gd name="T13" fmla="*/ 34446 h 1344"/>
                <a:gd name="T14" fmla="*/ 0 60000 65536"/>
                <a:gd name="T15" fmla="*/ 0 60000 65536"/>
                <a:gd name="T16" fmla="*/ 0 60000 65536"/>
                <a:gd name="T17" fmla="*/ 0 60000 65536"/>
                <a:gd name="T18" fmla="*/ 0 60000 65536"/>
                <a:gd name="T19" fmla="*/ 0 60000 65536"/>
                <a:gd name="T20" fmla="*/ 0 60000 65536"/>
                <a:gd name="T21" fmla="*/ 0 w 4128"/>
                <a:gd name="T22" fmla="*/ 0 h 1344"/>
                <a:gd name="T23" fmla="*/ 4128 w 4128"/>
                <a:gd name="T24" fmla="*/ 1344 h 13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28" h="1344">
                  <a:moveTo>
                    <a:pt x="0" y="1344"/>
                  </a:moveTo>
                  <a:cubicBezTo>
                    <a:pt x="420" y="1196"/>
                    <a:pt x="840" y="1048"/>
                    <a:pt x="1104" y="864"/>
                  </a:cubicBezTo>
                  <a:cubicBezTo>
                    <a:pt x="1368" y="680"/>
                    <a:pt x="1424" y="384"/>
                    <a:pt x="1584" y="240"/>
                  </a:cubicBezTo>
                  <a:cubicBezTo>
                    <a:pt x="1744" y="96"/>
                    <a:pt x="1896" y="0"/>
                    <a:pt x="2064" y="0"/>
                  </a:cubicBezTo>
                  <a:cubicBezTo>
                    <a:pt x="2232" y="0"/>
                    <a:pt x="2416" y="96"/>
                    <a:pt x="2592" y="240"/>
                  </a:cubicBezTo>
                  <a:cubicBezTo>
                    <a:pt x="2768" y="384"/>
                    <a:pt x="2864" y="680"/>
                    <a:pt x="3120" y="864"/>
                  </a:cubicBezTo>
                  <a:cubicBezTo>
                    <a:pt x="3376" y="1048"/>
                    <a:pt x="3752" y="1196"/>
                    <a:pt x="4128" y="1344"/>
                  </a:cubicBezTo>
                </a:path>
              </a:pathLst>
            </a:custGeom>
            <a:noFill/>
            <a:ln w="38100">
              <a:solidFill>
                <a:srgbClr val="000000"/>
              </a:solidFill>
              <a:round/>
            </a:ln>
          </p:spPr>
          <p:txBody>
            <a:bodyPr wrap="none"/>
            <a:lstStyle/>
            <a:p>
              <a:endParaRPr lang="zh-CN" altLang="en-US"/>
            </a:p>
          </p:txBody>
        </p:sp>
        <p:sp>
          <p:nvSpPr>
            <p:cNvPr id="91146" name="Text Box 10"/>
            <p:cNvSpPr txBox="1">
              <a:spLocks noChangeArrowheads="1"/>
            </p:cNvSpPr>
            <p:nvPr/>
          </p:nvSpPr>
          <p:spPr bwMode="auto">
            <a:xfrm>
              <a:off x="4416" y="3550"/>
              <a:ext cx="1025" cy="288"/>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NPV(</a:t>
              </a:r>
              <a:r>
                <a:rPr lang="zh-CN" altLang="en-US" sz="2400">
                  <a:latin typeface="Times New Roman" panose="02020603050405020304" pitchFamily="18" charset="0"/>
                </a:rPr>
                <a:t>百万</a:t>
              </a:r>
              <a:r>
                <a:rPr lang="en-US" altLang="zh-CN" sz="2400">
                  <a:latin typeface="Times New Roman" panose="02020603050405020304" pitchFamily="18" charset="0"/>
                </a:rPr>
                <a:t>)</a:t>
              </a:r>
              <a:endParaRPr lang="en-US" altLang="zh-CN" sz="2400">
                <a:latin typeface="Times New Roman" panose="02020603050405020304" pitchFamily="18" charset="0"/>
              </a:endParaRPr>
            </a:p>
          </p:txBody>
        </p:sp>
        <p:sp>
          <p:nvSpPr>
            <p:cNvPr id="91147" name="Text Box 11"/>
            <p:cNvSpPr txBox="1">
              <a:spLocks noChangeArrowheads="1"/>
            </p:cNvSpPr>
            <p:nvPr/>
          </p:nvSpPr>
          <p:spPr bwMode="auto">
            <a:xfrm>
              <a:off x="960" y="910"/>
              <a:ext cx="870" cy="288"/>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概率 </a:t>
              </a:r>
              <a:r>
                <a:rPr lang="en-US" altLang="zh-CN" sz="2400">
                  <a:latin typeface="Times New Roman" panose="02020603050405020304" pitchFamily="18" charset="0"/>
                </a:rPr>
                <a:t>(%)</a:t>
              </a:r>
              <a:endParaRPr lang="en-US" altLang="zh-CN" sz="2400">
                <a:latin typeface="Times New Roman" panose="02020603050405020304" pitchFamily="18" charset="0"/>
              </a:endParaRPr>
            </a:p>
          </p:txBody>
        </p:sp>
        <p:sp>
          <p:nvSpPr>
            <p:cNvPr id="91148" name="Text Box 12"/>
            <p:cNvSpPr txBox="1">
              <a:spLocks noChangeArrowheads="1"/>
            </p:cNvSpPr>
            <p:nvPr/>
          </p:nvSpPr>
          <p:spPr bwMode="auto">
            <a:xfrm>
              <a:off x="4128" y="2782"/>
              <a:ext cx="630" cy="288"/>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项目</a:t>
              </a:r>
              <a:r>
                <a:rPr lang="en-US" altLang="zh-CN" sz="2400">
                  <a:latin typeface="Times New Roman" panose="02020603050405020304" pitchFamily="18" charset="0"/>
                </a:rPr>
                <a:t>B</a:t>
              </a:r>
              <a:endParaRPr lang="en-US" altLang="zh-CN" sz="2400">
                <a:latin typeface="Times New Roman" panose="02020603050405020304" pitchFamily="18" charset="0"/>
              </a:endParaRPr>
            </a:p>
          </p:txBody>
        </p:sp>
        <p:sp>
          <p:nvSpPr>
            <p:cNvPr id="91149" name="Text Box 13"/>
            <p:cNvSpPr txBox="1">
              <a:spLocks noChangeArrowheads="1"/>
            </p:cNvSpPr>
            <p:nvPr/>
          </p:nvSpPr>
          <p:spPr bwMode="auto">
            <a:xfrm>
              <a:off x="2640" y="1438"/>
              <a:ext cx="830" cy="288"/>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rPr>
                <a:t>项目</a:t>
              </a:r>
              <a:r>
                <a:rPr lang="en-US" altLang="zh-CN" sz="2400">
                  <a:latin typeface="Times New Roman" panose="02020603050405020304" pitchFamily="18" charset="0"/>
                </a:rPr>
                <a:t>A</a:t>
              </a:r>
              <a:endParaRPr lang="en-US" altLang="zh-CN" sz="2400">
                <a:latin typeface="Times New Roman" panose="02020603050405020304" pitchFamily="18" charset="0"/>
              </a:endParaRPr>
            </a:p>
          </p:txBody>
        </p:sp>
        <p:sp>
          <p:nvSpPr>
            <p:cNvPr id="91150" name="Line 14"/>
            <p:cNvSpPr>
              <a:spLocks noChangeShapeType="1"/>
            </p:cNvSpPr>
            <p:nvPr/>
          </p:nvSpPr>
          <p:spPr bwMode="auto">
            <a:xfrm>
              <a:off x="2880" y="2014"/>
              <a:ext cx="0" cy="1488"/>
            </a:xfrm>
            <a:prstGeom prst="line">
              <a:avLst/>
            </a:prstGeom>
            <a:noFill/>
            <a:ln w="9525">
              <a:solidFill>
                <a:srgbClr val="000000"/>
              </a:solidFill>
              <a:prstDash val="sysDot"/>
              <a:round/>
            </a:ln>
          </p:spPr>
          <p:txBody>
            <a:bodyPr wrap="none"/>
            <a:lstStyle/>
            <a:p>
              <a:endParaRPr lang="zh-CN" altLang="en-US"/>
            </a:p>
          </p:txBody>
        </p:sp>
        <p:sp>
          <p:nvSpPr>
            <p:cNvPr id="91151" name="Line 15"/>
            <p:cNvSpPr>
              <a:spLocks noChangeShapeType="1"/>
            </p:cNvSpPr>
            <p:nvPr/>
          </p:nvSpPr>
          <p:spPr bwMode="auto">
            <a:xfrm flipH="1">
              <a:off x="1872" y="2014"/>
              <a:ext cx="1056" cy="0"/>
            </a:xfrm>
            <a:prstGeom prst="line">
              <a:avLst/>
            </a:prstGeom>
            <a:noFill/>
            <a:ln w="9525">
              <a:solidFill>
                <a:srgbClr val="000000"/>
              </a:solidFill>
              <a:prstDash val="sysDot"/>
              <a:round/>
            </a:ln>
          </p:spPr>
          <p:txBody>
            <a:bodyPr wrap="none"/>
            <a:lstStyle/>
            <a:p>
              <a:endParaRPr lang="zh-CN" altLang="en-US"/>
            </a:p>
          </p:txBody>
        </p:sp>
        <p:sp>
          <p:nvSpPr>
            <p:cNvPr id="91152" name="Text Box 16"/>
            <p:cNvSpPr txBox="1">
              <a:spLocks noChangeArrowheads="1"/>
            </p:cNvSpPr>
            <p:nvPr/>
          </p:nvSpPr>
          <p:spPr bwMode="auto">
            <a:xfrm>
              <a:off x="1440" y="1870"/>
              <a:ext cx="500" cy="288"/>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50%</a:t>
              </a:r>
              <a:endParaRPr lang="en-US" altLang="zh-CN" sz="2400">
                <a:latin typeface="Times New Roman" panose="02020603050405020304" pitchFamily="18" charset="0"/>
              </a:endParaRPr>
            </a:p>
          </p:txBody>
        </p:sp>
        <p:sp>
          <p:nvSpPr>
            <p:cNvPr id="91153" name="Text Box 17"/>
            <p:cNvSpPr txBox="1">
              <a:spLocks noChangeArrowheads="1"/>
            </p:cNvSpPr>
            <p:nvPr/>
          </p:nvSpPr>
          <p:spPr bwMode="auto">
            <a:xfrm>
              <a:off x="1920" y="3454"/>
              <a:ext cx="212" cy="288"/>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0</a:t>
              </a:r>
              <a:endParaRPr lang="en-US" altLang="zh-CN" sz="2400">
                <a:latin typeface="Times New Roman" panose="02020603050405020304" pitchFamily="18" charset="0"/>
              </a:endParaRPr>
            </a:p>
          </p:txBody>
        </p:sp>
        <p:sp>
          <p:nvSpPr>
            <p:cNvPr id="91154" name="Text Box 18"/>
            <p:cNvSpPr txBox="1">
              <a:spLocks noChangeArrowheads="1"/>
            </p:cNvSpPr>
            <p:nvPr/>
          </p:nvSpPr>
          <p:spPr bwMode="auto">
            <a:xfrm>
              <a:off x="2688" y="3454"/>
              <a:ext cx="308" cy="288"/>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20</a:t>
              </a:r>
              <a:endParaRPr lang="en-US" altLang="zh-CN" sz="2400">
                <a:latin typeface="Times New Roman" panose="02020603050405020304" pitchFamily="18" charset="0"/>
              </a:endParaRPr>
            </a:p>
          </p:txBody>
        </p:sp>
        <p:sp>
          <p:nvSpPr>
            <p:cNvPr id="91155" name="Line 19"/>
            <p:cNvSpPr>
              <a:spLocks noChangeShapeType="1"/>
            </p:cNvSpPr>
            <p:nvPr/>
          </p:nvSpPr>
          <p:spPr bwMode="auto">
            <a:xfrm flipH="1">
              <a:off x="1872" y="1390"/>
              <a:ext cx="528" cy="0"/>
            </a:xfrm>
            <a:prstGeom prst="line">
              <a:avLst/>
            </a:prstGeom>
            <a:noFill/>
            <a:ln w="9525">
              <a:solidFill>
                <a:srgbClr val="000000"/>
              </a:solidFill>
              <a:prstDash val="sysDot"/>
              <a:round/>
            </a:ln>
          </p:spPr>
          <p:txBody>
            <a:bodyPr wrap="none"/>
            <a:lstStyle/>
            <a:p>
              <a:endParaRPr lang="zh-CN" altLang="en-US"/>
            </a:p>
          </p:txBody>
        </p:sp>
        <p:sp>
          <p:nvSpPr>
            <p:cNvPr id="91156" name="Text Box 20"/>
            <p:cNvSpPr txBox="1">
              <a:spLocks noChangeArrowheads="1"/>
            </p:cNvSpPr>
            <p:nvPr/>
          </p:nvSpPr>
          <p:spPr bwMode="auto">
            <a:xfrm>
              <a:off x="1440" y="1246"/>
              <a:ext cx="500" cy="288"/>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70%</a:t>
              </a:r>
              <a:endParaRPr lang="en-US" altLang="zh-CN" sz="2400">
                <a:latin typeface="Times New Roman" panose="02020603050405020304" pitchFamily="18" charset="0"/>
              </a:endParaRPr>
            </a:p>
          </p:txBody>
        </p:sp>
        <p:sp>
          <p:nvSpPr>
            <p:cNvPr id="91157" name="Line 21"/>
            <p:cNvSpPr>
              <a:spLocks noChangeShapeType="1"/>
            </p:cNvSpPr>
            <p:nvPr/>
          </p:nvSpPr>
          <p:spPr bwMode="auto">
            <a:xfrm>
              <a:off x="2400" y="1390"/>
              <a:ext cx="0" cy="2112"/>
            </a:xfrm>
            <a:prstGeom prst="line">
              <a:avLst/>
            </a:prstGeom>
            <a:noFill/>
            <a:ln w="9525">
              <a:solidFill>
                <a:srgbClr val="000000"/>
              </a:solidFill>
              <a:prstDash val="sysDot"/>
              <a:round/>
            </a:ln>
          </p:spPr>
          <p:txBody>
            <a:bodyPr wrap="none"/>
            <a:lstStyle/>
            <a:p>
              <a:endParaRPr lang="zh-CN" altLang="en-US"/>
            </a:p>
          </p:txBody>
        </p:sp>
        <p:sp>
          <p:nvSpPr>
            <p:cNvPr id="91158" name="Text Box 22"/>
            <p:cNvSpPr txBox="1">
              <a:spLocks noChangeArrowheads="1"/>
            </p:cNvSpPr>
            <p:nvPr/>
          </p:nvSpPr>
          <p:spPr bwMode="auto">
            <a:xfrm>
              <a:off x="2208" y="3454"/>
              <a:ext cx="308" cy="288"/>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10</a:t>
              </a:r>
              <a:endParaRPr lang="en-US" altLang="zh-CN" sz="2400">
                <a:latin typeface="Times New Roman" panose="02020603050405020304" pitchFamily="18" charset="0"/>
              </a:endParaRPr>
            </a:p>
          </p:txBody>
        </p:sp>
      </p:gr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lang="zh-CN" altLang="en-US">
                <a:latin typeface="Arial" panose="020B0604020202020204" pitchFamily="34" charset="0"/>
                <a:ea typeface="楷体_GB2312" charset="0"/>
                <a:cs typeface="楷体_GB2312" charset="0"/>
              </a:rPr>
              <a:t>风险决策的准则</a:t>
            </a:r>
            <a:endParaRPr lang="zh-CN" altLang="en-US">
              <a:latin typeface="Arial" panose="020B0604020202020204" pitchFamily="34" charset="0"/>
              <a:ea typeface="楷体_GB2312" charset="0"/>
              <a:cs typeface="楷体_GB2312" charset="0"/>
            </a:endParaRPr>
          </a:p>
        </p:txBody>
      </p:sp>
      <p:sp>
        <p:nvSpPr>
          <p:cNvPr id="93187" name="Rectangle 3"/>
          <p:cNvSpPr>
            <a:spLocks noGrp="1" noChangeArrowheads="1"/>
          </p:cNvSpPr>
          <p:nvPr>
            <p:ph type="body" idx="1"/>
          </p:nvPr>
        </p:nvSpPr>
        <p:spPr/>
        <p:txBody>
          <a:bodyPr/>
          <a:lstStyle/>
          <a:p>
            <a:pPr eaLnBrk="1" hangingPunct="1"/>
            <a:r>
              <a:rPr lang="zh-CN" altLang="en-US">
                <a:latin typeface="Arial" panose="020B0604020202020204" pitchFamily="34" charset="0"/>
                <a:ea typeface="宋体" panose="02010600030101010101" pitchFamily="2" charset="-122"/>
              </a:rPr>
              <a:t>人是决策的主体，在风险条件下决策行为取决于决策者的风险态度。典型的风险态度有三种表现形式：风险厌恶、风险中性和风险偏爱。</a:t>
            </a:r>
            <a:br>
              <a:rPr lang="zh-CN" altLang="en-US">
                <a:latin typeface="Arial" panose="020B0604020202020204" pitchFamily="34" charset="0"/>
                <a:ea typeface="宋体" panose="02010600030101010101" pitchFamily="2" charset="-122"/>
              </a:rPr>
            </a:br>
            <a:br>
              <a:rPr lang="zh-CN" altLang="en-US">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1. </a:t>
            </a:r>
            <a:r>
              <a:rPr lang="zh-CN" altLang="en-US">
                <a:latin typeface="Arial" panose="020B0604020202020204" pitchFamily="34" charset="0"/>
                <a:ea typeface="宋体" panose="02010600030101010101" pitchFamily="2" charset="-122"/>
              </a:rPr>
              <a:t>等概率法  </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各方案可能性相同</a:t>
            </a:r>
            <a:r>
              <a:rPr lang="en-US" altLang="zh-CN">
                <a:latin typeface="Arial" panose="020B0604020202020204" pitchFamily="34" charset="0"/>
                <a:ea typeface="宋体" panose="02010600030101010101" pitchFamily="2" charset="-122"/>
              </a:rPr>
              <a:t>)</a:t>
            </a:r>
            <a:br>
              <a:rPr lang="en-US" altLang="zh-CN">
                <a:latin typeface="Arial" panose="020B0604020202020204" pitchFamily="34" charset="0"/>
                <a:ea typeface="宋体" panose="02010600030101010101" pitchFamily="2" charset="-122"/>
              </a:rPr>
            </a:br>
            <a:r>
              <a:rPr lang="en-US" altLang="zh-CN">
                <a:latin typeface="Arial" panose="020B0604020202020204" pitchFamily="34" charset="0"/>
                <a:ea typeface="宋体" panose="02010600030101010101" pitchFamily="2" charset="-122"/>
              </a:rPr>
              <a:t>2. </a:t>
            </a:r>
            <a:r>
              <a:rPr lang="zh-CN" altLang="en-US">
                <a:latin typeface="Arial" panose="020B0604020202020204" pitchFamily="34" charset="0"/>
                <a:ea typeface="宋体" panose="02010600030101010101" pitchFamily="2" charset="-122"/>
              </a:rPr>
              <a:t>小中取大法（悲观准则）</a:t>
            </a:r>
            <a:endParaRPr lang="zh-CN" altLang="en-US">
              <a:latin typeface="Arial" panose="020B0604020202020204" pitchFamily="34" charset="0"/>
              <a:ea typeface="宋体" panose="02010600030101010101" pitchFamily="2" charset="-122"/>
            </a:endParaRPr>
          </a:p>
          <a:p>
            <a:pPr eaLnBrk="1" hangingPunct="1"/>
            <a:r>
              <a:rPr lang="en-US" altLang="zh-CN">
                <a:latin typeface="Arial" panose="020B0604020202020204" pitchFamily="34" charset="0"/>
                <a:ea typeface="宋体" panose="02010600030101010101" pitchFamily="2" charset="-122"/>
              </a:rPr>
              <a:t>3.</a:t>
            </a:r>
            <a:r>
              <a:rPr lang="zh-CN" altLang="en-US">
                <a:latin typeface="Arial" panose="020B0604020202020204" pitchFamily="34" charset="0"/>
                <a:ea typeface="宋体" panose="02010600030101010101" pitchFamily="2" charset="-122"/>
              </a:rPr>
              <a:t>大中取大法（乐观准则）</a:t>
            </a:r>
            <a:endParaRPr lang="zh-CN" altLang="en-US">
              <a:latin typeface="Arial" panose="020B0604020202020204" pitchFamily="34" charset="0"/>
              <a:ea typeface="宋体" panose="02010600030101010101" pitchFamily="2" charset="-122"/>
            </a:endParaRPr>
          </a:p>
          <a:p>
            <a:pPr eaLnBrk="1" hangingPunct="1"/>
            <a:r>
              <a:rPr lang="en-US" altLang="zh-CN">
                <a:latin typeface="Arial" panose="020B0604020202020204" pitchFamily="34" charset="0"/>
                <a:ea typeface="宋体" panose="02010600030101010101" pitchFamily="2" charset="-122"/>
              </a:rPr>
              <a:t>4.</a:t>
            </a:r>
            <a:r>
              <a:rPr lang="zh-CN" altLang="en-US">
                <a:latin typeface="Arial" panose="020B0604020202020204" pitchFamily="34" charset="0"/>
                <a:ea typeface="宋体" panose="02010600030101010101" pitchFamily="2" charset="-122"/>
              </a:rPr>
              <a:t>乐观系数法  （介于乐观与悲观准则之间）</a:t>
            </a:r>
            <a:endParaRPr lang="zh-CN" altLang="en-US">
              <a:latin typeface="Arial" panose="020B0604020202020204" pitchFamily="34" charset="0"/>
              <a:ea typeface="宋体" panose="02010600030101010101" pitchFamily="2" charset="-122"/>
            </a:endParaRPr>
          </a:p>
          <a:p>
            <a:pPr eaLnBrk="1" hangingPunct="1"/>
            <a:r>
              <a:rPr lang="en-US" altLang="zh-CN">
                <a:latin typeface="Arial" panose="020B0604020202020204" pitchFamily="34" charset="0"/>
                <a:ea typeface="宋体" panose="02010600030101010101" pitchFamily="2" charset="-122"/>
              </a:rPr>
              <a:t>5.</a:t>
            </a:r>
            <a:r>
              <a:rPr lang="zh-CN" altLang="en-US">
                <a:latin typeface="Arial" panose="020B0604020202020204" pitchFamily="34" charset="0"/>
                <a:ea typeface="宋体" panose="02010600030101010101" pitchFamily="2" charset="-122"/>
              </a:rPr>
              <a:t>大中取小法（最小遗憾原则）</a:t>
            </a:r>
            <a:endParaRPr lang="zh-CN" altLang="en-US">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4"/>
          <p:cNvSpPr>
            <a:spLocks noGrp="1" noRot="1" noChangeArrowheads="1"/>
          </p:cNvSpPr>
          <p:nvPr>
            <p:ph type="title"/>
          </p:nvPr>
        </p:nvSpPr>
        <p:spPr>
          <a:xfrm>
            <a:off x="179388" y="-254000"/>
            <a:ext cx="8540750" cy="1143000"/>
          </a:xfrm>
          <a:noFill/>
        </p:spPr>
        <p:txBody>
          <a:bodyPr/>
          <a:lstStyle/>
          <a:p>
            <a:pPr eaLnBrk="1" hangingPunct="1"/>
            <a:r>
              <a:rPr lang="zh-CN" altLang="en-US" sz="3200">
                <a:latin typeface="Arial" panose="020B0604020202020204" pitchFamily="34" charset="0"/>
                <a:ea typeface="楷体_GB2312" charset="0"/>
                <a:cs typeface="楷体_GB2312" charset="0"/>
              </a:rPr>
              <a:t>某产品生产的收益（单位：万元）</a:t>
            </a:r>
            <a:endParaRPr lang="zh-CN" altLang="en-US" sz="3200">
              <a:latin typeface="Arial" panose="020B0604020202020204" pitchFamily="34" charset="0"/>
              <a:ea typeface="楷体_GB2312" charset="0"/>
              <a:cs typeface="楷体_GB2312" charset="0"/>
            </a:endParaRPr>
          </a:p>
        </p:txBody>
      </p:sp>
      <p:sp>
        <p:nvSpPr>
          <p:cNvPr id="95235" name="Rectangle 5"/>
          <p:cNvSpPr>
            <a:spLocks noChangeArrowheads="1"/>
          </p:cNvSpPr>
          <p:nvPr/>
        </p:nvSpPr>
        <p:spPr bwMode="auto">
          <a:xfrm>
            <a:off x="-122238" y="2695575"/>
            <a:ext cx="184151" cy="457200"/>
          </a:xfrm>
          <a:prstGeom prst="rect">
            <a:avLst/>
          </a:prstGeom>
          <a:noFill/>
          <a:ln>
            <a:noFill/>
          </a:ln>
        </p:spPr>
        <p:txBody>
          <a:bodyPr wrap="none" anchor="ctr">
            <a:spAutoFit/>
          </a:bodyPr>
          <a:lstStyle/>
          <a:p>
            <a:endParaRPr lang="zh-CN" altLang="en-US" sz="2400" b="0">
              <a:solidFill>
                <a:schemeClr val="tx1"/>
              </a:solidFill>
              <a:latin typeface="Times New Roman" panose="02020603050405020304" pitchFamily="18" charset="0"/>
              <a:ea typeface="宋体" panose="02010600030101010101" pitchFamily="2" charset="-122"/>
              <a:cs typeface="宋体" panose="02010600030101010101" pitchFamily="2" charset="-122"/>
            </a:endParaRPr>
          </a:p>
        </p:txBody>
      </p:sp>
      <p:sp>
        <p:nvSpPr>
          <p:cNvPr id="95236" name="Rectangle 30"/>
          <p:cNvSpPr>
            <a:spLocks noChangeArrowheads="1"/>
          </p:cNvSpPr>
          <p:nvPr/>
        </p:nvSpPr>
        <p:spPr bwMode="auto">
          <a:xfrm>
            <a:off x="0" y="2733675"/>
            <a:ext cx="9144000" cy="0"/>
          </a:xfrm>
          <a:prstGeom prst="rect">
            <a:avLst/>
          </a:prstGeom>
          <a:noFill/>
          <a:ln>
            <a:noFill/>
          </a:ln>
        </p:spPr>
        <p:txBody>
          <a:bodyPr wrap="none" anchor="ctr">
            <a:spAutoFit/>
          </a:bodyPr>
          <a:lstStyle/>
          <a:p>
            <a:endParaRPr lang="zh-CN" altLang="en-US" sz="2400" b="0">
              <a:solidFill>
                <a:schemeClr val="tx1"/>
              </a:solidFill>
              <a:latin typeface="Times" panose="02020603050405020304" pitchFamily="18" charset="0"/>
              <a:ea typeface="宋体" panose="02010600030101010101" pitchFamily="2" charset="-122"/>
              <a:cs typeface="宋体" panose="02010600030101010101" pitchFamily="2" charset="-122"/>
            </a:endParaRPr>
          </a:p>
        </p:txBody>
      </p:sp>
      <p:sp>
        <p:nvSpPr>
          <p:cNvPr id="95237" name="Rectangle 199"/>
          <p:cNvSpPr>
            <a:spLocks noChangeArrowheads="1"/>
          </p:cNvSpPr>
          <p:nvPr/>
        </p:nvSpPr>
        <p:spPr bwMode="auto">
          <a:xfrm>
            <a:off x="0" y="4122738"/>
            <a:ext cx="9144000" cy="0"/>
          </a:xfrm>
          <a:prstGeom prst="rect">
            <a:avLst/>
          </a:prstGeom>
          <a:noFill/>
          <a:ln>
            <a:noFill/>
          </a:ln>
        </p:spPr>
        <p:txBody>
          <a:bodyPr wrap="none" anchor="ctr">
            <a:spAutoFit/>
          </a:bodyPr>
          <a:lstStyle/>
          <a:p>
            <a:endParaRPr lang="zh-CN" altLang="en-US" sz="2400" b="0">
              <a:solidFill>
                <a:schemeClr val="tx1"/>
              </a:solidFill>
              <a:latin typeface="Times" panose="02020603050405020304" pitchFamily="18" charset="0"/>
              <a:ea typeface="宋体" panose="02010600030101010101" pitchFamily="2" charset="-122"/>
              <a:cs typeface="宋体" panose="02010600030101010101" pitchFamily="2" charset="-122"/>
            </a:endParaRPr>
          </a:p>
        </p:txBody>
      </p:sp>
      <p:sp>
        <p:nvSpPr>
          <p:cNvPr id="95238" name="Rectangle 708"/>
          <p:cNvSpPr>
            <a:spLocks noChangeArrowheads="1"/>
          </p:cNvSpPr>
          <p:nvPr/>
        </p:nvSpPr>
        <p:spPr bwMode="auto">
          <a:xfrm>
            <a:off x="0" y="2733675"/>
            <a:ext cx="9144000" cy="0"/>
          </a:xfrm>
          <a:prstGeom prst="rect">
            <a:avLst/>
          </a:prstGeom>
          <a:noFill/>
          <a:ln>
            <a:noFill/>
          </a:ln>
        </p:spPr>
        <p:txBody>
          <a:bodyPr wrap="none" anchor="ctr">
            <a:spAutoFit/>
          </a:bodyPr>
          <a:lstStyle/>
          <a:p>
            <a:endParaRPr lang="zh-CN" altLang="en-US" sz="2400" b="0">
              <a:solidFill>
                <a:schemeClr val="tx1"/>
              </a:solidFill>
              <a:latin typeface="Times" panose="02020603050405020304" pitchFamily="18" charset="0"/>
              <a:ea typeface="宋体" panose="02010600030101010101" pitchFamily="2" charset="-122"/>
              <a:cs typeface="宋体" panose="02010600030101010101" pitchFamily="2" charset="-122"/>
            </a:endParaRPr>
          </a:p>
        </p:txBody>
      </p:sp>
      <p:graphicFrame>
        <p:nvGraphicFramePr>
          <p:cNvPr id="959340" name="Group 876"/>
          <p:cNvGraphicFramePr>
            <a:graphicFrameLocks noGrp="1"/>
          </p:cNvGraphicFramePr>
          <p:nvPr/>
        </p:nvGraphicFramePr>
        <p:xfrm>
          <a:off x="300038" y="1257300"/>
          <a:ext cx="8420100" cy="4233864"/>
        </p:xfrm>
        <a:graphic>
          <a:graphicData uri="http://schemas.openxmlformats.org/drawingml/2006/table">
            <a:tbl>
              <a:tblPr/>
              <a:tblGrid>
                <a:gridCol w="931862"/>
                <a:gridCol w="1030288"/>
                <a:gridCol w="1498600"/>
                <a:gridCol w="1758950"/>
                <a:gridCol w="1604962"/>
                <a:gridCol w="1595438"/>
              </a:tblGrid>
              <a:tr h="855663">
                <a:tc rowSpan="2" gridSpan="2">
                  <a:txBody>
                    <a:bodyPr/>
                    <a:lstStyle/>
                    <a:p>
                      <a:pPr marL="0" marR="0" lvl="0" indent="266700" algn="l" defTabSz="914400" rtl="0" eaLnBrk="0" fontAlgn="base" latinLnBrk="0" hangingPunct="0">
                        <a:lnSpc>
                          <a:spcPct val="100000"/>
                        </a:lnSpc>
                        <a:spcBef>
                          <a:spcPct val="0"/>
                        </a:spcBef>
                        <a:spcAft>
                          <a:spcPct val="0"/>
                        </a:spcAft>
                        <a:buClrTx/>
                        <a:buSzTx/>
                        <a:buFontTx/>
                        <a:buNone/>
                      </a:pPr>
                      <a:endParaRPr kumimoji="0" lang="zh-CN" altLang="en-US"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zh-CN" altLang="en-US"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收益</a:t>
                      </a:r>
                      <a:endParaRPr kumimoji="0" lang="zh-CN" altLang="en-US" sz="32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cPr/>
                </a:tc>
                <a:tc gridSpan="4">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销           量</a:t>
                      </a:r>
                      <a:endParaRPr kumimoji="0" lang="zh-CN" altLang="en-US" sz="32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r>
              <a:tr h="838200">
                <a:tc vMerge="1" gridSpan="2">
                  <a:tcPr/>
                </a:tc>
                <a:tc vMerge="1" hMerge="1">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大</a:t>
                      </a:r>
                      <a:endParaRPr kumimoji="0" lang="zh-CN" altLang="en-US" sz="32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一般</a:t>
                      </a:r>
                      <a:endParaRPr kumimoji="0" lang="zh-CN" altLang="en-US" sz="32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较低</a:t>
                      </a:r>
                      <a:endParaRPr kumimoji="0" lang="zh-CN" altLang="en-US" sz="32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很低</a:t>
                      </a:r>
                      <a:endParaRPr kumimoji="0" lang="zh-CN" altLang="en-US" sz="32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46138">
                <a:tc rowSpan="3">
                  <a:txBody>
                    <a:bodyPr/>
                    <a:lstStyle/>
                    <a:p>
                      <a:pPr marL="0" marR="0" lvl="0" indent="0" algn="ctr" defTabSz="914400" rtl="0" eaLnBrk="0" fontAlgn="base" latinLnBrk="0" hangingPunct="0">
                        <a:lnSpc>
                          <a:spcPct val="100000"/>
                        </a:lnSpc>
                        <a:spcBef>
                          <a:spcPct val="0"/>
                        </a:spcBef>
                        <a:spcAft>
                          <a:spcPct val="0"/>
                        </a:spcAft>
                        <a:buClrTx/>
                        <a:buSzTx/>
                        <a:buFontTx/>
                        <a:buNone/>
                      </a:pPr>
                      <a:endParaRPr kumimoji="0" lang="zh-CN" altLang="en-US"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方案</a:t>
                      </a:r>
                      <a:endParaRPr kumimoji="0" lang="zh-CN" altLang="en-US" sz="32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1</a:t>
                      </a:r>
                      <a:endParaRPr kumimoji="0" lang="en-US" altLang="zh-CN" sz="32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600</a:t>
                      </a:r>
                      <a:endParaRPr kumimoji="0" lang="en-US" altLang="zh-CN" sz="32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400</a:t>
                      </a:r>
                      <a:endParaRPr kumimoji="0" lang="en-US" altLang="zh-CN" sz="32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0</a:t>
                      </a:r>
                      <a:endParaRPr kumimoji="0" lang="en-US" altLang="zh-CN" sz="32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-150</a:t>
                      </a:r>
                      <a:endParaRPr kumimoji="0" lang="en-US" altLang="zh-CN" sz="32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22325">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2</a:t>
                      </a:r>
                      <a:endParaRPr kumimoji="0" lang="en-US" altLang="zh-CN" sz="32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800</a:t>
                      </a:r>
                      <a:endParaRPr kumimoji="0" lang="en-US" altLang="zh-CN" sz="32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350</a:t>
                      </a:r>
                      <a:endParaRPr kumimoji="0" lang="en-US" altLang="zh-CN" sz="32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-100</a:t>
                      </a:r>
                      <a:endParaRPr kumimoji="0" lang="en-US" altLang="zh-CN" sz="32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-300</a:t>
                      </a:r>
                      <a:endParaRPr kumimoji="0" lang="en-US" altLang="zh-CN" sz="32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71538">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3</a:t>
                      </a:r>
                      <a:endParaRPr kumimoji="0" lang="en-US" altLang="zh-CN" sz="32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400</a:t>
                      </a:r>
                      <a:endParaRPr kumimoji="0" lang="en-US" altLang="zh-CN" sz="32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250</a:t>
                      </a:r>
                      <a:endParaRPr kumimoji="0" lang="en-US" altLang="zh-CN" sz="32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90</a:t>
                      </a:r>
                      <a:endParaRPr kumimoji="0" lang="en-US" altLang="zh-CN" sz="32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32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50</a:t>
                      </a:r>
                      <a:endParaRPr kumimoji="0" lang="en-US" altLang="zh-CN" sz="32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95275" name="Rectangle 877"/>
          <p:cNvSpPr>
            <a:spLocks noChangeArrowheads="1"/>
          </p:cNvSpPr>
          <p:nvPr/>
        </p:nvSpPr>
        <p:spPr bwMode="auto">
          <a:xfrm>
            <a:off x="0" y="4122738"/>
            <a:ext cx="9144000" cy="0"/>
          </a:xfrm>
          <a:prstGeom prst="rect">
            <a:avLst/>
          </a:prstGeom>
          <a:noFill/>
          <a:ln>
            <a:noFill/>
          </a:ln>
        </p:spPr>
        <p:txBody>
          <a:bodyPr wrap="none" anchor="ctr">
            <a:spAutoFit/>
          </a:bodyPr>
          <a:lstStyle/>
          <a:p>
            <a:pPr indent="266700"/>
            <a:endParaRPr lang="zh-CN" altLang="en-US" sz="2400" b="0">
              <a:solidFill>
                <a:schemeClr val="tx1"/>
              </a:solidFill>
              <a:latin typeface="Times" panose="02020603050405020304" pitchFamily="18" charset="0"/>
              <a:ea typeface="宋体" panose="02010600030101010101" pitchFamily="2" charset="-122"/>
              <a:cs typeface="宋体" panose="02010600030101010101" pitchFamily="2" charset="-122"/>
            </a:endParaRPr>
          </a:p>
        </p:txBody>
      </p:sp>
      <p:sp>
        <p:nvSpPr>
          <p:cNvPr id="95276" name="Text Box 879"/>
          <p:cNvSpPr txBox="1">
            <a:spLocks noChangeArrowheads="1"/>
          </p:cNvSpPr>
          <p:nvPr/>
        </p:nvSpPr>
        <p:spPr bwMode="auto">
          <a:xfrm>
            <a:off x="3760788" y="5794375"/>
            <a:ext cx="2732087" cy="641350"/>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marL="342900" indent="-342900" eaLnBrk="1" hangingPunct="1">
              <a:lnSpc>
                <a:spcPct val="90000"/>
              </a:lnSpc>
              <a:spcBef>
                <a:spcPct val="50000"/>
              </a:spcBef>
            </a:pPr>
            <a:r>
              <a:rPr lang="zh-CN" altLang="en-US" sz="4000">
                <a:solidFill>
                  <a:srgbClr val="800000"/>
                </a:solidFill>
                <a:ea typeface="楷体_GB2312" charset="0"/>
                <a:cs typeface="楷体_GB2312" charset="0"/>
              </a:rPr>
              <a:t>如何决策？</a:t>
            </a:r>
            <a:endParaRPr lang="zh-CN" altLang="en-US" sz="4000">
              <a:solidFill>
                <a:srgbClr val="800000"/>
              </a:solidFill>
              <a:ea typeface="楷体_GB2312" charset="0"/>
              <a:cs typeface="楷体_GB2312" charset="0"/>
            </a:endParaRPr>
          </a:p>
        </p:txBody>
      </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4"/>
          <p:cNvSpPr>
            <a:spLocks noChangeArrowheads="1"/>
          </p:cNvSpPr>
          <p:nvPr/>
        </p:nvSpPr>
        <p:spPr bwMode="auto">
          <a:xfrm>
            <a:off x="0" y="2733675"/>
            <a:ext cx="9144000" cy="0"/>
          </a:xfrm>
          <a:prstGeom prst="rect">
            <a:avLst/>
          </a:prstGeom>
          <a:noFill/>
          <a:ln>
            <a:noFill/>
          </a:ln>
        </p:spPr>
        <p:txBody>
          <a:bodyPr wrap="none" anchor="ctr">
            <a:spAutoFit/>
          </a:bodyPr>
          <a:lstStyle/>
          <a:p>
            <a:endParaRPr lang="zh-CN" altLang="en-US" sz="2400" b="0">
              <a:solidFill>
                <a:schemeClr val="tx1"/>
              </a:solidFill>
              <a:latin typeface="Times" panose="02020603050405020304" pitchFamily="18" charset="0"/>
              <a:ea typeface="宋体" panose="02010600030101010101" pitchFamily="2" charset="-122"/>
              <a:cs typeface="宋体" panose="02010600030101010101" pitchFamily="2" charset="-122"/>
            </a:endParaRPr>
          </a:p>
        </p:txBody>
      </p:sp>
      <p:graphicFrame>
        <p:nvGraphicFramePr>
          <p:cNvPr id="961738" name="Group 202"/>
          <p:cNvGraphicFramePr>
            <a:graphicFrameLocks noGrp="1"/>
          </p:cNvGraphicFramePr>
          <p:nvPr/>
        </p:nvGraphicFramePr>
        <p:xfrm>
          <a:off x="87313" y="1282700"/>
          <a:ext cx="8904287" cy="3221039"/>
        </p:xfrm>
        <a:graphic>
          <a:graphicData uri="http://schemas.openxmlformats.org/drawingml/2006/table">
            <a:tbl>
              <a:tblPr/>
              <a:tblGrid>
                <a:gridCol w="993775"/>
                <a:gridCol w="1066800"/>
                <a:gridCol w="1355725"/>
                <a:gridCol w="1174750"/>
                <a:gridCol w="1354137"/>
                <a:gridCol w="1425575"/>
                <a:gridCol w="1533525"/>
              </a:tblGrid>
              <a:tr h="627063">
                <a:tc rowSpan="2" gridSpan="2">
                  <a:txBody>
                    <a:bodyPr/>
                    <a:lstStyle/>
                    <a:p>
                      <a:pPr marL="0" marR="0" lvl="0" indent="266700" algn="l" defTabSz="914400" rtl="0" eaLnBrk="0" fontAlgn="base" latinLnBrk="0" hangingPunct="0">
                        <a:lnSpc>
                          <a:spcPct val="100000"/>
                        </a:lnSpc>
                        <a:spcBef>
                          <a:spcPct val="0"/>
                        </a:spcBef>
                        <a:spcAft>
                          <a:spcPct val="0"/>
                        </a:spcAft>
                        <a:buClrTx/>
                        <a:buSzTx/>
                        <a:buFontTx/>
                        <a:buNone/>
                      </a:pPr>
                      <a:endPar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收益</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cPr/>
                </a:tc>
                <a:tc gridSpan="4">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销           量</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收益</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42938">
                <a:tc vMerge="1" gridSpan="2">
                  <a:tcPr/>
                </a:tc>
                <a:tc vMerge="1"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大</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一般</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较低</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很低</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r h="650875">
                <a:tc rowSpan="3">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方案</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1</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600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400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-150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800000"/>
                          </a:solidFill>
                          <a:effectLst/>
                          <a:latin typeface="Calibri" panose="020F0502020204030204" charset="0"/>
                          <a:ea typeface="宋体" panose="02010600030101010101" pitchFamily="2" charset="-122"/>
                          <a:cs typeface="Times New Roman" panose="02020603050405020304" pitchFamily="18" charset="0"/>
                        </a:rPr>
                        <a:t>212.5</a:t>
                      </a:r>
                      <a:endParaRPr kumimoji="0" lang="en-US" altLang="zh-CN" sz="2800" b="1" i="0" u="none" strike="noStrike" cap="none" normalizeH="0" baseline="0">
                        <a:ln>
                          <a:noFill/>
                        </a:ln>
                        <a:solidFill>
                          <a:srgbClr val="800000"/>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31825">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2</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800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350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-100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-300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187.5</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68338">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3</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400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250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90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50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210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96300" name="Rectangle 200"/>
          <p:cNvSpPr>
            <a:spLocks noChangeArrowheads="1"/>
          </p:cNvSpPr>
          <p:nvPr/>
        </p:nvSpPr>
        <p:spPr bwMode="auto">
          <a:xfrm>
            <a:off x="0" y="4122738"/>
            <a:ext cx="9144000" cy="0"/>
          </a:xfrm>
          <a:prstGeom prst="rect">
            <a:avLst/>
          </a:prstGeom>
          <a:noFill/>
          <a:ln>
            <a:noFill/>
          </a:ln>
        </p:spPr>
        <p:txBody>
          <a:bodyPr wrap="none" anchor="ctr">
            <a:spAutoFit/>
          </a:bodyPr>
          <a:lstStyle/>
          <a:p>
            <a:endParaRPr lang="zh-CN" altLang="en-US" sz="2400" b="0">
              <a:solidFill>
                <a:schemeClr val="tx1"/>
              </a:solidFill>
              <a:latin typeface="Times" panose="02020603050405020304" pitchFamily="18" charset="0"/>
              <a:ea typeface="宋体" panose="02010600030101010101" pitchFamily="2" charset="-122"/>
              <a:cs typeface="宋体" panose="02010600030101010101" pitchFamily="2" charset="-122"/>
            </a:endParaRPr>
          </a:p>
        </p:txBody>
      </p:sp>
      <p:sp>
        <p:nvSpPr>
          <p:cNvPr id="96301" name="Rectangle 201"/>
          <p:cNvSpPr>
            <a:spLocks noChangeArrowheads="1"/>
          </p:cNvSpPr>
          <p:nvPr/>
        </p:nvSpPr>
        <p:spPr bwMode="auto">
          <a:xfrm>
            <a:off x="87313" y="88900"/>
            <a:ext cx="7767637" cy="968375"/>
          </a:xfrm>
          <a:prstGeom prst="rect">
            <a:avLst/>
          </a:prstGeom>
          <a:noFill/>
          <a:ln>
            <a:noFill/>
          </a:ln>
        </p:spPr>
        <p:txBody>
          <a:bodyPr wrap="none">
            <a:spAutoFit/>
          </a:bodyPr>
          <a:lstStyle/>
          <a:p>
            <a:pPr marL="342900" indent="-342900" eaLnBrk="1" hangingPunct="1">
              <a:lnSpc>
                <a:spcPct val="90000"/>
              </a:lnSpc>
              <a:spcBef>
                <a:spcPct val="50000"/>
              </a:spcBef>
            </a:pPr>
            <a:r>
              <a:rPr lang="en-US" altLang="zh-CN" sz="3200">
                <a:solidFill>
                  <a:srgbClr val="990000"/>
                </a:solidFill>
              </a:rPr>
              <a:t>1. </a:t>
            </a:r>
            <a:r>
              <a:rPr lang="zh-CN" altLang="en-US" sz="3200">
                <a:solidFill>
                  <a:srgbClr val="990000"/>
                </a:solidFill>
              </a:rPr>
              <a:t>等概率法</a:t>
            </a:r>
            <a:r>
              <a:rPr lang="en-US" altLang="zh-CN" sz="3200">
                <a:solidFill>
                  <a:srgbClr val="990000"/>
                </a:solidFill>
              </a:rPr>
              <a:t>(</a:t>
            </a:r>
            <a:r>
              <a:rPr lang="zh-CN" altLang="en-US" sz="3200">
                <a:solidFill>
                  <a:srgbClr val="990000"/>
                </a:solidFill>
              </a:rPr>
              <a:t> </a:t>
            </a:r>
            <a:r>
              <a:rPr lang="en-US" altLang="zh-CN" sz="3200">
                <a:solidFill>
                  <a:srgbClr val="990000"/>
                </a:solidFill>
              </a:rPr>
              <a:t>Laplace Decision Criterion)</a:t>
            </a:r>
            <a:br>
              <a:rPr lang="en-US" altLang="zh-CN" sz="3200">
                <a:solidFill>
                  <a:srgbClr val="990000"/>
                </a:solidFill>
              </a:rPr>
            </a:br>
            <a:endParaRPr lang="zh-CN" altLang="en-US" sz="3200">
              <a:solidFill>
                <a:srgbClr val="990000"/>
              </a:solidFill>
            </a:endParaRPr>
          </a:p>
        </p:txBody>
      </p:sp>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4"/>
          <p:cNvSpPr>
            <a:spLocks noChangeArrowheads="1"/>
          </p:cNvSpPr>
          <p:nvPr/>
        </p:nvSpPr>
        <p:spPr bwMode="auto">
          <a:xfrm>
            <a:off x="0" y="2733675"/>
            <a:ext cx="9144000" cy="0"/>
          </a:xfrm>
          <a:prstGeom prst="rect">
            <a:avLst/>
          </a:prstGeom>
          <a:noFill/>
          <a:ln>
            <a:noFill/>
          </a:ln>
        </p:spPr>
        <p:txBody>
          <a:bodyPr wrap="none" anchor="ctr">
            <a:spAutoFit/>
          </a:bodyPr>
          <a:lstStyle/>
          <a:p>
            <a:endParaRPr lang="zh-CN" altLang="en-US" sz="2400" b="0">
              <a:solidFill>
                <a:schemeClr val="tx1"/>
              </a:solidFill>
              <a:latin typeface="Times" panose="02020603050405020304" pitchFamily="18" charset="0"/>
              <a:ea typeface="宋体" panose="02010600030101010101" pitchFamily="2" charset="-122"/>
              <a:cs typeface="宋体" panose="02010600030101010101" pitchFamily="2" charset="-122"/>
            </a:endParaRPr>
          </a:p>
        </p:txBody>
      </p:sp>
      <p:graphicFrame>
        <p:nvGraphicFramePr>
          <p:cNvPr id="962759" name="Group 199"/>
          <p:cNvGraphicFramePr>
            <a:graphicFrameLocks noGrp="1"/>
          </p:cNvGraphicFramePr>
          <p:nvPr/>
        </p:nvGraphicFramePr>
        <p:xfrm>
          <a:off x="292100" y="1231900"/>
          <a:ext cx="8661400" cy="3003551"/>
        </p:xfrm>
        <a:graphic>
          <a:graphicData uri="http://schemas.openxmlformats.org/drawingml/2006/table">
            <a:tbl>
              <a:tblPr/>
              <a:tblGrid>
                <a:gridCol w="966788"/>
                <a:gridCol w="1038225"/>
                <a:gridCol w="1319212"/>
                <a:gridCol w="1141413"/>
                <a:gridCol w="1316037"/>
                <a:gridCol w="1387475"/>
                <a:gridCol w="1492250"/>
              </a:tblGrid>
              <a:tr h="608013">
                <a:tc rowSpan="2" gridSpan="2">
                  <a:txBody>
                    <a:bodyPr/>
                    <a:lstStyle/>
                    <a:p>
                      <a:pPr marL="0" marR="0" lvl="0" indent="266700" algn="l" defTabSz="914400" rtl="0" eaLnBrk="0" fontAlgn="base" latinLnBrk="0" hangingPunct="0">
                        <a:lnSpc>
                          <a:spcPct val="100000"/>
                        </a:lnSpc>
                        <a:spcBef>
                          <a:spcPct val="0"/>
                        </a:spcBef>
                        <a:spcAft>
                          <a:spcPct val="0"/>
                        </a:spcAft>
                        <a:buClrTx/>
                        <a:buSzTx/>
                        <a:buFontTx/>
                        <a:buNone/>
                      </a:pPr>
                      <a:endPar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收益</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cPr/>
                </a:tc>
                <a:tc gridSpan="4">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销           量</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最小</a:t>
                      </a:r>
                      <a:endParaRPr kumimoji="0" lang="zh-CN" altLang="en-US" sz="28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收益</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93725">
                <a:tc vMerge="1" gridSpan="2">
                  <a:tcPr/>
                </a:tc>
                <a:tc vMerge="1"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大</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一般</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较低</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很低</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r h="600075">
                <a:tc rowSpan="3">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方案</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1</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600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400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-150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-150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84200">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2</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800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350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-100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-300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-300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17538">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3</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400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250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90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50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800000"/>
                          </a:solidFill>
                          <a:effectLst/>
                          <a:latin typeface="Calibri" panose="020F0502020204030204" charset="0"/>
                          <a:ea typeface="宋体" panose="02010600030101010101" pitchFamily="2" charset="-122"/>
                          <a:cs typeface="Times New Roman" panose="02020603050405020304" pitchFamily="18" charset="0"/>
                        </a:rPr>
                        <a:t>50</a:t>
                      </a:r>
                      <a:endParaRPr kumimoji="0" lang="en-US" altLang="zh-CN" sz="2800" b="1" i="0" u="none" strike="noStrike" cap="none" normalizeH="0" baseline="0">
                        <a:ln>
                          <a:noFill/>
                        </a:ln>
                        <a:solidFill>
                          <a:srgbClr val="800000"/>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97324" name="Rectangle 200"/>
          <p:cNvSpPr>
            <a:spLocks noChangeArrowheads="1"/>
          </p:cNvSpPr>
          <p:nvPr/>
        </p:nvSpPr>
        <p:spPr bwMode="auto">
          <a:xfrm>
            <a:off x="0" y="4122738"/>
            <a:ext cx="9144000" cy="0"/>
          </a:xfrm>
          <a:prstGeom prst="rect">
            <a:avLst/>
          </a:prstGeom>
          <a:noFill/>
          <a:ln>
            <a:noFill/>
          </a:ln>
        </p:spPr>
        <p:txBody>
          <a:bodyPr wrap="none" anchor="ctr">
            <a:spAutoFit/>
          </a:bodyPr>
          <a:lstStyle/>
          <a:p>
            <a:endParaRPr lang="zh-CN" altLang="en-US" sz="2400" b="0">
              <a:solidFill>
                <a:schemeClr val="tx1"/>
              </a:solidFill>
              <a:latin typeface="Times" panose="02020603050405020304" pitchFamily="18" charset="0"/>
              <a:ea typeface="宋体" panose="02010600030101010101" pitchFamily="2" charset="-122"/>
              <a:cs typeface="宋体" panose="02010600030101010101" pitchFamily="2" charset="-122"/>
            </a:endParaRPr>
          </a:p>
        </p:txBody>
      </p:sp>
      <p:sp>
        <p:nvSpPr>
          <p:cNvPr id="97325" name="Rectangle 201"/>
          <p:cNvSpPr>
            <a:spLocks noChangeArrowheads="1"/>
          </p:cNvSpPr>
          <p:nvPr/>
        </p:nvSpPr>
        <p:spPr bwMode="auto">
          <a:xfrm>
            <a:off x="0" y="88900"/>
            <a:ext cx="5010150" cy="530225"/>
          </a:xfrm>
          <a:prstGeom prst="rect">
            <a:avLst/>
          </a:prstGeom>
          <a:noFill/>
          <a:ln>
            <a:noFill/>
          </a:ln>
        </p:spPr>
        <p:txBody>
          <a:bodyPr wrap="none">
            <a:spAutoFit/>
          </a:bodyPr>
          <a:lstStyle/>
          <a:p>
            <a:pPr marL="342900" indent="-342900" eaLnBrk="1" hangingPunct="1">
              <a:lnSpc>
                <a:spcPct val="90000"/>
              </a:lnSpc>
              <a:spcBef>
                <a:spcPct val="50000"/>
              </a:spcBef>
            </a:pPr>
            <a:r>
              <a:rPr lang="en-US" altLang="zh-CN" sz="3200">
                <a:solidFill>
                  <a:srgbClr val="990000"/>
                </a:solidFill>
              </a:rPr>
              <a:t>2.</a:t>
            </a:r>
            <a:r>
              <a:rPr lang="zh-CN" altLang="en-US" sz="3200">
                <a:solidFill>
                  <a:srgbClr val="990000"/>
                </a:solidFill>
              </a:rPr>
              <a:t>小中取大法（悲观准则）</a:t>
            </a:r>
            <a:endParaRPr lang="zh-CN" altLang="en-US" sz="3200">
              <a:solidFill>
                <a:srgbClr val="990000"/>
              </a:solidFill>
            </a:endParaRPr>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4"/>
          <p:cNvSpPr>
            <a:spLocks noChangeArrowheads="1"/>
          </p:cNvSpPr>
          <p:nvPr/>
        </p:nvSpPr>
        <p:spPr bwMode="auto">
          <a:xfrm>
            <a:off x="0" y="2733675"/>
            <a:ext cx="9144000" cy="0"/>
          </a:xfrm>
          <a:prstGeom prst="rect">
            <a:avLst/>
          </a:prstGeom>
          <a:noFill/>
          <a:ln>
            <a:noFill/>
          </a:ln>
        </p:spPr>
        <p:txBody>
          <a:bodyPr wrap="none" anchor="ctr">
            <a:spAutoFit/>
          </a:bodyPr>
          <a:lstStyle/>
          <a:p>
            <a:endParaRPr lang="zh-CN" altLang="en-US" sz="2400" b="0">
              <a:solidFill>
                <a:schemeClr val="tx1"/>
              </a:solidFill>
              <a:latin typeface="Times" panose="02020603050405020304" pitchFamily="18" charset="0"/>
              <a:ea typeface="宋体" panose="02010600030101010101" pitchFamily="2" charset="-122"/>
              <a:cs typeface="宋体" panose="02010600030101010101" pitchFamily="2" charset="-122"/>
            </a:endParaRPr>
          </a:p>
        </p:txBody>
      </p:sp>
      <p:graphicFrame>
        <p:nvGraphicFramePr>
          <p:cNvPr id="963783" name="Group 199"/>
          <p:cNvGraphicFramePr>
            <a:graphicFrameLocks noGrp="1"/>
          </p:cNvGraphicFramePr>
          <p:nvPr/>
        </p:nvGraphicFramePr>
        <p:xfrm>
          <a:off x="292100" y="1625600"/>
          <a:ext cx="8610600" cy="2933701"/>
        </p:xfrm>
        <a:graphic>
          <a:graphicData uri="http://schemas.openxmlformats.org/drawingml/2006/table">
            <a:tbl>
              <a:tblPr/>
              <a:tblGrid>
                <a:gridCol w="962025"/>
                <a:gridCol w="1030288"/>
                <a:gridCol w="1311275"/>
                <a:gridCol w="1135062"/>
                <a:gridCol w="1309688"/>
                <a:gridCol w="1379537"/>
                <a:gridCol w="1482725"/>
              </a:tblGrid>
              <a:tr h="593725">
                <a:tc rowSpan="2" gridSpan="2">
                  <a:txBody>
                    <a:bodyPr/>
                    <a:lstStyle/>
                    <a:p>
                      <a:pPr marL="0" marR="0" lvl="0" indent="266700" algn="l"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收益</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cPr/>
                </a:tc>
                <a:tc gridSpan="4">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销           量</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最大</a:t>
                      </a:r>
                      <a:endParaRPr kumimoji="0" lang="zh-CN" altLang="en-US" sz="28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收益</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9438">
                <a:tc vMerge="1" gridSpan="2">
                  <a:tcPr/>
                </a:tc>
                <a:tc vMerge="1"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大</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一般</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较低</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很低</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r h="587375">
                <a:tc rowSpan="3">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方案</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1</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600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400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-150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600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69913">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2</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800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350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-100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-300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800000"/>
                          </a:solidFill>
                          <a:effectLst/>
                          <a:latin typeface="Calibri" panose="020F0502020204030204" charset="0"/>
                          <a:ea typeface="宋体" panose="02010600030101010101" pitchFamily="2" charset="-122"/>
                          <a:cs typeface="Times New Roman" panose="02020603050405020304" pitchFamily="18" charset="0"/>
                        </a:rPr>
                        <a:t>800</a:t>
                      </a:r>
                      <a:endParaRPr kumimoji="0" lang="en-US" altLang="zh-CN" sz="2800" b="1" i="0" u="none" strike="noStrike" cap="none" normalizeH="0" baseline="0">
                        <a:ln>
                          <a:noFill/>
                        </a:ln>
                        <a:solidFill>
                          <a:srgbClr val="800000"/>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03250">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3</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400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250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90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50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400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98348" name="Rectangle 200"/>
          <p:cNvSpPr>
            <a:spLocks noChangeArrowheads="1"/>
          </p:cNvSpPr>
          <p:nvPr/>
        </p:nvSpPr>
        <p:spPr bwMode="auto">
          <a:xfrm>
            <a:off x="0" y="4122738"/>
            <a:ext cx="9144000" cy="0"/>
          </a:xfrm>
          <a:prstGeom prst="rect">
            <a:avLst/>
          </a:prstGeom>
          <a:noFill/>
          <a:ln>
            <a:noFill/>
          </a:ln>
        </p:spPr>
        <p:txBody>
          <a:bodyPr wrap="none" anchor="ctr">
            <a:spAutoFit/>
          </a:bodyPr>
          <a:lstStyle/>
          <a:p>
            <a:endParaRPr lang="zh-CN" altLang="en-US" sz="2400" b="0">
              <a:solidFill>
                <a:schemeClr val="tx1"/>
              </a:solidFill>
              <a:latin typeface="Times" panose="02020603050405020304" pitchFamily="18" charset="0"/>
              <a:ea typeface="宋体" panose="02010600030101010101" pitchFamily="2" charset="-122"/>
              <a:cs typeface="宋体" panose="02010600030101010101" pitchFamily="2" charset="-122"/>
            </a:endParaRPr>
          </a:p>
        </p:txBody>
      </p:sp>
      <p:sp>
        <p:nvSpPr>
          <p:cNvPr id="98349" name="Rectangle 201"/>
          <p:cNvSpPr>
            <a:spLocks noChangeArrowheads="1"/>
          </p:cNvSpPr>
          <p:nvPr/>
        </p:nvSpPr>
        <p:spPr bwMode="auto">
          <a:xfrm>
            <a:off x="0" y="88900"/>
            <a:ext cx="5010150" cy="530225"/>
          </a:xfrm>
          <a:prstGeom prst="rect">
            <a:avLst/>
          </a:prstGeom>
          <a:noFill/>
          <a:ln>
            <a:noFill/>
          </a:ln>
        </p:spPr>
        <p:txBody>
          <a:bodyPr wrap="none">
            <a:spAutoFit/>
          </a:bodyPr>
          <a:lstStyle/>
          <a:p>
            <a:pPr marL="342900" indent="-342900" eaLnBrk="1" hangingPunct="1">
              <a:lnSpc>
                <a:spcPct val="90000"/>
              </a:lnSpc>
              <a:spcBef>
                <a:spcPct val="50000"/>
              </a:spcBef>
            </a:pPr>
            <a:r>
              <a:rPr lang="en-US" altLang="zh-CN" sz="3200">
                <a:solidFill>
                  <a:srgbClr val="990000"/>
                </a:solidFill>
              </a:rPr>
              <a:t>3.</a:t>
            </a:r>
            <a:r>
              <a:rPr lang="zh-CN" altLang="en-US" sz="3200">
                <a:solidFill>
                  <a:srgbClr val="990000"/>
                </a:solidFill>
              </a:rPr>
              <a:t>大中取大法（乐观准则）</a:t>
            </a:r>
            <a:endParaRPr lang="zh-CN" altLang="en-US" sz="3200">
              <a:solidFill>
                <a:srgbClr val="990000"/>
              </a:solidFill>
            </a:endParaRPr>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4"/>
          <p:cNvSpPr>
            <a:spLocks noChangeArrowheads="1"/>
          </p:cNvSpPr>
          <p:nvPr/>
        </p:nvSpPr>
        <p:spPr bwMode="auto">
          <a:xfrm>
            <a:off x="0" y="2733675"/>
            <a:ext cx="9144000" cy="0"/>
          </a:xfrm>
          <a:prstGeom prst="rect">
            <a:avLst/>
          </a:prstGeom>
          <a:noFill/>
          <a:ln>
            <a:noFill/>
          </a:ln>
        </p:spPr>
        <p:txBody>
          <a:bodyPr wrap="none" anchor="ctr">
            <a:spAutoFit/>
          </a:bodyPr>
          <a:lstStyle/>
          <a:p>
            <a:endParaRPr lang="zh-CN" altLang="en-US" sz="2400" b="0">
              <a:solidFill>
                <a:schemeClr val="tx1"/>
              </a:solidFill>
              <a:latin typeface="Times" panose="02020603050405020304" pitchFamily="18" charset="0"/>
              <a:ea typeface="宋体" panose="02010600030101010101" pitchFamily="2" charset="-122"/>
              <a:cs typeface="宋体" panose="02010600030101010101" pitchFamily="2" charset="-122"/>
            </a:endParaRPr>
          </a:p>
        </p:txBody>
      </p:sp>
      <p:graphicFrame>
        <p:nvGraphicFramePr>
          <p:cNvPr id="964811" name="Group 203"/>
          <p:cNvGraphicFramePr>
            <a:graphicFrameLocks noGrp="1"/>
          </p:cNvGraphicFramePr>
          <p:nvPr/>
        </p:nvGraphicFramePr>
        <p:xfrm>
          <a:off x="87313" y="1317625"/>
          <a:ext cx="8828087" cy="3073400"/>
        </p:xfrm>
        <a:graphic>
          <a:graphicData uri="http://schemas.openxmlformats.org/drawingml/2006/table">
            <a:tbl>
              <a:tblPr/>
              <a:tblGrid>
                <a:gridCol w="985837"/>
                <a:gridCol w="1057275"/>
                <a:gridCol w="1344613"/>
                <a:gridCol w="1163637"/>
                <a:gridCol w="1343025"/>
                <a:gridCol w="1412875"/>
                <a:gridCol w="1520825"/>
              </a:tblGrid>
              <a:tr h="622300">
                <a:tc rowSpan="2" gridSpan="2">
                  <a:txBody>
                    <a:bodyPr/>
                    <a:lstStyle/>
                    <a:p>
                      <a:pPr marL="0" marR="0" lvl="0" indent="266700" algn="l" defTabSz="914400" rtl="0" eaLnBrk="0" fontAlgn="base" latinLnBrk="0" hangingPunct="0">
                        <a:lnSpc>
                          <a:spcPct val="100000"/>
                        </a:lnSpc>
                        <a:spcBef>
                          <a:spcPct val="0"/>
                        </a:spcBef>
                        <a:spcAft>
                          <a:spcPct val="0"/>
                        </a:spcAft>
                        <a:buClrTx/>
                        <a:buSzTx/>
                        <a:buFontTx/>
                        <a:buNone/>
                      </a:pPr>
                      <a:endParaRPr kumimoji="0" lang="zh-CN" altLang="en-US"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收益</a:t>
                      </a:r>
                      <a:endParaRPr kumimoji="0" lang="zh-CN" altLang="en-US"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cPr/>
                </a:tc>
                <a:tc gridSpan="4">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销           量</a:t>
                      </a:r>
                      <a:endParaRPr kumimoji="0" lang="zh-CN" altLang="en-US"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最大</a:t>
                      </a:r>
                      <a:endParaRPr kumimoji="0" lang="zh-CN" altLang="en-US" sz="24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收益</a:t>
                      </a:r>
                      <a:endParaRPr kumimoji="0" lang="zh-CN" altLang="en-US"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06425">
                <a:tc vMerge="1" gridSpan="2">
                  <a:tcPr/>
                </a:tc>
                <a:tc vMerge="1"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大</a:t>
                      </a:r>
                      <a:endParaRPr kumimoji="0" lang="zh-CN" altLang="en-US"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一般</a:t>
                      </a:r>
                      <a:endParaRPr kumimoji="0" lang="zh-CN" altLang="en-US"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较低</a:t>
                      </a:r>
                      <a:endParaRPr kumimoji="0" lang="zh-CN" altLang="en-US"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很低</a:t>
                      </a:r>
                      <a:endParaRPr kumimoji="0" lang="zh-CN" altLang="en-US"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r h="615950">
                <a:tc rowSpan="3">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方案</a:t>
                      </a:r>
                      <a:endParaRPr kumimoji="0" lang="zh-CN" altLang="en-US"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1</a:t>
                      </a:r>
                      <a:endParaRPr kumimoji="0" lang="en-US" altLang="zh-CN"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600x0.2</a:t>
                      </a:r>
                      <a:endParaRPr kumimoji="0" lang="en-US" altLang="zh-CN"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400</a:t>
                      </a:r>
                      <a:endParaRPr kumimoji="0" lang="en-US" altLang="zh-CN"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0</a:t>
                      </a:r>
                      <a:endParaRPr kumimoji="0" lang="en-US" altLang="zh-CN"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-150x0.8</a:t>
                      </a:r>
                      <a:endParaRPr kumimoji="0" lang="en-US" altLang="zh-CN"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0</a:t>
                      </a:r>
                      <a:endParaRPr kumimoji="0" lang="en-US" altLang="zh-CN"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96900">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2</a:t>
                      </a:r>
                      <a:endParaRPr kumimoji="0" lang="en-US" altLang="zh-CN"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800x0.2</a:t>
                      </a:r>
                      <a:endParaRPr kumimoji="0" lang="en-US" altLang="zh-CN"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350</a:t>
                      </a:r>
                      <a:endParaRPr kumimoji="0" lang="en-US" altLang="zh-CN"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-100</a:t>
                      </a:r>
                      <a:endParaRPr kumimoji="0" lang="en-US" altLang="zh-CN"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-300x0.8</a:t>
                      </a:r>
                      <a:endParaRPr kumimoji="0" lang="en-US" altLang="zh-CN"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-80</a:t>
                      </a:r>
                      <a:endParaRPr kumimoji="0" lang="en-US" altLang="zh-CN"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31825">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3</a:t>
                      </a:r>
                      <a:endParaRPr kumimoji="0" lang="en-US" altLang="zh-CN"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400x0.2</a:t>
                      </a:r>
                      <a:endParaRPr kumimoji="0" lang="en-US" altLang="zh-CN"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250</a:t>
                      </a:r>
                      <a:endParaRPr kumimoji="0" lang="en-US" altLang="zh-CN"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90</a:t>
                      </a:r>
                      <a:endParaRPr kumimoji="0" lang="en-US" altLang="zh-CN"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50x0.8</a:t>
                      </a:r>
                      <a:endParaRPr kumimoji="0" lang="en-US" altLang="zh-CN" sz="24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800000"/>
                          </a:solidFill>
                          <a:effectLst/>
                          <a:latin typeface="Calibri" panose="020F0502020204030204" charset="0"/>
                          <a:ea typeface="宋体" panose="02010600030101010101" pitchFamily="2" charset="-122"/>
                          <a:cs typeface="Times New Roman" panose="02020603050405020304" pitchFamily="18" charset="0"/>
                        </a:rPr>
                        <a:t>120</a:t>
                      </a:r>
                      <a:endParaRPr kumimoji="0" lang="en-US" altLang="zh-CN" sz="2400" b="1" i="0" u="none" strike="noStrike" cap="none" normalizeH="0" baseline="0">
                        <a:ln>
                          <a:noFill/>
                        </a:ln>
                        <a:solidFill>
                          <a:srgbClr val="800000"/>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99372" name="Rectangle 200"/>
          <p:cNvSpPr>
            <a:spLocks noChangeArrowheads="1"/>
          </p:cNvSpPr>
          <p:nvPr/>
        </p:nvSpPr>
        <p:spPr bwMode="auto">
          <a:xfrm>
            <a:off x="0" y="4122738"/>
            <a:ext cx="9144000" cy="0"/>
          </a:xfrm>
          <a:prstGeom prst="rect">
            <a:avLst/>
          </a:prstGeom>
          <a:noFill/>
          <a:ln>
            <a:noFill/>
          </a:ln>
        </p:spPr>
        <p:txBody>
          <a:bodyPr wrap="none" anchor="ctr">
            <a:spAutoFit/>
          </a:bodyPr>
          <a:lstStyle/>
          <a:p>
            <a:endParaRPr lang="zh-CN" altLang="en-US" sz="2400" b="0">
              <a:solidFill>
                <a:schemeClr val="tx1"/>
              </a:solidFill>
              <a:latin typeface="Times" panose="02020603050405020304" pitchFamily="18" charset="0"/>
              <a:ea typeface="宋体" panose="02010600030101010101" pitchFamily="2" charset="-122"/>
              <a:cs typeface="宋体" panose="02010600030101010101" pitchFamily="2" charset="-122"/>
            </a:endParaRPr>
          </a:p>
        </p:txBody>
      </p:sp>
      <p:sp>
        <p:nvSpPr>
          <p:cNvPr id="99373" name="Rectangle 204"/>
          <p:cNvSpPr>
            <a:spLocks noChangeArrowheads="1"/>
          </p:cNvSpPr>
          <p:nvPr/>
        </p:nvSpPr>
        <p:spPr bwMode="auto">
          <a:xfrm>
            <a:off x="0" y="88900"/>
            <a:ext cx="2562225" cy="530225"/>
          </a:xfrm>
          <a:prstGeom prst="rect">
            <a:avLst/>
          </a:prstGeom>
          <a:noFill/>
          <a:ln>
            <a:noFill/>
          </a:ln>
        </p:spPr>
        <p:txBody>
          <a:bodyPr wrap="none">
            <a:spAutoFit/>
          </a:bodyPr>
          <a:lstStyle/>
          <a:p>
            <a:pPr marL="342900" indent="-342900" eaLnBrk="1" hangingPunct="1">
              <a:lnSpc>
                <a:spcPct val="90000"/>
              </a:lnSpc>
              <a:spcBef>
                <a:spcPct val="50000"/>
              </a:spcBef>
            </a:pPr>
            <a:r>
              <a:rPr lang="en-US" altLang="zh-CN" sz="3200">
                <a:solidFill>
                  <a:srgbClr val="990000"/>
                </a:solidFill>
              </a:rPr>
              <a:t>4.</a:t>
            </a:r>
            <a:r>
              <a:rPr lang="zh-CN" altLang="en-US" sz="3200">
                <a:solidFill>
                  <a:srgbClr val="990000"/>
                </a:solidFill>
              </a:rPr>
              <a:t>乐观系数法</a:t>
            </a:r>
            <a:endParaRPr lang="zh-CN" altLang="en-US" sz="3200">
              <a:solidFill>
                <a:srgbClr val="990000"/>
              </a:solidFill>
            </a:endParaRPr>
          </a:p>
        </p:txBody>
      </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4"/>
          <p:cNvSpPr>
            <a:spLocks noChangeArrowheads="1"/>
          </p:cNvSpPr>
          <p:nvPr/>
        </p:nvSpPr>
        <p:spPr bwMode="auto">
          <a:xfrm>
            <a:off x="0" y="2733675"/>
            <a:ext cx="9144000" cy="0"/>
          </a:xfrm>
          <a:prstGeom prst="rect">
            <a:avLst/>
          </a:prstGeom>
          <a:noFill/>
          <a:ln>
            <a:noFill/>
          </a:ln>
        </p:spPr>
        <p:txBody>
          <a:bodyPr wrap="none" anchor="ctr">
            <a:spAutoFit/>
          </a:bodyPr>
          <a:lstStyle/>
          <a:p>
            <a:endParaRPr lang="zh-CN" altLang="en-US" sz="2400" b="0">
              <a:solidFill>
                <a:schemeClr val="tx1"/>
              </a:solidFill>
              <a:latin typeface="Times" panose="02020603050405020304" pitchFamily="18" charset="0"/>
              <a:ea typeface="宋体" panose="02010600030101010101" pitchFamily="2" charset="-122"/>
              <a:cs typeface="宋体" panose="02010600030101010101" pitchFamily="2" charset="-122"/>
            </a:endParaRPr>
          </a:p>
        </p:txBody>
      </p:sp>
      <p:sp>
        <p:nvSpPr>
          <p:cNvPr id="100355" name="Rectangle 200"/>
          <p:cNvSpPr>
            <a:spLocks noChangeArrowheads="1"/>
          </p:cNvSpPr>
          <p:nvPr/>
        </p:nvSpPr>
        <p:spPr bwMode="auto">
          <a:xfrm>
            <a:off x="0" y="4122738"/>
            <a:ext cx="9144000" cy="0"/>
          </a:xfrm>
          <a:prstGeom prst="rect">
            <a:avLst/>
          </a:prstGeom>
          <a:noFill/>
          <a:ln>
            <a:noFill/>
          </a:ln>
        </p:spPr>
        <p:txBody>
          <a:bodyPr wrap="none" anchor="ctr">
            <a:spAutoFit/>
          </a:bodyPr>
          <a:lstStyle/>
          <a:p>
            <a:endParaRPr lang="zh-CN" altLang="en-US" sz="2400" b="0">
              <a:solidFill>
                <a:schemeClr val="tx1"/>
              </a:solidFill>
              <a:latin typeface="Times" panose="02020603050405020304" pitchFamily="18" charset="0"/>
              <a:ea typeface="宋体" panose="02010600030101010101" pitchFamily="2" charset="-122"/>
              <a:cs typeface="宋体" panose="02010600030101010101" pitchFamily="2" charset="-122"/>
            </a:endParaRPr>
          </a:p>
        </p:txBody>
      </p:sp>
      <p:sp>
        <p:nvSpPr>
          <p:cNvPr id="100356" name="Rectangle 202"/>
          <p:cNvSpPr>
            <a:spLocks noChangeArrowheads="1"/>
          </p:cNvSpPr>
          <p:nvPr/>
        </p:nvSpPr>
        <p:spPr bwMode="auto">
          <a:xfrm>
            <a:off x="0" y="88900"/>
            <a:ext cx="5826125" cy="530225"/>
          </a:xfrm>
          <a:prstGeom prst="rect">
            <a:avLst/>
          </a:prstGeom>
          <a:noFill/>
          <a:ln>
            <a:noFill/>
          </a:ln>
        </p:spPr>
        <p:txBody>
          <a:bodyPr wrap="none">
            <a:spAutoFit/>
          </a:bodyPr>
          <a:lstStyle/>
          <a:p>
            <a:pPr marL="342900" indent="-342900" eaLnBrk="1" hangingPunct="1">
              <a:lnSpc>
                <a:spcPct val="90000"/>
              </a:lnSpc>
              <a:spcBef>
                <a:spcPct val="50000"/>
              </a:spcBef>
            </a:pPr>
            <a:r>
              <a:rPr lang="en-US" altLang="zh-CN" sz="3200">
                <a:solidFill>
                  <a:srgbClr val="990000"/>
                </a:solidFill>
              </a:rPr>
              <a:t>5.</a:t>
            </a:r>
            <a:r>
              <a:rPr lang="zh-CN" altLang="en-US" sz="3200">
                <a:solidFill>
                  <a:srgbClr val="990000"/>
                </a:solidFill>
              </a:rPr>
              <a:t>大中取小法（最小遗憾原则）</a:t>
            </a:r>
            <a:endParaRPr lang="zh-CN" altLang="en-US" sz="3200">
              <a:solidFill>
                <a:srgbClr val="990000"/>
              </a:solidFill>
            </a:endParaRPr>
          </a:p>
        </p:txBody>
      </p:sp>
      <p:sp>
        <p:nvSpPr>
          <p:cNvPr id="100357" name="Rectangle 245"/>
          <p:cNvSpPr>
            <a:spLocks noChangeArrowheads="1"/>
          </p:cNvSpPr>
          <p:nvPr/>
        </p:nvSpPr>
        <p:spPr bwMode="auto">
          <a:xfrm>
            <a:off x="241300" y="3241675"/>
            <a:ext cx="184150" cy="457200"/>
          </a:xfrm>
          <a:prstGeom prst="rect">
            <a:avLst/>
          </a:prstGeom>
          <a:noFill/>
          <a:ln>
            <a:noFill/>
          </a:ln>
        </p:spPr>
        <p:txBody>
          <a:bodyPr wrap="none" anchor="ctr">
            <a:spAutoFit/>
          </a:bodyPr>
          <a:lstStyle/>
          <a:p>
            <a:endParaRPr lang="zh-CN" altLang="en-US" sz="2400" b="0">
              <a:solidFill>
                <a:schemeClr val="tx1"/>
              </a:solidFill>
              <a:latin typeface="Times" panose="02020603050405020304" pitchFamily="18" charset="0"/>
              <a:ea typeface="宋体" panose="02010600030101010101" pitchFamily="2" charset="-122"/>
              <a:cs typeface="宋体" panose="02010600030101010101" pitchFamily="2" charset="-122"/>
            </a:endParaRPr>
          </a:p>
        </p:txBody>
      </p:sp>
      <p:graphicFrame>
        <p:nvGraphicFramePr>
          <p:cNvPr id="965878" name="Group 246"/>
          <p:cNvGraphicFramePr>
            <a:graphicFrameLocks noGrp="1"/>
          </p:cNvGraphicFramePr>
          <p:nvPr/>
        </p:nvGraphicFramePr>
        <p:xfrm>
          <a:off x="285750" y="1489075"/>
          <a:ext cx="8610600" cy="2933701"/>
        </p:xfrm>
        <a:graphic>
          <a:graphicData uri="http://schemas.openxmlformats.org/drawingml/2006/table">
            <a:tbl>
              <a:tblPr/>
              <a:tblGrid>
                <a:gridCol w="962025"/>
                <a:gridCol w="1030288"/>
                <a:gridCol w="1311275"/>
                <a:gridCol w="1135062"/>
                <a:gridCol w="1309688"/>
                <a:gridCol w="1379537"/>
                <a:gridCol w="1482725"/>
              </a:tblGrid>
              <a:tr h="593725">
                <a:tc rowSpan="2" gridSpan="2">
                  <a:txBody>
                    <a:bodyPr/>
                    <a:lstStyle/>
                    <a:p>
                      <a:pPr marL="0" marR="0" lvl="0" indent="266700" algn="l"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收益</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hMerge="1">
                  <a:tcPr/>
                </a:tc>
                <a:tc gridSpan="4">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销           量</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最大</a:t>
                      </a:r>
                      <a:endParaRPr kumimoji="0" lang="zh-CN" altLang="en-US" sz="2800" b="1" i="0" u="none" strike="noStrike" cap="none" normalizeH="0" baseline="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后悔值</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9438">
                <a:tc vMerge="1" gridSpan="2">
                  <a:tcPr/>
                </a:tc>
                <a:tc vMerge="1"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大</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一般</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较低</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很低</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r h="587375">
                <a:tc rowSpan="3">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方案</a:t>
                      </a:r>
                      <a:endParaRPr kumimoji="0" lang="zh-CN" altLang="en-US"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1</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600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400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-150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750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69913">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2</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800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350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-100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-300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1100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03250">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3</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400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250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90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0000FF"/>
                          </a:solidFill>
                          <a:effectLst/>
                          <a:latin typeface="Calibri" panose="020F0502020204030204" charset="0"/>
                          <a:ea typeface="宋体" panose="02010600030101010101" pitchFamily="2" charset="-122"/>
                          <a:cs typeface="Times New Roman" panose="02020603050405020304" pitchFamily="18" charset="0"/>
                        </a:rPr>
                        <a:t>50</a:t>
                      </a:r>
                      <a:endParaRPr kumimoji="0" lang="en-US" altLang="zh-CN" sz="2800" b="1" i="0" u="none" strike="noStrike" cap="none" normalizeH="0" baseline="0">
                        <a:ln>
                          <a:noFill/>
                        </a:ln>
                        <a:solidFill>
                          <a:srgbClr val="0000FF"/>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800" b="1" i="0" u="none" strike="noStrike" cap="none" normalizeH="0" baseline="0">
                          <a:ln>
                            <a:noFill/>
                          </a:ln>
                          <a:solidFill>
                            <a:srgbClr val="800000"/>
                          </a:solidFill>
                          <a:effectLst/>
                          <a:latin typeface="Calibri" panose="020F0502020204030204" charset="0"/>
                          <a:ea typeface="宋体" panose="02010600030101010101" pitchFamily="2" charset="-122"/>
                          <a:cs typeface="Times New Roman" panose="02020603050405020304" pitchFamily="18" charset="0"/>
                        </a:rPr>
                        <a:t>350</a:t>
                      </a:r>
                      <a:endParaRPr kumimoji="0" lang="en-US" altLang="zh-CN" sz="2800" b="1" i="0" u="none" strike="noStrike" cap="none" normalizeH="0" baseline="0">
                        <a:ln>
                          <a:noFill/>
                        </a:ln>
                        <a:solidFill>
                          <a:srgbClr val="800000"/>
                        </a:solidFill>
                        <a:effectLst/>
                        <a:latin typeface="Times"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00399" name="Rectangle 287"/>
          <p:cNvSpPr>
            <a:spLocks noChangeArrowheads="1"/>
          </p:cNvSpPr>
          <p:nvPr/>
        </p:nvSpPr>
        <p:spPr bwMode="auto">
          <a:xfrm>
            <a:off x="241300" y="4630738"/>
            <a:ext cx="184150" cy="457200"/>
          </a:xfrm>
          <a:prstGeom prst="rect">
            <a:avLst/>
          </a:prstGeom>
          <a:noFill/>
          <a:ln>
            <a:noFill/>
          </a:ln>
        </p:spPr>
        <p:txBody>
          <a:bodyPr wrap="none" anchor="ctr">
            <a:spAutoFit/>
          </a:bodyPr>
          <a:lstStyle/>
          <a:p>
            <a:endParaRPr lang="zh-CN" altLang="en-US" sz="2400" b="0">
              <a:solidFill>
                <a:schemeClr val="tx1"/>
              </a:solidFill>
              <a:latin typeface="Times" panose="02020603050405020304" pitchFamily="18" charset="0"/>
              <a:ea typeface="宋体" panose="02010600030101010101" pitchFamily="2" charset="-122"/>
              <a:cs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r>
              <a:rPr kumimoji="1" lang="zh-CN" altLang="en-US" sz="3200" b="0">
                <a:latin typeface="Arial" panose="020B0604020202020204" pitchFamily="34" charset="0"/>
                <a:ea typeface="楷体_GB2312" charset="0"/>
                <a:cs typeface="楷体_GB2312" charset="0"/>
              </a:rPr>
              <a:t>风险</a:t>
            </a:r>
            <a:endParaRPr kumimoji="1" lang="zh-CN" altLang="en-US" sz="3200" b="0">
              <a:latin typeface="Arial" panose="020B0604020202020204" pitchFamily="34" charset="0"/>
              <a:ea typeface="楷体_GB2312" charset="0"/>
              <a:cs typeface="楷体_GB2312" charset="0"/>
            </a:endParaRPr>
          </a:p>
        </p:txBody>
      </p:sp>
      <p:sp>
        <p:nvSpPr>
          <p:cNvPr id="101379" name="Rectangle 3"/>
          <p:cNvSpPr>
            <a:spLocks noGrp="1" noChangeArrowheads="1"/>
          </p:cNvSpPr>
          <p:nvPr>
            <p:ph type="body" idx="1"/>
          </p:nvPr>
        </p:nvSpPr>
        <p:spPr/>
        <p:txBody>
          <a:bodyPr/>
          <a:lstStyle/>
          <a:p>
            <a:pPr eaLnBrk="1" hangingPunct="1"/>
            <a:r>
              <a:rPr kumimoji="1" lang="zh-CN" altLang="en-US" b="0">
                <a:latin typeface="Arial" panose="020B0604020202020204" pitchFamily="34" charset="0"/>
                <a:ea typeface="宋体" panose="02010600030101010101" pitchFamily="2" charset="-122"/>
              </a:rPr>
              <a:t>风险</a:t>
            </a:r>
            <a:r>
              <a:rPr kumimoji="1" lang="en-US" altLang="zh-CN" b="0">
                <a:latin typeface="Arial" panose="020B0604020202020204" pitchFamily="34" charset="0"/>
                <a:ea typeface="宋体" panose="02010600030101010101" pitchFamily="2" charset="-122"/>
              </a:rPr>
              <a:t>——</a:t>
            </a:r>
            <a:r>
              <a:rPr kumimoji="1" lang="zh-CN" altLang="en-US" b="0">
                <a:latin typeface="Arial" panose="020B0604020202020204" pitchFamily="34" charset="0"/>
                <a:ea typeface="宋体" panose="02010600030101010101" pitchFamily="2" charset="-122"/>
              </a:rPr>
              <a:t>对经济主体预期目标产生不利影响的可能性。</a:t>
            </a:r>
            <a:endParaRPr kumimoji="1" lang="zh-CN" altLang="en-US" b="0">
              <a:latin typeface="Arial" panose="020B0604020202020204" pitchFamily="34" charset="0"/>
              <a:ea typeface="宋体" panose="02010600030101010101" pitchFamily="2" charset="-122"/>
            </a:endParaRPr>
          </a:p>
          <a:p>
            <a:pPr eaLnBrk="1" hangingPunct="1"/>
            <a:r>
              <a:rPr kumimoji="1" lang="zh-CN" altLang="en-US" b="0">
                <a:latin typeface="Arial" panose="020B0604020202020204" pitchFamily="34" charset="0"/>
                <a:ea typeface="宋体" panose="02010600030101010101" pitchFamily="2" charset="-122"/>
              </a:rPr>
              <a:t>风险是一种不确定性</a:t>
            </a:r>
            <a:endParaRPr kumimoji="1" lang="zh-CN" altLang="en-US" b="0">
              <a:latin typeface="Arial" panose="020B0604020202020204" pitchFamily="34" charset="0"/>
              <a:ea typeface="宋体" panose="02010600030101010101" pitchFamily="2" charset="-122"/>
            </a:endParaRPr>
          </a:p>
          <a:p>
            <a:pPr eaLnBrk="1" hangingPunct="1"/>
            <a:r>
              <a:rPr kumimoji="1" lang="zh-CN" altLang="en-US" b="0">
                <a:latin typeface="Arial" panose="020B0604020202020204" pitchFamily="34" charset="0"/>
                <a:ea typeface="宋体" panose="02010600030101010101" pitchFamily="2" charset="-122"/>
              </a:rPr>
              <a:t>风险是潜在的损失或者损害</a:t>
            </a:r>
            <a:endParaRPr kumimoji="1" lang="zh-CN" altLang="en-US" b="0">
              <a:latin typeface="Arial" panose="020B0604020202020204" pitchFamily="34" charset="0"/>
              <a:ea typeface="宋体" panose="02010600030101010101" pitchFamily="2" charset="-122"/>
            </a:endParaRPr>
          </a:p>
          <a:p>
            <a:pPr eaLnBrk="1" hangingPunct="1"/>
            <a:r>
              <a:rPr kumimoji="1" lang="zh-CN" altLang="en-US" b="0">
                <a:latin typeface="Arial" panose="020B0604020202020204" pitchFamily="34" charset="0"/>
                <a:ea typeface="宋体" panose="02010600030101010101" pitchFamily="2" charset="-122"/>
              </a:rPr>
              <a:t>风险是实际结果与预期目标之间的差异</a:t>
            </a:r>
            <a:endParaRPr kumimoji="1" lang="zh-CN" altLang="en-US" b="0">
              <a:latin typeface="Arial" panose="020B0604020202020204" pitchFamily="34" charset="0"/>
              <a:ea typeface="宋体" panose="02010600030101010101" pitchFamily="2" charset="-122"/>
            </a:endParaRPr>
          </a:p>
          <a:p>
            <a:pPr eaLnBrk="1" hangingPunct="1"/>
            <a:r>
              <a:rPr kumimoji="1" lang="zh-CN" altLang="en-US" b="0">
                <a:latin typeface="Arial" panose="020B0604020202020204" pitchFamily="34" charset="0"/>
                <a:ea typeface="宋体" panose="02010600030101010101" pitchFamily="2" charset="-122"/>
              </a:rPr>
              <a:t>风险一定涉及选择</a:t>
            </a:r>
            <a:endParaRPr kumimoji="1" lang="zh-CN" altLang="en-US" b="0">
              <a:latin typeface="Arial" panose="020B0604020202020204" pitchFamily="34" charset="0"/>
              <a:ea typeface="宋体" panose="02010600030101010101" pitchFamily="2" charset="-122"/>
            </a:endParaRPr>
          </a:p>
          <a:p>
            <a:pPr eaLnBrk="1" hangingPunct="1"/>
            <a:r>
              <a:rPr kumimoji="1" lang="zh-CN" altLang="en-US" b="0">
                <a:latin typeface="Arial" panose="020B0604020202020204" pitchFamily="34" charset="0"/>
                <a:ea typeface="宋体" panose="02010600030101010101" pitchFamily="2" charset="-122"/>
              </a:rPr>
              <a:t>风险是相对于经济主体而言</a:t>
            </a:r>
            <a:endParaRPr kumimoji="1" lang="zh-CN" altLang="en-US" b="0">
              <a:latin typeface="Arial" panose="020B0604020202020204" pitchFamily="34" charset="0"/>
              <a:ea typeface="宋体" panose="02010600030101010101" pitchFamily="2" charset="-122"/>
            </a:endParaRPr>
          </a:p>
          <a:p>
            <a:pPr eaLnBrk="1" hangingPunct="1"/>
            <a:endParaRPr lang="zh-CN" altLang="en-US">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txBox="1">
            <a:spLocks noChangeArrowheads="1"/>
          </p:cNvSpPr>
          <p:nvPr/>
        </p:nvSpPr>
        <p:spPr>
          <a:xfrm>
            <a:off x="406400" y="228600"/>
            <a:ext cx="7772400" cy="1143000"/>
          </a:xfrm>
          <a:prstGeom prst="rect">
            <a:avLst/>
          </a:prstGeom>
          <a:noFill/>
        </p:spPr>
        <p:txBody>
          <a:bodyPr anchor="b"/>
          <a:lstStyle/>
          <a:p>
            <a:pPr eaLnBrk="1" hangingPunct="1">
              <a:defRPr/>
            </a:pPr>
            <a:r>
              <a:rPr lang="en-AU" altLang="zh-CN" sz="3600" kern="0">
                <a:solidFill>
                  <a:srgbClr val="990000"/>
                </a:solidFill>
                <a:latin typeface="+mj-lt"/>
                <a:ea typeface="+mj-ea"/>
                <a:cs typeface="+mj-cs"/>
              </a:rPr>
              <a:t>Sources of Project Risk</a:t>
            </a:r>
            <a:endParaRPr lang="en-AU" altLang="zh-CN" sz="3600" kern="0">
              <a:solidFill>
                <a:srgbClr val="990000"/>
              </a:solidFill>
              <a:latin typeface="+mj-lt"/>
              <a:ea typeface="+mj-ea"/>
              <a:cs typeface="+mj-cs"/>
            </a:endParaRPr>
          </a:p>
        </p:txBody>
      </p:sp>
      <p:sp>
        <p:nvSpPr>
          <p:cNvPr id="3" name="Rectangle 5"/>
          <p:cNvSpPr txBox="1">
            <a:spLocks noChangeArrowheads="1"/>
          </p:cNvSpPr>
          <p:nvPr/>
        </p:nvSpPr>
        <p:spPr>
          <a:xfrm>
            <a:off x="457200" y="1643063"/>
            <a:ext cx="8178800" cy="4171950"/>
          </a:xfrm>
          <a:prstGeom prst="rect">
            <a:avLst/>
          </a:prstGeom>
          <a:noFill/>
        </p:spPr>
        <p:txBody>
          <a:bodyPr/>
          <a:lstStyle>
            <a:lvl1pPr marL="342900" indent="-342900">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spcBef>
                <a:spcPct val="20000"/>
              </a:spcBef>
              <a:buFontTx/>
              <a:buChar char="•"/>
            </a:pPr>
            <a:r>
              <a:rPr lang="en-AU" altLang="zh-CN" sz="3200">
                <a:solidFill>
                  <a:srgbClr val="000000"/>
                </a:solidFill>
                <a:ea typeface="宋体" panose="02010600030101010101" pitchFamily="2" charset="-122"/>
                <a:cs typeface="宋体" panose="02010600030101010101" pitchFamily="2" charset="-122"/>
              </a:rPr>
              <a:t>Economic circumstances</a:t>
            </a:r>
            <a:endParaRPr lang="en-AU" altLang="zh-CN" sz="3200">
              <a:solidFill>
                <a:srgbClr val="000000"/>
              </a:solidFill>
              <a:ea typeface="宋体" panose="02010600030101010101" pitchFamily="2" charset="-122"/>
              <a:cs typeface="宋体" panose="02010600030101010101" pitchFamily="2" charset="-122"/>
            </a:endParaRPr>
          </a:p>
          <a:p>
            <a:pPr eaLnBrk="1" hangingPunct="1">
              <a:spcBef>
                <a:spcPct val="20000"/>
              </a:spcBef>
              <a:buFontTx/>
              <a:buChar char="•"/>
            </a:pPr>
            <a:r>
              <a:rPr lang="en-AU" altLang="zh-CN" sz="3200">
                <a:solidFill>
                  <a:srgbClr val="000000"/>
                </a:solidFill>
                <a:ea typeface="宋体" panose="02010600030101010101" pitchFamily="2" charset="-122"/>
                <a:cs typeface="宋体" panose="02010600030101010101" pitchFamily="2" charset="-122"/>
              </a:rPr>
              <a:t>Natural events</a:t>
            </a:r>
            <a:endParaRPr lang="en-AU" altLang="zh-CN" sz="3200">
              <a:solidFill>
                <a:srgbClr val="000000"/>
              </a:solidFill>
              <a:ea typeface="宋体" panose="02010600030101010101" pitchFamily="2" charset="-122"/>
              <a:cs typeface="宋体" panose="02010600030101010101" pitchFamily="2" charset="-122"/>
            </a:endParaRPr>
          </a:p>
          <a:p>
            <a:pPr eaLnBrk="1" hangingPunct="1">
              <a:spcBef>
                <a:spcPct val="20000"/>
              </a:spcBef>
              <a:buFontTx/>
              <a:buChar char="•"/>
            </a:pPr>
            <a:r>
              <a:rPr lang="en-AU" altLang="zh-CN" sz="3200">
                <a:solidFill>
                  <a:srgbClr val="000000"/>
                </a:solidFill>
                <a:ea typeface="宋体" panose="02010600030101010101" pitchFamily="2" charset="-122"/>
                <a:cs typeface="宋体" panose="02010600030101010101" pitchFamily="2" charset="-122"/>
              </a:rPr>
              <a:t>Political circumstances</a:t>
            </a:r>
            <a:endParaRPr lang="en-AU" altLang="zh-CN" sz="3200">
              <a:solidFill>
                <a:srgbClr val="000000"/>
              </a:solidFill>
              <a:ea typeface="宋体" panose="02010600030101010101" pitchFamily="2" charset="-122"/>
              <a:cs typeface="宋体" panose="02010600030101010101" pitchFamily="2" charset="-122"/>
            </a:endParaRPr>
          </a:p>
          <a:p>
            <a:pPr eaLnBrk="1" hangingPunct="1">
              <a:spcBef>
                <a:spcPct val="20000"/>
              </a:spcBef>
              <a:buFontTx/>
              <a:buChar char="•"/>
            </a:pPr>
            <a:r>
              <a:rPr lang="en-AU" altLang="zh-CN" sz="3200">
                <a:solidFill>
                  <a:srgbClr val="000000"/>
                </a:solidFill>
                <a:ea typeface="宋体" panose="02010600030101010101" pitchFamily="2" charset="-122"/>
                <a:cs typeface="宋体" panose="02010600030101010101" pitchFamily="2" charset="-122"/>
              </a:rPr>
              <a:t>Technology and technical issues</a:t>
            </a:r>
            <a:endParaRPr lang="en-AU" altLang="zh-CN" sz="3200">
              <a:solidFill>
                <a:srgbClr val="000000"/>
              </a:solidFill>
              <a:ea typeface="宋体" panose="02010600030101010101" pitchFamily="2" charset="-122"/>
              <a:cs typeface="宋体" panose="02010600030101010101" pitchFamily="2" charset="-122"/>
            </a:endParaRPr>
          </a:p>
          <a:p>
            <a:pPr eaLnBrk="1" hangingPunct="1">
              <a:spcBef>
                <a:spcPct val="20000"/>
              </a:spcBef>
              <a:buFontTx/>
              <a:buChar char="•"/>
            </a:pPr>
            <a:r>
              <a:rPr lang="en-AU" altLang="zh-CN" sz="3200">
                <a:solidFill>
                  <a:srgbClr val="000000"/>
                </a:solidFill>
                <a:ea typeface="宋体" panose="02010600030101010101" pitchFamily="2" charset="-122"/>
                <a:cs typeface="宋体" panose="02010600030101010101" pitchFamily="2" charset="-122"/>
              </a:rPr>
              <a:t>Management activities and controls</a:t>
            </a:r>
            <a:endParaRPr lang="en-AU" altLang="zh-CN" sz="3200">
              <a:solidFill>
                <a:srgbClr val="000000"/>
              </a:solidFill>
              <a:ea typeface="宋体" panose="02010600030101010101" pitchFamily="2" charset="-122"/>
              <a:cs typeface="宋体" panose="02010600030101010101" pitchFamily="2" charset="-122"/>
            </a:endParaRPr>
          </a:p>
          <a:p>
            <a:pPr eaLnBrk="1" hangingPunct="1">
              <a:spcBef>
                <a:spcPct val="20000"/>
              </a:spcBef>
              <a:buFontTx/>
              <a:buChar char="•"/>
            </a:pPr>
            <a:r>
              <a:rPr lang="en-AU" altLang="zh-CN" sz="3200">
                <a:solidFill>
                  <a:srgbClr val="000000"/>
                </a:solidFill>
                <a:ea typeface="宋体" panose="02010600030101010101" pitchFamily="2" charset="-122"/>
                <a:cs typeface="宋体" panose="02010600030101010101" pitchFamily="2" charset="-122"/>
              </a:rPr>
              <a:t>Individual activities</a:t>
            </a:r>
            <a:endParaRPr lang="en-AU" altLang="zh-CN" sz="3200">
              <a:solidFill>
                <a:srgbClr val="000000"/>
              </a:solidFill>
              <a:ea typeface="宋体" panose="02010600030101010101" pitchFamily="2" charset="-122"/>
              <a:cs typeface="宋体" panose="02010600030101010101" pitchFamily="2" charset="-122"/>
            </a:endParaRPr>
          </a:p>
          <a:p>
            <a:pPr eaLnBrk="1" hangingPunct="1">
              <a:spcBef>
                <a:spcPct val="20000"/>
              </a:spcBef>
              <a:buFontTx/>
              <a:buChar char="•"/>
            </a:pPr>
            <a:r>
              <a:rPr lang="en-AU" altLang="zh-CN" sz="3200">
                <a:solidFill>
                  <a:srgbClr val="000000"/>
                </a:solidFill>
                <a:ea typeface="宋体" panose="02010600030101010101" pitchFamily="2" charset="-122"/>
                <a:cs typeface="宋体" panose="02010600030101010101" pitchFamily="2" charset="-122"/>
              </a:rPr>
              <a:t>Commercial and legal relationships</a:t>
            </a:r>
            <a:endParaRPr lang="en-AU" altLang="zh-CN" sz="3200">
              <a:solidFill>
                <a:srgbClr val="000000"/>
              </a:solidFill>
              <a:ea typeface="宋体" panose="02010600030101010101" pitchFamily="2" charset="-122"/>
              <a:cs typeface="宋体" panose="02010600030101010101" pitchFamily="2" charset="-122"/>
            </a:endParaRPr>
          </a:p>
          <a:p>
            <a:pPr eaLnBrk="1" hangingPunct="1">
              <a:spcBef>
                <a:spcPct val="20000"/>
              </a:spcBef>
              <a:buFontTx/>
              <a:buChar char="•"/>
            </a:pPr>
            <a:r>
              <a:rPr lang="en-AU" altLang="zh-CN" sz="3200">
                <a:solidFill>
                  <a:srgbClr val="000000"/>
                </a:solidFill>
                <a:ea typeface="宋体" panose="02010600030101010101" pitchFamily="2" charset="-122"/>
                <a:cs typeface="宋体" panose="02010600030101010101" pitchFamily="2" charset="-122"/>
              </a:rPr>
              <a:t>Human behaviour</a:t>
            </a:r>
            <a:endParaRPr lang="en-AU" altLang="zh-CN" sz="3200">
              <a:solidFill>
                <a:srgbClr val="000000"/>
              </a:solidFill>
              <a:ea typeface="宋体" panose="02010600030101010101" pitchFamily="2" charset="-122"/>
              <a:cs typeface="宋体" panose="02010600030101010101" pitchFamily="2" charset="-122"/>
            </a:endParaRPr>
          </a:p>
          <a:p>
            <a:pPr eaLnBrk="1" hangingPunct="1">
              <a:spcBef>
                <a:spcPct val="20000"/>
              </a:spcBef>
              <a:buFontTx/>
              <a:buChar char="•"/>
            </a:pPr>
            <a:endParaRPr lang="en-AU" altLang="zh-CN" sz="3200">
              <a:solidFill>
                <a:srgbClr val="000000"/>
              </a:solidFill>
              <a:ea typeface="宋体" panose="02010600030101010101" pitchFamily="2" charset="-122"/>
              <a:cs typeface="宋体" panose="02010600030101010101" pitchFamily="2" charset="-122"/>
            </a:endParaRPr>
          </a:p>
          <a:p>
            <a:pPr eaLnBrk="1" hangingPunct="1">
              <a:spcBef>
                <a:spcPct val="20000"/>
              </a:spcBef>
              <a:buFontTx/>
              <a:buChar char="•"/>
            </a:pPr>
            <a:endParaRPr lang="en-AU" altLang="zh-CN" sz="3200">
              <a:solidFill>
                <a:srgbClr val="000000"/>
              </a:solidFill>
              <a:ea typeface="宋体" panose="02010600030101010101" pitchFamily="2" charset="-122"/>
              <a:cs typeface="宋体" panose="02010600030101010101" pitchFamily="2" charset="-122"/>
            </a:endParaRPr>
          </a:p>
        </p:txBody>
      </p:sp>
      <p:sp>
        <p:nvSpPr>
          <p:cNvPr id="102404" name="Text Box 6"/>
          <p:cNvSpPr txBox="1">
            <a:spLocks noChangeArrowheads="1"/>
          </p:cNvSpPr>
          <p:nvPr/>
        </p:nvSpPr>
        <p:spPr bwMode="auto">
          <a:xfrm>
            <a:off x="6135688" y="3362325"/>
            <a:ext cx="184150" cy="366713"/>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endParaRPr lang="zh-CN" altLang="en-US" sz="1800" b="0">
              <a:solidFill>
                <a:schemeClr val="tx1"/>
              </a:solidFill>
            </a:endParaRPr>
          </a:p>
        </p:txBody>
      </p: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8"/>
          <p:cNvSpPr>
            <a:spLocks noRot="1" noChangeArrowheads="1"/>
          </p:cNvSpPr>
          <p:nvPr/>
        </p:nvSpPr>
        <p:spPr bwMode="auto">
          <a:xfrm>
            <a:off x="2268538" y="188913"/>
            <a:ext cx="4175125" cy="998537"/>
          </a:xfrm>
          <a:prstGeom prst="rect">
            <a:avLst/>
          </a:prstGeom>
          <a:noFill/>
          <a:ln>
            <a:noFill/>
          </a:ln>
        </p:spPr>
        <p:txBody>
          <a:bodyPr anchor="ctr"/>
          <a:lstStyle/>
          <a:p>
            <a:pPr algn="dist" eaLnBrk="1" hangingPunct="1">
              <a:lnSpc>
                <a:spcPct val="90000"/>
              </a:lnSpc>
              <a:spcBef>
                <a:spcPct val="50000"/>
              </a:spcBef>
              <a:buFontTx/>
              <a:buChar char="•"/>
            </a:pPr>
            <a:r>
              <a:rPr lang="zh-CN" altLang="en-US" sz="4800">
                <a:solidFill>
                  <a:srgbClr val="990000"/>
                </a:solidFill>
                <a:latin typeface="方正舒体" panose="02010601030101010101" charset="-122"/>
                <a:ea typeface="方正舒体" panose="02010601030101010101" charset="-122"/>
                <a:cs typeface="方正舒体" panose="02010601030101010101" charset="-122"/>
              </a:rPr>
              <a:t>点击时事</a:t>
            </a:r>
            <a:endParaRPr lang="en-US" altLang="zh-CN" sz="4800">
              <a:solidFill>
                <a:srgbClr val="990000"/>
              </a:solidFill>
              <a:latin typeface="方正舒体" panose="02010601030101010101" charset="-122"/>
              <a:ea typeface="方正舒体" panose="02010601030101010101" charset="-122"/>
              <a:cs typeface="方正舒体" panose="02010601030101010101" charset="-122"/>
            </a:endParaRPr>
          </a:p>
        </p:txBody>
      </p:sp>
      <p:sp>
        <p:nvSpPr>
          <p:cNvPr id="3" name="Rectangle 9"/>
          <p:cNvSpPr txBox="1">
            <a:spLocks noRot="1" noChangeArrowheads="1"/>
          </p:cNvSpPr>
          <p:nvPr/>
        </p:nvSpPr>
        <p:spPr>
          <a:xfrm>
            <a:off x="142875" y="1484313"/>
            <a:ext cx="8678863" cy="587375"/>
          </a:xfrm>
          <a:prstGeom prst="rect">
            <a:avLst/>
          </a:prstGeom>
          <a:noFill/>
        </p:spPr>
        <p:txBody>
          <a:bodyPr/>
          <a:lstStyle>
            <a:lvl1pPr marL="631825" indent="-457200">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spcBef>
                <a:spcPct val="20000"/>
              </a:spcBef>
              <a:buFont typeface="Wingdings" panose="05000000000000000000" charset="0"/>
              <a:buChar char="l"/>
            </a:pPr>
            <a:r>
              <a:rPr lang="zh-CN" altLang="en-US" sz="2800">
                <a:solidFill>
                  <a:srgbClr val="000000"/>
                </a:solidFill>
                <a:ea typeface="宋体" panose="02010600030101010101" pitchFamily="2" charset="-122"/>
                <a:cs typeface="宋体" panose="02010600030101010101" pitchFamily="2" charset="-122"/>
              </a:rPr>
              <a:t>深圳同一地段</a:t>
            </a:r>
            <a:r>
              <a:rPr lang="en-US" altLang="zh-CN" sz="2800">
                <a:solidFill>
                  <a:srgbClr val="000000"/>
                </a:solidFill>
                <a:ea typeface="宋体" panose="02010600030101010101" pitchFamily="2" charset="-122"/>
                <a:cs typeface="宋体" panose="02010600030101010101" pitchFamily="2" charset="-122"/>
              </a:rPr>
              <a:t>1</a:t>
            </a:r>
            <a:r>
              <a:rPr lang="zh-CN" altLang="en-US" sz="2800">
                <a:solidFill>
                  <a:srgbClr val="000000"/>
                </a:solidFill>
                <a:ea typeface="宋体" panose="02010600030101010101" pitchFamily="2" charset="-122"/>
                <a:cs typeface="宋体" panose="02010600030101010101" pitchFamily="2" charset="-122"/>
              </a:rPr>
              <a:t>年内</a:t>
            </a:r>
            <a:r>
              <a:rPr lang="en-US" altLang="zh-CN" sz="2800">
                <a:solidFill>
                  <a:srgbClr val="000000"/>
                </a:solidFill>
                <a:ea typeface="宋体" panose="02010600030101010101" pitchFamily="2" charset="-122"/>
                <a:cs typeface="宋体" panose="02010600030101010101" pitchFamily="2" charset="-122"/>
              </a:rPr>
              <a:t>5</a:t>
            </a:r>
            <a:r>
              <a:rPr lang="zh-CN" altLang="en-US" sz="2800">
                <a:solidFill>
                  <a:srgbClr val="000000"/>
                </a:solidFill>
                <a:ea typeface="宋体" panose="02010600030101010101" pitchFamily="2" charset="-122"/>
                <a:cs typeface="宋体" panose="02010600030101010101" pitchFamily="2" charset="-122"/>
              </a:rPr>
              <a:t>次施工塌陷</a:t>
            </a:r>
            <a:endParaRPr lang="zh-CN" altLang="en-US" sz="2800">
              <a:solidFill>
                <a:srgbClr val="000000"/>
              </a:solidFill>
              <a:ea typeface="宋体" panose="02010600030101010101" pitchFamily="2" charset="-122"/>
              <a:cs typeface="宋体" panose="02010600030101010101" pitchFamily="2" charset="-122"/>
            </a:endParaRPr>
          </a:p>
        </p:txBody>
      </p:sp>
      <p:sp>
        <p:nvSpPr>
          <p:cNvPr id="4" name="矩形 3"/>
          <p:cNvSpPr/>
          <p:nvPr/>
        </p:nvSpPr>
        <p:spPr>
          <a:xfrm>
            <a:off x="142875" y="2071688"/>
            <a:ext cx="8715375" cy="1528762"/>
          </a:xfrm>
          <a:prstGeom prst="rect">
            <a:avLst/>
          </a:prstGeom>
        </p:spPr>
        <p:txBody>
          <a:bodyPr>
            <a:spAutoFit/>
          </a:bodyPr>
          <a:lstStyle/>
          <a:p>
            <a:pPr marL="177800" indent="-177800" eaLnBrk="1" hangingPunct="1">
              <a:lnSpc>
                <a:spcPts val="2500"/>
              </a:lnSpc>
              <a:spcBef>
                <a:spcPts val="600"/>
              </a:spcBef>
              <a:buFont typeface="Wingdings" panose="05000000000000000000" charset="0"/>
              <a:buChar char="Ø"/>
            </a:pPr>
            <a:r>
              <a:rPr lang="zh-CN" altLang="en-US" sz="2600">
                <a:solidFill>
                  <a:srgbClr val="000000"/>
                </a:solidFill>
                <a:latin typeface="华文新魏" panose="02010800040101010101" charset="-122"/>
                <a:ea typeface="华文新魏" panose="02010800040101010101" charset="-122"/>
                <a:cs typeface="华文新魏" panose="02010800040101010101" charset="-122"/>
              </a:rPr>
              <a:t> </a:t>
            </a:r>
            <a:r>
              <a:rPr lang="en-US" altLang="zh-CN" sz="2600">
                <a:solidFill>
                  <a:srgbClr val="000000"/>
                </a:solidFill>
                <a:latin typeface="华文新魏" panose="02010800040101010101" charset="-122"/>
                <a:ea typeface="华文新魏" panose="02010800040101010101" charset="-122"/>
                <a:cs typeface="华文新魏" panose="02010800040101010101" charset="-122"/>
              </a:rPr>
              <a:t>10</a:t>
            </a:r>
            <a:r>
              <a:rPr lang="zh-CN" altLang="en-US" sz="2600">
                <a:solidFill>
                  <a:srgbClr val="000000"/>
                </a:solidFill>
                <a:latin typeface="华文新魏" panose="02010800040101010101" charset="-122"/>
                <a:ea typeface="华文新魏" panose="02010800040101010101" charset="-122"/>
                <a:cs typeface="华文新魏" panose="02010800040101010101" charset="-122"/>
              </a:rPr>
              <a:t>月</a:t>
            </a:r>
            <a:r>
              <a:rPr lang="en-US" altLang="zh-CN" sz="2600">
                <a:solidFill>
                  <a:srgbClr val="000000"/>
                </a:solidFill>
                <a:latin typeface="华文新魏" panose="02010800040101010101" charset="-122"/>
                <a:ea typeface="华文新魏" panose="02010800040101010101" charset="-122"/>
                <a:cs typeface="华文新魏" panose="02010800040101010101" charset="-122"/>
              </a:rPr>
              <a:t>30</a:t>
            </a:r>
            <a:r>
              <a:rPr lang="zh-CN" altLang="en-US" sz="2600">
                <a:solidFill>
                  <a:srgbClr val="000000"/>
                </a:solidFill>
                <a:latin typeface="华文新魏" panose="02010800040101010101" charset="-122"/>
                <a:ea typeface="华文新魏" panose="02010800040101010101" charset="-122"/>
                <a:cs typeface="华文新魏" panose="02010800040101010101" charset="-122"/>
              </a:rPr>
              <a:t>日上午</a:t>
            </a:r>
            <a:r>
              <a:rPr lang="en-US" altLang="zh-CN" sz="2600">
                <a:solidFill>
                  <a:srgbClr val="000000"/>
                </a:solidFill>
                <a:latin typeface="华文新魏" panose="02010800040101010101" charset="-122"/>
                <a:ea typeface="华文新魏" panose="02010800040101010101" charset="-122"/>
                <a:cs typeface="华文新魏" panose="02010800040101010101" charset="-122"/>
              </a:rPr>
              <a:t>9</a:t>
            </a:r>
            <a:r>
              <a:rPr lang="zh-CN" altLang="en-US" sz="2600">
                <a:solidFill>
                  <a:srgbClr val="000000"/>
                </a:solidFill>
                <a:latin typeface="华文新魏" panose="02010800040101010101" charset="-122"/>
                <a:ea typeface="华文新魏" panose="02010800040101010101" charset="-122"/>
                <a:cs typeface="华文新魏" panose="02010800040101010101" charset="-122"/>
              </a:rPr>
              <a:t>时</a:t>
            </a:r>
            <a:r>
              <a:rPr lang="en-US" altLang="zh-CN" sz="2600">
                <a:solidFill>
                  <a:srgbClr val="000000"/>
                </a:solidFill>
                <a:latin typeface="华文新魏" panose="02010800040101010101" charset="-122"/>
                <a:ea typeface="华文新魏" panose="02010800040101010101" charset="-122"/>
                <a:cs typeface="华文新魏" panose="02010800040101010101" charset="-122"/>
              </a:rPr>
              <a:t>20</a:t>
            </a:r>
            <a:r>
              <a:rPr lang="zh-CN" altLang="en-US" sz="2600">
                <a:solidFill>
                  <a:srgbClr val="000000"/>
                </a:solidFill>
                <a:latin typeface="华文新魏" panose="02010800040101010101" charset="-122"/>
                <a:ea typeface="华文新魏" panose="02010800040101010101" charset="-122"/>
                <a:cs typeface="华文新魏" panose="02010800040101010101" charset="-122"/>
              </a:rPr>
              <a:t>分许，深圳梅林路与梅村路交汇处发生塌陷</a:t>
            </a:r>
            <a:endParaRPr lang="en-US" altLang="zh-CN" sz="2600">
              <a:solidFill>
                <a:srgbClr val="000000"/>
              </a:solidFill>
              <a:latin typeface="华文新魏" panose="02010800040101010101" charset="-122"/>
              <a:ea typeface="华文新魏" panose="02010800040101010101" charset="-122"/>
              <a:cs typeface="华文新魏" panose="02010800040101010101" charset="-122"/>
            </a:endParaRPr>
          </a:p>
          <a:p>
            <a:pPr marL="177800" indent="-177800" eaLnBrk="1" hangingPunct="1">
              <a:lnSpc>
                <a:spcPts val="2500"/>
              </a:lnSpc>
              <a:spcBef>
                <a:spcPts val="600"/>
              </a:spcBef>
              <a:buFont typeface="Arial" panose="020B0604020202020204" pitchFamily="34" charset="0"/>
              <a:buChar char="•"/>
            </a:pPr>
            <a:r>
              <a:rPr lang="zh-CN" altLang="en-US" sz="2600">
                <a:solidFill>
                  <a:srgbClr val="000000"/>
                </a:solidFill>
                <a:latin typeface="华文新魏" panose="02010800040101010101" charset="-122"/>
                <a:ea typeface="华文新魏" panose="02010800040101010101" charset="-122"/>
                <a:cs typeface="华文新魏" panose="02010800040101010101" charset="-122"/>
              </a:rPr>
              <a:t>形成一个长约</a:t>
            </a:r>
            <a:r>
              <a:rPr lang="en-US" altLang="zh-CN" sz="2600">
                <a:solidFill>
                  <a:srgbClr val="000000"/>
                </a:solidFill>
                <a:latin typeface="华文新魏" panose="02010800040101010101" charset="-122"/>
                <a:ea typeface="华文新魏" panose="02010800040101010101" charset="-122"/>
                <a:cs typeface="华文新魏" panose="02010800040101010101" charset="-122"/>
              </a:rPr>
              <a:t>15</a:t>
            </a:r>
            <a:r>
              <a:rPr lang="zh-CN" altLang="en-US" sz="2600">
                <a:solidFill>
                  <a:srgbClr val="000000"/>
                </a:solidFill>
                <a:latin typeface="华文新魏" panose="02010800040101010101" charset="-122"/>
                <a:ea typeface="华文新魏" panose="02010800040101010101" charset="-122"/>
                <a:cs typeface="华文新魏" panose="02010800040101010101" charset="-122"/>
              </a:rPr>
              <a:t>米，宽约</a:t>
            </a:r>
            <a:r>
              <a:rPr lang="en-US" altLang="zh-CN" sz="2600">
                <a:solidFill>
                  <a:srgbClr val="000000"/>
                </a:solidFill>
                <a:latin typeface="华文新魏" panose="02010800040101010101" charset="-122"/>
                <a:ea typeface="华文新魏" panose="02010800040101010101" charset="-122"/>
                <a:cs typeface="华文新魏" panose="02010800040101010101" charset="-122"/>
              </a:rPr>
              <a:t>10</a:t>
            </a:r>
            <a:r>
              <a:rPr lang="zh-CN" altLang="en-US" sz="2600">
                <a:solidFill>
                  <a:srgbClr val="000000"/>
                </a:solidFill>
                <a:latin typeface="华文新魏" panose="02010800040101010101" charset="-122"/>
                <a:ea typeface="华文新魏" panose="02010800040101010101" charset="-122"/>
                <a:cs typeface="华文新魏" panose="02010800040101010101" charset="-122"/>
              </a:rPr>
              <a:t>米，深约</a:t>
            </a:r>
            <a:r>
              <a:rPr lang="en-US" altLang="zh-CN" sz="2600">
                <a:solidFill>
                  <a:srgbClr val="000000"/>
                </a:solidFill>
                <a:latin typeface="华文新魏" panose="02010800040101010101" charset="-122"/>
                <a:ea typeface="华文新魏" panose="02010800040101010101" charset="-122"/>
                <a:cs typeface="华文新魏" panose="02010800040101010101" charset="-122"/>
              </a:rPr>
              <a:t>4</a:t>
            </a:r>
            <a:r>
              <a:rPr lang="zh-CN" altLang="en-US" sz="2600">
                <a:solidFill>
                  <a:srgbClr val="000000"/>
                </a:solidFill>
                <a:latin typeface="华文新魏" panose="02010800040101010101" charset="-122"/>
                <a:ea typeface="华文新魏" panose="02010800040101010101" charset="-122"/>
                <a:cs typeface="华文新魏" panose="02010800040101010101" charset="-122"/>
              </a:rPr>
              <a:t>米的大坑</a:t>
            </a:r>
            <a:endParaRPr lang="en-US" altLang="zh-CN" sz="2600">
              <a:solidFill>
                <a:srgbClr val="000000"/>
              </a:solidFill>
              <a:latin typeface="华文新魏" panose="02010800040101010101" charset="-122"/>
              <a:ea typeface="华文新魏" panose="02010800040101010101" charset="-122"/>
              <a:cs typeface="华文新魏" panose="02010800040101010101" charset="-122"/>
            </a:endParaRPr>
          </a:p>
          <a:p>
            <a:pPr marL="177800" indent="-177800" eaLnBrk="1" hangingPunct="1">
              <a:lnSpc>
                <a:spcPts val="2500"/>
              </a:lnSpc>
              <a:spcBef>
                <a:spcPts val="600"/>
              </a:spcBef>
              <a:buFont typeface="Arial" panose="020B0604020202020204" pitchFamily="34" charset="0"/>
              <a:buChar char="•"/>
            </a:pPr>
            <a:r>
              <a:rPr lang="zh-CN" altLang="en-US" sz="2600">
                <a:solidFill>
                  <a:srgbClr val="000000"/>
                </a:solidFill>
                <a:latin typeface="华文新魏" panose="02010800040101010101" charset="-122"/>
                <a:ea typeface="华文新魏" panose="02010800040101010101" charset="-122"/>
                <a:cs typeface="华文新魏" panose="02010800040101010101" charset="-122"/>
              </a:rPr>
              <a:t>广深港客运专线地下施工导致的第五次塌陷</a:t>
            </a:r>
            <a:endParaRPr lang="en-US" altLang="zh-CN" sz="2600">
              <a:solidFill>
                <a:srgbClr val="000000"/>
              </a:solidFill>
              <a:latin typeface="华文新魏" panose="02010800040101010101" charset="-122"/>
              <a:ea typeface="华文新魏" panose="02010800040101010101" charset="-122"/>
              <a:cs typeface="华文新魏" panose="02010800040101010101" charset="-122"/>
            </a:endParaRPr>
          </a:p>
        </p:txBody>
      </p:sp>
      <p:sp>
        <p:nvSpPr>
          <p:cNvPr id="5" name="矩形 4"/>
          <p:cNvSpPr/>
          <p:nvPr/>
        </p:nvSpPr>
        <p:spPr>
          <a:xfrm>
            <a:off x="142875" y="5861050"/>
            <a:ext cx="8715375" cy="425450"/>
          </a:xfrm>
          <a:prstGeom prst="rect">
            <a:avLst/>
          </a:prstGeom>
        </p:spPr>
        <p:txBody>
          <a:bodyPr>
            <a:spAutoFit/>
          </a:bodyPr>
          <a:lstStyle/>
          <a:p>
            <a:pPr marL="177800" indent="-177800" eaLnBrk="1" hangingPunct="1">
              <a:lnSpc>
                <a:spcPts val="2500"/>
              </a:lnSpc>
              <a:spcBef>
                <a:spcPts val="600"/>
              </a:spcBef>
              <a:buFont typeface="Wingdings" panose="05000000000000000000" charset="0"/>
              <a:buChar char="Ø"/>
            </a:pPr>
            <a:r>
              <a:rPr lang="zh-CN" altLang="en-US" sz="2600">
                <a:solidFill>
                  <a:srgbClr val="000000"/>
                </a:solidFill>
                <a:latin typeface="华文新魏" panose="02010800040101010101" charset="-122"/>
                <a:ea typeface="华文新魏" panose="02010800040101010101" charset="-122"/>
                <a:cs typeface="华文新魏" panose="02010800040101010101" charset="-122"/>
              </a:rPr>
              <a:t>繁华市区施工如何保安全</a:t>
            </a:r>
            <a:endParaRPr lang="zh-CN" altLang="en-US" sz="2600">
              <a:solidFill>
                <a:srgbClr val="000000"/>
              </a:solidFill>
              <a:latin typeface="华文新魏" panose="02010800040101010101" charset="-122"/>
              <a:ea typeface="华文新魏" panose="02010800040101010101" charset="-122"/>
              <a:cs typeface="华文新魏" panose="02010800040101010101" charset="-122"/>
            </a:endParaRPr>
          </a:p>
        </p:txBody>
      </p:sp>
      <p:sp>
        <p:nvSpPr>
          <p:cNvPr id="6" name="矩形 5"/>
          <p:cNvSpPr/>
          <p:nvPr/>
        </p:nvSpPr>
        <p:spPr>
          <a:xfrm>
            <a:off x="142875" y="3714750"/>
            <a:ext cx="8715375" cy="425450"/>
          </a:xfrm>
          <a:prstGeom prst="rect">
            <a:avLst/>
          </a:prstGeom>
        </p:spPr>
        <p:txBody>
          <a:bodyPr>
            <a:spAutoFit/>
          </a:bodyPr>
          <a:lstStyle/>
          <a:p>
            <a:pPr marL="177800" indent="-177800" eaLnBrk="1" hangingPunct="1">
              <a:lnSpc>
                <a:spcPts val="2500"/>
              </a:lnSpc>
              <a:spcBef>
                <a:spcPts val="600"/>
              </a:spcBef>
              <a:buFont typeface="Wingdings" panose="05000000000000000000" charset="0"/>
              <a:buChar char="Ø"/>
            </a:pPr>
            <a:r>
              <a:rPr lang="zh-CN" altLang="en-US" sz="2600">
                <a:solidFill>
                  <a:srgbClr val="000000"/>
                </a:solidFill>
                <a:latin typeface="华文新魏" panose="02010800040101010101" charset="-122"/>
                <a:ea typeface="华文新魏" panose="02010800040101010101" charset="-122"/>
                <a:cs typeface="华文新魏" panose="02010800040101010101" charset="-122"/>
              </a:rPr>
              <a:t>施工方早有预料要塌陷</a:t>
            </a:r>
            <a:endParaRPr lang="zh-CN" altLang="en-US" sz="2600">
              <a:solidFill>
                <a:srgbClr val="000000"/>
              </a:solidFill>
              <a:latin typeface="华文新魏" panose="02010800040101010101" charset="-122"/>
              <a:ea typeface="华文新魏" panose="02010800040101010101" charset="-122"/>
              <a:cs typeface="华文新魏" panose="02010800040101010101" charset="-122"/>
            </a:endParaRPr>
          </a:p>
        </p:txBody>
      </p:sp>
      <p:sp>
        <p:nvSpPr>
          <p:cNvPr id="7" name="矩形 6"/>
          <p:cNvSpPr/>
          <p:nvPr/>
        </p:nvSpPr>
        <p:spPr>
          <a:xfrm>
            <a:off x="214313" y="4184650"/>
            <a:ext cx="8572500" cy="1604963"/>
          </a:xfrm>
          <a:prstGeom prst="rect">
            <a:avLst/>
          </a:prstGeom>
        </p:spPr>
        <p:txBody>
          <a:bodyPr>
            <a:spAutoFit/>
          </a:bodyPr>
          <a:lstStyle/>
          <a:p>
            <a:pPr marL="450850" indent="-273050" eaLnBrk="1" hangingPunct="1">
              <a:lnSpc>
                <a:spcPts val="2500"/>
              </a:lnSpc>
              <a:spcBef>
                <a:spcPts val="600"/>
              </a:spcBef>
              <a:buFont typeface="Arial" panose="020B0604020202020204" pitchFamily="34" charset="0"/>
              <a:buChar char="•"/>
            </a:pPr>
            <a:r>
              <a:rPr lang="zh-CN" altLang="en-US" sz="2600">
                <a:solidFill>
                  <a:srgbClr val="000000"/>
                </a:solidFill>
                <a:latin typeface="华文新魏" panose="02010800040101010101" charset="-122"/>
                <a:ea typeface="华文新魏" panose="02010800040101010101" charset="-122"/>
                <a:cs typeface="华文新魏" panose="02010800040101010101" charset="-122"/>
              </a:rPr>
              <a:t>一天前，市交警部门突然对附近路段实施交通管制</a:t>
            </a:r>
            <a:endParaRPr lang="en-US" altLang="zh-CN" sz="2600">
              <a:solidFill>
                <a:srgbClr val="000000"/>
              </a:solidFill>
              <a:latin typeface="华文新魏" panose="02010800040101010101" charset="-122"/>
              <a:ea typeface="华文新魏" panose="02010800040101010101" charset="-122"/>
              <a:cs typeface="华文新魏" panose="02010800040101010101" charset="-122"/>
            </a:endParaRPr>
          </a:p>
          <a:p>
            <a:pPr marL="450850" indent="-273050" eaLnBrk="1" hangingPunct="1">
              <a:lnSpc>
                <a:spcPts val="2500"/>
              </a:lnSpc>
              <a:spcBef>
                <a:spcPts val="600"/>
              </a:spcBef>
              <a:buFont typeface="Arial" panose="020B0604020202020204" pitchFamily="34" charset="0"/>
              <a:buChar char="•"/>
            </a:pPr>
            <a:r>
              <a:rPr lang="zh-CN" altLang="en-US" sz="2600">
                <a:solidFill>
                  <a:srgbClr val="000000"/>
                </a:solidFill>
                <a:latin typeface="华文新魏" panose="02010800040101010101" charset="-122"/>
                <a:ea typeface="华文新魏" panose="02010800040101010101" charset="-122"/>
                <a:cs typeface="华文新魏" panose="02010800040101010101" charset="-122"/>
              </a:rPr>
              <a:t>一天后封闭路段就发生了坍塌</a:t>
            </a:r>
            <a:endParaRPr lang="en-US" altLang="zh-CN" sz="2600">
              <a:solidFill>
                <a:srgbClr val="000000"/>
              </a:solidFill>
              <a:latin typeface="华文新魏" panose="02010800040101010101" charset="-122"/>
              <a:ea typeface="华文新魏" panose="02010800040101010101" charset="-122"/>
              <a:cs typeface="华文新魏" panose="02010800040101010101" charset="-122"/>
            </a:endParaRPr>
          </a:p>
          <a:p>
            <a:pPr marL="450850" indent="-273050" eaLnBrk="1" hangingPunct="1">
              <a:lnSpc>
                <a:spcPts val="2500"/>
              </a:lnSpc>
              <a:spcBef>
                <a:spcPts val="600"/>
              </a:spcBef>
              <a:buFont typeface="Arial" panose="020B0604020202020204" pitchFamily="34" charset="0"/>
              <a:buChar char="•"/>
            </a:pPr>
            <a:r>
              <a:rPr lang="zh-CN" altLang="en-US" sz="2600">
                <a:solidFill>
                  <a:srgbClr val="000000"/>
                </a:solidFill>
                <a:latin typeface="华文新魏" panose="02010800040101010101" charset="-122"/>
                <a:ea typeface="华文新魏" panose="02010800040101010101" charset="-122"/>
                <a:cs typeface="华文新魏" panose="02010800040101010101" charset="-122"/>
              </a:rPr>
              <a:t>施工方：地质结构软硬不均导致塌陷</a:t>
            </a:r>
            <a:endParaRPr lang="en-US" altLang="zh-CN" sz="2600">
              <a:solidFill>
                <a:srgbClr val="000000"/>
              </a:solidFill>
              <a:latin typeface="华文新魏" panose="02010800040101010101" charset="-122"/>
              <a:ea typeface="华文新魏" panose="02010800040101010101" charset="-122"/>
              <a:cs typeface="华文新魏" panose="02010800040101010101" charset="-122"/>
            </a:endParaRPr>
          </a:p>
          <a:p>
            <a:pPr marL="450850" indent="-273050" eaLnBrk="1" hangingPunct="1">
              <a:lnSpc>
                <a:spcPts val="2500"/>
              </a:lnSpc>
              <a:spcBef>
                <a:spcPts val="600"/>
              </a:spcBef>
              <a:buFont typeface="Arial" panose="020B0604020202020204" pitchFamily="34" charset="0"/>
              <a:buChar char="•"/>
            </a:pPr>
            <a:r>
              <a:rPr lang="zh-CN" altLang="en-US" sz="2600">
                <a:solidFill>
                  <a:srgbClr val="000000"/>
                </a:solidFill>
                <a:latin typeface="华文新魏" panose="02010800040101010101" charset="-122"/>
                <a:ea typeface="华文新魏" panose="02010800040101010101" charset="-122"/>
                <a:cs typeface="华文新魏" panose="02010800040101010101" charset="-122"/>
              </a:rPr>
              <a:t>早有预料为何不加固作业？</a:t>
            </a:r>
            <a:endParaRPr lang="zh-CN" altLang="en-US" sz="2600">
              <a:solidFill>
                <a:srgbClr val="000000"/>
              </a:solidFill>
              <a:latin typeface="华文新魏" panose="02010800040101010101" charset="-122"/>
              <a:ea typeface="华文新魏" panose="02010800040101010101" charset="-122"/>
              <a:cs typeface="华文新魏" panose="02010800040101010101" charset="-122"/>
            </a:endParaRPr>
          </a:p>
        </p:txBody>
      </p:sp>
      <p:pic>
        <p:nvPicPr>
          <p:cNvPr id="8" name="图片 3" descr="http://photocdn.sohu.com/20111031/Img324033056.jpg"/>
          <p:cNvPicPr>
            <a:picLocks noChangeAspect="1" noChangeArrowheads="1"/>
          </p:cNvPicPr>
          <p:nvPr/>
        </p:nvPicPr>
        <p:blipFill>
          <a:blip r:embed="rId1" cstate="email">
            <a:extLst>
              <a:ext uri="{28A0092B-C50C-407E-A947-70E740481C1C}">
                <a14:useLocalDpi xmlns:a14="http://schemas.microsoft.com/office/drawing/2010/main" val="0"/>
              </a:ext>
            </a:extLst>
          </a:blip>
          <a:srcRect/>
          <a:stretch>
            <a:fillRect/>
          </a:stretch>
        </p:blipFill>
        <p:spPr bwMode="auto">
          <a:xfrm>
            <a:off x="1428750" y="3219450"/>
            <a:ext cx="4857750" cy="3638550"/>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8"/>
          <p:cNvSpPr>
            <a:spLocks noRot="1" noChangeArrowheads="1"/>
          </p:cNvSpPr>
          <p:nvPr/>
        </p:nvSpPr>
        <p:spPr bwMode="auto">
          <a:xfrm>
            <a:off x="2268538" y="188913"/>
            <a:ext cx="4175125" cy="998537"/>
          </a:xfrm>
          <a:prstGeom prst="rect">
            <a:avLst/>
          </a:prstGeom>
          <a:noFill/>
          <a:ln>
            <a:noFill/>
          </a:ln>
        </p:spPr>
        <p:txBody>
          <a:bodyPr anchor="ctr"/>
          <a:lstStyle/>
          <a:p>
            <a:pPr algn="dist" eaLnBrk="1" hangingPunct="1"/>
            <a:r>
              <a:rPr lang="zh-CN" altLang="en-US" sz="4800">
                <a:solidFill>
                  <a:srgbClr val="990000"/>
                </a:solidFill>
                <a:latin typeface="方正舒体" panose="02010601030101010101" charset="-122"/>
                <a:ea typeface="方正舒体" panose="02010601030101010101" charset="-122"/>
                <a:cs typeface="方正舒体" panose="02010601030101010101" charset="-122"/>
              </a:rPr>
              <a:t>点击时事</a:t>
            </a:r>
            <a:endParaRPr lang="en-US" altLang="zh-CN" sz="4800">
              <a:solidFill>
                <a:srgbClr val="990000"/>
              </a:solidFill>
              <a:latin typeface="方正舒体" panose="02010601030101010101" charset="-122"/>
              <a:ea typeface="方正舒体" panose="02010601030101010101" charset="-122"/>
              <a:cs typeface="方正舒体" panose="02010601030101010101" charset="-122"/>
            </a:endParaRPr>
          </a:p>
        </p:txBody>
      </p:sp>
      <p:sp>
        <p:nvSpPr>
          <p:cNvPr id="104451" name="Rectangle 9"/>
          <p:cNvSpPr>
            <a:spLocks noRot="1" noChangeArrowheads="1"/>
          </p:cNvSpPr>
          <p:nvPr/>
        </p:nvSpPr>
        <p:spPr bwMode="auto">
          <a:xfrm>
            <a:off x="179388" y="1566863"/>
            <a:ext cx="8785225" cy="709612"/>
          </a:xfrm>
          <a:prstGeom prst="rect">
            <a:avLst/>
          </a:prstGeom>
          <a:noFill/>
          <a:ln>
            <a:noFill/>
          </a:ln>
        </p:spPr>
        <p:txBody>
          <a:bodyPr/>
          <a:lstStyle/>
          <a:p>
            <a:pPr marL="342900" indent="-342900" eaLnBrk="1" hangingPunct="1">
              <a:spcBef>
                <a:spcPct val="20000"/>
              </a:spcBef>
              <a:buFont typeface="Wingdings" panose="05000000000000000000" charset="0"/>
              <a:buChar char="l"/>
            </a:pPr>
            <a:r>
              <a:rPr lang="zh-CN" altLang="en-US" sz="2400" i="1">
                <a:solidFill>
                  <a:srgbClr val="660066"/>
                </a:solidFill>
                <a:ea typeface="宋体" panose="02010600030101010101" pitchFamily="2" charset="-122"/>
                <a:cs typeface="宋体" panose="02010600030101010101" pitchFamily="2" charset="-122"/>
              </a:rPr>
              <a:t>前三门 </a:t>
            </a:r>
            <a:r>
              <a:rPr lang="zh-CN" altLang="en-US" sz="2400">
                <a:solidFill>
                  <a:srgbClr val="660066"/>
                </a:solidFill>
                <a:ea typeface="宋体" panose="02010600030101010101" pitchFamily="2" charset="-122"/>
                <a:cs typeface="宋体" panose="02010600030101010101" pitchFamily="2" charset="-122"/>
              </a:rPr>
              <a:t>开挖超大隧洞   </a:t>
            </a:r>
            <a:r>
              <a:rPr lang="en-US" altLang="zh-CN" sz="2400">
                <a:solidFill>
                  <a:srgbClr val="660066"/>
                </a:solidFill>
                <a:ea typeface="宋体" panose="02010600030101010101" pitchFamily="2" charset="-122"/>
                <a:cs typeface="宋体" panose="02010600030101010101" pitchFamily="2" charset="-122"/>
              </a:rPr>
              <a:t>2013</a:t>
            </a:r>
            <a:r>
              <a:rPr lang="zh-CN" altLang="en-US" sz="2400">
                <a:solidFill>
                  <a:srgbClr val="660066"/>
                </a:solidFill>
                <a:ea typeface="宋体" panose="02010600030101010101" pitchFamily="2" charset="-122"/>
                <a:cs typeface="宋体" panose="02010600030101010101" pitchFamily="2" charset="-122"/>
              </a:rPr>
              <a:t>年</a:t>
            </a:r>
            <a:r>
              <a:rPr lang="zh-CN" altLang="en-US" sz="2400" i="1">
                <a:solidFill>
                  <a:srgbClr val="660066"/>
                </a:solidFill>
                <a:ea typeface="宋体" panose="02010600030101010101" pitchFamily="2" charset="-122"/>
                <a:cs typeface="宋体" panose="02010600030101010101" pitchFamily="2" charset="-122"/>
              </a:rPr>
              <a:t>北京站 </a:t>
            </a:r>
            <a:r>
              <a:rPr lang="zh-CN" altLang="en-US" sz="2400">
                <a:solidFill>
                  <a:srgbClr val="660066"/>
                </a:solidFill>
                <a:ea typeface="宋体" panose="02010600030101010101" pitchFamily="2" charset="-122"/>
                <a:cs typeface="宋体" panose="02010600030101010101" pitchFamily="2" charset="-122"/>
              </a:rPr>
              <a:t>地下通</a:t>
            </a:r>
            <a:r>
              <a:rPr lang="zh-CN" altLang="en-US" sz="2400" i="1">
                <a:solidFill>
                  <a:srgbClr val="660066"/>
                </a:solidFill>
                <a:ea typeface="宋体" panose="02010600030101010101" pitchFamily="2" charset="-122"/>
                <a:cs typeface="宋体" panose="02010600030101010101" pitchFamily="2" charset="-122"/>
              </a:rPr>
              <a:t>西站</a:t>
            </a:r>
            <a:endParaRPr lang="en-US" altLang="zh-CN" sz="2400" b="0" i="1">
              <a:solidFill>
                <a:srgbClr val="660066"/>
              </a:solidFill>
              <a:ea typeface="宋体" panose="02010600030101010101" pitchFamily="2" charset="-122"/>
              <a:cs typeface="宋体" panose="02010600030101010101" pitchFamily="2" charset="-122"/>
            </a:endParaRPr>
          </a:p>
        </p:txBody>
      </p:sp>
      <p:sp>
        <p:nvSpPr>
          <p:cNvPr id="4" name="Rectangle 9"/>
          <p:cNvSpPr txBox="1">
            <a:spLocks noRot="1" noChangeArrowheads="1"/>
          </p:cNvSpPr>
          <p:nvPr/>
        </p:nvSpPr>
        <p:spPr bwMode="auto">
          <a:xfrm>
            <a:off x="250825" y="2276475"/>
            <a:ext cx="8137525" cy="576263"/>
          </a:xfrm>
          <a:prstGeom prst="rect">
            <a:avLst/>
          </a:prstGeom>
          <a:noFill/>
          <a:ln>
            <a:noFill/>
          </a:ln>
        </p:spPr>
        <p:txBody>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lnSpc>
                <a:spcPct val="80000"/>
              </a:lnSpc>
              <a:spcBef>
                <a:spcPct val="20000"/>
              </a:spcBef>
              <a:buFontTx/>
              <a:buChar char="•"/>
            </a:pPr>
            <a:r>
              <a:rPr lang="zh-CN" altLang="en-US" sz="2800" b="0">
                <a:latin typeface="华文新魏" panose="02010800040101010101" charset="-122"/>
                <a:ea typeface="华文新魏" panose="02010800040101010101" charset="-122"/>
                <a:cs typeface="华文新魏" panose="02010800040101010101" charset="-122"/>
              </a:rPr>
              <a:t>北京铁路地下直径线工程。</a:t>
            </a:r>
            <a:r>
              <a:rPr lang="en-US" altLang="zh-CN" sz="2800" b="0">
                <a:latin typeface="华文新魏" panose="02010800040101010101" charset="-122"/>
                <a:ea typeface="华文新魏" panose="02010800040101010101" charset="-122"/>
                <a:cs typeface="华文新魏" panose="02010800040101010101" charset="-122"/>
              </a:rPr>
              <a:t>2005</a:t>
            </a:r>
            <a:r>
              <a:rPr lang="zh-CN" altLang="en-US" sz="2800" b="0">
                <a:latin typeface="华文新魏" panose="02010800040101010101" charset="-122"/>
                <a:ea typeface="华文新魏" panose="02010800040101010101" charset="-122"/>
                <a:cs typeface="华文新魏" panose="02010800040101010101" charset="-122"/>
              </a:rPr>
              <a:t>年</a:t>
            </a:r>
            <a:r>
              <a:rPr lang="en-US" altLang="zh-CN" sz="2800" b="0">
                <a:latin typeface="华文新魏" panose="02010800040101010101" charset="-122"/>
                <a:ea typeface="华文新魏" panose="02010800040101010101" charset="-122"/>
                <a:cs typeface="华文新魏" panose="02010800040101010101" charset="-122"/>
              </a:rPr>
              <a:t>12</a:t>
            </a:r>
            <a:r>
              <a:rPr lang="zh-CN" altLang="en-US" sz="2800" b="0">
                <a:latin typeface="华文新魏" panose="02010800040101010101" charset="-122"/>
                <a:ea typeface="华文新魏" panose="02010800040101010101" charset="-122"/>
                <a:cs typeface="华文新魏" panose="02010800040101010101" charset="-122"/>
              </a:rPr>
              <a:t>月动工。</a:t>
            </a:r>
            <a:endParaRPr lang="en-US" altLang="zh-CN" sz="2800" b="0">
              <a:latin typeface="华文新魏" panose="02010800040101010101" charset="-122"/>
              <a:ea typeface="华文新魏" panose="02010800040101010101" charset="-122"/>
              <a:cs typeface="华文新魏" panose="02010800040101010101" charset="-122"/>
            </a:endParaRPr>
          </a:p>
        </p:txBody>
      </p:sp>
      <p:sp>
        <p:nvSpPr>
          <p:cNvPr id="5" name="矩形 4"/>
          <p:cNvSpPr>
            <a:spLocks noChangeArrowheads="1"/>
          </p:cNvSpPr>
          <p:nvPr/>
        </p:nvSpPr>
        <p:spPr bwMode="auto">
          <a:xfrm>
            <a:off x="250825" y="4849813"/>
            <a:ext cx="8424863" cy="450850"/>
          </a:xfrm>
          <a:prstGeom prst="rect">
            <a:avLst/>
          </a:prstGeom>
          <a:noFill/>
          <a:ln>
            <a:noFill/>
          </a:ln>
        </p:spPr>
        <p:txBody>
          <a:bodyPr>
            <a:spAutoFit/>
          </a:bodyPr>
          <a:lstStyle/>
          <a:p>
            <a:pPr eaLnBrk="1" hangingPunct="1">
              <a:lnSpc>
                <a:spcPct val="80000"/>
              </a:lnSpc>
              <a:spcBef>
                <a:spcPct val="20000"/>
              </a:spcBef>
              <a:buFontTx/>
              <a:buChar char="•"/>
            </a:pPr>
            <a:r>
              <a:rPr lang="zh-CN" altLang="en-US" sz="2800" b="0">
                <a:solidFill>
                  <a:srgbClr val="000000"/>
                </a:solidFill>
                <a:latin typeface="华文新魏" panose="02010800040101010101" charset="-122"/>
                <a:ea typeface="华文新魏" panose="02010800040101010101" charset="-122"/>
                <a:cs typeface="华文新魏" panose="02010800040101010101" charset="-122"/>
              </a:rPr>
              <a:t>北京现有地下工程中难度最大。</a:t>
            </a:r>
            <a:endParaRPr lang="zh-CN" altLang="en-US" sz="2800" b="0">
              <a:solidFill>
                <a:srgbClr val="000000"/>
              </a:solidFill>
              <a:latin typeface="华文新魏" panose="02010800040101010101" charset="-122"/>
              <a:ea typeface="华文新魏" panose="02010800040101010101" charset="-122"/>
              <a:cs typeface="华文新魏" panose="02010800040101010101" charset="-122"/>
            </a:endParaRPr>
          </a:p>
        </p:txBody>
      </p:sp>
      <p:sp>
        <p:nvSpPr>
          <p:cNvPr id="6" name="矩形 5"/>
          <p:cNvSpPr>
            <a:spLocks noChangeArrowheads="1"/>
          </p:cNvSpPr>
          <p:nvPr/>
        </p:nvSpPr>
        <p:spPr bwMode="auto">
          <a:xfrm>
            <a:off x="250825" y="2784475"/>
            <a:ext cx="8208963" cy="433388"/>
          </a:xfrm>
          <a:prstGeom prst="rect">
            <a:avLst/>
          </a:prstGeom>
          <a:noFill/>
          <a:ln>
            <a:noFill/>
          </a:ln>
        </p:spPr>
        <p:txBody>
          <a:bodyPr>
            <a:spAutoFit/>
          </a:bodyPr>
          <a:lstStyle/>
          <a:p>
            <a:pPr eaLnBrk="1" hangingPunct="1">
              <a:lnSpc>
                <a:spcPct val="80000"/>
              </a:lnSpc>
              <a:spcBef>
                <a:spcPct val="20000"/>
              </a:spcBef>
              <a:buFontTx/>
              <a:buChar char="•"/>
            </a:pPr>
            <a:r>
              <a:rPr lang="zh-CN" altLang="en-US" sz="2800" b="0">
                <a:solidFill>
                  <a:srgbClr val="000000"/>
                </a:solidFill>
                <a:latin typeface="华文新魏" panose="02010800040101010101" charset="-122"/>
                <a:ea typeface="华文新魏" panose="02010800040101010101" charset="-122"/>
                <a:cs typeface="华文新魏" panose="02010800040101010101" charset="-122"/>
              </a:rPr>
              <a:t>计划</a:t>
            </a:r>
            <a:r>
              <a:rPr lang="en-US" altLang="zh-CN" sz="2800" b="0">
                <a:solidFill>
                  <a:srgbClr val="000000"/>
                </a:solidFill>
                <a:latin typeface="华文新魏" panose="02010800040101010101" charset="-122"/>
                <a:ea typeface="华文新魏" panose="02010800040101010101" charset="-122"/>
                <a:cs typeface="华文新魏" panose="02010800040101010101" charset="-122"/>
              </a:rPr>
              <a:t>2013</a:t>
            </a:r>
            <a:r>
              <a:rPr lang="zh-CN" altLang="en-US" sz="2800" b="0">
                <a:solidFill>
                  <a:srgbClr val="000000"/>
                </a:solidFill>
                <a:latin typeface="华文新魏" panose="02010800040101010101" charset="-122"/>
                <a:ea typeface="华文新魏" panose="02010800040101010101" charset="-122"/>
                <a:cs typeface="华文新魏" panose="02010800040101010101" charset="-122"/>
              </a:rPr>
              <a:t>年上半年投入运营。总投资</a:t>
            </a:r>
            <a:r>
              <a:rPr lang="en-US" altLang="zh-CN" sz="2800" b="0">
                <a:solidFill>
                  <a:srgbClr val="000000"/>
                </a:solidFill>
                <a:latin typeface="华文新魏" panose="02010800040101010101" charset="-122"/>
                <a:ea typeface="华文新魏" panose="02010800040101010101" charset="-122"/>
                <a:cs typeface="华文新魏" panose="02010800040101010101" charset="-122"/>
              </a:rPr>
              <a:t>40</a:t>
            </a:r>
            <a:r>
              <a:rPr lang="zh-CN" altLang="en-US" sz="2800" b="0">
                <a:solidFill>
                  <a:srgbClr val="000000"/>
                </a:solidFill>
                <a:latin typeface="华文新魏" panose="02010800040101010101" charset="-122"/>
                <a:ea typeface="华文新魏" panose="02010800040101010101" charset="-122"/>
                <a:cs typeface="华文新魏" panose="02010800040101010101" charset="-122"/>
              </a:rPr>
              <a:t>亿元。</a:t>
            </a:r>
            <a:endParaRPr lang="zh-CN" altLang="en-US" sz="2800" b="0">
              <a:solidFill>
                <a:srgbClr val="000000"/>
              </a:solidFill>
              <a:latin typeface="华文新魏" panose="02010800040101010101" charset="-122"/>
              <a:ea typeface="华文新魏" panose="02010800040101010101" charset="-122"/>
              <a:cs typeface="华文新魏" panose="02010800040101010101" charset="-122"/>
            </a:endParaRPr>
          </a:p>
        </p:txBody>
      </p:sp>
      <p:sp>
        <p:nvSpPr>
          <p:cNvPr id="7" name="矩形 6"/>
          <p:cNvSpPr>
            <a:spLocks noChangeArrowheads="1"/>
          </p:cNvSpPr>
          <p:nvPr/>
        </p:nvSpPr>
        <p:spPr bwMode="auto">
          <a:xfrm>
            <a:off x="250825" y="5373688"/>
            <a:ext cx="8893175" cy="433387"/>
          </a:xfrm>
          <a:prstGeom prst="rect">
            <a:avLst/>
          </a:prstGeom>
          <a:noFill/>
          <a:ln>
            <a:noFill/>
          </a:ln>
        </p:spPr>
        <p:txBody>
          <a:bodyPr>
            <a:spAutoFit/>
          </a:bodyPr>
          <a:lstStyle/>
          <a:p>
            <a:pPr eaLnBrk="1" hangingPunct="1">
              <a:lnSpc>
                <a:spcPct val="80000"/>
              </a:lnSpc>
              <a:spcBef>
                <a:spcPct val="20000"/>
              </a:spcBef>
              <a:buFontTx/>
              <a:buChar char="•"/>
            </a:pPr>
            <a:r>
              <a:rPr lang="zh-CN" altLang="en-US" sz="2800" b="0">
                <a:solidFill>
                  <a:srgbClr val="000000"/>
                </a:solidFill>
                <a:latin typeface="华文新魏" panose="02010800040101010101" charset="-122"/>
                <a:ea typeface="华文新魏" panose="02010800040101010101" charset="-122"/>
                <a:cs typeface="华文新魏" panose="02010800040101010101" charset="-122"/>
              </a:rPr>
              <a:t>目前最危险的风险源已成功穿越，地铁运营未受影响。</a:t>
            </a:r>
            <a:endParaRPr lang="zh-CN" altLang="en-US" sz="2800" b="0">
              <a:solidFill>
                <a:srgbClr val="000000"/>
              </a:solidFill>
              <a:latin typeface="华文新魏" panose="02010800040101010101" charset="-122"/>
              <a:ea typeface="华文新魏" panose="02010800040101010101" charset="-122"/>
              <a:cs typeface="华文新魏" panose="02010800040101010101" charset="-122"/>
            </a:endParaRPr>
          </a:p>
        </p:txBody>
      </p:sp>
      <p:sp>
        <p:nvSpPr>
          <p:cNvPr id="8" name="矩形 7"/>
          <p:cNvSpPr>
            <a:spLocks noChangeArrowheads="1"/>
          </p:cNvSpPr>
          <p:nvPr/>
        </p:nvSpPr>
        <p:spPr bwMode="auto">
          <a:xfrm>
            <a:off x="250825" y="3351213"/>
            <a:ext cx="8137525" cy="433387"/>
          </a:xfrm>
          <a:prstGeom prst="rect">
            <a:avLst/>
          </a:prstGeom>
          <a:noFill/>
          <a:ln>
            <a:noFill/>
          </a:ln>
        </p:spPr>
        <p:txBody>
          <a:bodyPr>
            <a:spAutoFit/>
          </a:bodyPr>
          <a:lstStyle/>
          <a:p>
            <a:pPr eaLnBrk="1" hangingPunct="1">
              <a:lnSpc>
                <a:spcPct val="80000"/>
              </a:lnSpc>
              <a:spcBef>
                <a:spcPct val="20000"/>
              </a:spcBef>
              <a:buFontTx/>
              <a:buChar char="•"/>
            </a:pPr>
            <a:r>
              <a:rPr lang="zh-CN" altLang="en-US" sz="2800" b="0">
                <a:solidFill>
                  <a:srgbClr val="000000"/>
                </a:solidFill>
                <a:latin typeface="华文新魏" panose="02010800040101010101" charset="-122"/>
                <a:ea typeface="华文新魏" panose="02010800040101010101" charset="-122"/>
                <a:cs typeface="华文新魏" panose="02010800040101010101" charset="-122"/>
              </a:rPr>
              <a:t>超大隧洞：   超</a:t>
            </a:r>
            <a:r>
              <a:rPr lang="en-US" altLang="zh-CN" sz="2800" b="0">
                <a:solidFill>
                  <a:srgbClr val="000000"/>
                </a:solidFill>
                <a:latin typeface="华文新魏" panose="02010800040101010101" charset="-122"/>
                <a:ea typeface="华文新魏" panose="02010800040101010101" charset="-122"/>
                <a:cs typeface="华文新魏" panose="02010800040101010101" charset="-122"/>
              </a:rPr>
              <a:t>10</a:t>
            </a:r>
            <a:r>
              <a:rPr lang="zh-CN" altLang="en-US" sz="2800" b="0">
                <a:solidFill>
                  <a:srgbClr val="000000"/>
                </a:solidFill>
                <a:latin typeface="华文新魏" panose="02010800040101010101" charset="-122"/>
                <a:ea typeface="华文新魏" panose="02010800040101010101" charset="-122"/>
                <a:cs typeface="华文新魏" panose="02010800040101010101" charset="-122"/>
              </a:rPr>
              <a:t>米、两列电气化列车双向行驶。</a:t>
            </a:r>
            <a:endParaRPr lang="zh-CN" altLang="en-US" sz="2800" b="0">
              <a:solidFill>
                <a:srgbClr val="000000"/>
              </a:solidFill>
              <a:latin typeface="华文新魏" panose="02010800040101010101" charset="-122"/>
              <a:ea typeface="华文新魏" panose="02010800040101010101" charset="-122"/>
              <a:cs typeface="华文新魏" panose="02010800040101010101" charset="-122"/>
            </a:endParaRPr>
          </a:p>
        </p:txBody>
      </p:sp>
      <p:sp>
        <p:nvSpPr>
          <p:cNvPr id="9" name="椭圆 8"/>
          <p:cNvSpPr/>
          <p:nvPr/>
        </p:nvSpPr>
        <p:spPr bwMode="auto">
          <a:xfrm>
            <a:off x="2195513" y="3429000"/>
            <a:ext cx="215900" cy="215900"/>
          </a:xfrm>
          <a:prstGeom prst="ellipse">
            <a:avLst/>
          </a:prstGeom>
          <a:noFill/>
          <a:ln w="28575" cap="flat" cmpd="sng" algn="ctr">
            <a:solidFill>
              <a:schemeClr val="bg2">
                <a:lumMod val="50000"/>
              </a:schemeClr>
            </a:solidFill>
            <a:prstDash val="solid"/>
            <a:round/>
            <a:headEnd type="none" w="med" len="med"/>
            <a:tailEnd type="none" w="med" len="med"/>
          </a:ln>
          <a:effectLst/>
        </p:spPr>
        <p:txBody>
          <a:bodyPr>
            <a:spAutoFit/>
          </a:bodyPr>
          <a:lstStyle/>
          <a:p>
            <a:pPr eaLnBrk="1" hangingPunct="1">
              <a:spcBef>
                <a:spcPct val="50000"/>
              </a:spcBef>
              <a:defRPr/>
            </a:pPr>
            <a:endParaRPr kumimoji="1" lang="zh-CN" altLang="en-US" sz="2400" b="0">
              <a:solidFill>
                <a:srgbClr val="6666FF"/>
              </a:solidFill>
              <a:latin typeface="Times New Roman" panose="02020603050405020304" pitchFamily="18" charset="0"/>
              <a:ea typeface="宋体" panose="02010600030101010101" pitchFamily="2" charset="-122"/>
              <a:cs typeface="+mn-cs"/>
            </a:endParaRPr>
          </a:p>
        </p:txBody>
      </p:sp>
      <p:cxnSp>
        <p:nvCxnSpPr>
          <p:cNvPr id="10" name="直接连接符 9"/>
          <p:cNvCxnSpPr/>
          <p:nvPr/>
        </p:nvCxnSpPr>
        <p:spPr bwMode="auto">
          <a:xfrm rot="5400000">
            <a:off x="2124869" y="3356769"/>
            <a:ext cx="358775" cy="360363"/>
          </a:xfrm>
          <a:prstGeom prst="line">
            <a:avLst/>
          </a:prstGeom>
          <a:noFill/>
          <a:ln w="28575" cap="flat" cmpd="sng" algn="ctr">
            <a:solidFill>
              <a:schemeClr val="bg2">
                <a:lumMod val="50000"/>
              </a:schemeClr>
            </a:solidFill>
            <a:prstDash val="solid"/>
            <a:round/>
            <a:headEnd type="none" w="med" len="med"/>
            <a:tailEnd type="none" w="med" len="med"/>
          </a:ln>
          <a:effectLst/>
        </p:spPr>
      </p:cxnSp>
      <p:sp>
        <p:nvSpPr>
          <p:cNvPr id="11" name="矩形 10"/>
          <p:cNvSpPr>
            <a:spLocks noChangeArrowheads="1"/>
          </p:cNvSpPr>
          <p:nvPr/>
        </p:nvSpPr>
        <p:spPr bwMode="auto">
          <a:xfrm>
            <a:off x="250825" y="3914775"/>
            <a:ext cx="8569325" cy="860425"/>
          </a:xfrm>
          <a:prstGeom prst="rect">
            <a:avLst/>
          </a:prstGeom>
          <a:noFill/>
          <a:ln>
            <a:noFill/>
          </a:ln>
        </p:spPr>
        <p:txBody>
          <a:bodyPr>
            <a:spAutoFit/>
          </a:bodyPr>
          <a:lstStyle/>
          <a:p>
            <a:pPr eaLnBrk="1" hangingPunct="1">
              <a:lnSpc>
                <a:spcPct val="80000"/>
              </a:lnSpc>
              <a:spcBef>
                <a:spcPct val="20000"/>
              </a:spcBef>
              <a:buFontTx/>
              <a:buChar char="•"/>
            </a:pPr>
            <a:r>
              <a:rPr lang="zh-CN" altLang="en-US" sz="2800" b="0">
                <a:solidFill>
                  <a:srgbClr val="000000"/>
                </a:solidFill>
                <a:latin typeface="华文新魏" panose="02010800040101010101" charset="-122"/>
                <a:ea typeface="华文新魏" panose="02010800040101010101" charset="-122"/>
                <a:cs typeface="华文新魏" panose="02010800040101010101" charset="-122"/>
              </a:rPr>
              <a:t>全长</a:t>
            </a:r>
            <a:r>
              <a:rPr lang="en-US" altLang="zh-CN" sz="2800" b="0">
                <a:solidFill>
                  <a:srgbClr val="000000"/>
                </a:solidFill>
                <a:latin typeface="华文新魏" panose="02010800040101010101" charset="-122"/>
                <a:ea typeface="华文新魏" panose="02010800040101010101" charset="-122"/>
                <a:cs typeface="华文新魏" panose="02010800040101010101" charset="-122"/>
              </a:rPr>
              <a:t>9.15</a:t>
            </a:r>
            <a:r>
              <a:rPr lang="zh-CN" altLang="en-US" sz="2800" b="0">
                <a:solidFill>
                  <a:srgbClr val="000000"/>
                </a:solidFill>
                <a:latin typeface="华文新魏" panose="02010800040101010101" charset="-122"/>
                <a:ea typeface="华文新魏" panose="02010800040101010101" charset="-122"/>
                <a:cs typeface="华文新魏" panose="02010800040101010101" charset="-122"/>
              </a:rPr>
              <a:t>公里：出发</a:t>
            </a:r>
            <a:r>
              <a:rPr lang="en-US" altLang="zh-CN" sz="2800" b="0">
                <a:solidFill>
                  <a:srgbClr val="000000"/>
                </a:solidFill>
                <a:latin typeface="华文新魏" panose="02010800040101010101" charset="-122"/>
                <a:ea typeface="华文新魏" panose="02010800040101010101" charset="-122"/>
                <a:cs typeface="华文新魏" panose="02010800040101010101" charset="-122"/>
              </a:rPr>
              <a:t>-</a:t>
            </a:r>
            <a:r>
              <a:rPr lang="zh-CN" altLang="en-US" sz="2800" b="0">
                <a:solidFill>
                  <a:srgbClr val="000000"/>
                </a:solidFill>
                <a:latin typeface="华文新魏" panose="02010800040101010101" charset="-122"/>
                <a:ea typeface="华文新魏" panose="02010800040101010101" charset="-122"/>
                <a:cs typeface="华文新魏" panose="02010800040101010101" charset="-122"/>
              </a:rPr>
              <a:t>北京站，到达</a:t>
            </a:r>
            <a:r>
              <a:rPr lang="en-US" altLang="zh-CN" sz="2800" b="0">
                <a:solidFill>
                  <a:srgbClr val="000000"/>
                </a:solidFill>
                <a:latin typeface="华文新魏" panose="02010800040101010101" charset="-122"/>
                <a:ea typeface="华文新魏" panose="02010800040101010101" charset="-122"/>
                <a:cs typeface="华文新魏" panose="02010800040101010101" charset="-122"/>
              </a:rPr>
              <a:t>-</a:t>
            </a:r>
            <a:r>
              <a:rPr lang="zh-CN" altLang="en-US" sz="2800" b="0">
                <a:solidFill>
                  <a:srgbClr val="000000"/>
                </a:solidFill>
                <a:latin typeface="华文新魏" panose="02010800040101010101" charset="-122"/>
                <a:ea typeface="华文新魏" panose="02010800040101010101" charset="-122"/>
                <a:cs typeface="华文新魏" panose="02010800040101010101" charset="-122"/>
              </a:rPr>
              <a:t>北京西站。</a:t>
            </a:r>
            <a:endParaRPr lang="en-US" altLang="zh-CN" sz="2800" b="0">
              <a:solidFill>
                <a:srgbClr val="000000"/>
              </a:solidFill>
              <a:latin typeface="华文新魏" panose="02010800040101010101" charset="-122"/>
              <a:ea typeface="华文新魏" panose="02010800040101010101" charset="-122"/>
              <a:cs typeface="华文新魏" panose="02010800040101010101" charset="-122"/>
            </a:endParaRPr>
          </a:p>
          <a:p>
            <a:pPr eaLnBrk="1" hangingPunct="1">
              <a:lnSpc>
                <a:spcPct val="80000"/>
              </a:lnSpc>
              <a:spcBef>
                <a:spcPct val="20000"/>
              </a:spcBef>
            </a:pPr>
            <a:r>
              <a:rPr lang="en-US" altLang="zh-CN" sz="2800" b="0">
                <a:solidFill>
                  <a:srgbClr val="000000"/>
                </a:solidFill>
                <a:latin typeface="华文新魏" panose="02010800040101010101" charset="-122"/>
                <a:ea typeface="华文新魏" panose="02010800040101010101" charset="-122"/>
                <a:cs typeface="华文新魏" panose="02010800040101010101" charset="-122"/>
              </a:rPr>
              <a:t>  </a:t>
            </a:r>
            <a:r>
              <a:rPr lang="zh-CN" altLang="en-US" sz="2800" b="0">
                <a:solidFill>
                  <a:srgbClr val="000000"/>
                </a:solidFill>
                <a:latin typeface="华文新魏" panose="02010800040101010101" charset="-122"/>
                <a:ea typeface="华文新魏" panose="02010800040101010101" charset="-122"/>
                <a:cs typeface="华文新魏" panose="02010800040101010101" charset="-122"/>
              </a:rPr>
              <a:t>使两站间数千万旅客地下换乘，缓解地面交通压力。</a:t>
            </a:r>
            <a:endParaRPr lang="zh-CN" altLang="en-US" sz="2800" b="0">
              <a:solidFill>
                <a:srgbClr val="000000"/>
              </a:solidFill>
              <a:latin typeface="华文新魏" panose="02010800040101010101" charset="-122"/>
              <a:ea typeface="华文新魏" panose="02010800040101010101" charset="-122"/>
              <a:cs typeface="华文新魏" panose="02010800040101010101" charset="-122"/>
            </a:endParaRPr>
          </a:p>
        </p:txBody>
      </p:sp>
      <p:sp>
        <p:nvSpPr>
          <p:cNvPr id="12" name="矩形 11"/>
          <p:cNvSpPr>
            <a:spLocks noChangeArrowheads="1"/>
          </p:cNvSpPr>
          <p:nvPr/>
        </p:nvSpPr>
        <p:spPr bwMode="auto">
          <a:xfrm>
            <a:off x="250825" y="5857875"/>
            <a:ext cx="8642350" cy="774700"/>
          </a:xfrm>
          <a:prstGeom prst="rect">
            <a:avLst/>
          </a:prstGeom>
          <a:noFill/>
          <a:ln>
            <a:noFill/>
          </a:ln>
        </p:spPr>
        <p:txBody>
          <a:bodyPr>
            <a:spAutoFit/>
          </a:bodyPr>
          <a:lstStyle/>
          <a:p>
            <a:pPr eaLnBrk="1" hangingPunct="1">
              <a:lnSpc>
                <a:spcPct val="80000"/>
              </a:lnSpc>
              <a:spcBef>
                <a:spcPct val="20000"/>
              </a:spcBef>
              <a:buFontTx/>
              <a:buChar char="•"/>
            </a:pPr>
            <a:r>
              <a:rPr lang="zh-CN" altLang="en-US" sz="2800" b="0">
                <a:solidFill>
                  <a:srgbClr val="000000"/>
                </a:solidFill>
                <a:latin typeface="华文新魏" panose="02010800040101010101" charset="-122"/>
                <a:ea typeface="华文新魏" panose="02010800040101010101" charset="-122"/>
                <a:cs typeface="华文新魏" panose="02010800040101010101" charset="-122"/>
              </a:rPr>
              <a:t>已掘进</a:t>
            </a:r>
            <a:r>
              <a:rPr lang="en-US" altLang="zh-CN" sz="2800" b="0">
                <a:solidFill>
                  <a:srgbClr val="000000"/>
                </a:solidFill>
                <a:latin typeface="华文新魏" panose="02010800040101010101" charset="-122"/>
                <a:ea typeface="华文新魏" panose="02010800040101010101" charset="-122"/>
                <a:cs typeface="华文新魏" panose="02010800040101010101" charset="-122"/>
              </a:rPr>
              <a:t>1800</a:t>
            </a:r>
            <a:r>
              <a:rPr lang="zh-CN" altLang="en-US" sz="2800" b="0">
                <a:solidFill>
                  <a:srgbClr val="000000"/>
                </a:solidFill>
                <a:latin typeface="华文新魏" panose="02010800040101010101" charset="-122"/>
                <a:ea typeface="华文新魏" panose="02010800040101010101" charset="-122"/>
                <a:cs typeface="华文新魏" panose="02010800040101010101" charset="-122"/>
              </a:rPr>
              <a:t>多米，创造了日掘进</a:t>
            </a:r>
            <a:r>
              <a:rPr lang="en-US" altLang="zh-CN" sz="2800" b="0">
                <a:solidFill>
                  <a:srgbClr val="000000"/>
                </a:solidFill>
                <a:latin typeface="华文新魏" panose="02010800040101010101" charset="-122"/>
                <a:ea typeface="华文新魏" panose="02010800040101010101" charset="-122"/>
                <a:cs typeface="华文新魏" panose="02010800040101010101" charset="-122"/>
              </a:rPr>
              <a:t>11.4</a:t>
            </a:r>
            <a:r>
              <a:rPr lang="zh-CN" altLang="en-US" sz="2800" b="0">
                <a:solidFill>
                  <a:srgbClr val="000000"/>
                </a:solidFill>
                <a:latin typeface="华文新魏" panose="02010800040101010101" charset="-122"/>
                <a:ea typeface="华文新魏" panose="02010800040101010101" charset="-122"/>
                <a:cs typeface="华文新魏" panose="02010800040101010101" charset="-122"/>
              </a:rPr>
              <a:t>米、月掘进</a:t>
            </a:r>
            <a:r>
              <a:rPr lang="en-US" altLang="zh-CN" sz="2800" b="0">
                <a:solidFill>
                  <a:srgbClr val="000000"/>
                </a:solidFill>
                <a:latin typeface="华文新魏" panose="02010800040101010101" charset="-122"/>
                <a:ea typeface="华文新魏" panose="02010800040101010101" charset="-122"/>
                <a:cs typeface="华文新魏" panose="02010800040101010101" charset="-122"/>
              </a:rPr>
              <a:t>205</a:t>
            </a:r>
            <a:r>
              <a:rPr lang="zh-CN" altLang="en-US" sz="2800" b="0">
                <a:solidFill>
                  <a:srgbClr val="000000"/>
                </a:solidFill>
                <a:latin typeface="华文新魏" panose="02010800040101010101" charset="-122"/>
                <a:ea typeface="华文新魏" panose="02010800040101010101" charset="-122"/>
                <a:cs typeface="华文新魏" panose="02010800040101010101" charset="-122"/>
              </a:rPr>
              <a:t>米的国内城市繁华地段大直径盾构掘进的最高纪录。</a:t>
            </a:r>
            <a:endParaRPr lang="zh-CN" altLang="en-US" sz="2800" b="0">
              <a:solidFill>
                <a:srgbClr val="000000"/>
              </a:solidFill>
              <a:latin typeface="华文新魏" panose="02010800040101010101" charset="-122"/>
              <a:ea typeface="华文新魏" panose="02010800040101010101" charset="-122"/>
              <a:cs typeface="华文新魏" panose="02010800040101010101" charset="-122"/>
            </a:endParaRPr>
          </a:p>
        </p:txBody>
      </p:sp>
      <p:pic>
        <p:nvPicPr>
          <p:cNvPr id="13" name="Picture 2" descr="D:\研究生\工程经济学助教\ppt\大型盾构机.jpg"/>
          <p:cNvPicPr>
            <a:picLocks noChangeAspect="1" noChangeArrowheads="1"/>
          </p:cNvPicPr>
          <p:nvPr/>
        </p:nvPicPr>
        <p:blipFill>
          <a:blip r:embed="rId1" cstate="email">
            <a:extLst>
              <a:ext uri="{28A0092B-C50C-407E-A947-70E740481C1C}">
                <a14:useLocalDpi xmlns:a14="http://schemas.microsoft.com/office/drawing/2010/main" val="0"/>
              </a:ext>
            </a:extLst>
          </a:blip>
          <a:srcRect/>
          <a:stretch>
            <a:fillRect/>
          </a:stretch>
        </p:blipFill>
        <p:spPr bwMode="auto">
          <a:xfrm>
            <a:off x="4500563" y="1989138"/>
            <a:ext cx="4495800" cy="3867150"/>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1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animBg="1"/>
      <p:bldP spid="11" grpId="0"/>
      <p:bldP spid="1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8"/>
          <p:cNvSpPr>
            <a:spLocks noRot="1" noChangeArrowheads="1"/>
          </p:cNvSpPr>
          <p:nvPr/>
        </p:nvSpPr>
        <p:spPr bwMode="auto">
          <a:xfrm>
            <a:off x="2268538" y="188913"/>
            <a:ext cx="4175125" cy="998537"/>
          </a:xfrm>
          <a:prstGeom prst="rect">
            <a:avLst/>
          </a:prstGeom>
          <a:noFill/>
          <a:ln>
            <a:noFill/>
          </a:ln>
        </p:spPr>
        <p:txBody>
          <a:bodyPr anchor="ctr"/>
          <a:lstStyle/>
          <a:p>
            <a:pPr algn="dist" eaLnBrk="1" hangingPunct="1">
              <a:lnSpc>
                <a:spcPct val="90000"/>
              </a:lnSpc>
              <a:spcBef>
                <a:spcPct val="50000"/>
              </a:spcBef>
            </a:pPr>
            <a:r>
              <a:rPr lang="zh-CN" altLang="en-US" sz="4800">
                <a:solidFill>
                  <a:srgbClr val="990000"/>
                </a:solidFill>
                <a:latin typeface="方正舒体" panose="02010601030101010101" charset="-122"/>
                <a:ea typeface="方正舒体" panose="02010601030101010101" charset="-122"/>
                <a:cs typeface="方正舒体" panose="02010601030101010101" charset="-122"/>
              </a:rPr>
              <a:t>点击时事</a:t>
            </a:r>
            <a:endParaRPr lang="en-US" altLang="zh-CN" sz="4800">
              <a:solidFill>
                <a:srgbClr val="990000"/>
              </a:solidFill>
              <a:latin typeface="方正舒体" panose="02010601030101010101" charset="-122"/>
              <a:ea typeface="方正舒体" panose="02010601030101010101" charset="-122"/>
              <a:cs typeface="方正舒体" panose="02010601030101010101" charset="-122"/>
            </a:endParaRPr>
          </a:p>
        </p:txBody>
      </p:sp>
      <p:sp>
        <p:nvSpPr>
          <p:cNvPr id="3" name="Rectangle 9"/>
          <p:cNvSpPr txBox="1">
            <a:spLocks noRot="1" noChangeArrowheads="1"/>
          </p:cNvSpPr>
          <p:nvPr/>
        </p:nvSpPr>
        <p:spPr>
          <a:xfrm>
            <a:off x="142875" y="1484313"/>
            <a:ext cx="8678863" cy="587375"/>
          </a:xfrm>
          <a:prstGeom prst="rect">
            <a:avLst/>
          </a:prstGeom>
          <a:noFill/>
        </p:spPr>
        <p:txBody>
          <a:bodyPr/>
          <a:lstStyle>
            <a:lvl1pPr marL="631825" indent="-457200">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spcBef>
                <a:spcPct val="20000"/>
              </a:spcBef>
              <a:buFont typeface="Wingdings" panose="05000000000000000000" charset="0"/>
              <a:buChar char="l"/>
            </a:pPr>
            <a:r>
              <a:rPr lang="zh-CN" altLang="en-US" sz="2800">
                <a:solidFill>
                  <a:srgbClr val="000000"/>
                </a:solidFill>
                <a:ea typeface="宋体" panose="02010600030101010101" pitchFamily="2" charset="-122"/>
                <a:cs typeface="宋体" panose="02010600030101010101" pitchFamily="2" charset="-122"/>
              </a:rPr>
              <a:t>地下水污染防治项目启动 环保业享</a:t>
            </a:r>
            <a:r>
              <a:rPr lang="en-US" altLang="zh-CN" sz="2800">
                <a:solidFill>
                  <a:srgbClr val="000000"/>
                </a:solidFill>
                <a:ea typeface="宋体" panose="02010600030101010101" pitchFamily="2" charset="-122"/>
                <a:cs typeface="宋体" panose="02010600030101010101" pitchFamily="2" charset="-122"/>
              </a:rPr>
              <a:t>350</a:t>
            </a:r>
            <a:r>
              <a:rPr lang="zh-CN" altLang="en-US" sz="2800">
                <a:solidFill>
                  <a:srgbClr val="000000"/>
                </a:solidFill>
                <a:ea typeface="宋体" panose="02010600030101010101" pitchFamily="2" charset="-122"/>
                <a:cs typeface="宋体" panose="02010600030101010101" pitchFamily="2" charset="-122"/>
              </a:rPr>
              <a:t>亿蛋糕</a:t>
            </a:r>
            <a:endParaRPr lang="zh-CN" altLang="en-US" sz="2800">
              <a:solidFill>
                <a:srgbClr val="000000"/>
              </a:solidFill>
              <a:ea typeface="宋体" panose="02010600030101010101" pitchFamily="2" charset="-122"/>
              <a:cs typeface="宋体" panose="02010600030101010101" pitchFamily="2" charset="-122"/>
            </a:endParaRPr>
          </a:p>
        </p:txBody>
      </p:sp>
      <p:sp>
        <p:nvSpPr>
          <p:cNvPr id="4" name="矩形 3"/>
          <p:cNvSpPr/>
          <p:nvPr/>
        </p:nvSpPr>
        <p:spPr>
          <a:xfrm>
            <a:off x="142875" y="2071688"/>
            <a:ext cx="8715375" cy="1528762"/>
          </a:xfrm>
          <a:prstGeom prst="rect">
            <a:avLst/>
          </a:prstGeom>
        </p:spPr>
        <p:txBody>
          <a:bodyPr>
            <a:spAutoFit/>
          </a:bodyPr>
          <a:lstStyle/>
          <a:p>
            <a:pPr marL="177800" indent="-177800" eaLnBrk="1" hangingPunct="1">
              <a:lnSpc>
                <a:spcPts val="2500"/>
              </a:lnSpc>
              <a:spcBef>
                <a:spcPts val="600"/>
              </a:spcBef>
              <a:buFont typeface="Wingdings" panose="05000000000000000000" charset="0"/>
              <a:buChar char="Ø"/>
            </a:pPr>
            <a:r>
              <a:rPr lang="en-US" altLang="zh-CN" sz="2600">
                <a:solidFill>
                  <a:srgbClr val="000000"/>
                </a:solidFill>
                <a:latin typeface="华文新魏" panose="02010800040101010101" charset="-122"/>
                <a:ea typeface="华文新魏" panose="02010800040101010101" charset="-122"/>
                <a:cs typeface="华文新魏" panose="02010800040101010101" charset="-122"/>
              </a:rPr>
              <a:t>10</a:t>
            </a:r>
            <a:r>
              <a:rPr lang="zh-CN" altLang="en-US" sz="2600">
                <a:solidFill>
                  <a:srgbClr val="000000"/>
                </a:solidFill>
                <a:latin typeface="华文新魏" panose="02010800040101010101" charset="-122"/>
                <a:ea typeface="华文新魏" panose="02010800040101010101" charset="-122"/>
                <a:cs typeface="华文新魏" panose="02010800040101010101" charset="-122"/>
              </a:rPr>
              <a:t>月</a:t>
            </a:r>
            <a:r>
              <a:rPr lang="en-US" altLang="zh-CN" sz="2600">
                <a:solidFill>
                  <a:srgbClr val="000000"/>
                </a:solidFill>
                <a:latin typeface="华文新魏" panose="02010800040101010101" charset="-122"/>
                <a:ea typeface="华文新魏" panose="02010800040101010101" charset="-122"/>
                <a:cs typeface="华文新魏" panose="02010800040101010101" charset="-122"/>
              </a:rPr>
              <a:t>28</a:t>
            </a:r>
            <a:r>
              <a:rPr lang="zh-CN" altLang="en-US" sz="2600">
                <a:solidFill>
                  <a:srgbClr val="000000"/>
                </a:solidFill>
                <a:latin typeface="华文新魏" panose="02010800040101010101" charset="-122"/>
                <a:ea typeface="华文新魏" panose="02010800040101010101" charset="-122"/>
                <a:cs typeface="华文新魏" panose="02010800040101010101" charset="-122"/>
              </a:rPr>
              <a:t>日，环保部、国土资源部与水利部发布</a:t>
            </a:r>
            <a:r>
              <a:rPr lang="en-US" altLang="zh-CN" sz="2600">
                <a:solidFill>
                  <a:srgbClr val="000000"/>
                </a:solidFill>
                <a:latin typeface="华文新魏" panose="02010800040101010101" charset="-122"/>
                <a:ea typeface="华文新魏" panose="02010800040101010101" charset="-122"/>
                <a:cs typeface="华文新魏" panose="02010800040101010101" charset="-122"/>
              </a:rPr>
              <a:t>《</a:t>
            </a:r>
            <a:r>
              <a:rPr lang="zh-CN" altLang="en-US" sz="2600">
                <a:solidFill>
                  <a:srgbClr val="000000"/>
                </a:solidFill>
                <a:latin typeface="华文新魏" panose="02010800040101010101" charset="-122"/>
                <a:ea typeface="华文新魏" panose="02010800040101010101" charset="-122"/>
                <a:cs typeface="华文新魏" panose="02010800040101010101" charset="-122"/>
              </a:rPr>
              <a:t>全国地下水污染防治规划</a:t>
            </a:r>
            <a:r>
              <a:rPr lang="en-US" altLang="zh-CN" sz="2600">
                <a:solidFill>
                  <a:srgbClr val="000000"/>
                </a:solidFill>
                <a:latin typeface="华文新魏" panose="02010800040101010101" charset="-122"/>
                <a:ea typeface="华文新魏" panose="02010800040101010101" charset="-122"/>
                <a:cs typeface="华文新魏" panose="02010800040101010101" charset="-122"/>
              </a:rPr>
              <a:t>》</a:t>
            </a:r>
            <a:endParaRPr lang="en-US" altLang="zh-CN" sz="2600">
              <a:solidFill>
                <a:srgbClr val="000000"/>
              </a:solidFill>
              <a:latin typeface="华文新魏" panose="02010800040101010101" charset="-122"/>
              <a:ea typeface="华文新魏" panose="02010800040101010101" charset="-122"/>
              <a:cs typeface="华文新魏" panose="02010800040101010101" charset="-122"/>
            </a:endParaRPr>
          </a:p>
          <a:p>
            <a:pPr marL="177800" indent="-177800" eaLnBrk="1" hangingPunct="1">
              <a:lnSpc>
                <a:spcPts val="2500"/>
              </a:lnSpc>
              <a:spcBef>
                <a:spcPts val="600"/>
              </a:spcBef>
              <a:buFont typeface="Arial" panose="020B0604020202020204" pitchFamily="34" charset="0"/>
              <a:buChar char="•"/>
            </a:pPr>
            <a:r>
              <a:rPr lang="zh-CN" altLang="en-US" sz="2600">
                <a:solidFill>
                  <a:srgbClr val="000000"/>
                </a:solidFill>
                <a:latin typeface="华文新魏" panose="02010800040101010101" charset="-122"/>
                <a:ea typeface="华文新魏" panose="02010800040101010101" charset="-122"/>
                <a:cs typeface="华文新魏" panose="02010800040101010101" charset="-122"/>
              </a:rPr>
              <a:t>未来地下水污染防治：</a:t>
            </a:r>
            <a:r>
              <a:rPr lang="en-US" altLang="zh-CN" sz="2600">
                <a:solidFill>
                  <a:srgbClr val="000000"/>
                </a:solidFill>
                <a:latin typeface="华文新魏" panose="02010800040101010101" charset="-122"/>
                <a:ea typeface="华文新魏" panose="02010800040101010101" charset="-122"/>
                <a:cs typeface="华文新魏" panose="02010800040101010101" charset="-122"/>
              </a:rPr>
              <a:t>6</a:t>
            </a:r>
            <a:r>
              <a:rPr lang="zh-CN" altLang="en-US" sz="2600">
                <a:solidFill>
                  <a:srgbClr val="000000"/>
                </a:solidFill>
                <a:latin typeface="华文新魏" panose="02010800040101010101" charset="-122"/>
                <a:ea typeface="华文新魏" panose="02010800040101010101" charset="-122"/>
                <a:cs typeface="华文新魏" panose="02010800040101010101" charset="-122"/>
              </a:rPr>
              <a:t>类项目、总投资</a:t>
            </a:r>
            <a:r>
              <a:rPr lang="en-US" altLang="zh-CN" sz="2600">
                <a:solidFill>
                  <a:srgbClr val="000000"/>
                </a:solidFill>
                <a:latin typeface="华文新魏" panose="02010800040101010101" charset="-122"/>
                <a:ea typeface="华文新魏" panose="02010800040101010101" charset="-122"/>
                <a:cs typeface="华文新魏" panose="02010800040101010101" charset="-122"/>
              </a:rPr>
              <a:t>346.6</a:t>
            </a:r>
            <a:r>
              <a:rPr lang="zh-CN" altLang="en-US" sz="2600">
                <a:solidFill>
                  <a:srgbClr val="000000"/>
                </a:solidFill>
                <a:latin typeface="华文新魏" panose="02010800040101010101" charset="-122"/>
                <a:ea typeface="华文新魏" panose="02010800040101010101" charset="-122"/>
                <a:cs typeface="华文新魏" panose="02010800040101010101" charset="-122"/>
              </a:rPr>
              <a:t>亿元</a:t>
            </a:r>
            <a:endParaRPr lang="en-US" altLang="zh-CN" sz="2600">
              <a:solidFill>
                <a:srgbClr val="000000"/>
              </a:solidFill>
              <a:latin typeface="华文新魏" panose="02010800040101010101" charset="-122"/>
              <a:ea typeface="华文新魏" panose="02010800040101010101" charset="-122"/>
              <a:cs typeface="华文新魏" panose="02010800040101010101" charset="-122"/>
            </a:endParaRPr>
          </a:p>
          <a:p>
            <a:pPr marL="177800" indent="-177800" eaLnBrk="1" hangingPunct="1">
              <a:lnSpc>
                <a:spcPts val="2500"/>
              </a:lnSpc>
              <a:spcBef>
                <a:spcPts val="600"/>
              </a:spcBef>
              <a:buFont typeface="Arial" panose="020B0604020202020204" pitchFamily="34" charset="0"/>
              <a:buChar char="•"/>
            </a:pPr>
            <a:r>
              <a:rPr lang="zh-CN" altLang="en-US" sz="2600">
                <a:solidFill>
                  <a:srgbClr val="000000"/>
                </a:solidFill>
                <a:latin typeface="华文新魏" panose="02010800040101010101" charset="-122"/>
                <a:ea typeface="华文新魏" panose="02010800040101010101" charset="-122"/>
                <a:cs typeface="华文新魏" panose="02010800040101010101" charset="-122"/>
              </a:rPr>
              <a:t>地下水修复市场将成为环保产业新的增长点</a:t>
            </a:r>
            <a:endParaRPr lang="zh-CN" altLang="en-US" sz="2600">
              <a:solidFill>
                <a:srgbClr val="000000"/>
              </a:solidFill>
              <a:latin typeface="华文新魏" panose="02010800040101010101" charset="-122"/>
              <a:ea typeface="华文新魏" panose="02010800040101010101" charset="-122"/>
              <a:cs typeface="华文新魏" panose="02010800040101010101" charset="-122"/>
            </a:endParaRPr>
          </a:p>
        </p:txBody>
      </p:sp>
      <p:sp>
        <p:nvSpPr>
          <p:cNvPr id="5" name="矩形 4"/>
          <p:cNvSpPr/>
          <p:nvPr/>
        </p:nvSpPr>
        <p:spPr>
          <a:xfrm>
            <a:off x="142875" y="3643313"/>
            <a:ext cx="8715375" cy="425450"/>
          </a:xfrm>
          <a:prstGeom prst="rect">
            <a:avLst/>
          </a:prstGeom>
        </p:spPr>
        <p:txBody>
          <a:bodyPr>
            <a:spAutoFit/>
          </a:bodyPr>
          <a:lstStyle/>
          <a:p>
            <a:pPr marL="177800" indent="-177800" eaLnBrk="1" hangingPunct="1">
              <a:lnSpc>
                <a:spcPts val="2500"/>
              </a:lnSpc>
              <a:spcBef>
                <a:spcPts val="600"/>
              </a:spcBef>
              <a:buFont typeface="Wingdings" panose="05000000000000000000" charset="0"/>
              <a:buChar char="Ø"/>
            </a:pPr>
            <a:r>
              <a:rPr lang="zh-CN" altLang="en-US" sz="2600">
                <a:solidFill>
                  <a:srgbClr val="000000"/>
                </a:solidFill>
                <a:latin typeface="华文新魏" panose="02010800040101010101" charset="-122"/>
                <a:ea typeface="华文新魏" panose="02010800040101010101" charset="-122"/>
                <a:cs typeface="华文新魏" panose="02010800040101010101" charset="-122"/>
              </a:rPr>
              <a:t>三年遏制地下水恶化</a:t>
            </a:r>
            <a:endParaRPr lang="zh-CN" altLang="en-US" sz="2600">
              <a:solidFill>
                <a:srgbClr val="000000"/>
              </a:solidFill>
              <a:latin typeface="华文新魏" panose="02010800040101010101" charset="-122"/>
              <a:ea typeface="华文新魏" panose="02010800040101010101" charset="-122"/>
              <a:cs typeface="华文新魏" panose="02010800040101010101" charset="-122"/>
            </a:endParaRPr>
          </a:p>
        </p:txBody>
      </p:sp>
      <p:sp>
        <p:nvSpPr>
          <p:cNvPr id="6" name="矩形 5"/>
          <p:cNvSpPr/>
          <p:nvPr/>
        </p:nvSpPr>
        <p:spPr>
          <a:xfrm>
            <a:off x="214313" y="4113213"/>
            <a:ext cx="8572500" cy="2246312"/>
          </a:xfrm>
          <a:prstGeom prst="rect">
            <a:avLst/>
          </a:prstGeom>
        </p:spPr>
        <p:txBody>
          <a:bodyPr>
            <a:spAutoFit/>
          </a:bodyPr>
          <a:lstStyle/>
          <a:p>
            <a:pPr marL="450850" indent="-273050" eaLnBrk="1" hangingPunct="1">
              <a:lnSpc>
                <a:spcPts val="2500"/>
              </a:lnSpc>
              <a:spcBef>
                <a:spcPts val="600"/>
              </a:spcBef>
              <a:buFont typeface="Arial" panose="020B0604020202020204" pitchFamily="34" charset="0"/>
              <a:buChar char="•"/>
            </a:pPr>
            <a:r>
              <a:rPr lang="zh-CN" altLang="en-US" sz="2600">
                <a:solidFill>
                  <a:srgbClr val="000000"/>
                </a:solidFill>
                <a:latin typeface="华文新魏" panose="02010800040101010101" charset="-122"/>
                <a:ea typeface="华文新魏" panose="02010800040101010101" charset="-122"/>
                <a:cs typeface="华文新魏" panose="02010800040101010101" charset="-122"/>
              </a:rPr>
              <a:t>到</a:t>
            </a:r>
            <a:r>
              <a:rPr lang="en-US" altLang="zh-CN" sz="2600">
                <a:solidFill>
                  <a:srgbClr val="000000"/>
                </a:solidFill>
                <a:latin typeface="华文新魏" panose="02010800040101010101" charset="-122"/>
                <a:ea typeface="华文新魏" panose="02010800040101010101" charset="-122"/>
                <a:cs typeface="华文新魏" panose="02010800040101010101" charset="-122"/>
              </a:rPr>
              <a:t>2015</a:t>
            </a:r>
            <a:r>
              <a:rPr lang="zh-CN" altLang="en-US" sz="2600">
                <a:solidFill>
                  <a:srgbClr val="000000"/>
                </a:solidFill>
                <a:latin typeface="华文新魏" panose="02010800040101010101" charset="-122"/>
                <a:ea typeface="华文新魏" panose="02010800040101010101" charset="-122"/>
                <a:cs typeface="华文新魏" panose="02010800040101010101" charset="-122"/>
              </a:rPr>
              <a:t>年，我国将基本掌握地下水污染状况，初步控制地下水污染源，遏制地下水水质恶化趋势，全面建立地下水环境监管体系</a:t>
            </a:r>
            <a:endParaRPr lang="en-US" altLang="zh-CN" sz="2600">
              <a:solidFill>
                <a:srgbClr val="000000"/>
              </a:solidFill>
              <a:latin typeface="华文新魏" panose="02010800040101010101" charset="-122"/>
              <a:ea typeface="华文新魏" panose="02010800040101010101" charset="-122"/>
              <a:cs typeface="华文新魏" panose="02010800040101010101" charset="-122"/>
            </a:endParaRPr>
          </a:p>
          <a:p>
            <a:pPr marL="450850" indent="-273050" eaLnBrk="1" hangingPunct="1">
              <a:lnSpc>
                <a:spcPts val="2500"/>
              </a:lnSpc>
              <a:spcBef>
                <a:spcPts val="600"/>
              </a:spcBef>
              <a:buFont typeface="Arial" panose="020B0604020202020204" pitchFamily="34" charset="0"/>
              <a:buChar char="•"/>
            </a:pPr>
            <a:r>
              <a:rPr lang="zh-CN" altLang="en-US" sz="2600">
                <a:solidFill>
                  <a:srgbClr val="000000"/>
                </a:solidFill>
                <a:latin typeface="华文新魏" panose="02010800040101010101" charset="-122"/>
                <a:ea typeface="华文新魏" panose="02010800040101010101" charset="-122"/>
                <a:cs typeface="华文新魏" panose="02010800040101010101" charset="-122"/>
              </a:rPr>
              <a:t>到</a:t>
            </a:r>
            <a:r>
              <a:rPr lang="en-US" altLang="zh-CN" sz="2600">
                <a:solidFill>
                  <a:srgbClr val="000000"/>
                </a:solidFill>
                <a:latin typeface="华文新魏" panose="02010800040101010101" charset="-122"/>
                <a:ea typeface="华文新魏" panose="02010800040101010101" charset="-122"/>
                <a:cs typeface="华文新魏" panose="02010800040101010101" charset="-122"/>
              </a:rPr>
              <a:t>2020</a:t>
            </a:r>
            <a:r>
              <a:rPr lang="zh-CN" altLang="en-US" sz="2600">
                <a:solidFill>
                  <a:srgbClr val="000000"/>
                </a:solidFill>
                <a:latin typeface="华文新魏" panose="02010800040101010101" charset="-122"/>
                <a:ea typeface="华文新魏" panose="02010800040101010101" charset="-122"/>
                <a:cs typeface="华文新魏" panose="02010800040101010101" charset="-122"/>
              </a:rPr>
              <a:t>年，地下水污染防治体系基本建成</a:t>
            </a:r>
            <a:endParaRPr lang="en-US" altLang="zh-CN" sz="2600">
              <a:solidFill>
                <a:srgbClr val="000000"/>
              </a:solidFill>
              <a:latin typeface="华文新魏" panose="02010800040101010101" charset="-122"/>
              <a:ea typeface="华文新魏" panose="02010800040101010101" charset="-122"/>
              <a:cs typeface="华文新魏" panose="02010800040101010101" charset="-122"/>
            </a:endParaRPr>
          </a:p>
          <a:p>
            <a:pPr marL="450850" indent="-273050" eaLnBrk="1" hangingPunct="1">
              <a:lnSpc>
                <a:spcPts val="2500"/>
              </a:lnSpc>
              <a:spcBef>
                <a:spcPts val="600"/>
              </a:spcBef>
              <a:buFont typeface="Arial" panose="020B0604020202020204" pitchFamily="34" charset="0"/>
              <a:buChar char="•"/>
            </a:pPr>
            <a:r>
              <a:rPr lang="zh-CN" altLang="en-US" sz="2600">
                <a:solidFill>
                  <a:srgbClr val="000000"/>
                </a:solidFill>
                <a:latin typeface="华文新魏" panose="02010800040101010101" charset="-122"/>
                <a:ea typeface="华文新魏" panose="02010800040101010101" charset="-122"/>
                <a:cs typeface="华文新魏" panose="02010800040101010101" charset="-122"/>
              </a:rPr>
              <a:t>现状：全国三分之二的城镇以地下水为主要水源</a:t>
            </a:r>
            <a:endParaRPr lang="en-US" altLang="zh-CN" sz="2600">
              <a:solidFill>
                <a:srgbClr val="000000"/>
              </a:solidFill>
              <a:latin typeface="华文新魏" panose="02010800040101010101" charset="-122"/>
              <a:ea typeface="华文新魏" panose="02010800040101010101" charset="-122"/>
              <a:cs typeface="华文新魏" panose="02010800040101010101" charset="-122"/>
            </a:endParaRPr>
          </a:p>
          <a:p>
            <a:pPr marL="450850" indent="-273050" eaLnBrk="1" hangingPunct="1">
              <a:lnSpc>
                <a:spcPts val="2500"/>
              </a:lnSpc>
              <a:spcBef>
                <a:spcPts val="600"/>
              </a:spcBef>
              <a:buFont typeface="Arial" panose="020B0604020202020204" pitchFamily="34" charset="0"/>
              <a:buChar char="•"/>
            </a:pPr>
            <a:r>
              <a:rPr lang="zh-CN" altLang="en-US" sz="2600">
                <a:solidFill>
                  <a:srgbClr val="000000"/>
                </a:solidFill>
                <a:latin typeface="华文新魏" panose="02010800040101010101" charset="-122"/>
                <a:ea typeface="华文新魏" panose="02010800040101010101" charset="-122"/>
                <a:cs typeface="华文新魏" panose="02010800040101010101" charset="-122"/>
              </a:rPr>
              <a:t>严重性：目前地下水超采面积达</a:t>
            </a:r>
            <a:r>
              <a:rPr lang="en-US" altLang="zh-CN" sz="2600">
                <a:solidFill>
                  <a:srgbClr val="000000"/>
                </a:solidFill>
                <a:latin typeface="华文新魏" panose="02010800040101010101" charset="-122"/>
                <a:ea typeface="华文新魏" panose="02010800040101010101" charset="-122"/>
                <a:cs typeface="华文新魏" panose="02010800040101010101" charset="-122"/>
              </a:rPr>
              <a:t>19</a:t>
            </a:r>
            <a:r>
              <a:rPr lang="zh-CN" altLang="en-US" sz="2600">
                <a:solidFill>
                  <a:srgbClr val="000000"/>
                </a:solidFill>
                <a:latin typeface="华文新魏" panose="02010800040101010101" charset="-122"/>
                <a:ea typeface="华文新魏" panose="02010800040101010101" charset="-122"/>
                <a:cs typeface="华文新魏" panose="02010800040101010101" charset="-122"/>
              </a:rPr>
              <a:t>万平方公里</a:t>
            </a:r>
            <a:endParaRPr lang="zh-CN" altLang="en-US" sz="2600">
              <a:solidFill>
                <a:srgbClr val="000000"/>
              </a:solidFill>
              <a:latin typeface="华文新魏" panose="02010800040101010101" charset="-122"/>
              <a:ea typeface="华文新魏" panose="02010800040101010101" charset="-122"/>
              <a:cs typeface="华文新魏" panose="0201080004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6">
                                            <p:txEl>
                                              <p:pRg st="2" end="2"/>
                                            </p:txEl>
                                          </p:spTgt>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nodeType="after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498" name="Picture 4"/>
          <p:cNvPicPr>
            <a:picLocks noChangeAspect="1" noChangeArrowheads="1"/>
          </p:cNvPicPr>
          <p:nvPr/>
        </p:nvPicPr>
        <p:blipFill>
          <a:blip r:embed="rId1" cstate="email">
            <a:extLst>
              <a:ext uri="{28A0092B-C50C-407E-A947-70E740481C1C}">
                <a14:useLocalDpi xmlns:a14="http://schemas.microsoft.com/office/drawing/2010/main" val="0"/>
              </a:ext>
            </a:extLst>
          </a:blip>
          <a:srcRect l="12195" t="19051" r="13997" b="19762"/>
          <a:stretch>
            <a:fillRect/>
          </a:stretch>
        </p:blipFill>
        <p:spPr bwMode="auto">
          <a:xfrm>
            <a:off x="0" y="765175"/>
            <a:ext cx="9144000" cy="5013325"/>
          </a:xfrm>
          <a:prstGeom prst="rect">
            <a:avLst/>
          </a:prstGeom>
          <a:noFill/>
          <a:ln>
            <a:noFill/>
          </a:ln>
        </p:spPr>
      </p:pic>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4"/>
          <p:cNvSpPr>
            <a:spLocks noGrp="1" noRot="1" noChangeArrowheads="1"/>
          </p:cNvSpPr>
          <p:nvPr>
            <p:ph type="title"/>
          </p:nvPr>
        </p:nvSpPr>
        <p:spPr>
          <a:xfrm>
            <a:off x="301625" y="685800"/>
            <a:ext cx="8540750" cy="1143000"/>
          </a:xfrm>
          <a:noFill/>
        </p:spPr>
        <p:txBody>
          <a:bodyPr/>
          <a:lstStyle/>
          <a:p>
            <a:pPr eaLnBrk="1" hangingPunct="1"/>
            <a:endParaRPr lang="zh-CN" altLang="en-US">
              <a:latin typeface="Arial" panose="020B0604020202020204" pitchFamily="34" charset="0"/>
              <a:ea typeface="楷体_GB2312" charset="0"/>
              <a:cs typeface="楷体_GB2312" charset="0"/>
            </a:endParaRPr>
          </a:p>
        </p:txBody>
      </p:sp>
      <p:sp>
        <p:nvSpPr>
          <p:cNvPr id="107523" name="Rectangle 5"/>
          <p:cNvSpPr>
            <a:spLocks noGrp="1" noRot="1" noChangeArrowheads="1"/>
          </p:cNvSpPr>
          <p:nvPr>
            <p:ph type="body" idx="1"/>
          </p:nvPr>
        </p:nvSpPr>
        <p:spPr>
          <a:xfrm>
            <a:off x="304800" y="1981200"/>
            <a:ext cx="8540750" cy="3886200"/>
          </a:xfrm>
          <a:noFill/>
        </p:spPr>
        <p:txBody>
          <a:bodyPr/>
          <a:lstStyle/>
          <a:p>
            <a:pPr eaLnBrk="1" hangingPunct="1"/>
            <a:endParaRPr lang="zh-CN" altLang="en-US">
              <a:latin typeface="Arial" panose="020B0604020202020204" pitchFamily="34" charset="0"/>
              <a:ea typeface="宋体" panose="02010600030101010101" pitchFamily="2" charset="-122"/>
            </a:endParaRPr>
          </a:p>
        </p:txBody>
      </p:sp>
      <p:pic>
        <p:nvPicPr>
          <p:cNvPr id="107524" name="Picture 6"/>
          <p:cNvPicPr>
            <a:picLocks noChangeAspect="1" noChangeArrowheads="1"/>
          </p:cNvPicPr>
          <p:nvPr/>
        </p:nvPicPr>
        <p:blipFill>
          <a:blip r:embed="rId1" cstate="email">
            <a:extLst>
              <a:ext uri="{28A0092B-C50C-407E-A947-70E740481C1C}">
                <a14:useLocalDpi xmlns:a14="http://schemas.microsoft.com/office/drawing/2010/main" val="0"/>
              </a:ext>
            </a:extLst>
          </a:blip>
          <a:srcRect l="17101" t="7207" r="15396" b="8554"/>
          <a:stretch>
            <a:fillRect/>
          </a:stretch>
        </p:blipFill>
        <p:spPr bwMode="auto">
          <a:xfrm>
            <a:off x="0" y="-171450"/>
            <a:ext cx="9540875" cy="7442200"/>
          </a:xfrm>
          <a:prstGeom prst="rect">
            <a:avLst/>
          </a:prstGeom>
          <a:noFill/>
          <a:ln>
            <a:noFill/>
          </a:ln>
        </p:spPr>
      </p:pic>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4"/>
          <p:cNvSpPr>
            <a:spLocks noGrp="1" noRot="1" noChangeArrowheads="1"/>
          </p:cNvSpPr>
          <p:nvPr>
            <p:ph type="title"/>
          </p:nvPr>
        </p:nvSpPr>
        <p:spPr>
          <a:xfrm>
            <a:off x="301625" y="685800"/>
            <a:ext cx="8540750" cy="1143000"/>
          </a:xfrm>
          <a:noFill/>
        </p:spPr>
        <p:txBody>
          <a:bodyPr/>
          <a:lstStyle/>
          <a:p>
            <a:pPr eaLnBrk="1" hangingPunct="1"/>
            <a:endParaRPr lang="zh-CN" altLang="en-US">
              <a:latin typeface="Arial" panose="020B0604020202020204" pitchFamily="34" charset="0"/>
              <a:ea typeface="楷体_GB2312" charset="0"/>
              <a:cs typeface="楷体_GB2312" charset="0"/>
            </a:endParaRPr>
          </a:p>
        </p:txBody>
      </p:sp>
      <p:sp>
        <p:nvSpPr>
          <p:cNvPr id="108547" name="Rectangle 5"/>
          <p:cNvSpPr>
            <a:spLocks noGrp="1" noRot="1" noChangeArrowheads="1"/>
          </p:cNvSpPr>
          <p:nvPr>
            <p:ph type="body" idx="1"/>
          </p:nvPr>
        </p:nvSpPr>
        <p:spPr>
          <a:xfrm>
            <a:off x="304800" y="1981200"/>
            <a:ext cx="8540750" cy="3886200"/>
          </a:xfrm>
          <a:noFill/>
        </p:spPr>
        <p:txBody>
          <a:bodyPr/>
          <a:lstStyle/>
          <a:p>
            <a:pPr eaLnBrk="1" hangingPunct="1"/>
            <a:endParaRPr lang="zh-CN" altLang="en-US">
              <a:latin typeface="Arial" panose="020B0604020202020204" pitchFamily="34" charset="0"/>
              <a:ea typeface="宋体" panose="02010600030101010101" pitchFamily="2" charset="-122"/>
            </a:endParaRPr>
          </a:p>
        </p:txBody>
      </p:sp>
      <p:pic>
        <p:nvPicPr>
          <p:cNvPr id="108548" name="Picture 6"/>
          <p:cNvPicPr>
            <a:picLocks noChangeAspect="1" noChangeArrowheads="1"/>
          </p:cNvPicPr>
          <p:nvPr/>
        </p:nvPicPr>
        <p:blipFill>
          <a:blip r:embed="rId1" cstate="email">
            <a:extLst>
              <a:ext uri="{28A0092B-C50C-407E-A947-70E740481C1C}">
                <a14:useLocalDpi xmlns:a14="http://schemas.microsoft.com/office/drawing/2010/main" val="0"/>
              </a:ext>
            </a:extLst>
          </a:blip>
          <a:srcRect l="7695" t="3204" r="7695" b="6804"/>
          <a:stretch>
            <a:fillRect/>
          </a:stretch>
        </p:blipFill>
        <p:spPr bwMode="auto">
          <a:xfrm>
            <a:off x="0" y="0"/>
            <a:ext cx="9144000" cy="6858000"/>
          </a:xfrm>
          <a:prstGeom prst="rect">
            <a:avLst/>
          </a:prstGeom>
          <a:noFill/>
          <a:ln>
            <a:noFill/>
          </a:ln>
        </p:spPr>
      </p:pic>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0761" name="Text Box 9"/>
          <p:cNvSpPr txBox="1">
            <a:spLocks noChangeArrowheads="1"/>
          </p:cNvSpPr>
          <p:nvPr/>
        </p:nvSpPr>
        <p:spPr bwMode="auto">
          <a:xfrm>
            <a:off x="1811338" y="2825750"/>
            <a:ext cx="5935662" cy="1074738"/>
          </a:xfrm>
          <a:prstGeom prst="rect">
            <a:avLst/>
          </a:prstGeom>
          <a:noFill/>
          <a:ln w="9525">
            <a:noFill/>
            <a:miter lim="800000"/>
          </a:ln>
          <a:effectLst/>
        </p:spPr>
        <p:txBody>
          <a:bodyPr lIns="54000" rIns="54000">
            <a:spAutoFit/>
          </a:bodyPr>
          <a:lstStyle>
            <a:lvl1pPr marL="444500" indent="-444500">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spcBef>
                <a:spcPct val="30000"/>
              </a:spcBef>
              <a:buClr>
                <a:srgbClr val="FF3300"/>
              </a:buClr>
              <a:buSzPct val="80000"/>
              <a:buFont typeface="Wingdings" panose="05000000000000000000" charset="0"/>
              <a:buChar char="l"/>
            </a:pPr>
            <a:r>
              <a:rPr lang="zh-CN" altLang="en-US" sz="2800">
                <a:effectLst>
                  <a:outerShdw blurRad="38100" dist="38100" dir="2700000" algn="tl">
                    <a:srgbClr val="DDDDDD"/>
                  </a:outerShdw>
                </a:effectLst>
                <a:latin typeface="黑体" panose="02010609060101010101" charset="-122"/>
                <a:ea typeface="黑体" panose="02010609060101010101" charset="-122"/>
                <a:cs typeface="黑体" panose="02010609060101010101" charset="-122"/>
              </a:rPr>
              <a:t>分布广、突发性强、破坏力大</a:t>
            </a:r>
            <a:endParaRPr lang="zh-CN" altLang="en-US" sz="2800">
              <a:effectLst>
                <a:outerShdw blurRad="38100" dist="38100" dir="2700000" algn="tl">
                  <a:srgbClr val="DDDDDD"/>
                </a:outerShdw>
              </a:effectLst>
              <a:latin typeface="黑体" panose="02010609060101010101" charset="-122"/>
              <a:ea typeface="黑体" panose="02010609060101010101" charset="-122"/>
              <a:cs typeface="黑体" panose="02010609060101010101" charset="-122"/>
            </a:endParaRPr>
          </a:p>
          <a:p>
            <a:pPr eaLnBrk="1" hangingPunct="1">
              <a:spcBef>
                <a:spcPct val="30000"/>
              </a:spcBef>
              <a:buClr>
                <a:srgbClr val="FF3300"/>
              </a:buClr>
              <a:buSzPct val="80000"/>
              <a:buFont typeface="Wingdings" panose="05000000000000000000" charset="0"/>
              <a:buChar char="l"/>
            </a:pPr>
            <a:r>
              <a:rPr lang="zh-CN" altLang="en-US" sz="2800">
                <a:effectLst>
                  <a:outerShdw blurRad="38100" dist="38100" dir="2700000" algn="tl">
                    <a:srgbClr val="DDDDDD"/>
                  </a:outerShdw>
                </a:effectLst>
                <a:latin typeface="黑体" panose="02010609060101010101" charset="-122"/>
                <a:ea typeface="黑体" panose="02010609060101010101" charset="-122"/>
                <a:cs typeface="黑体" panose="02010609060101010101" charset="-122"/>
              </a:rPr>
              <a:t>当前防灾减灾的一个突出问题</a:t>
            </a:r>
            <a:endParaRPr lang="zh-CN" altLang="en-US" sz="2800">
              <a:effectLst>
                <a:outerShdw blurRad="38100" dist="38100" dir="2700000" algn="tl">
                  <a:srgbClr val="DDDDDD"/>
                </a:outerShdw>
              </a:effectLst>
              <a:latin typeface="黑体" panose="02010609060101010101" charset="-122"/>
              <a:ea typeface="黑体" panose="02010609060101010101" charset="-122"/>
              <a:cs typeface="黑体" panose="02010609060101010101" charset="-122"/>
            </a:endParaRPr>
          </a:p>
        </p:txBody>
      </p:sp>
      <p:sp>
        <p:nvSpPr>
          <p:cNvPr id="970762" name="Text Box 10"/>
          <p:cNvSpPr txBox="1">
            <a:spLocks noChangeArrowheads="1"/>
          </p:cNvSpPr>
          <p:nvPr/>
        </p:nvSpPr>
        <p:spPr bwMode="auto">
          <a:xfrm>
            <a:off x="884238" y="4183063"/>
            <a:ext cx="7142162" cy="1878012"/>
          </a:xfrm>
          <a:prstGeom prst="rect">
            <a:avLst/>
          </a:prstGeom>
          <a:noFill/>
          <a:ln w="31750">
            <a:solidFill>
              <a:srgbClr val="00FF00"/>
            </a:solidFill>
            <a:miter lim="800000"/>
          </a:ln>
          <a:effectLst/>
        </p:spPr>
        <p:txBody>
          <a:bodyPr>
            <a:spAutoFit/>
          </a:bodyPr>
          <a:lstStyle>
            <a:lvl1pPr indent="177800">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a:spcBef>
                <a:spcPct val="30000"/>
              </a:spcBef>
            </a:pPr>
            <a:r>
              <a:rPr lang="en-US" altLang="zh-CN" sz="3200">
                <a:effectLst>
                  <a:outerShdw blurRad="38100" dist="38100" dir="2700000" algn="tl">
                    <a:srgbClr val="DDDDDD"/>
                  </a:outerShdw>
                </a:effectLst>
                <a:latin typeface="Times New Roman" panose="02020603050405020304" pitchFamily="18" charset="0"/>
                <a:ea typeface="黑体" panose="02010609060101010101" charset="-122"/>
                <a:cs typeface="黑体" panose="02010609060101010101" charset="-122"/>
              </a:rPr>
              <a:t>1</a:t>
            </a:r>
            <a:r>
              <a:rPr lang="zh-CN" altLang="en-US" sz="3200">
                <a:effectLst>
                  <a:outerShdw blurRad="38100" dist="38100" dir="2700000" algn="tl">
                    <a:srgbClr val="DDDDDD"/>
                  </a:outerShdw>
                </a:effectLst>
                <a:latin typeface="Times New Roman" panose="02020603050405020304" pitchFamily="18" charset="0"/>
                <a:ea typeface="黑体" panose="02010609060101010101" charset="-122"/>
                <a:cs typeface="黑体" panose="02010609060101010101" charset="-122"/>
              </a:rPr>
              <a:t>、国家公共安全保障的重大需求</a:t>
            </a:r>
            <a:endParaRPr lang="zh-CN" altLang="en-US" sz="3200">
              <a:effectLst>
                <a:outerShdw blurRad="38100" dist="38100" dir="2700000" algn="tl">
                  <a:srgbClr val="DDDDDD"/>
                </a:outerShdw>
              </a:effectLst>
              <a:latin typeface="Times New Roman" panose="02020603050405020304" pitchFamily="18" charset="0"/>
              <a:ea typeface="黑体" panose="02010609060101010101" charset="-122"/>
              <a:cs typeface="黑体" panose="02010609060101010101" charset="-122"/>
            </a:endParaRPr>
          </a:p>
          <a:p>
            <a:pPr>
              <a:spcBef>
                <a:spcPct val="30000"/>
              </a:spcBef>
            </a:pPr>
            <a:r>
              <a:rPr lang="en-US" altLang="zh-CN" sz="3200">
                <a:effectLst>
                  <a:outerShdw blurRad="38100" dist="38100" dir="2700000" algn="tl">
                    <a:srgbClr val="DDDDDD"/>
                  </a:outerShdw>
                </a:effectLst>
                <a:latin typeface="Times New Roman" panose="02020603050405020304" pitchFamily="18" charset="0"/>
                <a:ea typeface="黑体" panose="02010609060101010101" charset="-122"/>
                <a:cs typeface="黑体" panose="02010609060101010101" charset="-122"/>
              </a:rPr>
              <a:t>2</a:t>
            </a:r>
            <a:r>
              <a:rPr lang="zh-CN" altLang="en-US" sz="3200">
                <a:effectLst>
                  <a:outerShdw blurRad="38100" dist="38100" dir="2700000" algn="tl">
                    <a:srgbClr val="DDDDDD"/>
                  </a:outerShdw>
                </a:effectLst>
                <a:latin typeface="Times New Roman" panose="02020603050405020304" pitchFamily="18" charset="0"/>
                <a:ea typeface="黑体" panose="02010609060101010101" charset="-122"/>
                <a:cs typeface="黑体" panose="02010609060101010101" charset="-122"/>
              </a:rPr>
              <a:t>、国家重大灾害防治的战略举措</a:t>
            </a:r>
            <a:endParaRPr lang="zh-CN" altLang="en-US" sz="3200">
              <a:effectLst>
                <a:outerShdw blurRad="38100" dist="38100" dir="2700000" algn="tl">
                  <a:srgbClr val="DDDDDD"/>
                </a:outerShdw>
              </a:effectLst>
              <a:latin typeface="Times New Roman" panose="02020603050405020304" pitchFamily="18" charset="0"/>
              <a:ea typeface="黑体" panose="02010609060101010101" charset="-122"/>
              <a:cs typeface="黑体" panose="02010609060101010101" charset="-122"/>
            </a:endParaRPr>
          </a:p>
          <a:p>
            <a:pPr>
              <a:spcBef>
                <a:spcPct val="30000"/>
              </a:spcBef>
            </a:pPr>
            <a:r>
              <a:rPr lang="en-US" altLang="zh-CN" sz="3200">
                <a:effectLst>
                  <a:outerShdw blurRad="38100" dist="38100" dir="2700000" algn="tl">
                    <a:srgbClr val="DDDDDD"/>
                  </a:outerShdw>
                </a:effectLst>
                <a:latin typeface="Times New Roman" panose="02020603050405020304" pitchFamily="18" charset="0"/>
                <a:ea typeface="黑体" panose="02010609060101010101" charset="-122"/>
                <a:cs typeface="黑体" panose="02010609060101010101" charset="-122"/>
              </a:rPr>
              <a:t>3</a:t>
            </a:r>
            <a:r>
              <a:rPr lang="zh-CN" altLang="en-US" sz="3200">
                <a:effectLst>
                  <a:outerShdw blurRad="38100" dist="38100" dir="2700000" algn="tl">
                    <a:srgbClr val="DDDDDD"/>
                  </a:outerShdw>
                </a:effectLst>
                <a:latin typeface="Times New Roman" panose="02020603050405020304" pitchFamily="18" charset="0"/>
                <a:ea typeface="黑体" panose="02010609060101010101" charset="-122"/>
                <a:cs typeface="黑体" panose="02010609060101010101" charset="-122"/>
              </a:rPr>
              <a:t>、国际灾害学前沿的重大科学问题</a:t>
            </a:r>
            <a:endParaRPr lang="zh-CN" altLang="en-US" sz="3200">
              <a:effectLst>
                <a:outerShdw blurRad="38100" dist="38100" dir="2700000" algn="tl">
                  <a:srgbClr val="DDDDDD"/>
                </a:outerShdw>
              </a:effectLst>
              <a:latin typeface="Times New Roman" panose="02020603050405020304" pitchFamily="18" charset="0"/>
              <a:ea typeface="黑体" panose="02010609060101010101" charset="-122"/>
              <a:cs typeface="黑体" panose="02010609060101010101" charset="-122"/>
            </a:endParaRPr>
          </a:p>
        </p:txBody>
      </p:sp>
      <p:sp>
        <p:nvSpPr>
          <p:cNvPr id="109572" name="Text Box 11"/>
          <p:cNvSpPr txBox="1">
            <a:spLocks noChangeArrowheads="1"/>
          </p:cNvSpPr>
          <p:nvPr/>
        </p:nvSpPr>
        <p:spPr bwMode="auto">
          <a:xfrm>
            <a:off x="0" y="0"/>
            <a:ext cx="6156325" cy="579438"/>
          </a:xfrm>
          <a:prstGeom prst="rect">
            <a:avLst/>
          </a:prstGeom>
          <a:solidFill>
            <a:srgbClr val="FF6600"/>
          </a:solid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r>
              <a:rPr lang="en-US" altLang="zh-CN">
                <a:solidFill>
                  <a:srgbClr val="0000FF"/>
                </a:solidFill>
              </a:rPr>
              <a:t>973</a:t>
            </a:r>
            <a:r>
              <a:rPr lang="zh-CN" altLang="en-US">
                <a:solidFill>
                  <a:srgbClr val="0000FF"/>
                </a:solidFill>
              </a:rPr>
              <a:t>项目</a:t>
            </a:r>
            <a:r>
              <a:rPr lang="en-US" altLang="zh-CN">
                <a:solidFill>
                  <a:srgbClr val="0000FF"/>
                </a:solidFill>
              </a:rPr>
              <a:t>:</a:t>
            </a:r>
            <a:r>
              <a:rPr lang="zh-CN" altLang="en-US">
                <a:solidFill>
                  <a:srgbClr val="0000FF"/>
                </a:solidFill>
              </a:rPr>
              <a:t>坝堤溃决研究</a:t>
            </a:r>
            <a:endParaRPr lang="zh-CN" altLang="en-US">
              <a:solidFill>
                <a:srgbClr val="0000FF"/>
              </a:solidFill>
              <a:latin typeface="Times New Roman" panose="02020603050405020304" pitchFamily="18" charset="0"/>
            </a:endParaRPr>
          </a:p>
        </p:txBody>
      </p:sp>
      <p:sp>
        <p:nvSpPr>
          <p:cNvPr id="970764" name="Rectangle 12"/>
          <p:cNvSpPr>
            <a:spLocks noChangeArrowheads="1"/>
          </p:cNvSpPr>
          <p:nvPr/>
        </p:nvSpPr>
        <p:spPr bwMode="auto">
          <a:xfrm>
            <a:off x="215900" y="1704975"/>
            <a:ext cx="8507413" cy="946150"/>
          </a:xfrm>
          <a:prstGeom prst="rect">
            <a:avLst/>
          </a:prstGeom>
          <a:noFill/>
          <a:ln w="9525">
            <a:noFill/>
            <a:miter lim="800000"/>
          </a:ln>
          <a:effectLst/>
        </p:spPr>
        <p:txBody>
          <a:bodyPr>
            <a:spAutoFit/>
          </a:bodyPr>
          <a:lstStyle/>
          <a:p>
            <a:pPr algn="ctr" eaLnBrk="1" hangingPunct="1">
              <a:spcBef>
                <a:spcPct val="30000"/>
              </a:spcBef>
              <a:buClr>
                <a:srgbClr val="FF3300"/>
              </a:buClr>
              <a:buSzPct val="80000"/>
              <a:buFont typeface="Wingdings" panose="05000000000000000000" charset="0"/>
              <a:buNone/>
            </a:pPr>
            <a:r>
              <a:rPr lang="zh-CN" altLang="en-US" sz="2800">
                <a:effectLst>
                  <a:outerShdw blurRad="38100" dist="38100" dir="2700000" algn="tl">
                    <a:srgbClr val="DDDDDD"/>
                  </a:outerShdw>
                </a:effectLst>
                <a:latin typeface="Times New Roman" panose="02020603050405020304" pitchFamily="18" charset="0"/>
                <a:ea typeface="黑体" panose="02010609060101010101" charset="-122"/>
                <a:cs typeface="黑体" panose="02010609060101010101" charset="-122"/>
              </a:rPr>
              <a:t>坝堤溃决灾害：极端气象水文条件、地震、人为破坏等引起的大坝与堤防溃决而导致的灾害事件</a:t>
            </a:r>
            <a:endParaRPr lang="zh-CN" altLang="en-US" sz="2800">
              <a:effectLst>
                <a:outerShdw blurRad="38100" dist="38100" dir="2700000" algn="tl">
                  <a:srgbClr val="DDDDDD"/>
                </a:outerShdw>
              </a:effectLst>
              <a:latin typeface="Times New Roman" panose="02020603050405020304" pitchFamily="18" charset="0"/>
              <a:ea typeface="黑体" panose="02010609060101010101" charset="-122"/>
              <a:cs typeface="黑体" panose="02010609060101010101" charset="-122"/>
            </a:endParaRPr>
          </a:p>
        </p:txBody>
      </p:sp>
      <p:sp>
        <p:nvSpPr>
          <p:cNvPr id="970765" name="Rectangle 13"/>
          <p:cNvSpPr>
            <a:spLocks noChangeArrowheads="1"/>
          </p:cNvSpPr>
          <p:nvPr/>
        </p:nvSpPr>
        <p:spPr bwMode="auto">
          <a:xfrm>
            <a:off x="287338" y="612775"/>
            <a:ext cx="8507412" cy="946150"/>
          </a:xfrm>
          <a:prstGeom prst="rect">
            <a:avLst/>
          </a:prstGeom>
          <a:noFill/>
          <a:ln w="9525">
            <a:noFill/>
            <a:miter lim="800000"/>
          </a:ln>
          <a:effectLst/>
        </p:spPr>
        <p:txBody>
          <a:bodyPr>
            <a:spAutoFit/>
          </a:bodyPr>
          <a:lstStyle/>
          <a:p>
            <a:pPr algn="ctr" eaLnBrk="1" hangingPunct="1">
              <a:spcBef>
                <a:spcPct val="30000"/>
              </a:spcBef>
              <a:buClr>
                <a:srgbClr val="FF3300"/>
              </a:buClr>
              <a:buSzPct val="80000"/>
              <a:buFont typeface="Wingdings" panose="05000000000000000000" charset="0"/>
              <a:buNone/>
            </a:pPr>
            <a:r>
              <a:rPr lang="zh-CN" altLang="en-US" sz="2800">
                <a:effectLst>
                  <a:outerShdw blurRad="38100" dist="38100" dir="2700000" algn="tl">
                    <a:srgbClr val="DDDDDD"/>
                  </a:outerShdw>
                </a:effectLst>
                <a:latin typeface="Times New Roman" panose="02020603050405020304" pitchFamily="18" charset="0"/>
                <a:ea typeface="黑体" panose="02010609060101010101" charset="-122"/>
                <a:cs typeface="黑体" panose="02010609060101010101" charset="-122"/>
              </a:rPr>
              <a:t>坝堤工程</a:t>
            </a:r>
            <a:r>
              <a:rPr lang="en-US" altLang="zh-CN" sz="2800">
                <a:effectLst>
                  <a:outerShdw blurRad="38100" dist="38100" dir="2700000" algn="tl">
                    <a:srgbClr val="DDDDDD"/>
                  </a:outerShdw>
                </a:effectLst>
                <a:latin typeface="Times New Roman" panose="02020603050405020304" pitchFamily="18" charset="0"/>
                <a:ea typeface="黑体" panose="02010609060101010101" charset="-122"/>
                <a:cs typeface="黑体" panose="02010609060101010101" charset="-122"/>
              </a:rPr>
              <a:t>：</a:t>
            </a:r>
            <a:r>
              <a:rPr lang="zh-CN" altLang="en-US" sz="2800">
                <a:effectLst>
                  <a:outerShdw blurRad="38100" dist="38100" dir="2700000" algn="tl">
                    <a:srgbClr val="DDDDDD"/>
                  </a:outerShdw>
                </a:effectLst>
                <a:latin typeface="Times New Roman" panose="02020603050405020304" pitchFamily="18" charset="0"/>
                <a:ea typeface="黑体" panose="02010609060101010101" charset="-122"/>
                <a:cs typeface="黑体" panose="02010609060101010101" charset="-122"/>
              </a:rPr>
              <a:t>我国已经修建8.5万多座大坝及23万公里的堤防工程，是国家社会经济发展的基础</a:t>
            </a:r>
            <a:endParaRPr lang="zh-CN" altLang="en-US" sz="2800">
              <a:effectLst>
                <a:outerShdw blurRad="38100" dist="38100" dir="2700000" algn="tl">
                  <a:srgbClr val="DDDDDD"/>
                </a:outerShdw>
              </a:effectLst>
              <a:latin typeface="Times New Roman" panose="02020603050405020304" pitchFamily="18" charset="0"/>
              <a:ea typeface="黑体" panose="02010609060101010101" charset="-122"/>
              <a:cs typeface="黑体" panose="02010609060101010101" charset="-122"/>
            </a:endParaRPr>
          </a:p>
        </p:txBody>
      </p:sp>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1780" name="Text Box 4"/>
          <p:cNvSpPr txBox="1">
            <a:spLocks noChangeArrowheads="1"/>
          </p:cNvSpPr>
          <p:nvPr/>
        </p:nvSpPr>
        <p:spPr bwMode="auto">
          <a:xfrm>
            <a:off x="0" y="254000"/>
            <a:ext cx="9144000" cy="595313"/>
          </a:xfrm>
          <a:prstGeom prst="rect">
            <a:avLst/>
          </a:prstGeom>
          <a:noFill/>
          <a:ln w="9525">
            <a:noFill/>
            <a:miter lim="800000"/>
          </a:ln>
          <a:effectLst/>
        </p:spPr>
        <p:txBody>
          <a:bodyPr>
            <a:spAutoFit/>
          </a:bodyPr>
          <a:lstStyle/>
          <a:p>
            <a:pPr algn="ctr" eaLnBrk="1" hangingPunct="1">
              <a:spcBef>
                <a:spcPct val="50000"/>
              </a:spcBef>
              <a:buClr>
                <a:srgbClr val="FF3300"/>
              </a:buClr>
              <a:buSzPct val="80000"/>
              <a:buFont typeface="Wingdings" panose="05000000000000000000" pitchFamily="2" charset="2"/>
              <a:buNone/>
              <a:defRPr/>
            </a:pPr>
            <a:r>
              <a:rPr lang="zh-CN" altLang="en-US" sz="3300">
                <a:effectLst>
                  <a:outerShdw blurRad="38100" dist="38100" dir="2700000" algn="tl">
                    <a:srgbClr val="C0C0C0"/>
                  </a:outerShdw>
                </a:effectLst>
                <a:latin typeface="Times New Roman" panose="02020603050405020304" pitchFamily="18" charset="0"/>
                <a:ea typeface="黑体" panose="02010609060101010101" charset="-122"/>
                <a:cs typeface="+mn-cs"/>
              </a:rPr>
              <a:t>国家公共安全保障的重大需求</a:t>
            </a:r>
            <a:endParaRPr lang="zh-CN" altLang="en-US" sz="3300">
              <a:effectLst>
                <a:outerShdw blurRad="38100" dist="38100" dir="2700000" algn="tl">
                  <a:srgbClr val="C0C0C0"/>
                </a:outerShdw>
              </a:effectLst>
              <a:latin typeface="Times New Roman" panose="02020603050405020304" pitchFamily="18" charset="0"/>
              <a:ea typeface="黑体" panose="02010609060101010101" charset="-122"/>
              <a:cs typeface="+mn-cs"/>
            </a:endParaRPr>
          </a:p>
        </p:txBody>
      </p:sp>
      <p:sp>
        <p:nvSpPr>
          <p:cNvPr id="110595" name="Line 5"/>
          <p:cNvSpPr>
            <a:spLocks noChangeShapeType="1"/>
          </p:cNvSpPr>
          <p:nvPr/>
        </p:nvSpPr>
        <p:spPr bwMode="auto">
          <a:xfrm>
            <a:off x="188913" y="935038"/>
            <a:ext cx="8775700" cy="0"/>
          </a:xfrm>
          <a:prstGeom prst="line">
            <a:avLst/>
          </a:prstGeom>
          <a:noFill/>
          <a:ln w="50800">
            <a:solidFill>
              <a:schemeClr val="folHlink"/>
            </a:solidFill>
            <a:round/>
          </a:ln>
        </p:spPr>
        <p:txBody>
          <a:bodyPr wrap="none"/>
          <a:lstStyle/>
          <a:p>
            <a:endParaRPr lang="zh-CN" altLang="en-US"/>
          </a:p>
        </p:txBody>
      </p:sp>
      <p:pic>
        <p:nvPicPr>
          <p:cNvPr id="110596" name="Picture 6" descr="13"/>
          <p:cNvPicPr>
            <a:picLocks noChangeAspect="1" noChangeArrowheads="1"/>
          </p:cNvPicPr>
          <p:nvPr/>
        </p:nvPicPr>
        <p:blipFill>
          <a:blip r:embed="rId1" cstate="email">
            <a:extLst>
              <a:ext uri="{28A0092B-C50C-407E-A947-70E740481C1C}">
                <a14:useLocalDpi xmlns:a14="http://schemas.microsoft.com/office/drawing/2010/main" val="0"/>
              </a:ext>
            </a:extLst>
          </a:blip>
          <a:srcRect/>
          <a:stretch>
            <a:fillRect/>
          </a:stretch>
        </p:blipFill>
        <p:spPr bwMode="auto">
          <a:xfrm>
            <a:off x="5184775" y="1030288"/>
            <a:ext cx="4010025" cy="3173412"/>
          </a:xfrm>
          <a:prstGeom prst="rect">
            <a:avLst/>
          </a:prstGeom>
          <a:noFill/>
          <a:ln>
            <a:noFill/>
          </a:ln>
        </p:spPr>
      </p:pic>
      <p:sp>
        <p:nvSpPr>
          <p:cNvPr id="110597" name="Rectangle 7"/>
          <p:cNvSpPr>
            <a:spLocks noChangeArrowheads="1"/>
          </p:cNvSpPr>
          <p:nvPr/>
        </p:nvSpPr>
        <p:spPr bwMode="auto">
          <a:xfrm>
            <a:off x="209550" y="5003800"/>
            <a:ext cx="4845050" cy="1679575"/>
          </a:xfrm>
          <a:prstGeom prst="rect">
            <a:avLst/>
          </a:prstGeom>
          <a:noFill/>
          <a:ln>
            <a:noFill/>
          </a:ln>
        </p:spPr>
        <p:txBody>
          <a:bodyPr>
            <a:spAutoFit/>
          </a:bodyPr>
          <a:lstStyle/>
          <a:p>
            <a:pPr marL="355600" indent="-355600">
              <a:buFont typeface="Wingdings" panose="05000000000000000000" charset="0"/>
              <a:buChar char="l"/>
            </a:pPr>
            <a:r>
              <a:rPr lang="zh-CN" altLang="en-US" sz="2600">
                <a:latin typeface="Times New Roman" panose="02020603050405020304" pitchFamily="18" charset="0"/>
                <a:ea typeface="黑体" panose="02010609060101010101" charset="-122"/>
                <a:cs typeface="黑体" panose="02010609060101010101" charset="-122"/>
              </a:rPr>
              <a:t>长江荆江河段形势险恶，三峡工程蓄水后清水下切大堤坍塌加剧，07</a:t>
            </a:r>
            <a:r>
              <a:rPr lang="en-US" altLang="zh-CN" sz="2600">
                <a:latin typeface="Times New Roman" panose="02020603050405020304" pitchFamily="18" charset="0"/>
                <a:ea typeface="黑体" panose="02010609060101010101" charset="-122"/>
                <a:cs typeface="黑体" panose="02010609060101010101" charset="-122"/>
              </a:rPr>
              <a:t>.3.22</a:t>
            </a:r>
            <a:r>
              <a:rPr lang="zh-CN" altLang="en-US" sz="2600">
                <a:latin typeface="Times New Roman" panose="02020603050405020304" pitchFamily="18" charset="0"/>
                <a:ea typeface="黑体" panose="02010609060101010101" charset="-122"/>
                <a:cs typeface="黑体" panose="02010609060101010101" charset="-122"/>
              </a:rPr>
              <a:t>日石首段坍塌</a:t>
            </a:r>
            <a:endParaRPr lang="zh-CN" altLang="en-US" sz="2600">
              <a:latin typeface="Times New Roman" panose="02020603050405020304" pitchFamily="18" charset="0"/>
              <a:ea typeface="黑体" panose="02010609060101010101" charset="-122"/>
              <a:cs typeface="黑体" panose="02010609060101010101" charset="-122"/>
            </a:endParaRPr>
          </a:p>
        </p:txBody>
      </p:sp>
      <p:sp>
        <p:nvSpPr>
          <p:cNvPr id="110598" name="Text Box 8"/>
          <p:cNvSpPr txBox="1">
            <a:spLocks noChangeArrowheads="1"/>
          </p:cNvSpPr>
          <p:nvPr/>
        </p:nvSpPr>
        <p:spPr bwMode="auto">
          <a:xfrm>
            <a:off x="244475" y="1281113"/>
            <a:ext cx="4784725" cy="1585912"/>
          </a:xfrm>
          <a:prstGeom prst="rect">
            <a:avLst/>
          </a:prstGeom>
          <a:noFill/>
          <a:ln>
            <a:noFill/>
          </a:ln>
        </p:spPr>
        <p:txBody>
          <a:bodyPr>
            <a:spAutoFit/>
          </a:bodyPr>
          <a:lstStyle>
            <a:lvl1pPr marL="262255" indent="-262255">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spcBef>
                <a:spcPct val="25000"/>
              </a:spcBef>
              <a:buFont typeface="Wingdings" panose="05000000000000000000" charset="0"/>
              <a:buChar char="Ø"/>
            </a:pPr>
            <a:r>
              <a:rPr lang="en-US" altLang="zh-CN" sz="2800">
                <a:solidFill>
                  <a:srgbClr val="0000FF"/>
                </a:solidFill>
                <a:latin typeface="黑体" panose="02010609060101010101" charset="-122"/>
                <a:ea typeface="黑体" panose="02010609060101010101" charset="-122"/>
                <a:cs typeface="黑体" panose="02010609060101010101" charset="-122"/>
              </a:rPr>
              <a:t>8.5</a:t>
            </a:r>
            <a:r>
              <a:rPr lang="zh-CN" altLang="en-US" sz="2800">
                <a:solidFill>
                  <a:srgbClr val="0000FF"/>
                </a:solidFill>
                <a:latin typeface="黑体" panose="02010609060101010101" charset="-122"/>
                <a:ea typeface="黑体" panose="02010609060101010101" charset="-122"/>
                <a:cs typeface="黑体" panose="02010609060101010101" charset="-122"/>
              </a:rPr>
              <a:t>万水库有</a:t>
            </a:r>
            <a:r>
              <a:rPr lang="en-US" altLang="zh-CN" sz="2800">
                <a:solidFill>
                  <a:srgbClr val="0000FF"/>
                </a:solidFill>
                <a:latin typeface="黑体" panose="02010609060101010101" charset="-122"/>
                <a:ea typeface="黑体" panose="02010609060101010101" charset="-122"/>
                <a:cs typeface="黑体" panose="02010609060101010101" charset="-122"/>
              </a:rPr>
              <a:t>3</a:t>
            </a:r>
            <a:r>
              <a:rPr lang="zh-CN" altLang="en-US" sz="2800">
                <a:solidFill>
                  <a:srgbClr val="0000FF"/>
                </a:solidFill>
                <a:latin typeface="黑体" panose="02010609060101010101" charset="-122"/>
                <a:ea typeface="黑体" panose="02010609060101010101" charset="-122"/>
                <a:cs typeface="黑体" panose="02010609060101010101" charset="-122"/>
              </a:rPr>
              <a:t>万座病险水库</a:t>
            </a:r>
            <a:endParaRPr lang="zh-CN" altLang="en-US" sz="2800">
              <a:solidFill>
                <a:srgbClr val="0000FF"/>
              </a:solidFill>
              <a:latin typeface="黑体" panose="02010609060101010101" charset="-122"/>
              <a:ea typeface="黑体" panose="02010609060101010101" charset="-122"/>
              <a:cs typeface="黑体" panose="02010609060101010101" charset="-122"/>
            </a:endParaRPr>
          </a:p>
          <a:p>
            <a:pPr>
              <a:spcBef>
                <a:spcPct val="25000"/>
              </a:spcBef>
              <a:buFont typeface="Wingdings" panose="05000000000000000000" charset="0"/>
              <a:buChar char="Ø"/>
            </a:pPr>
            <a:r>
              <a:rPr lang="en-US" altLang="zh-CN" sz="2800">
                <a:solidFill>
                  <a:srgbClr val="0000FF"/>
                </a:solidFill>
                <a:latin typeface="黑体" panose="02010609060101010101" charset="-122"/>
                <a:ea typeface="黑体" panose="02010609060101010101" charset="-122"/>
                <a:cs typeface="黑体" panose="02010609060101010101" charset="-122"/>
              </a:rPr>
              <a:t>1953</a:t>
            </a:r>
            <a:r>
              <a:rPr lang="zh-CN" altLang="en-US" sz="2800">
                <a:solidFill>
                  <a:srgbClr val="0000FF"/>
                </a:solidFill>
                <a:latin typeface="黑体" panose="02010609060101010101" charset="-122"/>
                <a:ea typeface="黑体" panose="02010609060101010101" charset="-122"/>
                <a:cs typeface="黑体" panose="02010609060101010101" charset="-122"/>
              </a:rPr>
              <a:t>年以来</a:t>
            </a:r>
            <a:r>
              <a:rPr lang="en-US" altLang="zh-CN" sz="2800">
                <a:solidFill>
                  <a:srgbClr val="0000FF"/>
                </a:solidFill>
                <a:latin typeface="黑体" panose="02010609060101010101" charset="-122"/>
                <a:ea typeface="黑体" panose="02010609060101010101" charset="-122"/>
                <a:cs typeface="黑体" panose="02010609060101010101" charset="-122"/>
              </a:rPr>
              <a:t>3500</a:t>
            </a:r>
            <a:r>
              <a:rPr lang="zh-CN" altLang="en-US" sz="2800">
                <a:solidFill>
                  <a:srgbClr val="0000FF"/>
                </a:solidFill>
                <a:latin typeface="黑体" panose="02010609060101010101" charset="-122"/>
                <a:ea typeface="黑体" panose="02010609060101010101" charset="-122"/>
                <a:cs typeface="黑体" panose="02010609060101010101" charset="-122"/>
              </a:rPr>
              <a:t>例溃坝</a:t>
            </a:r>
            <a:endParaRPr lang="zh-CN" altLang="en-US" sz="2800">
              <a:solidFill>
                <a:srgbClr val="0000FF"/>
              </a:solidFill>
              <a:latin typeface="黑体" panose="02010609060101010101" charset="-122"/>
              <a:ea typeface="黑体" panose="02010609060101010101" charset="-122"/>
              <a:cs typeface="黑体" panose="02010609060101010101" charset="-122"/>
            </a:endParaRPr>
          </a:p>
          <a:p>
            <a:pPr>
              <a:spcBef>
                <a:spcPct val="25000"/>
              </a:spcBef>
              <a:buClr>
                <a:schemeClr val="bg1"/>
              </a:buClr>
              <a:buFont typeface="Wingdings" panose="05000000000000000000" charset="0"/>
              <a:buChar char="Ø"/>
            </a:pPr>
            <a:r>
              <a:rPr lang="en-US" altLang="zh-CN" sz="2800">
                <a:solidFill>
                  <a:srgbClr val="0000FF"/>
                </a:solidFill>
                <a:latin typeface="黑体" panose="02010609060101010101" charset="-122"/>
                <a:ea typeface="黑体" panose="02010609060101010101" charset="-122"/>
                <a:cs typeface="黑体" panose="02010609060101010101" charset="-122"/>
              </a:rPr>
              <a:t>23</a:t>
            </a:r>
            <a:r>
              <a:rPr lang="zh-CN" altLang="en-US" sz="2800">
                <a:solidFill>
                  <a:srgbClr val="0000FF"/>
                </a:solidFill>
                <a:latin typeface="黑体" panose="02010609060101010101" charset="-122"/>
                <a:ea typeface="黑体" panose="02010609060101010101" charset="-122"/>
                <a:cs typeface="黑体" panose="02010609060101010101" charset="-122"/>
              </a:rPr>
              <a:t>万公里堤防经常溃决</a:t>
            </a:r>
            <a:endParaRPr lang="zh-CN" altLang="en-US" sz="2800">
              <a:solidFill>
                <a:srgbClr val="0000FF"/>
              </a:solidFill>
              <a:latin typeface="黑体" panose="02010609060101010101" charset="-122"/>
              <a:ea typeface="黑体" panose="02010609060101010101" charset="-122"/>
              <a:cs typeface="黑体" panose="02010609060101010101" charset="-122"/>
            </a:endParaRPr>
          </a:p>
        </p:txBody>
      </p:sp>
      <p:sp>
        <p:nvSpPr>
          <p:cNvPr id="110599" name="Rectangle 9"/>
          <p:cNvSpPr>
            <a:spLocks noChangeArrowheads="1"/>
          </p:cNvSpPr>
          <p:nvPr/>
        </p:nvSpPr>
        <p:spPr bwMode="auto">
          <a:xfrm>
            <a:off x="254000" y="3195638"/>
            <a:ext cx="4605338" cy="1679575"/>
          </a:xfrm>
          <a:prstGeom prst="rect">
            <a:avLst/>
          </a:prstGeom>
          <a:noFill/>
          <a:ln>
            <a:noFill/>
          </a:ln>
        </p:spPr>
        <p:txBody>
          <a:bodyPr>
            <a:spAutoFit/>
          </a:bodyPr>
          <a:lstStyle/>
          <a:p>
            <a:pPr marL="355600" indent="-355600">
              <a:buClr>
                <a:schemeClr val="bg1"/>
              </a:buClr>
              <a:buFont typeface="Wingdings" panose="05000000000000000000" charset="0"/>
              <a:buChar char="l"/>
            </a:pPr>
            <a:r>
              <a:rPr lang="zh-CN" altLang="en-US" sz="2600">
                <a:latin typeface="Times New Roman" panose="02020603050405020304" pitchFamily="18" charset="0"/>
                <a:ea typeface="黑体" panose="02010609060101010101" charset="-122"/>
                <a:cs typeface="黑体" panose="02010609060101010101" charset="-122"/>
              </a:rPr>
              <a:t>密云水库库容42亿</a:t>
            </a:r>
            <a:r>
              <a:rPr lang="en-US" altLang="zh-CN" sz="2600">
                <a:latin typeface="Times New Roman" panose="02020603050405020304" pitchFamily="18" charset="0"/>
                <a:ea typeface="黑体" panose="02010609060101010101" charset="-122"/>
                <a:cs typeface="黑体" panose="02010609060101010101" charset="-122"/>
              </a:rPr>
              <a:t>m</a:t>
            </a:r>
            <a:r>
              <a:rPr lang="en-US" altLang="zh-CN" sz="2600" baseline="30000">
                <a:latin typeface="Times New Roman" panose="02020603050405020304" pitchFamily="18" charset="0"/>
                <a:ea typeface="黑体" panose="02010609060101010101" charset="-122"/>
                <a:cs typeface="黑体" panose="02010609060101010101" charset="-122"/>
              </a:rPr>
              <a:t>3</a:t>
            </a:r>
            <a:r>
              <a:rPr lang="zh-CN" altLang="en-US" sz="2600">
                <a:latin typeface="Times New Roman" panose="02020603050405020304" pitchFamily="18" charset="0"/>
                <a:ea typeface="黑体" panose="02010609060101010101" charset="-122"/>
                <a:cs typeface="黑体" panose="02010609060101010101" charset="-122"/>
              </a:rPr>
              <a:t>，北京的水源及防洪水库</a:t>
            </a:r>
            <a:r>
              <a:rPr lang="en-US" altLang="zh-CN" sz="2600">
                <a:latin typeface="Times New Roman" panose="02020603050405020304" pitchFamily="18" charset="0"/>
                <a:ea typeface="黑体" panose="02010609060101010101" charset="-122"/>
                <a:cs typeface="黑体" panose="02010609060101010101" charset="-122"/>
              </a:rPr>
              <a:t>，76</a:t>
            </a:r>
            <a:r>
              <a:rPr lang="zh-CN" altLang="en-US" sz="2600">
                <a:latin typeface="Times New Roman" panose="02020603050405020304" pitchFamily="18" charset="0"/>
                <a:ea typeface="黑体" panose="02010609060101010101" charset="-122"/>
                <a:cs typeface="黑体" panose="02010609060101010101" charset="-122"/>
              </a:rPr>
              <a:t>年唐山地震白河主坝发生滑坡，存在极大的安全隐患</a:t>
            </a:r>
            <a:endParaRPr lang="zh-CN" altLang="en-US" sz="2600">
              <a:latin typeface="Times New Roman" panose="02020603050405020304" pitchFamily="18" charset="0"/>
              <a:ea typeface="黑体" panose="02010609060101010101" charset="-122"/>
              <a:cs typeface="黑体" panose="02010609060101010101" charset="-122"/>
            </a:endParaRPr>
          </a:p>
        </p:txBody>
      </p:sp>
      <p:pic>
        <p:nvPicPr>
          <p:cNvPr id="110600" name="Picture 10" descr="U868P1T1D10564251F21DT20060728142945"/>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162550" y="3690938"/>
            <a:ext cx="3981450" cy="3167062"/>
          </a:xfrm>
          <a:prstGeom prst="rect">
            <a:avLst/>
          </a:prstGeom>
          <a:noFill/>
          <a:ln>
            <a:noFill/>
          </a:ln>
        </p:spPr>
      </p:pic>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4"/>
          <p:cNvSpPr>
            <a:spLocks noChangeArrowheads="1"/>
          </p:cNvSpPr>
          <p:nvPr/>
        </p:nvSpPr>
        <p:spPr bwMode="auto">
          <a:xfrm>
            <a:off x="379413" y="1550988"/>
            <a:ext cx="8559800" cy="1679575"/>
          </a:xfrm>
          <a:prstGeom prst="rect">
            <a:avLst/>
          </a:prstGeom>
          <a:noFill/>
          <a:ln>
            <a:noFill/>
          </a:ln>
        </p:spPr>
        <p:txBody>
          <a:bodyPr>
            <a:spAutoFit/>
          </a:bodyPr>
          <a:lstStyle/>
          <a:p>
            <a:pPr marL="266700" indent="-266700">
              <a:buSzPct val="50000"/>
              <a:buFont typeface="Wingdings" panose="05000000000000000000" charset="0"/>
              <a:buChar char="Ø"/>
            </a:pPr>
            <a:r>
              <a:rPr lang="zh-CN" altLang="en-US" sz="2600">
                <a:latin typeface="Times New Roman" panose="02020603050405020304" pitchFamily="18" charset="0"/>
                <a:ea typeface="黑体" panose="02010609060101010101" charset="-122"/>
                <a:cs typeface="黑体" panose="02010609060101010101" charset="-122"/>
              </a:rPr>
              <a:t>“75.8”板桥水库跨坝， </a:t>
            </a:r>
            <a:r>
              <a:rPr lang="en-US" altLang="zh-CN" sz="2600">
                <a:latin typeface="Times New Roman" panose="02020603050405020304" pitchFamily="18" charset="0"/>
                <a:ea typeface="黑体" panose="02010609060101010101" charset="-122"/>
                <a:cs typeface="黑体" panose="02010609060101010101" charset="-122"/>
              </a:rPr>
              <a:t>2.6</a:t>
            </a:r>
            <a:r>
              <a:rPr lang="zh-CN" altLang="en-US" sz="2600">
                <a:latin typeface="Times New Roman" panose="02020603050405020304" pitchFamily="18" charset="0"/>
                <a:ea typeface="黑体" panose="02010609060101010101" charset="-122"/>
                <a:cs typeface="黑体" panose="02010609060101010101" charset="-122"/>
              </a:rPr>
              <a:t>万 人死亡， </a:t>
            </a:r>
            <a:r>
              <a:rPr lang="en-US" altLang="zh-CN" sz="2600">
                <a:latin typeface="Times New Roman" panose="02020603050405020304" pitchFamily="18" charset="0"/>
                <a:ea typeface="黑体" panose="02010609060101010101" charset="-122"/>
                <a:cs typeface="黑体" panose="02010609060101010101" charset="-122"/>
              </a:rPr>
              <a:t>1015</a:t>
            </a:r>
            <a:r>
              <a:rPr lang="zh-CN" altLang="en-US" sz="2600">
                <a:latin typeface="Times New Roman" panose="02020603050405020304" pitchFamily="18" charset="0"/>
                <a:ea typeface="黑体" panose="02010609060101010101" charset="-122"/>
                <a:cs typeface="黑体" panose="02010609060101010101" charset="-122"/>
              </a:rPr>
              <a:t>万 人受灾</a:t>
            </a:r>
            <a:endParaRPr lang="en-US" altLang="zh-CN" sz="2600">
              <a:latin typeface="Times New Roman" panose="02020603050405020304" pitchFamily="18" charset="0"/>
              <a:ea typeface="黑体" panose="02010609060101010101" charset="-122"/>
              <a:cs typeface="黑体" panose="02010609060101010101" charset="-122"/>
            </a:endParaRPr>
          </a:p>
          <a:p>
            <a:pPr marL="266700" indent="-266700">
              <a:buSzPct val="50000"/>
              <a:buFont typeface="Wingdings" panose="05000000000000000000" charset="0"/>
              <a:buChar char="Ø"/>
            </a:pPr>
            <a:r>
              <a:rPr lang="zh-CN" altLang="en-US" sz="2600">
                <a:latin typeface="Times New Roman" panose="02020603050405020304" pitchFamily="18" charset="0"/>
                <a:ea typeface="黑体" panose="02010609060101010101" charset="-122"/>
                <a:cs typeface="黑体" panose="02010609060101010101" charset="-122"/>
              </a:rPr>
              <a:t>1993青海沟后水库垮坝，近 </a:t>
            </a:r>
            <a:r>
              <a:rPr lang="en-US" altLang="zh-CN" sz="2600">
                <a:latin typeface="Times New Roman" panose="02020603050405020304" pitchFamily="18" charset="0"/>
                <a:ea typeface="黑体" panose="02010609060101010101" charset="-122"/>
                <a:cs typeface="黑体" panose="02010609060101010101" charset="-122"/>
              </a:rPr>
              <a:t>300 </a:t>
            </a:r>
            <a:r>
              <a:rPr lang="zh-CN" altLang="en-US" sz="2600">
                <a:latin typeface="Times New Roman" panose="02020603050405020304" pitchFamily="18" charset="0"/>
                <a:ea typeface="黑体" panose="02010609060101010101" charset="-122"/>
                <a:cs typeface="黑体" panose="02010609060101010101" charset="-122"/>
              </a:rPr>
              <a:t>人丧生、</a:t>
            </a:r>
            <a:r>
              <a:rPr lang="en-US" altLang="zh-CN" sz="2600">
                <a:latin typeface="Times New Roman" panose="02020603050405020304" pitchFamily="18" charset="0"/>
                <a:ea typeface="黑体" panose="02010609060101010101" charset="-122"/>
                <a:cs typeface="黑体" panose="02010609060101010101" charset="-122"/>
              </a:rPr>
              <a:t>1000 </a:t>
            </a:r>
            <a:r>
              <a:rPr lang="zh-CN" altLang="en-US" sz="2600">
                <a:latin typeface="Times New Roman" panose="02020603050405020304" pitchFamily="18" charset="0"/>
                <a:ea typeface="黑体" panose="02010609060101010101" charset="-122"/>
                <a:cs typeface="黑体" panose="02010609060101010101" charset="-122"/>
              </a:rPr>
              <a:t>多人受伤</a:t>
            </a:r>
            <a:endParaRPr lang="zh-CN" altLang="en-US" sz="2600">
              <a:latin typeface="Times New Roman" panose="02020603050405020304" pitchFamily="18" charset="0"/>
              <a:ea typeface="黑体" panose="02010609060101010101" charset="-122"/>
              <a:cs typeface="黑体" panose="02010609060101010101" charset="-122"/>
            </a:endParaRPr>
          </a:p>
          <a:p>
            <a:pPr marL="266700" indent="-266700">
              <a:buSzPct val="50000"/>
              <a:buFont typeface="Wingdings" panose="05000000000000000000" charset="0"/>
              <a:buChar char="Ø"/>
            </a:pPr>
            <a:r>
              <a:rPr lang="zh-CN" altLang="en-US" sz="2600">
                <a:latin typeface="Times New Roman" panose="02020603050405020304" pitchFamily="18" charset="0"/>
                <a:ea typeface="黑体" panose="02010609060101010101" charset="-122"/>
                <a:cs typeface="黑体" panose="02010609060101010101" charset="-122"/>
              </a:rPr>
              <a:t>1938年黄河花园口人为决口，89万人死亡，1500万受灾</a:t>
            </a:r>
            <a:endParaRPr lang="zh-CN" altLang="en-US" sz="2600">
              <a:latin typeface="Times New Roman" panose="02020603050405020304" pitchFamily="18" charset="0"/>
              <a:ea typeface="黑体" panose="02010609060101010101" charset="-122"/>
              <a:cs typeface="黑体" panose="02010609060101010101" charset="-122"/>
            </a:endParaRPr>
          </a:p>
          <a:p>
            <a:pPr marL="266700" indent="-266700">
              <a:buSzPct val="50000"/>
              <a:buFont typeface="Wingdings" panose="05000000000000000000" charset="0"/>
              <a:buChar char="Ø"/>
            </a:pPr>
            <a:r>
              <a:rPr lang="zh-CN" altLang="en-US" sz="2600">
                <a:latin typeface="Times New Roman" panose="02020603050405020304" pitchFamily="18" charset="0"/>
                <a:ea typeface="黑体" panose="02010609060101010101" charset="-122"/>
                <a:cs typeface="黑体" panose="02010609060101010101" charset="-122"/>
              </a:rPr>
              <a:t>1954年长江大水堤垸多处溃决，3万人死亡</a:t>
            </a:r>
            <a:endParaRPr lang="zh-CN" altLang="en-US" sz="2600">
              <a:latin typeface="Times New Roman" panose="02020603050405020304" pitchFamily="18" charset="0"/>
              <a:ea typeface="黑体" panose="02010609060101010101" charset="-122"/>
              <a:cs typeface="黑体" panose="02010609060101010101" charset="-122"/>
            </a:endParaRPr>
          </a:p>
        </p:txBody>
      </p:sp>
      <p:sp>
        <p:nvSpPr>
          <p:cNvPr id="111619" name="Rectangle 5"/>
          <p:cNvSpPr>
            <a:spLocks noChangeArrowheads="1"/>
          </p:cNvSpPr>
          <p:nvPr/>
        </p:nvSpPr>
        <p:spPr bwMode="auto">
          <a:xfrm>
            <a:off x="373063" y="3779838"/>
            <a:ext cx="8140700" cy="1282700"/>
          </a:xfrm>
          <a:prstGeom prst="rect">
            <a:avLst/>
          </a:prstGeom>
          <a:noFill/>
          <a:ln>
            <a:noFill/>
          </a:ln>
        </p:spPr>
        <p:txBody>
          <a:bodyPr>
            <a:spAutoFit/>
          </a:bodyPr>
          <a:lstStyle/>
          <a:p>
            <a:pPr marL="266700" indent="-266700">
              <a:buSzPct val="50000"/>
              <a:buFont typeface="Wingdings" panose="05000000000000000000" charset="0"/>
              <a:buChar char="Ø"/>
            </a:pPr>
            <a:r>
              <a:rPr lang="zh-CN" altLang="en-US" sz="2600">
                <a:latin typeface="Times New Roman" panose="02020603050405020304" pitchFamily="18" charset="0"/>
                <a:ea typeface="黑体" panose="02010609060101010101" charset="-122"/>
                <a:cs typeface="黑体" panose="02010609060101010101" charset="-122"/>
              </a:rPr>
              <a:t>“75.8”板桥水库跨坝经济损失达 百亿 元</a:t>
            </a:r>
            <a:endParaRPr lang="zh-CN" altLang="en-US" sz="2600">
              <a:latin typeface="Times New Roman" panose="02020603050405020304" pitchFamily="18" charset="0"/>
              <a:ea typeface="黑体" panose="02010609060101010101" charset="-122"/>
              <a:cs typeface="黑体" panose="02010609060101010101" charset="-122"/>
            </a:endParaRPr>
          </a:p>
          <a:p>
            <a:pPr marL="266700" indent="-266700">
              <a:buSzPct val="50000"/>
              <a:buFont typeface="Wingdings" panose="05000000000000000000" charset="0"/>
              <a:buChar char="Ø"/>
            </a:pPr>
            <a:r>
              <a:rPr lang="zh-CN" altLang="en-US" sz="2600">
                <a:latin typeface="Times New Roman" panose="02020603050405020304" pitchFamily="18" charset="0"/>
                <a:ea typeface="黑体" panose="02010609060101010101" charset="-122"/>
                <a:cs typeface="黑体" panose="02010609060101010101" charset="-122"/>
              </a:rPr>
              <a:t>“98”洪水长江、松花江堤防决口经济损失数 百 亿元</a:t>
            </a:r>
            <a:endParaRPr lang="zh-CN" altLang="en-US" sz="2600">
              <a:latin typeface="Times New Roman" panose="02020603050405020304" pitchFamily="18" charset="0"/>
              <a:ea typeface="黑体" panose="02010609060101010101" charset="-122"/>
              <a:cs typeface="黑体" panose="02010609060101010101" charset="-122"/>
            </a:endParaRPr>
          </a:p>
          <a:p>
            <a:pPr marL="266700" indent="-266700">
              <a:buSzPct val="50000"/>
              <a:buFont typeface="Wingdings" panose="05000000000000000000" charset="0"/>
              <a:buChar char="Ø"/>
            </a:pPr>
            <a:r>
              <a:rPr lang="zh-CN" altLang="en-US" sz="2600">
                <a:latin typeface="Times New Roman" panose="02020603050405020304" pitchFamily="18" charset="0"/>
                <a:ea typeface="黑体" panose="02010609060101010101" charset="-122"/>
                <a:cs typeface="黑体" panose="02010609060101010101" charset="-122"/>
              </a:rPr>
              <a:t>“03”渭河秋汛决堤，经济损失 50亿元</a:t>
            </a:r>
            <a:endParaRPr lang="zh-CN" altLang="en-US" sz="2600">
              <a:latin typeface="Times New Roman" panose="02020603050405020304" pitchFamily="18" charset="0"/>
              <a:ea typeface="黑体" panose="02010609060101010101" charset="-122"/>
              <a:cs typeface="黑体" panose="02010609060101010101" charset="-122"/>
            </a:endParaRPr>
          </a:p>
        </p:txBody>
      </p:sp>
      <p:sp>
        <p:nvSpPr>
          <p:cNvPr id="111620" name="Rectangle 6"/>
          <p:cNvSpPr>
            <a:spLocks noChangeArrowheads="1"/>
          </p:cNvSpPr>
          <p:nvPr/>
        </p:nvSpPr>
        <p:spPr bwMode="auto">
          <a:xfrm>
            <a:off x="190500" y="960438"/>
            <a:ext cx="4676775" cy="549275"/>
          </a:xfrm>
          <a:prstGeom prst="rect">
            <a:avLst/>
          </a:prstGeom>
          <a:noFill/>
          <a:ln>
            <a:noFill/>
          </a:ln>
        </p:spPr>
        <p:txBody>
          <a:bodyPr wrap="none">
            <a:spAutoFit/>
          </a:bodyPr>
          <a:lstStyle/>
          <a:p>
            <a:pPr algn="ctr">
              <a:buClr>
                <a:srgbClr val="FF0000"/>
              </a:buClr>
              <a:buFont typeface="Wingdings" panose="05000000000000000000" charset="0"/>
              <a:buChar char="l"/>
            </a:pPr>
            <a:r>
              <a:rPr lang="zh-CN" altLang="en-US" sz="3000">
                <a:latin typeface="Times New Roman" panose="02020603050405020304" pitchFamily="18" charset="0"/>
                <a:ea typeface="黑体" panose="02010609060101010101" charset="-122"/>
                <a:cs typeface="黑体" panose="02010609060101010101" charset="-122"/>
              </a:rPr>
              <a:t>坝堤溃决灾害死亡人数高</a:t>
            </a:r>
            <a:endParaRPr lang="zh-CN" altLang="en-US" sz="3000">
              <a:latin typeface="Times New Roman" panose="02020603050405020304" pitchFamily="18" charset="0"/>
              <a:ea typeface="黑体" panose="02010609060101010101" charset="-122"/>
              <a:cs typeface="黑体" panose="02010609060101010101" charset="-122"/>
            </a:endParaRPr>
          </a:p>
        </p:txBody>
      </p:sp>
      <p:sp>
        <p:nvSpPr>
          <p:cNvPr id="111621" name="Rectangle 7"/>
          <p:cNvSpPr>
            <a:spLocks noChangeArrowheads="1"/>
          </p:cNvSpPr>
          <p:nvPr/>
        </p:nvSpPr>
        <p:spPr bwMode="auto">
          <a:xfrm>
            <a:off x="174625" y="3209925"/>
            <a:ext cx="4294188" cy="549275"/>
          </a:xfrm>
          <a:prstGeom prst="rect">
            <a:avLst/>
          </a:prstGeom>
          <a:noFill/>
          <a:ln>
            <a:noFill/>
          </a:ln>
        </p:spPr>
        <p:txBody>
          <a:bodyPr wrap="none">
            <a:spAutoFit/>
          </a:bodyPr>
          <a:lstStyle/>
          <a:p>
            <a:pPr algn="ctr">
              <a:buClr>
                <a:srgbClr val="FF0000"/>
              </a:buClr>
              <a:buFont typeface="Wingdings" panose="05000000000000000000" charset="0"/>
              <a:buChar char="l"/>
            </a:pPr>
            <a:r>
              <a:rPr lang="zh-CN" altLang="en-US" sz="3000">
                <a:latin typeface="Times New Roman" panose="02020603050405020304" pitchFamily="18" charset="0"/>
                <a:ea typeface="黑体" panose="02010609060101010101" charset="-122"/>
                <a:cs typeface="黑体" panose="02010609060101010101" charset="-122"/>
              </a:rPr>
              <a:t>溃决造成财产损失巨大</a:t>
            </a:r>
            <a:endParaRPr lang="zh-CN" altLang="en-US" sz="3000">
              <a:latin typeface="Times New Roman" panose="02020603050405020304" pitchFamily="18" charset="0"/>
              <a:ea typeface="黑体" panose="02010609060101010101" charset="-122"/>
              <a:cs typeface="黑体" panose="02010609060101010101" charset="-122"/>
            </a:endParaRPr>
          </a:p>
        </p:txBody>
      </p:sp>
      <p:sp>
        <p:nvSpPr>
          <p:cNvPr id="972808" name="Text Box 8"/>
          <p:cNvSpPr txBox="1">
            <a:spLocks noChangeArrowheads="1"/>
          </p:cNvSpPr>
          <p:nvPr/>
        </p:nvSpPr>
        <p:spPr bwMode="auto">
          <a:xfrm>
            <a:off x="0" y="292100"/>
            <a:ext cx="9144000" cy="595313"/>
          </a:xfrm>
          <a:prstGeom prst="rect">
            <a:avLst/>
          </a:prstGeom>
          <a:noFill/>
          <a:ln w="9525">
            <a:noFill/>
            <a:miter lim="800000"/>
          </a:ln>
          <a:effectLst/>
        </p:spPr>
        <p:txBody>
          <a:bodyPr>
            <a:spAutoFit/>
          </a:bodyPr>
          <a:lstStyle/>
          <a:p>
            <a:pPr algn="ctr" eaLnBrk="1" hangingPunct="1">
              <a:spcBef>
                <a:spcPct val="50000"/>
              </a:spcBef>
              <a:buClr>
                <a:srgbClr val="FF3300"/>
              </a:buClr>
              <a:buSzPct val="80000"/>
              <a:buFont typeface="Wingdings" panose="05000000000000000000" pitchFamily="2" charset="2"/>
              <a:buNone/>
              <a:defRPr/>
            </a:pPr>
            <a:r>
              <a:rPr lang="zh-CN" altLang="en-US" sz="3300">
                <a:effectLst>
                  <a:outerShdw blurRad="38100" dist="38100" dir="2700000" algn="tl">
                    <a:srgbClr val="C0C0C0"/>
                  </a:outerShdw>
                </a:effectLst>
                <a:latin typeface="Times New Roman" panose="02020603050405020304" pitchFamily="18" charset="0"/>
                <a:ea typeface="黑体" panose="02010609060101010101" charset="-122"/>
                <a:cs typeface="+mn-cs"/>
              </a:rPr>
              <a:t>国家公共安全保障的重大需求</a:t>
            </a:r>
            <a:endParaRPr lang="zh-CN" altLang="en-US" sz="3300">
              <a:effectLst>
                <a:outerShdw blurRad="38100" dist="38100" dir="2700000" algn="tl">
                  <a:srgbClr val="C0C0C0"/>
                </a:outerShdw>
              </a:effectLst>
              <a:latin typeface="Times New Roman" panose="02020603050405020304" pitchFamily="18" charset="0"/>
              <a:ea typeface="黑体" panose="02010609060101010101" charset="-122"/>
              <a:cs typeface="+mn-cs"/>
            </a:endParaRPr>
          </a:p>
        </p:txBody>
      </p:sp>
      <p:sp>
        <p:nvSpPr>
          <p:cNvPr id="111623" name="Line 9"/>
          <p:cNvSpPr>
            <a:spLocks noChangeShapeType="1"/>
          </p:cNvSpPr>
          <p:nvPr/>
        </p:nvSpPr>
        <p:spPr bwMode="auto">
          <a:xfrm>
            <a:off x="188913" y="935038"/>
            <a:ext cx="8775700" cy="0"/>
          </a:xfrm>
          <a:prstGeom prst="line">
            <a:avLst/>
          </a:prstGeom>
          <a:noFill/>
          <a:ln w="50800">
            <a:solidFill>
              <a:schemeClr val="folHlink"/>
            </a:solidFill>
            <a:round/>
          </a:ln>
        </p:spPr>
        <p:txBody>
          <a:bodyPr wrap="none"/>
          <a:lstStyle/>
          <a:p>
            <a:endParaRPr lang="zh-CN" altLang="en-US"/>
          </a:p>
        </p:txBody>
      </p:sp>
      <p:pic>
        <p:nvPicPr>
          <p:cNvPr id="111624" name="Picture 10" descr="temp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5133975"/>
            <a:ext cx="9144000" cy="1876425"/>
          </a:xfrm>
          <a:prstGeom prst="rect">
            <a:avLst/>
          </a:prstGeom>
          <a:noFill/>
          <a:ln>
            <a:noFill/>
          </a:ln>
        </p:spPr>
      </p:pic>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45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525" y="0"/>
            <a:ext cx="9163050" cy="6858000"/>
          </a:xfrm>
          <a:prstGeom prst="rect">
            <a:avLst/>
          </a:prstGeom>
          <a:noFill/>
          <a:ln>
            <a:noFill/>
          </a:ln>
        </p:spPr>
      </p:pic>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Picture 4" descr="temp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p:spPr>
      </p:pic>
      <p:sp>
        <p:nvSpPr>
          <p:cNvPr id="113667" name="Text Box 5"/>
          <p:cNvSpPr txBox="1">
            <a:spLocks noChangeArrowheads="1"/>
          </p:cNvSpPr>
          <p:nvPr/>
        </p:nvSpPr>
        <p:spPr bwMode="auto">
          <a:xfrm>
            <a:off x="2971800" y="2590800"/>
            <a:ext cx="3313113" cy="762000"/>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4400">
                <a:solidFill>
                  <a:srgbClr val="FF0000"/>
                </a:solidFill>
                <a:latin typeface="Tahoma" panose="020B0604030504040204" charset="0"/>
                <a:ea typeface="华文行楷" panose="02010800040101010101" charset="-122"/>
                <a:cs typeface="华文行楷" panose="02010800040101010101" charset="-122"/>
              </a:rPr>
              <a:t>罗纹河决口</a:t>
            </a:r>
            <a:endParaRPr kumimoji="1" lang="zh-CN" altLang="en-US" sz="4400">
              <a:solidFill>
                <a:srgbClr val="FF0000"/>
              </a:solidFill>
              <a:latin typeface="Tahoma" panose="020B0604030504040204" charset="0"/>
              <a:ea typeface="华文行楷" panose="02010800040101010101" charset="-122"/>
              <a:cs typeface="华文行楷" panose="02010800040101010101" charset="-122"/>
            </a:endParaRPr>
          </a:p>
        </p:txBody>
      </p:sp>
      <p:sp>
        <p:nvSpPr>
          <p:cNvPr id="975878" name="Text Box 6"/>
          <p:cNvSpPr txBox="1">
            <a:spLocks noChangeArrowheads="1"/>
          </p:cNvSpPr>
          <p:nvPr/>
        </p:nvSpPr>
        <p:spPr bwMode="auto">
          <a:xfrm>
            <a:off x="2616200" y="6096000"/>
            <a:ext cx="3887788" cy="762000"/>
          </a:xfrm>
          <a:prstGeom prst="rect">
            <a:avLst/>
          </a:prstGeom>
          <a:noFill/>
          <a:ln w="9525" algn="ctr">
            <a:noFill/>
            <a:miter lim="800000"/>
          </a:ln>
          <a:effectLst/>
        </p:spPr>
        <p:txBody>
          <a:bodyPr>
            <a:spAutoFit/>
          </a:bodyPr>
          <a:lstStyle>
            <a:lvl1pPr>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spcBef>
                <a:spcPct val="50000"/>
              </a:spcBef>
            </a:pPr>
            <a:r>
              <a:rPr kumimoji="1" lang="zh-CN" altLang="en-US" sz="4400">
                <a:solidFill>
                  <a:srgbClr val="FF0000"/>
                </a:solidFill>
                <a:effectLst>
                  <a:outerShdw blurRad="38100" dist="38100" dir="2700000" algn="tl">
                    <a:srgbClr val="DDDDDD"/>
                  </a:outerShdw>
                </a:effectLst>
                <a:latin typeface="Tahoma" panose="020B0604030504040204" charset="0"/>
                <a:ea typeface="华文行楷" panose="02010800040101010101" charset="-122"/>
                <a:cs typeface="华文行楷" panose="02010800040101010101" charset="-122"/>
              </a:rPr>
              <a:t>二华夹槽漫滩</a:t>
            </a:r>
            <a:endParaRPr kumimoji="1" lang="zh-CN" altLang="en-US" sz="4400">
              <a:solidFill>
                <a:srgbClr val="FF0000"/>
              </a:solidFill>
              <a:effectLst>
                <a:outerShdw blurRad="38100" dist="38100" dir="2700000" algn="tl">
                  <a:srgbClr val="DDDDDD"/>
                </a:outerShdw>
              </a:effectLst>
              <a:latin typeface="Tahoma" panose="020B0604030504040204" charset="0"/>
              <a:ea typeface="华文行楷" panose="02010800040101010101" charset="-122"/>
              <a:cs typeface="华文行楷" panose="02010800040101010101" charset="-122"/>
            </a:endParaRPr>
          </a:p>
        </p:txBody>
      </p:sp>
      <p:sp>
        <p:nvSpPr>
          <p:cNvPr id="113669" name="Text Box 7"/>
          <p:cNvSpPr txBox="1">
            <a:spLocks noChangeArrowheads="1"/>
          </p:cNvSpPr>
          <p:nvPr/>
        </p:nvSpPr>
        <p:spPr bwMode="auto">
          <a:xfrm>
            <a:off x="3124200" y="533400"/>
            <a:ext cx="3581400" cy="579438"/>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a:solidFill>
                  <a:srgbClr val="CC0000"/>
                </a:solidFill>
              </a:rPr>
              <a:t>2003年渭河洪水</a:t>
            </a:r>
            <a:endParaRPr kumimoji="1" lang="zh-CN" altLang="en-US">
              <a:solidFill>
                <a:srgbClr val="CC0000"/>
              </a:solidFill>
            </a:endParaRPr>
          </a:p>
        </p:txBody>
      </p:sp>
      <p:sp>
        <p:nvSpPr>
          <p:cNvPr id="113670" name="Text Box 8"/>
          <p:cNvSpPr txBox="1">
            <a:spLocks noChangeArrowheads="1"/>
          </p:cNvSpPr>
          <p:nvPr/>
        </p:nvSpPr>
        <p:spPr bwMode="auto">
          <a:xfrm>
            <a:off x="0" y="3519488"/>
            <a:ext cx="9144000" cy="665162"/>
          </a:xfrm>
          <a:prstGeom prst="rect">
            <a:avLst/>
          </a:prstGeom>
          <a:solidFill>
            <a:srgbClr val="008000"/>
          </a:solidFill>
          <a:ln w="9525">
            <a:solidFill>
              <a:srgbClr val="008000"/>
            </a:solidFill>
            <a:miter lim="800000"/>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lgn="ctr">
              <a:spcBef>
                <a:spcPct val="50000"/>
              </a:spcBef>
            </a:pPr>
            <a:r>
              <a:rPr lang="zh-CN" altLang="en-US" sz="3700">
                <a:solidFill>
                  <a:srgbClr val="FFFF00"/>
                </a:solidFill>
                <a:latin typeface="Times New Roman" panose="02020603050405020304" pitchFamily="18" charset="0"/>
                <a:ea typeface="黑体" panose="02010609060101010101" charset="-122"/>
                <a:cs typeface="黑体" panose="02010609060101010101" charset="-122"/>
              </a:rPr>
              <a:t>堤防决口原因：洪水漫决、冲决、管涌等</a:t>
            </a:r>
            <a:endParaRPr lang="zh-CN" altLang="en-US" sz="3700">
              <a:solidFill>
                <a:srgbClr val="FFFF00"/>
              </a:solidFill>
              <a:latin typeface="Times New Roman" panose="02020603050405020304" pitchFamily="18" charset="0"/>
              <a:ea typeface="黑体" panose="02010609060101010101" charset="-122"/>
              <a:cs typeface="黑体" panose="02010609060101010101" charset="-122"/>
            </a:endParaRPr>
          </a:p>
        </p:txBody>
      </p:sp>
    </p:spTree>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0" name="Picture 4" descr="temp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3825" y="104775"/>
            <a:ext cx="8896350" cy="6648450"/>
          </a:xfrm>
          <a:prstGeom prst="rect">
            <a:avLst/>
          </a:prstGeom>
          <a:noFill/>
          <a:ln>
            <a:noFill/>
          </a:ln>
        </p:spPr>
      </p:pic>
      <p:sp>
        <p:nvSpPr>
          <p:cNvPr id="114691" name="Rectangle 5"/>
          <p:cNvSpPr>
            <a:spLocks noChangeArrowheads="1"/>
          </p:cNvSpPr>
          <p:nvPr/>
        </p:nvSpPr>
        <p:spPr bwMode="auto">
          <a:xfrm>
            <a:off x="171450" y="0"/>
            <a:ext cx="2328863" cy="457200"/>
          </a:xfrm>
          <a:prstGeom prst="rect">
            <a:avLst/>
          </a:prstGeom>
          <a:solidFill>
            <a:srgbClr val="008000"/>
          </a:solidFill>
          <a:ln>
            <a:noFill/>
          </a:ln>
        </p:spPr>
        <p:txBody>
          <a:bodyPr wrap="none">
            <a:spAutoFit/>
          </a:bodyPr>
          <a:lstStyle/>
          <a:p>
            <a:pPr eaLnBrk="1" hangingPunct="1"/>
            <a:r>
              <a:rPr lang="zh-CN" altLang="en-US" sz="2400">
                <a:solidFill>
                  <a:schemeClr val="bg1"/>
                </a:solidFill>
                <a:latin typeface="黑体" panose="02010609060101010101" charset="-122"/>
                <a:ea typeface="黑体" panose="02010609060101010101" charset="-122"/>
                <a:cs typeface="黑体" panose="02010609060101010101" charset="-122"/>
              </a:rPr>
              <a:t>石漫滩水库溃坝</a:t>
            </a:r>
            <a:endParaRPr lang="zh-CN" altLang="en-US" sz="2400">
              <a:solidFill>
                <a:schemeClr val="bg1"/>
              </a:solidFill>
              <a:latin typeface="黑体" panose="02010609060101010101" charset="-122"/>
              <a:ea typeface="黑体" panose="02010609060101010101" charset="-122"/>
              <a:cs typeface="黑体" panose="02010609060101010101" charset="-122"/>
            </a:endParaRPr>
          </a:p>
        </p:txBody>
      </p:sp>
      <p:sp>
        <p:nvSpPr>
          <p:cNvPr id="114692" name="Rectangle 6"/>
          <p:cNvSpPr>
            <a:spLocks noChangeArrowheads="1"/>
          </p:cNvSpPr>
          <p:nvPr/>
        </p:nvSpPr>
        <p:spPr bwMode="auto">
          <a:xfrm>
            <a:off x="6092825" y="0"/>
            <a:ext cx="2789238" cy="457200"/>
          </a:xfrm>
          <a:prstGeom prst="rect">
            <a:avLst/>
          </a:prstGeom>
          <a:solidFill>
            <a:srgbClr val="008000"/>
          </a:solidFill>
          <a:ln>
            <a:noFill/>
          </a:ln>
        </p:spPr>
        <p:txBody>
          <a:bodyPr wrap="none">
            <a:spAutoFit/>
          </a:bodyPr>
          <a:lstStyle/>
          <a:p>
            <a:pPr eaLnBrk="1" hangingPunct="1"/>
            <a:r>
              <a:rPr lang="zh-CN" altLang="en-US" sz="2400">
                <a:solidFill>
                  <a:schemeClr val="bg1"/>
                </a:solidFill>
                <a:latin typeface="黑体" panose="02010609060101010101" charset="-122"/>
                <a:ea typeface="黑体" panose="02010609060101010101" charset="-122"/>
                <a:cs typeface="黑体" panose="02010609060101010101" charset="-122"/>
              </a:rPr>
              <a:t>板桥水库溃坝失事 </a:t>
            </a:r>
            <a:endParaRPr lang="zh-CN" altLang="en-US" sz="2400">
              <a:solidFill>
                <a:schemeClr val="bg1"/>
              </a:solidFill>
              <a:latin typeface="黑体" panose="02010609060101010101" charset="-122"/>
              <a:ea typeface="黑体" panose="02010609060101010101" charset="-122"/>
              <a:cs typeface="黑体" panose="02010609060101010101" charset="-122"/>
            </a:endParaRPr>
          </a:p>
        </p:txBody>
      </p:sp>
      <p:sp>
        <p:nvSpPr>
          <p:cNvPr id="114693" name="Rectangle 7"/>
          <p:cNvSpPr>
            <a:spLocks noChangeArrowheads="1"/>
          </p:cNvSpPr>
          <p:nvPr/>
        </p:nvSpPr>
        <p:spPr bwMode="auto">
          <a:xfrm>
            <a:off x="0" y="6238875"/>
            <a:ext cx="3097213" cy="457200"/>
          </a:xfrm>
          <a:prstGeom prst="rect">
            <a:avLst/>
          </a:prstGeom>
          <a:solidFill>
            <a:srgbClr val="008000"/>
          </a:solidFill>
          <a:ln>
            <a:noFill/>
          </a:ln>
        </p:spPr>
        <p:txBody>
          <a:bodyPr wrap="none">
            <a:spAutoFit/>
          </a:bodyPr>
          <a:lstStyle/>
          <a:p>
            <a:pPr eaLnBrk="1" hangingPunct="1"/>
            <a:r>
              <a:rPr lang="en-US" altLang="zh-CN" sz="2400">
                <a:solidFill>
                  <a:schemeClr val="bg1"/>
                </a:solidFill>
                <a:latin typeface="黑体" panose="02010609060101010101" charset="-122"/>
                <a:ea typeface="黑体" panose="02010609060101010101" charset="-122"/>
                <a:cs typeface="黑体" panose="02010609060101010101" charset="-122"/>
              </a:rPr>
              <a:t>62</a:t>
            </a:r>
            <a:r>
              <a:rPr lang="zh-CN" altLang="en-US" sz="2400">
                <a:solidFill>
                  <a:schemeClr val="bg1"/>
                </a:solidFill>
                <a:latin typeface="黑体" panose="02010609060101010101" charset="-122"/>
                <a:ea typeface="黑体" panose="02010609060101010101" charset="-122"/>
                <a:cs typeface="黑体" panose="02010609060101010101" charset="-122"/>
              </a:rPr>
              <a:t>个水库群连锁溃决 </a:t>
            </a:r>
            <a:endParaRPr lang="zh-CN" altLang="en-US" sz="2400">
              <a:solidFill>
                <a:schemeClr val="bg1"/>
              </a:solidFill>
              <a:latin typeface="黑体" panose="02010609060101010101" charset="-122"/>
              <a:ea typeface="黑体" panose="02010609060101010101" charset="-122"/>
              <a:cs typeface="黑体" panose="02010609060101010101" charset="-122"/>
            </a:endParaRPr>
          </a:p>
        </p:txBody>
      </p:sp>
      <p:sp>
        <p:nvSpPr>
          <p:cNvPr id="114694" name="Rectangle 8"/>
          <p:cNvSpPr>
            <a:spLocks noChangeArrowheads="1"/>
          </p:cNvSpPr>
          <p:nvPr/>
        </p:nvSpPr>
        <p:spPr bwMode="auto">
          <a:xfrm>
            <a:off x="5837238" y="6142038"/>
            <a:ext cx="2684462" cy="538162"/>
          </a:xfrm>
          <a:prstGeom prst="rect">
            <a:avLst/>
          </a:prstGeom>
          <a:solidFill>
            <a:srgbClr val="008000"/>
          </a:solidFill>
          <a:ln>
            <a:noFill/>
          </a:ln>
        </p:spPr>
        <p:txBody>
          <a:bodyPr wrap="none" tIns="65067" anchor="ctr">
            <a:spAutoFit/>
          </a:bodyPr>
          <a:lstStyle/>
          <a:p>
            <a:pPr algn="ctr" eaLnBrk="1" hangingPunct="1"/>
            <a:r>
              <a:rPr lang="zh-CN" altLang="en-US" sz="2800">
                <a:solidFill>
                  <a:schemeClr val="bg1"/>
                </a:solidFill>
                <a:ea typeface="黑体" panose="02010609060101010101" charset="-122"/>
                <a:cs typeface="黑体" panose="02010609060101010101" charset="-122"/>
              </a:rPr>
              <a:t>京广铁路被破坏</a:t>
            </a:r>
            <a:endParaRPr lang="zh-CN" altLang="en-US" sz="2800">
              <a:solidFill>
                <a:schemeClr val="bg1"/>
              </a:solidFill>
              <a:ea typeface="黑体" panose="02010609060101010101" charset="-122"/>
              <a:cs typeface="黑体" panose="02010609060101010101" charset="-122"/>
            </a:endParaRPr>
          </a:p>
        </p:txBody>
      </p:sp>
      <p:sp>
        <p:nvSpPr>
          <p:cNvPr id="114695" name="AutoShape 9"/>
          <p:cNvSpPr>
            <a:spLocks noChangeArrowheads="1"/>
          </p:cNvSpPr>
          <p:nvPr/>
        </p:nvSpPr>
        <p:spPr bwMode="auto">
          <a:xfrm>
            <a:off x="2933700" y="2184400"/>
            <a:ext cx="3429000" cy="2171700"/>
          </a:xfrm>
          <a:prstGeom prst="irregularSeal2">
            <a:avLst/>
          </a:prstGeom>
          <a:solidFill>
            <a:srgbClr val="008000"/>
          </a:solidFill>
          <a:ln w="9525">
            <a:solidFill>
              <a:srgbClr val="008000"/>
            </a:solidFill>
            <a:miter lim="800000"/>
          </a:ln>
        </p:spPr>
        <p:txBody>
          <a:bodyPr wrap="none" anchor="ctr"/>
          <a:lstStyle/>
          <a:p>
            <a:pPr eaLnBrk="1" hangingPunct="1">
              <a:lnSpc>
                <a:spcPct val="90000"/>
              </a:lnSpc>
              <a:spcBef>
                <a:spcPct val="50000"/>
              </a:spcBef>
              <a:buFontTx/>
              <a:buChar char="•"/>
            </a:pPr>
            <a:endParaRPr lang="zh-CN" altLang="en-US"/>
          </a:p>
        </p:txBody>
      </p:sp>
      <p:sp>
        <p:nvSpPr>
          <p:cNvPr id="114696" name="Text Box 10"/>
          <p:cNvSpPr txBox="1">
            <a:spLocks noChangeArrowheads="1"/>
          </p:cNvSpPr>
          <p:nvPr/>
        </p:nvSpPr>
        <p:spPr bwMode="auto">
          <a:xfrm>
            <a:off x="3632200" y="2730500"/>
            <a:ext cx="1968500" cy="974725"/>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lgn="ctr">
              <a:spcBef>
                <a:spcPct val="50000"/>
              </a:spcBef>
            </a:pPr>
            <a:r>
              <a:rPr lang="zh-CN" altLang="en-US" sz="2900">
                <a:solidFill>
                  <a:schemeClr val="bg1"/>
                </a:solidFill>
                <a:latin typeface="Times New Roman" panose="02020603050405020304" pitchFamily="18" charset="0"/>
                <a:ea typeface="黑体" panose="02010609060101010101" charset="-122"/>
                <a:cs typeface="黑体" panose="02010609060101010101" charset="-122"/>
              </a:rPr>
              <a:t>“</a:t>
            </a:r>
            <a:r>
              <a:rPr lang="en-US" altLang="zh-CN" sz="2900">
                <a:solidFill>
                  <a:schemeClr val="bg1"/>
                </a:solidFill>
                <a:latin typeface="Times New Roman" panose="02020603050405020304" pitchFamily="18" charset="0"/>
                <a:ea typeface="黑体" panose="02010609060101010101" charset="-122"/>
                <a:cs typeface="黑体" panose="02010609060101010101" charset="-122"/>
              </a:rPr>
              <a:t>75.8”</a:t>
            </a:r>
            <a:r>
              <a:rPr lang="zh-CN" altLang="en-US" sz="2900">
                <a:solidFill>
                  <a:schemeClr val="bg1"/>
                </a:solidFill>
                <a:latin typeface="Times New Roman" panose="02020603050405020304" pitchFamily="18" charset="0"/>
                <a:ea typeface="黑体" panose="02010609060101010101" charset="-122"/>
                <a:cs typeface="黑体" panose="02010609060101010101" charset="-122"/>
              </a:rPr>
              <a:t>淮河连续溃坝</a:t>
            </a:r>
            <a:endParaRPr lang="zh-CN" altLang="en-US" sz="2900">
              <a:solidFill>
                <a:schemeClr val="bg1"/>
              </a:solidFill>
              <a:latin typeface="Times New Roman" panose="02020603050405020304" pitchFamily="18" charset="0"/>
              <a:ea typeface="黑体" panose="02010609060101010101" charset="-122"/>
              <a:cs typeface="黑体" panose="02010609060101010101" charset="-122"/>
            </a:endParaRPr>
          </a:p>
        </p:txBody>
      </p:sp>
      <p:sp>
        <p:nvSpPr>
          <p:cNvPr id="114697" name="Text Box 11"/>
          <p:cNvSpPr txBox="1">
            <a:spLocks noChangeArrowheads="1"/>
          </p:cNvSpPr>
          <p:nvPr/>
        </p:nvSpPr>
        <p:spPr bwMode="auto">
          <a:xfrm>
            <a:off x="2527300" y="3987800"/>
            <a:ext cx="3975100" cy="650875"/>
          </a:xfrm>
          <a:prstGeom prst="rect">
            <a:avLst/>
          </a:prstGeom>
          <a:solidFill>
            <a:srgbClr val="008000"/>
          </a:solidFill>
          <a:ln w="9525">
            <a:miter lim="800000"/>
          </a:ln>
          <a:scene3d>
            <a:camera prst="legacyObliqueTopRight"/>
            <a:lightRig rig="legacyFlat3" dir="b"/>
          </a:scene3d>
          <a:sp3d extrusionH="430200" prstMaterial="legacyMatte">
            <a:bevelT w="13500" h="13500" prst="angle"/>
            <a:bevelB w="13500" h="13500" prst="angle"/>
            <a:extrusionClr>
              <a:srgbClr val="008000"/>
            </a:extrusionClr>
          </a:sp3d>
        </p:spPr>
        <p:txBody>
          <a:bodyPr>
            <a:spAutoFit/>
            <a:flatTx/>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lgn="ctr">
              <a:spcBef>
                <a:spcPct val="50000"/>
              </a:spcBef>
            </a:pPr>
            <a:r>
              <a:rPr lang="zh-CN" altLang="en-US" sz="3600">
                <a:solidFill>
                  <a:srgbClr val="FFFF00"/>
                </a:solidFill>
                <a:latin typeface="Times New Roman" panose="02020603050405020304" pitchFamily="18" charset="0"/>
                <a:ea typeface="黑体" panose="02010609060101010101" charset="-122"/>
                <a:cs typeface="黑体" panose="02010609060101010101" charset="-122"/>
              </a:rPr>
              <a:t>梯级库群灾害放大</a:t>
            </a:r>
            <a:endParaRPr lang="zh-CN" altLang="en-US" sz="3600">
              <a:solidFill>
                <a:srgbClr val="FFFF00"/>
              </a:solidFill>
              <a:latin typeface="Times New Roman" panose="02020603050405020304" pitchFamily="18" charset="0"/>
              <a:ea typeface="黑体" panose="02010609060101010101" charset="-122"/>
              <a:cs typeface="黑体" panose="02010609060101010101" charset="-122"/>
            </a:endParaRPr>
          </a:p>
        </p:txBody>
      </p:sp>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9972" name="Text Box 4"/>
          <p:cNvSpPr txBox="1">
            <a:spLocks noChangeArrowheads="1"/>
          </p:cNvSpPr>
          <p:nvPr/>
        </p:nvSpPr>
        <p:spPr bwMode="auto">
          <a:xfrm>
            <a:off x="1123950" y="238125"/>
            <a:ext cx="7216775" cy="595313"/>
          </a:xfrm>
          <a:prstGeom prst="rect">
            <a:avLst/>
          </a:prstGeom>
          <a:noFill/>
          <a:ln w="9525">
            <a:noFill/>
            <a:miter lim="800000"/>
          </a:ln>
          <a:effectLst/>
        </p:spPr>
        <p:txBody>
          <a:bodyPr>
            <a:spAutoFit/>
          </a:bodyPr>
          <a:lstStyle/>
          <a:p>
            <a:pPr algn="ctr" eaLnBrk="1" hangingPunct="1">
              <a:spcBef>
                <a:spcPct val="50000"/>
              </a:spcBef>
              <a:buClr>
                <a:srgbClr val="FF3300"/>
              </a:buClr>
              <a:buSzPct val="80000"/>
              <a:buFont typeface="Wingdings" panose="05000000000000000000" pitchFamily="2" charset="2"/>
              <a:buNone/>
              <a:defRPr/>
            </a:pPr>
            <a:r>
              <a:rPr lang="zh-CN" altLang="en-US" sz="3300">
                <a:effectLst>
                  <a:outerShdw blurRad="38100" dist="38100" dir="2700000" algn="tl">
                    <a:srgbClr val="C0C0C0"/>
                  </a:outerShdw>
                </a:effectLst>
                <a:latin typeface="Times New Roman" panose="02020603050405020304" pitchFamily="18" charset="0"/>
                <a:ea typeface="黑体" panose="02010609060101010101" charset="-122"/>
                <a:cs typeface="+mn-cs"/>
              </a:rPr>
              <a:t>国家公共安全保障的重大需求</a:t>
            </a:r>
            <a:endParaRPr lang="zh-CN" altLang="en-US" sz="4100">
              <a:effectLst>
                <a:outerShdw blurRad="38100" dist="38100" dir="2700000" algn="tl">
                  <a:srgbClr val="C0C0C0"/>
                </a:outerShdw>
              </a:effectLst>
              <a:latin typeface="Times New Roman" panose="02020603050405020304" pitchFamily="18" charset="0"/>
              <a:ea typeface="黑体" panose="02010609060101010101" charset="-122"/>
              <a:cs typeface="+mn-cs"/>
            </a:endParaRPr>
          </a:p>
        </p:txBody>
      </p:sp>
      <p:sp>
        <p:nvSpPr>
          <p:cNvPr id="115715" name="Line 5"/>
          <p:cNvSpPr>
            <a:spLocks noChangeShapeType="1"/>
          </p:cNvSpPr>
          <p:nvPr/>
        </p:nvSpPr>
        <p:spPr bwMode="auto">
          <a:xfrm>
            <a:off x="188913" y="979488"/>
            <a:ext cx="8775700" cy="0"/>
          </a:xfrm>
          <a:prstGeom prst="line">
            <a:avLst/>
          </a:prstGeom>
          <a:noFill/>
          <a:ln w="50800">
            <a:solidFill>
              <a:schemeClr val="folHlink"/>
            </a:solidFill>
            <a:round/>
          </a:ln>
        </p:spPr>
        <p:txBody>
          <a:bodyPr wrap="none"/>
          <a:lstStyle/>
          <a:p>
            <a:endParaRPr lang="zh-CN" altLang="en-US"/>
          </a:p>
        </p:txBody>
      </p:sp>
      <p:pic>
        <p:nvPicPr>
          <p:cNvPr id="115716" name="Picture 6" descr="黄河悬河"/>
          <p:cNvPicPr>
            <a:picLocks noChangeAspect="1" noChangeArrowheads="1"/>
          </p:cNvPicPr>
          <p:nvPr/>
        </p:nvPicPr>
        <p:blipFill>
          <a:blip r:embed="rId1" cstate="email">
            <a:extLst>
              <a:ext uri="{28A0092B-C50C-407E-A947-70E740481C1C}">
                <a14:useLocalDpi xmlns:a14="http://schemas.microsoft.com/office/drawing/2010/main" val="0"/>
              </a:ext>
            </a:extLst>
          </a:blip>
          <a:srcRect/>
          <a:stretch>
            <a:fillRect/>
          </a:stretch>
        </p:blipFill>
        <p:spPr bwMode="auto">
          <a:xfrm>
            <a:off x="5654675" y="1139825"/>
            <a:ext cx="3489325" cy="2606675"/>
          </a:xfrm>
          <a:prstGeom prst="rect">
            <a:avLst/>
          </a:prstGeom>
          <a:noFill/>
          <a:ln>
            <a:noFill/>
          </a:ln>
        </p:spPr>
      </p:pic>
      <p:sp>
        <p:nvSpPr>
          <p:cNvPr id="115717" name="Rectangle 7"/>
          <p:cNvSpPr>
            <a:spLocks noChangeArrowheads="1"/>
          </p:cNvSpPr>
          <p:nvPr/>
        </p:nvSpPr>
        <p:spPr bwMode="auto">
          <a:xfrm>
            <a:off x="5665788" y="1081088"/>
            <a:ext cx="2500312" cy="1187450"/>
          </a:xfrm>
          <a:prstGeom prst="rect">
            <a:avLst/>
          </a:prstGeom>
          <a:solidFill>
            <a:srgbClr val="008000"/>
          </a:solidFill>
          <a:ln>
            <a:noFill/>
          </a:ln>
        </p:spPr>
        <p:txBody>
          <a:bodyPr>
            <a:spAutoFit/>
          </a:bodyPr>
          <a:lstStyle/>
          <a:p>
            <a:r>
              <a:rPr lang="zh-CN" altLang="en-US" sz="2400">
                <a:latin typeface="Times New Roman" panose="02020603050405020304" pitchFamily="18" charset="0"/>
                <a:ea typeface="黑体" panose="02010609060101010101" charset="-122"/>
                <a:cs typeface="黑体" panose="02010609060101010101" charset="-122"/>
              </a:rPr>
              <a:t>黄河下游地上悬河，孕育极大的溃堤风险</a:t>
            </a:r>
            <a:endParaRPr lang="zh-CN" altLang="en-US" sz="2400">
              <a:latin typeface="Times New Roman" panose="02020603050405020304" pitchFamily="18" charset="0"/>
              <a:ea typeface="黑体" panose="02010609060101010101" charset="-122"/>
              <a:cs typeface="黑体" panose="02010609060101010101" charset="-122"/>
            </a:endParaRPr>
          </a:p>
        </p:txBody>
      </p:sp>
      <p:pic>
        <p:nvPicPr>
          <p:cNvPr id="115718" name="Picture 8" descr="小海子水库决口"/>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643563" y="3813175"/>
            <a:ext cx="3500437" cy="3044825"/>
          </a:xfrm>
          <a:prstGeom prst="rect">
            <a:avLst/>
          </a:prstGeom>
          <a:noFill/>
          <a:ln>
            <a:noFill/>
          </a:ln>
        </p:spPr>
      </p:pic>
      <p:sp>
        <p:nvSpPr>
          <p:cNvPr id="115719" name="Text Box 9"/>
          <p:cNvSpPr txBox="1">
            <a:spLocks noChangeArrowheads="1"/>
          </p:cNvSpPr>
          <p:nvPr/>
        </p:nvSpPr>
        <p:spPr bwMode="auto">
          <a:xfrm>
            <a:off x="5613400" y="3835400"/>
            <a:ext cx="3530600" cy="457200"/>
          </a:xfrm>
          <a:prstGeom prst="rect">
            <a:avLst/>
          </a:prstGeom>
          <a:solidFill>
            <a:srgbClr val="008000"/>
          </a:solid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spcBef>
                <a:spcPct val="50000"/>
              </a:spcBef>
            </a:pPr>
            <a:r>
              <a:rPr lang="zh-CN" altLang="en-US" sz="2400">
                <a:solidFill>
                  <a:srgbClr val="0000FF"/>
                </a:solidFill>
                <a:latin typeface="Times New Roman" panose="02020603050405020304" pitchFamily="18" charset="0"/>
                <a:ea typeface="黑体" panose="02010609060101010101" charset="-122"/>
                <a:cs typeface="黑体" panose="02010609060101010101" charset="-122"/>
              </a:rPr>
              <a:t>小海子水库溃决 </a:t>
            </a:r>
            <a:endParaRPr lang="zh-CN" altLang="en-US" sz="2400">
              <a:solidFill>
                <a:srgbClr val="0000FF"/>
              </a:solidFill>
              <a:latin typeface="Times New Roman" panose="02020603050405020304" pitchFamily="18" charset="0"/>
              <a:ea typeface="黑体" panose="02010609060101010101" charset="-122"/>
              <a:cs typeface="黑体" panose="02010609060101010101" charset="-122"/>
            </a:endParaRPr>
          </a:p>
        </p:txBody>
      </p:sp>
      <p:sp>
        <p:nvSpPr>
          <p:cNvPr id="115720" name="Text Box 10"/>
          <p:cNvSpPr txBox="1">
            <a:spLocks noChangeArrowheads="1"/>
          </p:cNvSpPr>
          <p:nvPr/>
        </p:nvSpPr>
        <p:spPr bwMode="auto">
          <a:xfrm>
            <a:off x="217488" y="1274763"/>
            <a:ext cx="5407025" cy="5484812"/>
          </a:xfrm>
          <a:prstGeom prst="rect">
            <a:avLst/>
          </a:prstGeom>
          <a:noFill/>
          <a:ln>
            <a:noFill/>
          </a:ln>
        </p:spPr>
        <p:txBody>
          <a:bodyPr>
            <a:spAutoFit/>
          </a:bodyPr>
          <a:lstStyle>
            <a:lvl1pPr marL="444500" indent="-444500">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spcBef>
                <a:spcPct val="30000"/>
              </a:spcBef>
              <a:buClr>
                <a:srgbClr val="FF0000"/>
              </a:buClr>
              <a:buFont typeface="Wingdings" panose="05000000000000000000" charset="0"/>
              <a:buChar char="l"/>
            </a:pPr>
            <a:r>
              <a:rPr lang="zh-CN" altLang="en-US" sz="2800">
                <a:solidFill>
                  <a:srgbClr val="0000FF"/>
                </a:solidFill>
                <a:ea typeface="黑体" panose="02010609060101010101" charset="-122"/>
                <a:cs typeface="黑体" panose="02010609060101010101" charset="-122"/>
              </a:rPr>
              <a:t>经济命脉：</a:t>
            </a:r>
            <a:r>
              <a:rPr lang="zh-CN" altLang="en-US" sz="2600">
                <a:solidFill>
                  <a:srgbClr val="0000FF"/>
                </a:solidFill>
                <a:ea typeface="黑体" panose="02010609060101010101" charset="-122"/>
                <a:cs typeface="黑体" panose="02010609060101010101" charset="-122"/>
              </a:rPr>
              <a:t>我国城市、广大农村供水及防洪安全依赖大坝及堤防保护，一旦发生坝堤溃决灾害，将严重影响我国经济的持续发展</a:t>
            </a:r>
            <a:endParaRPr lang="zh-CN" altLang="en-US" sz="2600">
              <a:solidFill>
                <a:srgbClr val="0000FF"/>
              </a:solidFill>
              <a:ea typeface="黑体" panose="02010609060101010101" charset="-122"/>
              <a:cs typeface="黑体" panose="02010609060101010101" charset="-122"/>
            </a:endParaRPr>
          </a:p>
          <a:p>
            <a:pPr>
              <a:spcBef>
                <a:spcPct val="30000"/>
              </a:spcBef>
              <a:buClr>
                <a:srgbClr val="FF0000"/>
              </a:buClr>
              <a:buFont typeface="Wingdings" panose="05000000000000000000" charset="0"/>
              <a:buChar char="l"/>
            </a:pPr>
            <a:endParaRPr lang="zh-CN" altLang="en-US" sz="800">
              <a:solidFill>
                <a:srgbClr val="0000FF"/>
              </a:solidFill>
              <a:ea typeface="黑体" panose="02010609060101010101" charset="-122"/>
              <a:cs typeface="黑体" panose="02010609060101010101" charset="-122"/>
            </a:endParaRPr>
          </a:p>
          <a:p>
            <a:pPr>
              <a:spcBef>
                <a:spcPct val="30000"/>
              </a:spcBef>
              <a:buClr>
                <a:srgbClr val="FF0000"/>
              </a:buClr>
              <a:buFont typeface="Wingdings" panose="05000000000000000000" charset="0"/>
              <a:buChar char="l"/>
            </a:pPr>
            <a:r>
              <a:rPr lang="zh-CN" altLang="en-US" sz="2800">
                <a:solidFill>
                  <a:srgbClr val="0000FF"/>
                </a:solidFill>
                <a:ea typeface="黑体" panose="02010609060101010101" charset="-122"/>
                <a:cs typeface="黑体" panose="02010609060101010101" charset="-122"/>
              </a:rPr>
              <a:t>坝堤溃决新的活跃期</a:t>
            </a:r>
            <a:endParaRPr lang="zh-CN" altLang="en-US" sz="2800">
              <a:solidFill>
                <a:srgbClr val="0000FF"/>
              </a:solidFill>
              <a:ea typeface="黑体" panose="02010609060101010101" charset="-122"/>
              <a:cs typeface="黑体" panose="02010609060101010101" charset="-122"/>
            </a:endParaRPr>
          </a:p>
          <a:p>
            <a:pPr>
              <a:spcBef>
                <a:spcPct val="30000"/>
              </a:spcBef>
              <a:buClr>
                <a:srgbClr val="FF0000"/>
              </a:buClr>
              <a:buFont typeface="Wingdings" panose="05000000000000000000" charset="0"/>
              <a:buChar char="ü"/>
            </a:pPr>
            <a:r>
              <a:rPr lang="zh-CN" altLang="en-US" sz="2600">
                <a:solidFill>
                  <a:srgbClr val="0000FF"/>
                </a:solidFill>
                <a:ea typeface="黑体" panose="02010609060101010101" charset="-122"/>
                <a:cs typeface="黑体" panose="02010609060101010101" charset="-122"/>
              </a:rPr>
              <a:t>1960</a:t>
            </a:r>
            <a:r>
              <a:rPr lang="en-US" altLang="zh-CN" sz="2600">
                <a:solidFill>
                  <a:srgbClr val="0000FF"/>
                </a:solidFill>
                <a:ea typeface="黑体" panose="02010609060101010101" charset="-122"/>
                <a:cs typeface="黑体" panose="02010609060101010101" charset="-122"/>
              </a:rPr>
              <a:t>-70</a:t>
            </a:r>
            <a:r>
              <a:rPr lang="zh-CN" altLang="en-US" sz="2600">
                <a:solidFill>
                  <a:srgbClr val="0000FF"/>
                </a:solidFill>
                <a:ea typeface="黑体" panose="02010609060101010101" charset="-122"/>
                <a:cs typeface="黑体" panose="02010609060101010101" charset="-122"/>
              </a:rPr>
              <a:t>年代为我国坝堤溃决的高峰期， “63.8”洪水海河流域溃坝319座，“75.8”洪水淮河流域溃坝62座</a:t>
            </a:r>
            <a:endParaRPr lang="zh-CN" altLang="en-US" sz="2600">
              <a:solidFill>
                <a:srgbClr val="0000FF"/>
              </a:solidFill>
              <a:ea typeface="黑体" panose="02010609060101010101" charset="-122"/>
              <a:cs typeface="黑体" panose="02010609060101010101" charset="-122"/>
            </a:endParaRPr>
          </a:p>
          <a:p>
            <a:pPr>
              <a:spcBef>
                <a:spcPct val="30000"/>
              </a:spcBef>
              <a:buClr>
                <a:srgbClr val="FF0000"/>
              </a:buClr>
              <a:buFont typeface="Wingdings" panose="05000000000000000000" charset="0"/>
              <a:buChar char="ü"/>
            </a:pPr>
            <a:r>
              <a:rPr lang="zh-CN" altLang="en-US" sz="2600">
                <a:solidFill>
                  <a:srgbClr val="0000FF"/>
                </a:solidFill>
                <a:ea typeface="黑体" panose="02010609060101010101" charset="-122"/>
                <a:cs typeface="黑体" panose="02010609060101010101" charset="-122"/>
              </a:rPr>
              <a:t>1990年以来，进入新的坝堤溃决多发期，最近</a:t>
            </a:r>
            <a:r>
              <a:rPr lang="en-US" altLang="zh-CN" sz="2600">
                <a:solidFill>
                  <a:srgbClr val="0000FF"/>
                </a:solidFill>
                <a:ea typeface="黑体" panose="02010609060101010101" charset="-122"/>
                <a:cs typeface="黑体" panose="02010609060101010101" charset="-122"/>
              </a:rPr>
              <a:t>2007.4.19</a:t>
            </a:r>
            <a:r>
              <a:rPr lang="zh-CN" altLang="en-US" sz="2600">
                <a:solidFill>
                  <a:srgbClr val="0000FF"/>
                </a:solidFill>
                <a:ea typeface="黑体" panose="02010609060101010101" charset="-122"/>
                <a:cs typeface="黑体" panose="02010609060101010101" charset="-122"/>
              </a:rPr>
              <a:t>甘肃小海子水库决口</a:t>
            </a:r>
            <a:r>
              <a:rPr lang="zh-CN" altLang="en-US" sz="2900" b="0">
                <a:solidFill>
                  <a:srgbClr val="0000FF"/>
                </a:solidFill>
                <a:latin typeface="Times New Roman" panose="02020603050405020304" pitchFamily="18" charset="0"/>
                <a:ea typeface="黑体" panose="02010609060101010101" charset="-122"/>
                <a:cs typeface="黑体" panose="02010609060101010101" charset="-122"/>
              </a:rPr>
              <a:t> </a:t>
            </a:r>
            <a:endParaRPr lang="zh-CN" altLang="en-US" sz="2900" b="0">
              <a:solidFill>
                <a:srgbClr val="0000FF"/>
              </a:solidFill>
              <a:latin typeface="Times New Roman" panose="02020603050405020304" pitchFamily="18" charset="0"/>
              <a:ea typeface="黑体" panose="02010609060101010101" charset="-122"/>
              <a:cs typeface="黑体" panose="02010609060101010101" charset="-122"/>
            </a:endParaRPr>
          </a:p>
        </p:txBody>
      </p:sp>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4" name="Text Box 4"/>
          <p:cNvSpPr txBox="1">
            <a:spLocks noChangeArrowheads="1"/>
          </p:cNvSpPr>
          <p:nvPr/>
        </p:nvSpPr>
        <p:spPr bwMode="auto">
          <a:xfrm>
            <a:off x="0" y="347663"/>
            <a:ext cx="9144000" cy="641350"/>
          </a:xfrm>
          <a:prstGeom prst="rect">
            <a:avLst/>
          </a:prstGeom>
          <a:noFill/>
          <a:ln w="9525">
            <a:noFill/>
            <a:miter lim="800000"/>
          </a:ln>
          <a:effectLst/>
        </p:spPr>
        <p:txBody>
          <a:bodyPr>
            <a:spAutoFit/>
          </a:bodyPr>
          <a:lstStyle>
            <a:lvl1pPr>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algn="ctr" eaLnBrk="1" hangingPunct="1">
              <a:spcBef>
                <a:spcPct val="50000"/>
              </a:spcBef>
              <a:buClr>
                <a:srgbClr val="FF3300"/>
              </a:buClr>
              <a:buSzPct val="80000"/>
              <a:buFont typeface="Wingdings" panose="05000000000000000000" charset="0"/>
              <a:buNone/>
            </a:pPr>
            <a:r>
              <a:rPr lang="zh-CN" altLang="en-CA" sz="3600">
                <a:effectLst>
                  <a:outerShdw blurRad="38100" dist="38100" dir="2700000" algn="tl">
                    <a:srgbClr val="DDDDDD"/>
                  </a:outerShdw>
                </a:effectLst>
                <a:latin typeface="黑体" panose="02010609060101010101" charset="-122"/>
                <a:ea typeface="黑体" panose="02010609060101010101" charset="-122"/>
                <a:cs typeface="黑体" panose="02010609060101010101" charset="-122"/>
              </a:rPr>
              <a:t>坝堤溃决灾害：国际社会面临的</a:t>
            </a:r>
            <a:r>
              <a:rPr lang="zh-CN" altLang="en-US" sz="3600">
                <a:effectLst>
                  <a:outerShdw blurRad="38100" dist="38100" dir="2700000" algn="tl">
                    <a:srgbClr val="DDDDDD"/>
                  </a:outerShdw>
                </a:effectLst>
                <a:latin typeface="黑体" panose="02010609060101010101" charset="-122"/>
                <a:ea typeface="黑体" panose="02010609060101010101" charset="-122"/>
                <a:cs typeface="黑体" panose="02010609060101010101" charset="-122"/>
              </a:rPr>
              <a:t>共同</a:t>
            </a:r>
            <a:r>
              <a:rPr lang="zh-CN" altLang="en-CA" sz="3600">
                <a:effectLst>
                  <a:outerShdw blurRad="38100" dist="38100" dir="2700000" algn="tl">
                    <a:srgbClr val="DDDDDD"/>
                  </a:outerShdw>
                </a:effectLst>
                <a:latin typeface="黑体" panose="02010609060101010101" charset="-122"/>
                <a:ea typeface="黑体" panose="02010609060101010101" charset="-122"/>
                <a:cs typeface="黑体" panose="02010609060101010101" charset="-122"/>
              </a:rPr>
              <a:t>挑战</a:t>
            </a:r>
            <a:endParaRPr lang="zh-CN" altLang="en-US" sz="3600">
              <a:effectLst>
                <a:outerShdw blurRad="38100" dist="38100" dir="2700000" algn="tl">
                  <a:srgbClr val="DDDDDD"/>
                </a:outerShdw>
              </a:effectLst>
              <a:latin typeface="黑体" panose="02010609060101010101" charset="-122"/>
              <a:ea typeface="黑体" panose="02010609060101010101" charset="-122"/>
              <a:cs typeface="黑体" panose="02010609060101010101" charset="-122"/>
            </a:endParaRPr>
          </a:p>
        </p:txBody>
      </p:sp>
      <p:sp>
        <p:nvSpPr>
          <p:cNvPr id="977925" name="Text Box 5"/>
          <p:cNvSpPr txBox="1">
            <a:spLocks noChangeArrowheads="1"/>
          </p:cNvSpPr>
          <p:nvPr/>
        </p:nvSpPr>
        <p:spPr bwMode="auto">
          <a:xfrm>
            <a:off x="350838" y="1368425"/>
            <a:ext cx="7218362" cy="519113"/>
          </a:xfrm>
          <a:prstGeom prst="rect">
            <a:avLst/>
          </a:prstGeom>
          <a:noFill/>
          <a:ln w="9525">
            <a:noFill/>
            <a:miter lim="800000"/>
          </a:ln>
          <a:effectLst/>
        </p:spPr>
        <p:txBody>
          <a:bodyPr>
            <a:spAutoFit/>
            <a:flatTx/>
          </a:bodyPr>
          <a:lstStyle>
            <a:lvl1pPr marL="266700" indent="-266700">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spcBef>
                <a:spcPct val="50000"/>
              </a:spcBef>
              <a:buClr>
                <a:srgbClr val="FF3300"/>
              </a:buClr>
              <a:buFont typeface="Wingdings" panose="05000000000000000000" charset="0"/>
              <a:buChar char="l"/>
            </a:pPr>
            <a:r>
              <a:rPr lang="zh-CN" altLang="en-US" sz="2800">
                <a:effectLst>
                  <a:outerShdw blurRad="38100" dist="38100" dir="2700000" algn="tl">
                    <a:srgbClr val="DDDDDD"/>
                  </a:outerShdw>
                </a:effectLst>
                <a:latin typeface="黑体" panose="02010609060101010101" charset="-122"/>
                <a:ea typeface="黑体" panose="02010609060101010101" charset="-122"/>
                <a:cs typeface="黑体" panose="02010609060101010101" charset="-122"/>
              </a:rPr>
              <a:t> 世界各国都不断发生坝堤溃决灾害事件</a:t>
            </a:r>
            <a:endParaRPr lang="zh-CN" altLang="en-US" sz="2800">
              <a:effectLst>
                <a:outerShdw blurRad="38100" dist="38100" dir="2700000" algn="tl">
                  <a:srgbClr val="DDDDDD"/>
                </a:outerShdw>
              </a:effectLst>
              <a:latin typeface="黑体" panose="02010609060101010101" charset="-122"/>
              <a:ea typeface="黑体" panose="02010609060101010101" charset="-122"/>
              <a:cs typeface="黑体" panose="02010609060101010101" charset="-122"/>
            </a:endParaRPr>
          </a:p>
        </p:txBody>
      </p:sp>
      <p:sp>
        <p:nvSpPr>
          <p:cNvPr id="116740" name="Line 6"/>
          <p:cNvSpPr>
            <a:spLocks noChangeShapeType="1"/>
          </p:cNvSpPr>
          <p:nvPr/>
        </p:nvSpPr>
        <p:spPr bwMode="auto">
          <a:xfrm>
            <a:off x="188913" y="1143000"/>
            <a:ext cx="8775700" cy="0"/>
          </a:xfrm>
          <a:prstGeom prst="line">
            <a:avLst/>
          </a:prstGeom>
          <a:noFill/>
          <a:ln w="50800">
            <a:solidFill>
              <a:schemeClr val="folHlink"/>
            </a:solidFill>
            <a:round/>
          </a:ln>
        </p:spPr>
        <p:txBody>
          <a:bodyPr wrap="none"/>
          <a:lstStyle/>
          <a:p>
            <a:endParaRPr lang="zh-CN" altLang="en-US"/>
          </a:p>
        </p:txBody>
      </p:sp>
      <p:sp>
        <p:nvSpPr>
          <p:cNvPr id="116741" name="Rectangle 7"/>
          <p:cNvSpPr>
            <a:spLocks noChangeArrowheads="1"/>
          </p:cNvSpPr>
          <p:nvPr/>
        </p:nvSpPr>
        <p:spPr bwMode="auto">
          <a:xfrm>
            <a:off x="719138" y="1978025"/>
            <a:ext cx="8035925" cy="1917700"/>
          </a:xfrm>
          <a:prstGeom prst="rect">
            <a:avLst/>
          </a:prstGeom>
          <a:noFill/>
          <a:ln>
            <a:noFill/>
          </a:ln>
        </p:spPr>
        <p:txBody>
          <a:bodyPr anchor="ctr">
            <a:spAutoFit/>
          </a:bodyPr>
          <a:lstStyle/>
          <a:p>
            <a:pPr marL="177800" indent="-177800">
              <a:buSzPct val="50000"/>
              <a:buFont typeface="Wingdings" panose="05000000000000000000" charset="0"/>
              <a:buChar char="Ø"/>
            </a:pPr>
            <a:r>
              <a:rPr lang="zh-CN" altLang="en-US" sz="2400">
                <a:latin typeface="Times New Roman" panose="02020603050405020304" pitchFamily="18" charset="0"/>
                <a:ea typeface="黑体" panose="02010609060101010101" charset="-122"/>
                <a:cs typeface="黑体" panose="02010609060101010101" charset="-122"/>
              </a:rPr>
              <a:t>巴西俄洛斯坝溃决导致下游有</a:t>
            </a:r>
            <a:r>
              <a:rPr lang="en-US" altLang="zh-CN" sz="2400">
                <a:latin typeface="Times New Roman" panose="02020603050405020304" pitchFamily="18" charset="0"/>
                <a:ea typeface="黑体" panose="02010609060101010101" charset="-122"/>
                <a:cs typeface="黑体" panose="02010609060101010101" charset="-122"/>
              </a:rPr>
              <a:t>100</a:t>
            </a:r>
            <a:r>
              <a:rPr lang="zh-CN" altLang="en-US" sz="2400">
                <a:latin typeface="Times New Roman" panose="02020603050405020304" pitchFamily="18" charset="0"/>
                <a:ea typeface="黑体" panose="02010609060101010101" charset="-122"/>
                <a:cs typeface="黑体" panose="02010609060101010101" charset="-122"/>
              </a:rPr>
              <a:t>万居民需紧急撤退</a:t>
            </a:r>
            <a:endParaRPr lang="zh-CN" altLang="en-US" sz="2400">
              <a:latin typeface="Times New Roman" panose="02020603050405020304" pitchFamily="18" charset="0"/>
              <a:ea typeface="黑体" panose="02010609060101010101" charset="-122"/>
              <a:cs typeface="黑体" panose="02010609060101010101" charset="-122"/>
            </a:endParaRPr>
          </a:p>
          <a:p>
            <a:pPr marL="177800" indent="-177800">
              <a:buSzPct val="50000"/>
              <a:buFont typeface="Wingdings" panose="05000000000000000000" charset="0"/>
              <a:buChar char="Ø"/>
            </a:pPr>
            <a:r>
              <a:rPr lang="zh-CN" altLang="en-US" sz="2400">
                <a:latin typeface="Times New Roman" panose="02020603050405020304" pitchFamily="18" charset="0"/>
                <a:ea typeface="黑体" panose="02010609060101010101" charset="-122"/>
                <a:cs typeface="黑体" panose="02010609060101010101" charset="-122"/>
              </a:rPr>
              <a:t>前苏联的基谢廖夫斯克土坝溃决经济损失超过</a:t>
            </a:r>
            <a:r>
              <a:rPr lang="en-US" altLang="zh-CN" sz="2400">
                <a:latin typeface="Times New Roman" panose="02020603050405020304" pitchFamily="18" charset="0"/>
                <a:ea typeface="黑体" panose="02010609060101010101" charset="-122"/>
                <a:cs typeface="黑体" panose="02010609060101010101" charset="-122"/>
              </a:rPr>
              <a:t>400</a:t>
            </a:r>
            <a:r>
              <a:rPr lang="zh-CN" altLang="en-US" sz="2400">
                <a:latin typeface="Times New Roman" panose="02020603050405020304" pitchFamily="18" charset="0"/>
                <a:ea typeface="黑体" panose="02010609060101010101" charset="-122"/>
                <a:cs typeface="黑体" panose="02010609060101010101" charset="-122"/>
              </a:rPr>
              <a:t>亿卢布</a:t>
            </a:r>
            <a:endParaRPr lang="zh-CN" altLang="en-US" sz="2400">
              <a:latin typeface="Times New Roman" panose="02020603050405020304" pitchFamily="18" charset="0"/>
              <a:ea typeface="黑体" panose="02010609060101010101" charset="-122"/>
              <a:cs typeface="黑体" panose="02010609060101010101" charset="-122"/>
            </a:endParaRPr>
          </a:p>
          <a:p>
            <a:pPr marL="177800" indent="-177800">
              <a:buSzPct val="50000"/>
              <a:buFont typeface="Wingdings" panose="05000000000000000000" charset="0"/>
              <a:buChar char="Ø"/>
            </a:pPr>
            <a:r>
              <a:rPr lang="zh-CN" altLang="en-US" sz="2400">
                <a:latin typeface="Times New Roman" panose="02020603050405020304" pitchFamily="18" charset="0"/>
                <a:ea typeface="黑体" panose="02010609060101010101" charset="-122"/>
                <a:cs typeface="黑体" panose="02010609060101010101" charset="-122"/>
              </a:rPr>
              <a:t>意大利奥布拉跨坝致使</a:t>
            </a:r>
            <a:r>
              <a:rPr lang="en-US" altLang="zh-CN" sz="2400">
                <a:latin typeface="Times New Roman" panose="02020603050405020304" pitchFamily="18" charset="0"/>
                <a:ea typeface="黑体" panose="02010609060101010101" charset="-122"/>
                <a:cs typeface="黑体" panose="02010609060101010101" charset="-122"/>
              </a:rPr>
              <a:t>100</a:t>
            </a:r>
            <a:r>
              <a:rPr lang="zh-CN" altLang="en-US" sz="2400">
                <a:latin typeface="Times New Roman" panose="02020603050405020304" pitchFamily="18" charset="0"/>
                <a:ea typeface="黑体" panose="02010609060101010101" charset="-122"/>
                <a:cs typeface="黑体" panose="02010609060101010101" charset="-122"/>
              </a:rPr>
              <a:t>多人死亡 </a:t>
            </a:r>
            <a:endParaRPr lang="zh-CN" altLang="en-US" sz="2400">
              <a:latin typeface="Times New Roman" panose="02020603050405020304" pitchFamily="18" charset="0"/>
              <a:ea typeface="黑体" panose="02010609060101010101" charset="-122"/>
              <a:cs typeface="黑体" panose="02010609060101010101" charset="-122"/>
            </a:endParaRPr>
          </a:p>
          <a:p>
            <a:pPr marL="177800" indent="-177800">
              <a:buSzPct val="50000"/>
              <a:buFont typeface="Wingdings" panose="05000000000000000000" charset="0"/>
              <a:buChar char="Ø"/>
            </a:pPr>
            <a:r>
              <a:rPr lang="zh-CN" altLang="en-US" sz="2400">
                <a:latin typeface="Times New Roman" panose="02020603050405020304" pitchFamily="18" charset="0"/>
                <a:ea typeface="黑体" panose="02010609060101010101" charset="-122"/>
                <a:cs typeface="黑体" panose="02010609060101010101" charset="-122"/>
              </a:rPr>
              <a:t>法国马尔帕赛特跨坝造成</a:t>
            </a:r>
            <a:r>
              <a:rPr lang="en-US" altLang="zh-CN" sz="2400">
                <a:latin typeface="Times New Roman" panose="02020603050405020304" pitchFamily="18" charset="0"/>
                <a:ea typeface="黑体" panose="02010609060101010101" charset="-122"/>
                <a:cs typeface="黑体" panose="02010609060101010101" charset="-122"/>
              </a:rPr>
              <a:t>421</a:t>
            </a:r>
            <a:r>
              <a:rPr lang="zh-CN" altLang="en-US" sz="2400">
                <a:latin typeface="Times New Roman" panose="02020603050405020304" pitchFamily="18" charset="0"/>
                <a:ea typeface="黑体" panose="02010609060101010101" charset="-122"/>
                <a:cs typeface="黑体" panose="02010609060101010101" charset="-122"/>
              </a:rPr>
              <a:t>人死亡</a:t>
            </a:r>
            <a:endParaRPr lang="zh-CN" altLang="en-US" sz="2400">
              <a:latin typeface="Times New Roman" panose="02020603050405020304" pitchFamily="18" charset="0"/>
              <a:ea typeface="黑体" panose="02010609060101010101" charset="-122"/>
              <a:cs typeface="黑体" panose="02010609060101010101" charset="-122"/>
            </a:endParaRPr>
          </a:p>
          <a:p>
            <a:pPr marL="177800" indent="-177800">
              <a:buSzPct val="50000"/>
              <a:buFont typeface="Wingdings" panose="05000000000000000000" charset="0"/>
              <a:buChar char="Ø"/>
            </a:pPr>
            <a:r>
              <a:rPr lang="zh-CN" altLang="en-US" sz="2400">
                <a:latin typeface="Times New Roman" panose="02020603050405020304" pitchFamily="18" charset="0"/>
                <a:ea typeface="黑体" panose="02010609060101010101" charset="-122"/>
                <a:cs typeface="黑体" panose="02010609060101010101" charset="-122"/>
              </a:rPr>
              <a:t>美国野牛溪、提塘大坝溃决数百人死亡，损失</a:t>
            </a:r>
            <a:r>
              <a:rPr lang="en-US" altLang="zh-CN" sz="2400">
                <a:latin typeface="Times New Roman" panose="02020603050405020304" pitchFamily="18" charset="0"/>
                <a:ea typeface="黑体" panose="02010609060101010101" charset="-122"/>
                <a:cs typeface="黑体" panose="02010609060101010101" charset="-122"/>
              </a:rPr>
              <a:t>20</a:t>
            </a:r>
            <a:r>
              <a:rPr lang="zh-CN" altLang="en-US" sz="2400">
                <a:latin typeface="Times New Roman" panose="02020603050405020304" pitchFamily="18" charset="0"/>
                <a:ea typeface="黑体" panose="02010609060101010101" charset="-122"/>
                <a:cs typeface="黑体" panose="02010609060101010101" charset="-122"/>
              </a:rPr>
              <a:t>亿美元</a:t>
            </a:r>
            <a:endParaRPr lang="zh-CN" altLang="en-US" sz="2400">
              <a:latin typeface="Times New Roman" panose="02020603050405020304" pitchFamily="18" charset="0"/>
              <a:ea typeface="黑体" panose="02010609060101010101" charset="-122"/>
              <a:cs typeface="黑体" panose="02010609060101010101" charset="-122"/>
            </a:endParaRPr>
          </a:p>
        </p:txBody>
      </p:sp>
      <p:sp>
        <p:nvSpPr>
          <p:cNvPr id="977928" name="Text Box 8"/>
          <p:cNvSpPr txBox="1">
            <a:spLocks noChangeArrowheads="1"/>
          </p:cNvSpPr>
          <p:nvPr/>
        </p:nvSpPr>
        <p:spPr bwMode="auto">
          <a:xfrm>
            <a:off x="314325" y="4557713"/>
            <a:ext cx="8589963" cy="519112"/>
          </a:xfrm>
          <a:prstGeom prst="rect">
            <a:avLst/>
          </a:prstGeom>
          <a:noFill/>
          <a:ln w="9525">
            <a:noFill/>
            <a:miter lim="800000"/>
          </a:ln>
          <a:effectLst/>
        </p:spPr>
        <p:txBody>
          <a:bodyPr>
            <a:spAutoFit/>
            <a:flatTx/>
          </a:bodyPr>
          <a:lstStyle>
            <a:lvl1pPr marL="266700" indent="-266700">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spcBef>
                <a:spcPct val="50000"/>
              </a:spcBef>
              <a:buClr>
                <a:srgbClr val="FF3300"/>
              </a:buClr>
              <a:buFont typeface="Wingdings" panose="05000000000000000000" charset="0"/>
              <a:buChar char="l"/>
            </a:pPr>
            <a:r>
              <a:rPr lang="zh-CN" altLang="en-US" sz="2800">
                <a:effectLst>
                  <a:outerShdw blurRad="38100" dist="38100" dir="2700000" algn="tl">
                    <a:srgbClr val="DDDDDD"/>
                  </a:outerShdw>
                </a:effectLst>
                <a:latin typeface="黑体" panose="02010609060101010101" charset="-122"/>
                <a:ea typeface="黑体" panose="02010609060101010101" charset="-122"/>
                <a:cs typeface="黑体" panose="02010609060101010101" charset="-122"/>
              </a:rPr>
              <a:t> 世界各国对大坝的安全问题都给予了高度的重视 </a:t>
            </a:r>
            <a:endParaRPr lang="zh-CN" altLang="en-US" sz="2800">
              <a:effectLst>
                <a:outerShdw blurRad="38100" dist="38100" dir="2700000" algn="tl">
                  <a:srgbClr val="DDDDDD"/>
                </a:outerShdw>
              </a:effectLst>
              <a:latin typeface="黑体" panose="02010609060101010101" charset="-122"/>
              <a:ea typeface="黑体" panose="02010609060101010101" charset="-122"/>
              <a:cs typeface="黑体" panose="02010609060101010101" charset="-122"/>
            </a:endParaRPr>
          </a:p>
        </p:txBody>
      </p:sp>
      <p:sp>
        <p:nvSpPr>
          <p:cNvPr id="116743" name="Rectangle 9"/>
          <p:cNvSpPr>
            <a:spLocks noChangeArrowheads="1"/>
          </p:cNvSpPr>
          <p:nvPr/>
        </p:nvSpPr>
        <p:spPr bwMode="auto">
          <a:xfrm>
            <a:off x="719138" y="5043488"/>
            <a:ext cx="8035925" cy="1373187"/>
          </a:xfrm>
          <a:prstGeom prst="rect">
            <a:avLst/>
          </a:prstGeom>
          <a:noFill/>
          <a:ln>
            <a:noFill/>
          </a:ln>
        </p:spPr>
        <p:txBody>
          <a:bodyPr anchor="ctr">
            <a:spAutoFit/>
          </a:bodyPr>
          <a:lstStyle/>
          <a:p>
            <a:pPr marL="177800" indent="-177800">
              <a:buSzPct val="50000"/>
              <a:buFont typeface="Wingdings" panose="05000000000000000000" charset="0"/>
              <a:buChar char="Ø"/>
            </a:pPr>
            <a:r>
              <a:rPr lang="zh-CN" altLang="en-US" sz="2800">
                <a:latin typeface="Times New Roman" panose="02020603050405020304" pitchFamily="18" charset="0"/>
                <a:ea typeface="黑体" panose="02010609060101010101" charset="-122"/>
                <a:cs typeface="黑体" panose="02010609060101010101" charset="-122"/>
              </a:rPr>
              <a:t>国际大坝委员会第</a:t>
            </a:r>
            <a:r>
              <a:rPr lang="en-US" altLang="zh-CN" sz="2800">
                <a:latin typeface="Times New Roman" panose="02020603050405020304" pitchFamily="18" charset="0"/>
                <a:ea typeface="黑体" panose="02010609060101010101" charset="-122"/>
                <a:cs typeface="黑体" panose="02010609060101010101" charset="-122"/>
              </a:rPr>
              <a:t>111</a:t>
            </a:r>
            <a:r>
              <a:rPr lang="zh-CN" altLang="en-US" sz="2800">
                <a:latin typeface="Times New Roman" panose="02020603050405020304" pitchFamily="18" charset="0"/>
                <a:ea typeface="黑体" panose="02010609060101010101" charset="-122"/>
                <a:cs typeface="黑体" panose="02010609060101010101" charset="-122"/>
              </a:rPr>
              <a:t>号技术公报明确声明，作为国际组织，有责任总结国际上开展溃坝研究的经验，为制定详细的应急管理措施提供技术支持</a:t>
            </a:r>
            <a:endParaRPr lang="zh-CN" altLang="en-US" sz="2800">
              <a:latin typeface="Times New Roman" panose="02020603050405020304" pitchFamily="18" charset="0"/>
              <a:ea typeface="黑体" panose="02010609060101010101" charset="-122"/>
              <a:cs typeface="黑体" panose="02010609060101010101" charset="-122"/>
            </a:endParaRPr>
          </a:p>
        </p:txBody>
      </p:sp>
      <p:sp>
        <p:nvSpPr>
          <p:cNvPr id="116744" name="Rectangle 10"/>
          <p:cNvSpPr>
            <a:spLocks noChangeArrowheads="1"/>
          </p:cNvSpPr>
          <p:nvPr/>
        </p:nvSpPr>
        <p:spPr bwMode="auto">
          <a:xfrm>
            <a:off x="668338" y="3973513"/>
            <a:ext cx="8035925" cy="519112"/>
          </a:xfrm>
          <a:prstGeom prst="rect">
            <a:avLst/>
          </a:prstGeom>
          <a:noFill/>
          <a:ln>
            <a:noFill/>
          </a:ln>
        </p:spPr>
        <p:txBody>
          <a:bodyPr anchor="ctr">
            <a:spAutoFit/>
          </a:bodyPr>
          <a:lstStyle/>
          <a:p>
            <a:pPr marL="177800" indent="-177800">
              <a:buSzPct val="50000"/>
              <a:buFont typeface="Wingdings" panose="05000000000000000000" charset="0"/>
              <a:buChar char="Ø"/>
            </a:pPr>
            <a:r>
              <a:rPr lang="zh-CN" altLang="en-US" sz="2800">
                <a:latin typeface="Times New Roman" panose="02020603050405020304" pitchFamily="18" charset="0"/>
                <a:ea typeface="黑体" panose="02010609060101010101" charset="-122"/>
                <a:cs typeface="黑体" panose="02010609060101010101" charset="-122"/>
              </a:rPr>
              <a:t>美国1951年以前溃坝率为2.2％，之后为0.49％</a:t>
            </a:r>
            <a:endParaRPr lang="zh-CN" altLang="en-US" sz="2800">
              <a:latin typeface="Times New Roman" panose="02020603050405020304" pitchFamily="18" charset="0"/>
              <a:ea typeface="黑体" panose="02010609060101010101" charset="-122"/>
              <a:cs typeface="黑体" panose="02010609060101010101" charset="-122"/>
            </a:endParaRPr>
          </a:p>
        </p:txBody>
      </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4"/>
          <p:cNvSpPr>
            <a:spLocks noGrp="1" noRot="1" noChangeArrowheads="1"/>
          </p:cNvSpPr>
          <p:nvPr>
            <p:ph type="title"/>
          </p:nvPr>
        </p:nvSpPr>
        <p:spPr>
          <a:xfrm>
            <a:off x="395288" y="0"/>
            <a:ext cx="8540750" cy="935038"/>
          </a:xfrm>
          <a:noFill/>
        </p:spPr>
        <p:txBody>
          <a:bodyPr/>
          <a:lstStyle/>
          <a:p>
            <a:r>
              <a:rPr lang="zh-CN" altLang="en-US" kern="1200" dirty="0">
                <a:latin typeface="Arial" panose="020B0604020202020204" pitchFamily="34" charset="0"/>
                <a:ea typeface="楷体_GB2312" charset="0"/>
                <a:cs typeface="楷体_GB2312" charset="0"/>
              </a:rPr>
              <a:t>项目风险</a:t>
            </a:r>
            <a:endParaRPr lang="zh-CN" altLang="en-US" kern="1200" dirty="0">
              <a:latin typeface="Arial" panose="020B0604020202020204" pitchFamily="34" charset="0"/>
              <a:ea typeface="楷体_GB2312" charset="0"/>
              <a:cs typeface="楷体_GB2312" charset="0"/>
            </a:endParaRPr>
          </a:p>
        </p:txBody>
      </p:sp>
      <p:sp>
        <p:nvSpPr>
          <p:cNvPr id="117763" name="Rectangle 5"/>
          <p:cNvSpPr>
            <a:spLocks noGrp="1" noRot="1" noChangeArrowheads="1"/>
          </p:cNvSpPr>
          <p:nvPr>
            <p:ph type="body" idx="1"/>
          </p:nvPr>
        </p:nvSpPr>
        <p:spPr>
          <a:xfrm>
            <a:off x="0" y="935038"/>
            <a:ext cx="9144000" cy="3886200"/>
          </a:xfrm>
          <a:noFill/>
        </p:spPr>
        <p:txBody>
          <a:bodyPr/>
          <a:lstStyle/>
          <a:p>
            <a:pPr marL="381000" indent="-381000" eaLnBrk="1" hangingPunct="1">
              <a:lnSpc>
                <a:spcPct val="80000"/>
              </a:lnSpc>
              <a:buFontTx/>
              <a:buNone/>
            </a:pPr>
            <a:r>
              <a:rPr lang="zh-CN" altLang="en-US" sz="2800">
                <a:solidFill>
                  <a:srgbClr val="800000"/>
                </a:solidFill>
                <a:latin typeface="Arial" panose="020B0604020202020204" pitchFamily="34" charset="0"/>
                <a:ea typeface="宋体" panose="02010600030101010101" pitchFamily="2" charset="-122"/>
              </a:rPr>
              <a:t>决策草率，对项目风险分析不足，先期大量投入无法回收</a:t>
            </a:r>
            <a:r>
              <a:rPr lang="en-US" altLang="zh-CN" sz="2800">
                <a:solidFill>
                  <a:srgbClr val="800000"/>
                </a:solidFill>
                <a:latin typeface="Arial" panose="020B0604020202020204" pitchFamily="34" charset="0"/>
                <a:ea typeface="宋体" panose="02010600030101010101" pitchFamily="2" charset="-122"/>
              </a:rPr>
              <a:t>:</a:t>
            </a:r>
            <a:endParaRPr lang="en-US" altLang="zh-CN" sz="2800">
              <a:solidFill>
                <a:srgbClr val="800000"/>
              </a:solidFill>
              <a:latin typeface="Arial" panose="020B0604020202020204" pitchFamily="34" charset="0"/>
              <a:ea typeface="宋体" panose="02010600030101010101" pitchFamily="2" charset="-122"/>
            </a:endParaRPr>
          </a:p>
          <a:p>
            <a:pPr marL="381000" indent="-381000" eaLnBrk="1" hangingPunct="1">
              <a:lnSpc>
                <a:spcPct val="80000"/>
              </a:lnSpc>
            </a:pPr>
            <a:r>
              <a:rPr lang="zh-CN" altLang="en-US" sz="2400">
                <a:solidFill>
                  <a:srgbClr val="0000FF"/>
                </a:solidFill>
                <a:latin typeface="Arial" panose="020B0604020202020204" pitchFamily="34" charset="0"/>
                <a:ea typeface="宋体" panose="02010600030101010101" pitchFamily="2" charset="-122"/>
              </a:rPr>
              <a:t>三门峡电站</a:t>
            </a:r>
            <a:r>
              <a:rPr lang="en-US" altLang="zh-CN" sz="2400">
                <a:solidFill>
                  <a:srgbClr val="0000FF"/>
                </a:solidFill>
                <a:latin typeface="Arial" panose="020B0604020202020204" pitchFamily="34" charset="0"/>
                <a:ea typeface="宋体" panose="02010600030101010101" pitchFamily="2" charset="-122"/>
              </a:rPr>
              <a:t>,</a:t>
            </a:r>
            <a:endParaRPr lang="en-US" altLang="zh-CN" sz="2400">
              <a:solidFill>
                <a:srgbClr val="0000FF"/>
              </a:solidFill>
              <a:latin typeface="Arial" panose="020B0604020202020204" pitchFamily="34" charset="0"/>
              <a:ea typeface="宋体" panose="02010600030101010101" pitchFamily="2" charset="-122"/>
            </a:endParaRPr>
          </a:p>
          <a:p>
            <a:pPr marL="381000" indent="-381000" eaLnBrk="1" hangingPunct="1">
              <a:lnSpc>
                <a:spcPct val="80000"/>
              </a:lnSpc>
            </a:pPr>
            <a:r>
              <a:rPr lang="zh-CN" altLang="en-US" sz="2400">
                <a:solidFill>
                  <a:srgbClr val="0000FF"/>
                </a:solidFill>
                <a:latin typeface="Arial" panose="020B0604020202020204" pitchFamily="34" charset="0"/>
                <a:ea typeface="宋体" panose="02010600030101010101" pitchFamily="2" charset="-122"/>
              </a:rPr>
              <a:t>贵州省近几年用国家无偿修建的水利工程、坡改梯工程，不能正常发挥作用的分别高达</a:t>
            </a:r>
            <a:r>
              <a:rPr lang="en-US" altLang="zh-CN" sz="2400">
                <a:solidFill>
                  <a:srgbClr val="0000FF"/>
                </a:solidFill>
                <a:latin typeface="Arial" panose="020B0604020202020204" pitchFamily="34" charset="0"/>
                <a:ea typeface="宋体" panose="02010600030101010101" pitchFamily="2" charset="-122"/>
              </a:rPr>
              <a:t>40%</a:t>
            </a:r>
            <a:r>
              <a:rPr lang="zh-CN" altLang="en-US" sz="2400">
                <a:solidFill>
                  <a:srgbClr val="0000FF"/>
                </a:solidFill>
                <a:latin typeface="Arial" panose="020B0604020202020204" pitchFamily="34" charset="0"/>
                <a:ea typeface="宋体" panose="02010600030101010101" pitchFamily="2" charset="-122"/>
              </a:rPr>
              <a:t>和</a:t>
            </a:r>
            <a:r>
              <a:rPr lang="en-US" altLang="zh-CN" sz="2400">
                <a:solidFill>
                  <a:srgbClr val="0000FF"/>
                </a:solidFill>
                <a:latin typeface="Arial" panose="020B0604020202020204" pitchFamily="34" charset="0"/>
                <a:ea typeface="宋体" panose="02010600030101010101" pitchFamily="2" charset="-122"/>
              </a:rPr>
              <a:t>60%</a:t>
            </a:r>
            <a:r>
              <a:rPr lang="zh-CN" altLang="en-US" sz="2400">
                <a:solidFill>
                  <a:srgbClr val="0000FF"/>
                </a:solidFill>
                <a:latin typeface="Arial" panose="020B0604020202020204" pitchFamily="34" charset="0"/>
                <a:ea typeface="宋体" panose="02010600030101010101" pitchFamily="2" charset="-122"/>
              </a:rPr>
              <a:t>。</a:t>
            </a:r>
            <a:r>
              <a:rPr lang="zh-CN" altLang="en-US" sz="2800" b="0">
                <a:solidFill>
                  <a:srgbClr val="0000FF"/>
                </a:solidFill>
                <a:latin typeface="Arial" panose="020B0604020202020204" pitchFamily="34" charset="0"/>
                <a:ea typeface="宋体" panose="02010600030101010101" pitchFamily="2" charset="-122"/>
              </a:rPr>
              <a:t> </a:t>
            </a:r>
            <a:endParaRPr lang="zh-CN" altLang="en-US" sz="2800" b="0">
              <a:solidFill>
                <a:srgbClr val="0000FF"/>
              </a:solidFill>
              <a:latin typeface="Arial" panose="020B0604020202020204" pitchFamily="34" charset="0"/>
              <a:ea typeface="宋体" panose="02010600030101010101" pitchFamily="2" charset="-122"/>
            </a:endParaRPr>
          </a:p>
          <a:p>
            <a:pPr marL="381000" indent="-381000" eaLnBrk="1" hangingPunct="1">
              <a:lnSpc>
                <a:spcPct val="80000"/>
              </a:lnSpc>
              <a:buFontTx/>
              <a:buNone/>
            </a:pPr>
            <a:r>
              <a:rPr lang="zh-CN" altLang="en-US" sz="2800">
                <a:solidFill>
                  <a:srgbClr val="800000"/>
                </a:solidFill>
                <a:latin typeface="Arial" panose="020B0604020202020204" pitchFamily="34" charset="0"/>
                <a:ea typeface="宋体" panose="02010600030101010101" pitchFamily="2" charset="-122"/>
              </a:rPr>
              <a:t>项目风险事件中</a:t>
            </a:r>
            <a:r>
              <a:rPr lang="en-US" altLang="zh-CN" sz="2800">
                <a:solidFill>
                  <a:srgbClr val="800000"/>
                </a:solidFill>
                <a:latin typeface="Arial" panose="020B0604020202020204" pitchFamily="34" charset="0"/>
                <a:ea typeface="宋体" panose="02010600030101010101" pitchFamily="2" charset="-122"/>
              </a:rPr>
              <a:t>,</a:t>
            </a:r>
            <a:r>
              <a:rPr lang="zh-CN" altLang="en-US" sz="2800">
                <a:solidFill>
                  <a:srgbClr val="800000"/>
                </a:solidFill>
                <a:latin typeface="Arial" panose="020B0604020202020204" pitchFamily="34" charset="0"/>
                <a:ea typeface="宋体" panose="02010600030101010101" pitchFamily="2" charset="-122"/>
              </a:rPr>
              <a:t>很多发生在项目实施和运营过程中</a:t>
            </a:r>
            <a:r>
              <a:rPr lang="en-US" altLang="zh-CN" sz="2800">
                <a:solidFill>
                  <a:srgbClr val="800000"/>
                </a:solidFill>
                <a:latin typeface="Arial" panose="020B0604020202020204" pitchFamily="34" charset="0"/>
                <a:ea typeface="宋体" panose="02010600030101010101" pitchFamily="2" charset="-122"/>
              </a:rPr>
              <a:t>:</a:t>
            </a:r>
            <a:endParaRPr lang="en-US" altLang="zh-CN" sz="2800">
              <a:solidFill>
                <a:srgbClr val="800000"/>
              </a:solidFill>
              <a:latin typeface="Arial" panose="020B0604020202020204" pitchFamily="34" charset="0"/>
              <a:ea typeface="宋体" panose="02010600030101010101" pitchFamily="2" charset="-122"/>
            </a:endParaRPr>
          </a:p>
          <a:p>
            <a:pPr marL="381000" indent="-381000" eaLnBrk="1" hangingPunct="1">
              <a:lnSpc>
                <a:spcPct val="80000"/>
              </a:lnSpc>
            </a:pPr>
            <a:r>
              <a:rPr lang="zh-CN" altLang="en-US" sz="2400">
                <a:solidFill>
                  <a:srgbClr val="0000FF"/>
                </a:solidFill>
                <a:latin typeface="Arial" panose="020B0604020202020204" pitchFamily="34" charset="0"/>
                <a:ea typeface="宋体" panose="02010600030101010101" pitchFamily="2" charset="-122"/>
              </a:rPr>
              <a:t>重庆綦江虹桥垮塌</a:t>
            </a:r>
            <a:endParaRPr lang="zh-CN" altLang="en-US" sz="2400">
              <a:solidFill>
                <a:srgbClr val="0000FF"/>
              </a:solidFill>
              <a:latin typeface="Arial" panose="020B0604020202020204" pitchFamily="34" charset="0"/>
              <a:ea typeface="宋体" panose="02010600030101010101" pitchFamily="2" charset="-122"/>
            </a:endParaRPr>
          </a:p>
          <a:p>
            <a:pPr marL="381000" indent="-381000" eaLnBrk="1" hangingPunct="1">
              <a:lnSpc>
                <a:spcPct val="80000"/>
              </a:lnSpc>
            </a:pPr>
            <a:r>
              <a:rPr lang="zh-CN" altLang="en-US" sz="2400">
                <a:solidFill>
                  <a:srgbClr val="0000FF"/>
                </a:solidFill>
                <a:latin typeface="Arial" panose="020B0604020202020204" pitchFamily="34" charset="0"/>
                <a:ea typeface="宋体" panose="02010600030101010101" pitchFamily="2" charset="-122"/>
              </a:rPr>
              <a:t>林石化爆炸造成松花江污染</a:t>
            </a:r>
            <a:endParaRPr lang="zh-CN" altLang="en-US" sz="2400">
              <a:solidFill>
                <a:srgbClr val="0000FF"/>
              </a:solidFill>
              <a:latin typeface="Arial" panose="020B0604020202020204" pitchFamily="34" charset="0"/>
              <a:ea typeface="宋体" panose="02010600030101010101" pitchFamily="2" charset="-122"/>
            </a:endParaRPr>
          </a:p>
          <a:p>
            <a:pPr marL="381000" indent="-381000" eaLnBrk="1" hangingPunct="1">
              <a:lnSpc>
                <a:spcPct val="80000"/>
              </a:lnSpc>
            </a:pPr>
            <a:r>
              <a:rPr lang="zh-CN" altLang="en-US" sz="2400">
                <a:solidFill>
                  <a:srgbClr val="0000FF"/>
                </a:solidFill>
                <a:latin typeface="Arial" panose="020B0604020202020204" pitchFamily="34" charset="0"/>
                <a:ea typeface="宋体" panose="02010600030101010101" pitchFamily="2" charset="-122"/>
              </a:rPr>
              <a:t>云南省投资</a:t>
            </a:r>
            <a:r>
              <a:rPr lang="en-US" altLang="zh-CN" sz="2400">
                <a:solidFill>
                  <a:srgbClr val="0000FF"/>
                </a:solidFill>
                <a:latin typeface="Arial" panose="020B0604020202020204" pitchFamily="34" charset="0"/>
                <a:ea typeface="宋体" panose="02010600030101010101" pitchFamily="2" charset="-122"/>
              </a:rPr>
              <a:t>3.8</a:t>
            </a:r>
            <a:r>
              <a:rPr lang="zh-CN" altLang="en-US" sz="2400">
                <a:solidFill>
                  <a:srgbClr val="0000FF"/>
                </a:solidFill>
                <a:latin typeface="Arial" panose="020B0604020202020204" pitchFamily="34" charset="0"/>
                <a:ea typeface="宋体" panose="02010600030101010101" pitchFamily="2" charset="-122"/>
              </a:rPr>
              <a:t>亿元的昆禄公路，通车</a:t>
            </a:r>
            <a:r>
              <a:rPr lang="en-US" altLang="zh-CN" sz="2400">
                <a:solidFill>
                  <a:srgbClr val="0000FF"/>
                </a:solidFill>
                <a:latin typeface="Arial" panose="020B0604020202020204" pitchFamily="34" charset="0"/>
                <a:ea typeface="宋体" panose="02010600030101010101" pitchFamily="2" charset="-122"/>
              </a:rPr>
              <a:t>18</a:t>
            </a:r>
            <a:r>
              <a:rPr lang="zh-CN" altLang="en-US" sz="2400">
                <a:solidFill>
                  <a:srgbClr val="0000FF"/>
                </a:solidFill>
                <a:latin typeface="Arial" panose="020B0604020202020204" pitchFamily="34" charset="0"/>
                <a:ea typeface="宋体" panose="02010600030101010101" pitchFamily="2" charset="-122"/>
              </a:rPr>
              <a:t>天就路面开裂，不得不再拨</a:t>
            </a:r>
            <a:r>
              <a:rPr lang="en-US" altLang="zh-CN" sz="2400">
                <a:solidFill>
                  <a:srgbClr val="0000FF"/>
                </a:solidFill>
                <a:latin typeface="Arial" panose="020B0604020202020204" pitchFamily="34" charset="0"/>
                <a:ea typeface="宋体" panose="02010600030101010101" pitchFamily="2" charset="-122"/>
              </a:rPr>
              <a:t>1</a:t>
            </a:r>
            <a:r>
              <a:rPr lang="zh-CN" altLang="en-US" sz="2400">
                <a:solidFill>
                  <a:srgbClr val="0000FF"/>
                </a:solidFill>
                <a:latin typeface="Arial" panose="020B0604020202020204" pitchFamily="34" charset="0"/>
                <a:ea typeface="宋体" panose="02010600030101010101" pitchFamily="2" charset="-122"/>
              </a:rPr>
              <a:t>亿元重建；</a:t>
            </a:r>
            <a:endParaRPr lang="zh-CN" altLang="en-US" sz="2400">
              <a:solidFill>
                <a:srgbClr val="0000FF"/>
              </a:solidFill>
              <a:latin typeface="Arial" panose="020B0604020202020204" pitchFamily="34" charset="0"/>
              <a:ea typeface="宋体" panose="02010600030101010101" pitchFamily="2" charset="-122"/>
            </a:endParaRPr>
          </a:p>
          <a:p>
            <a:pPr marL="381000" indent="-381000" eaLnBrk="1" hangingPunct="1">
              <a:lnSpc>
                <a:spcPct val="80000"/>
              </a:lnSpc>
            </a:pPr>
            <a:r>
              <a:rPr lang="zh-CN" altLang="en-US" sz="2400">
                <a:solidFill>
                  <a:srgbClr val="0000FF"/>
                </a:solidFill>
                <a:latin typeface="Arial" panose="020B0604020202020204" pitchFamily="34" charset="0"/>
                <a:ea typeface="宋体" panose="02010600030101010101" pitchFamily="2" charset="-122"/>
              </a:rPr>
              <a:t>四川省预期</a:t>
            </a:r>
            <a:r>
              <a:rPr lang="en-US" altLang="zh-CN" sz="2400">
                <a:solidFill>
                  <a:srgbClr val="0000FF"/>
                </a:solidFill>
                <a:latin typeface="Arial" panose="020B0604020202020204" pitchFamily="34" charset="0"/>
                <a:ea typeface="宋体" panose="02010600030101010101" pitchFamily="2" charset="-122"/>
              </a:rPr>
              <a:t>50</a:t>
            </a:r>
            <a:r>
              <a:rPr lang="zh-CN" altLang="en-US" sz="2400">
                <a:solidFill>
                  <a:srgbClr val="0000FF"/>
                </a:solidFill>
                <a:latin typeface="Arial" panose="020B0604020202020204" pitchFamily="34" charset="0"/>
                <a:ea typeface="宋体" panose="02010600030101010101" pitchFamily="2" charset="-122"/>
              </a:rPr>
              <a:t>年使用期的嘉陵江大桥，仅使用</a:t>
            </a:r>
            <a:r>
              <a:rPr lang="en-US" altLang="zh-CN" sz="2400">
                <a:solidFill>
                  <a:srgbClr val="0000FF"/>
                </a:solidFill>
                <a:latin typeface="Arial" panose="020B0604020202020204" pitchFamily="34" charset="0"/>
                <a:ea typeface="宋体" panose="02010600030101010101" pitchFamily="2" charset="-122"/>
              </a:rPr>
              <a:t>7</a:t>
            </a:r>
            <a:r>
              <a:rPr lang="zh-CN" altLang="en-US" sz="2400">
                <a:solidFill>
                  <a:srgbClr val="0000FF"/>
                </a:solidFill>
                <a:latin typeface="Arial" panose="020B0604020202020204" pitchFamily="34" charset="0"/>
                <a:ea typeface="宋体" panose="02010600030101010101" pitchFamily="2" charset="-122"/>
              </a:rPr>
              <a:t>年就面临报废；</a:t>
            </a:r>
            <a:endParaRPr lang="zh-CN" altLang="en-US" sz="2400">
              <a:solidFill>
                <a:srgbClr val="0000FF"/>
              </a:solidFill>
              <a:latin typeface="Arial" panose="020B0604020202020204" pitchFamily="34" charset="0"/>
              <a:ea typeface="宋体" panose="02010600030101010101" pitchFamily="2" charset="-122"/>
            </a:endParaRPr>
          </a:p>
          <a:p>
            <a:pPr marL="381000" indent="-381000" eaLnBrk="1" hangingPunct="1">
              <a:lnSpc>
                <a:spcPct val="80000"/>
              </a:lnSpc>
              <a:buFontTx/>
              <a:buNone/>
            </a:pPr>
            <a:r>
              <a:rPr lang="zh-CN" altLang="en-US" sz="2800">
                <a:solidFill>
                  <a:srgbClr val="800000"/>
                </a:solidFill>
                <a:latin typeface="Arial" panose="020B0604020202020204" pitchFamily="34" charset="0"/>
                <a:ea typeface="宋体" panose="02010600030101010101" pitchFamily="2" charset="-122"/>
              </a:rPr>
              <a:t>未能处理好与利益相关者关系</a:t>
            </a:r>
            <a:r>
              <a:rPr lang="en-US" altLang="zh-CN" sz="2800">
                <a:solidFill>
                  <a:srgbClr val="800000"/>
                </a:solidFill>
                <a:latin typeface="Arial" panose="020B0604020202020204" pitchFamily="34" charset="0"/>
                <a:ea typeface="宋体" panose="02010600030101010101" pitchFamily="2" charset="-122"/>
              </a:rPr>
              <a:t>,</a:t>
            </a:r>
            <a:r>
              <a:rPr lang="zh-CN" altLang="en-US" sz="2800">
                <a:solidFill>
                  <a:srgbClr val="800000"/>
                </a:solidFill>
                <a:latin typeface="Arial" panose="020B0604020202020204" pitchFamily="34" charset="0"/>
                <a:ea typeface="宋体" panose="02010600030101010101" pitchFamily="2" charset="-122"/>
              </a:rPr>
              <a:t>造成投资损失和社会的不和谐</a:t>
            </a:r>
            <a:r>
              <a:rPr lang="en-US" altLang="zh-CN" sz="2800">
                <a:solidFill>
                  <a:srgbClr val="800000"/>
                </a:solidFill>
                <a:latin typeface="Arial" panose="020B0604020202020204" pitchFamily="34" charset="0"/>
                <a:ea typeface="宋体" panose="02010600030101010101" pitchFamily="2" charset="-122"/>
              </a:rPr>
              <a:t>: </a:t>
            </a:r>
            <a:endParaRPr lang="en-US" altLang="zh-CN" sz="2800">
              <a:solidFill>
                <a:srgbClr val="800000"/>
              </a:solidFill>
              <a:latin typeface="Arial" panose="020B0604020202020204" pitchFamily="34" charset="0"/>
              <a:ea typeface="宋体" panose="02010600030101010101" pitchFamily="2" charset="-122"/>
            </a:endParaRPr>
          </a:p>
          <a:p>
            <a:pPr marL="381000" indent="-381000" eaLnBrk="1" hangingPunct="1">
              <a:lnSpc>
                <a:spcPct val="80000"/>
              </a:lnSpc>
            </a:pPr>
            <a:r>
              <a:rPr lang="zh-CN" altLang="en-US" sz="2400">
                <a:solidFill>
                  <a:srgbClr val="0000FF"/>
                </a:solidFill>
                <a:latin typeface="Arial" panose="020B0604020202020204" pitchFamily="34" charset="0"/>
                <a:ea typeface="宋体" panose="02010600030101010101" pitchFamily="2" charset="-122"/>
              </a:rPr>
              <a:t>瀑布沟电站</a:t>
            </a:r>
            <a:endParaRPr lang="zh-CN" altLang="en-US" sz="2400">
              <a:solidFill>
                <a:srgbClr val="0000FF"/>
              </a:solidFill>
              <a:latin typeface="Arial" panose="020B0604020202020204" pitchFamily="34" charset="0"/>
              <a:ea typeface="宋体" panose="02010600030101010101" pitchFamily="2" charset="-122"/>
            </a:endParaRPr>
          </a:p>
          <a:p>
            <a:pPr marL="381000" indent="-381000" eaLnBrk="1" hangingPunct="1">
              <a:lnSpc>
                <a:spcPct val="80000"/>
              </a:lnSpc>
            </a:pPr>
            <a:r>
              <a:rPr lang="zh-CN" altLang="en-US" sz="2400">
                <a:solidFill>
                  <a:srgbClr val="0000FF"/>
                </a:solidFill>
                <a:latin typeface="Arial" panose="020B0604020202020204" pitchFamily="34" charset="0"/>
                <a:ea typeface="宋体" panose="02010600030101010101" pitchFamily="2" charset="-122"/>
              </a:rPr>
              <a:t>杨柳湖电站</a:t>
            </a:r>
            <a:r>
              <a:rPr lang="en-US" altLang="zh-CN" sz="2400">
                <a:solidFill>
                  <a:srgbClr val="0000FF"/>
                </a:solidFill>
                <a:latin typeface="Arial" panose="020B0604020202020204" pitchFamily="34" charset="0"/>
                <a:ea typeface="宋体" panose="02010600030101010101" pitchFamily="2" charset="-122"/>
              </a:rPr>
              <a:t> </a:t>
            </a:r>
            <a:endParaRPr lang="en-US" altLang="zh-CN" sz="2400">
              <a:solidFill>
                <a:srgbClr val="0000FF"/>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p:cNvSpPr>
            <a:spLocks noGrp="1"/>
          </p:cNvSpPr>
          <p:nvPr>
            <p:ph type="title"/>
          </p:nvPr>
        </p:nvSpPr>
        <p:spPr/>
        <p:txBody>
          <a:bodyPr/>
          <a:lstStyle/>
          <a:p>
            <a:r>
              <a:rPr lang="en-US" altLang="zh-CN" dirty="0">
                <a:latin typeface="Arial" panose="020B0604020202020204" pitchFamily="34" charset="0"/>
                <a:ea typeface="楷体_GB2312" charset="0"/>
                <a:cs typeface="楷体_GB2312" charset="0"/>
              </a:rPr>
              <a:t> </a:t>
            </a:r>
            <a:r>
              <a:rPr lang="zh-CN" altLang="en-US" dirty="0" smtClean="0">
                <a:latin typeface="Arial" panose="020B0604020202020204" pitchFamily="34" charset="0"/>
                <a:ea typeface="楷体_GB2312" charset="0"/>
                <a:cs typeface="楷体_GB2312" charset="0"/>
              </a:rPr>
              <a:t>国内水电</a:t>
            </a:r>
            <a:r>
              <a:rPr lang="zh-CN" altLang="en-US" dirty="0">
                <a:latin typeface="Arial" panose="020B0604020202020204" pitchFamily="34" charset="0"/>
                <a:ea typeface="楷体_GB2312" charset="0"/>
                <a:cs typeface="楷体_GB2312" charset="0"/>
              </a:rPr>
              <a:t>项目：业主风险</a:t>
            </a:r>
            <a:endParaRPr lang="zh-CN" altLang="en-US" dirty="0">
              <a:latin typeface="Arial" panose="020B0604020202020204" pitchFamily="34" charset="0"/>
              <a:ea typeface="楷体_GB2312" charset="0"/>
              <a:cs typeface="楷体_GB2312" charset="0"/>
            </a:endParaRPr>
          </a:p>
        </p:txBody>
      </p:sp>
      <p:sp>
        <p:nvSpPr>
          <p:cNvPr id="118787" name="内容占位符 2"/>
          <p:cNvSpPr>
            <a:spLocks noGrp="1"/>
          </p:cNvSpPr>
          <p:nvPr>
            <p:ph idx="1"/>
          </p:nvPr>
        </p:nvSpPr>
        <p:spPr>
          <a:xfrm>
            <a:off x="660400" y="977900"/>
            <a:ext cx="9144000" cy="5880100"/>
          </a:xfrm>
        </p:spPr>
        <p:txBody>
          <a:bodyPr/>
          <a:lstStyle/>
          <a:p>
            <a:pPr>
              <a:buFontTx/>
              <a:buNone/>
            </a:pPr>
            <a:r>
              <a:rPr lang="en-US" altLang="zh-CN" dirty="0">
                <a:latin typeface="Arial" panose="020B0604020202020204" pitchFamily="34" charset="0"/>
                <a:ea typeface="宋体" panose="02010600030101010101" pitchFamily="2" charset="-122"/>
              </a:rPr>
              <a:t>1. </a:t>
            </a:r>
            <a:r>
              <a:rPr lang="en-US" altLang="zh-CN" dirty="0" smtClean="0">
                <a:latin typeface="Arial" panose="020B0604020202020204" pitchFamily="34" charset="0"/>
                <a:ea typeface="宋体" panose="02010600030101010101" pitchFamily="2" charset="-122"/>
              </a:rPr>
              <a:t>Immigration</a:t>
            </a:r>
            <a:endParaRPr lang="en-US" altLang="zh-CN" dirty="0">
              <a:latin typeface="Arial" panose="020B0604020202020204" pitchFamily="34" charset="0"/>
              <a:ea typeface="宋体" panose="02010600030101010101" pitchFamily="2" charset="-122"/>
            </a:endParaRPr>
          </a:p>
          <a:p>
            <a:pPr>
              <a:buFontTx/>
              <a:buNone/>
            </a:pPr>
            <a:r>
              <a:rPr lang="en-US" altLang="zh-CN" dirty="0">
                <a:latin typeface="Arial" panose="020B0604020202020204" pitchFamily="34" charset="0"/>
                <a:ea typeface="宋体" panose="02010600030101010101" pitchFamily="2" charset="-122"/>
              </a:rPr>
              <a:t>2. Incompetence of subcontractors</a:t>
            </a:r>
            <a:endParaRPr lang="en-US" altLang="zh-CN" dirty="0">
              <a:latin typeface="Arial" panose="020B0604020202020204" pitchFamily="34" charset="0"/>
              <a:ea typeface="宋体" panose="02010600030101010101" pitchFamily="2" charset="-122"/>
            </a:endParaRPr>
          </a:p>
          <a:p>
            <a:pPr>
              <a:buFontTx/>
              <a:buNone/>
            </a:pPr>
            <a:r>
              <a:rPr lang="en-US" altLang="zh-CN" dirty="0">
                <a:latin typeface="Arial" panose="020B0604020202020204" pitchFamily="34" charset="0"/>
                <a:ea typeface="宋体" panose="02010600030101010101" pitchFamily="2" charset="-122"/>
              </a:rPr>
              <a:t>3. Delay</a:t>
            </a:r>
            <a:endParaRPr lang="en-US" altLang="zh-CN" dirty="0">
              <a:latin typeface="Arial" panose="020B0604020202020204" pitchFamily="34" charset="0"/>
              <a:ea typeface="宋体" panose="02010600030101010101" pitchFamily="2" charset="-122"/>
            </a:endParaRPr>
          </a:p>
          <a:p>
            <a:pPr>
              <a:buFontTx/>
              <a:buNone/>
            </a:pPr>
            <a:r>
              <a:rPr lang="en-US" altLang="zh-CN" dirty="0">
                <a:latin typeface="Arial" panose="020B0604020202020204" pitchFamily="34" charset="0"/>
                <a:ea typeface="宋体" panose="02010600030101010101" pitchFamily="2" charset="-122"/>
              </a:rPr>
              <a:t>4. </a:t>
            </a:r>
            <a:r>
              <a:rPr lang="en-GB" altLang="zh-CN" dirty="0">
                <a:latin typeface="Arial" panose="020B0604020202020204" pitchFamily="34" charset="0"/>
                <a:ea typeface="宋体" panose="02010600030101010101" pitchFamily="2" charset="-122"/>
              </a:rPr>
              <a:t>Inadequate or incorrect design</a:t>
            </a:r>
            <a:endParaRPr lang="en-GB" altLang="zh-CN" dirty="0">
              <a:latin typeface="Arial" panose="020B0604020202020204" pitchFamily="34" charset="0"/>
              <a:ea typeface="宋体" panose="02010600030101010101" pitchFamily="2" charset="-122"/>
            </a:endParaRPr>
          </a:p>
          <a:p>
            <a:pPr>
              <a:buFontTx/>
              <a:buNone/>
            </a:pPr>
            <a:r>
              <a:rPr lang="en-GB" altLang="zh-CN" dirty="0">
                <a:latin typeface="Arial" panose="020B0604020202020204" pitchFamily="34" charset="0"/>
                <a:ea typeface="宋体" panose="02010600030101010101" pitchFamily="2" charset="-122"/>
              </a:rPr>
              <a:t>5. Safety</a:t>
            </a:r>
            <a:endParaRPr lang="en-GB" altLang="zh-CN" dirty="0">
              <a:latin typeface="Arial" panose="020B0604020202020204" pitchFamily="34" charset="0"/>
              <a:ea typeface="宋体" panose="02010600030101010101" pitchFamily="2" charset="-122"/>
            </a:endParaRPr>
          </a:p>
          <a:p>
            <a:pPr>
              <a:buFontTx/>
              <a:buNone/>
            </a:pPr>
            <a:r>
              <a:rPr lang="en-GB" altLang="zh-CN" dirty="0">
                <a:latin typeface="Arial" panose="020B0604020202020204" pitchFamily="34" charset="0"/>
                <a:ea typeface="宋体" panose="02010600030101010101" pitchFamily="2" charset="-122"/>
              </a:rPr>
              <a:t>6. Premature facility failure</a:t>
            </a:r>
            <a:endParaRPr lang="en-GB" altLang="zh-CN" dirty="0">
              <a:latin typeface="Arial" panose="020B0604020202020204" pitchFamily="34" charset="0"/>
              <a:ea typeface="宋体" panose="02010600030101010101" pitchFamily="2" charset="-122"/>
            </a:endParaRPr>
          </a:p>
          <a:p>
            <a:pPr>
              <a:buFontTx/>
              <a:buNone/>
            </a:pPr>
            <a:r>
              <a:rPr lang="en-GB" altLang="zh-CN" dirty="0">
                <a:latin typeface="Arial" panose="020B0604020202020204" pitchFamily="34" charset="0"/>
                <a:ea typeface="宋体" panose="02010600030101010101" pitchFamily="2" charset="-122"/>
              </a:rPr>
              <a:t>7. Ecological and environmental influence </a:t>
            </a:r>
            <a:endParaRPr lang="en-GB" altLang="zh-CN" dirty="0">
              <a:latin typeface="Arial" panose="020B0604020202020204" pitchFamily="34" charset="0"/>
              <a:ea typeface="宋体" panose="02010600030101010101" pitchFamily="2" charset="-122"/>
            </a:endParaRPr>
          </a:p>
          <a:p>
            <a:pPr>
              <a:buFontTx/>
              <a:buNone/>
            </a:pPr>
            <a:r>
              <a:rPr lang="en-GB" altLang="zh-CN" dirty="0">
                <a:latin typeface="Arial" panose="020B0604020202020204" pitchFamily="34" charset="0"/>
                <a:ea typeface="宋体" panose="02010600030101010101" pitchFamily="2" charset="-122"/>
              </a:rPr>
              <a:t>8. Quality</a:t>
            </a:r>
            <a:endParaRPr lang="en-GB" altLang="zh-CN" dirty="0">
              <a:latin typeface="Arial" panose="020B0604020202020204" pitchFamily="34" charset="0"/>
              <a:ea typeface="宋体" panose="02010600030101010101" pitchFamily="2" charset="-122"/>
            </a:endParaRPr>
          </a:p>
          <a:p>
            <a:pPr>
              <a:buFontTx/>
              <a:buNone/>
            </a:pPr>
            <a:r>
              <a:rPr lang="en-GB" altLang="zh-CN" dirty="0">
                <a:latin typeface="Arial" panose="020B0604020202020204" pitchFamily="34" charset="0"/>
                <a:ea typeface="宋体" panose="02010600030101010101" pitchFamily="2" charset="-122"/>
              </a:rPr>
              <a:t>9.  Delay of drawings</a:t>
            </a:r>
            <a:endParaRPr lang="en-GB" altLang="zh-CN" dirty="0">
              <a:latin typeface="Arial" panose="020B0604020202020204" pitchFamily="34" charset="0"/>
              <a:ea typeface="宋体" panose="02010600030101010101" pitchFamily="2" charset="-122"/>
            </a:endParaRPr>
          </a:p>
          <a:p>
            <a:pPr>
              <a:buFontTx/>
              <a:buNone/>
            </a:pPr>
            <a:r>
              <a:rPr lang="en-GB" altLang="zh-CN" dirty="0">
                <a:latin typeface="Arial" panose="020B0604020202020204" pitchFamily="34" charset="0"/>
                <a:ea typeface="宋体" panose="02010600030101010101" pitchFamily="2" charset="-122"/>
              </a:rPr>
              <a:t>10. Failure to identify defects</a:t>
            </a:r>
            <a:endParaRPr lang="zh-CN" altLang="en-US" dirty="0">
              <a:latin typeface="Arial" panose="020B0604020202020204" pitchFamily="34" charset="0"/>
              <a:ea typeface="宋体" panose="02010600030101010101" pitchFamily="2" charset="-122"/>
            </a:endParaRPr>
          </a:p>
          <a:p>
            <a:endParaRPr lang="zh-CN" altLang="en-US" dirty="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p:cNvSpPr>
            <a:spLocks noGrp="1"/>
          </p:cNvSpPr>
          <p:nvPr>
            <p:ph type="title"/>
          </p:nvPr>
        </p:nvSpPr>
        <p:spPr/>
        <p:txBody>
          <a:bodyPr/>
          <a:lstStyle/>
          <a:p>
            <a:r>
              <a:rPr lang="en-US" altLang="zh-CN" dirty="0">
                <a:latin typeface="Arial" panose="020B0604020202020204" pitchFamily="34" charset="0"/>
                <a:ea typeface="楷体_GB2312" charset="0"/>
                <a:cs typeface="楷体_GB2312" charset="0"/>
              </a:rPr>
              <a:t> </a:t>
            </a:r>
            <a:r>
              <a:rPr lang="zh-CN" altLang="en-US" dirty="0" smtClean="0">
                <a:latin typeface="Arial" panose="020B0604020202020204" pitchFamily="34" charset="0"/>
                <a:ea typeface="楷体_GB2312" charset="0"/>
                <a:cs typeface="楷体_GB2312" charset="0"/>
              </a:rPr>
              <a:t>国内水电</a:t>
            </a:r>
            <a:r>
              <a:rPr lang="zh-CN" altLang="en-US" dirty="0">
                <a:latin typeface="Arial" panose="020B0604020202020204" pitchFamily="34" charset="0"/>
                <a:ea typeface="楷体_GB2312" charset="0"/>
                <a:cs typeface="楷体_GB2312" charset="0"/>
              </a:rPr>
              <a:t>项目：</a:t>
            </a:r>
            <a:r>
              <a:rPr lang="en-US" altLang="zh-CN" dirty="0">
                <a:latin typeface="Arial" panose="020B0604020202020204" pitchFamily="34" charset="0"/>
                <a:ea typeface="楷体_GB2312" charset="0"/>
                <a:cs typeface="楷体_GB2312" charset="0"/>
              </a:rPr>
              <a:t> </a:t>
            </a:r>
            <a:r>
              <a:rPr lang="zh-CN" altLang="en-US" dirty="0">
                <a:latin typeface="Arial" panose="020B0604020202020204" pitchFamily="34" charset="0"/>
                <a:ea typeface="楷体_GB2312" charset="0"/>
                <a:cs typeface="楷体_GB2312" charset="0"/>
              </a:rPr>
              <a:t>承包商风险</a:t>
            </a:r>
            <a:endParaRPr lang="zh-CN" altLang="en-US" dirty="0">
              <a:latin typeface="Arial" panose="020B0604020202020204" pitchFamily="34" charset="0"/>
              <a:ea typeface="楷体_GB2312" charset="0"/>
              <a:cs typeface="楷体_GB2312" charset="0"/>
            </a:endParaRPr>
          </a:p>
        </p:txBody>
      </p:sp>
      <p:sp>
        <p:nvSpPr>
          <p:cNvPr id="119811" name="内容占位符 2"/>
          <p:cNvSpPr>
            <a:spLocks noGrp="1"/>
          </p:cNvSpPr>
          <p:nvPr>
            <p:ph idx="1"/>
          </p:nvPr>
        </p:nvSpPr>
        <p:spPr>
          <a:xfrm>
            <a:off x="584200" y="977900"/>
            <a:ext cx="9144000" cy="5880100"/>
          </a:xfrm>
        </p:spPr>
        <p:txBody>
          <a:bodyPr/>
          <a:lstStyle/>
          <a:p>
            <a:pPr marL="514350" indent="-514350">
              <a:buFontTx/>
              <a:buAutoNum type="arabicPeriod"/>
            </a:pPr>
            <a:r>
              <a:rPr lang="en-GB" altLang="zh-CN">
                <a:latin typeface="Arial" panose="020B0604020202020204" pitchFamily="34" charset="0"/>
                <a:ea typeface="宋体" panose="02010600030101010101" pitchFamily="2" charset="-122"/>
              </a:rPr>
              <a:t>Quality  </a:t>
            </a:r>
            <a:endParaRPr lang="en-GB" altLang="zh-CN">
              <a:latin typeface="Arial" panose="020B0604020202020204" pitchFamily="34" charset="0"/>
              <a:ea typeface="宋体" panose="02010600030101010101" pitchFamily="2" charset="-122"/>
            </a:endParaRPr>
          </a:p>
          <a:p>
            <a:pPr marL="514350" indent="-514350">
              <a:buFontTx/>
              <a:buAutoNum type="arabicPeriod"/>
            </a:pPr>
            <a:r>
              <a:rPr lang="en-GB" altLang="zh-CN">
                <a:latin typeface="Arial" panose="020B0604020202020204" pitchFamily="34" charset="0"/>
                <a:ea typeface="宋体" panose="02010600030101010101" pitchFamily="2" charset="-122"/>
              </a:rPr>
              <a:t> Cost control </a:t>
            </a:r>
            <a:endParaRPr lang="en-GB" altLang="zh-CN">
              <a:latin typeface="Arial" panose="020B0604020202020204" pitchFamily="34" charset="0"/>
              <a:ea typeface="宋体" panose="02010600030101010101" pitchFamily="2" charset="-122"/>
            </a:endParaRPr>
          </a:p>
          <a:p>
            <a:pPr marL="514350" indent="-514350">
              <a:buFontTx/>
              <a:buAutoNum type="arabicPeriod"/>
            </a:pPr>
            <a:r>
              <a:rPr lang="en-GB" altLang="zh-CN">
                <a:latin typeface="Arial" panose="020B0604020202020204" pitchFamily="34" charset="0"/>
                <a:ea typeface="宋体" panose="02010600030101010101" pitchFamily="2" charset="-122"/>
              </a:rPr>
              <a:t> Safety  </a:t>
            </a:r>
            <a:endParaRPr lang="en-GB" altLang="zh-CN">
              <a:latin typeface="Arial" panose="020B0604020202020204" pitchFamily="34" charset="0"/>
              <a:ea typeface="宋体" panose="02010600030101010101" pitchFamily="2" charset="-122"/>
            </a:endParaRPr>
          </a:p>
          <a:p>
            <a:pPr marL="514350" indent="-514350">
              <a:buFontTx/>
              <a:buAutoNum type="arabicPeriod"/>
            </a:pPr>
            <a:r>
              <a:rPr lang="en-GB" altLang="zh-CN">
                <a:latin typeface="Arial" panose="020B0604020202020204" pitchFamily="34" charset="0"/>
                <a:ea typeface="宋体" panose="02010600030101010101" pitchFamily="2" charset="-122"/>
              </a:rPr>
              <a:t>Capability of making profit </a:t>
            </a:r>
            <a:endParaRPr lang="en-GB" altLang="zh-CN">
              <a:latin typeface="Arial" panose="020B0604020202020204" pitchFamily="34" charset="0"/>
              <a:ea typeface="宋体" panose="02010600030101010101" pitchFamily="2" charset="-122"/>
            </a:endParaRPr>
          </a:p>
          <a:p>
            <a:pPr marL="514350" indent="-514350">
              <a:buFontTx/>
              <a:buAutoNum type="arabicPeriod"/>
            </a:pPr>
            <a:r>
              <a:rPr lang="en-GB" altLang="zh-CN">
                <a:latin typeface="Arial" panose="020B0604020202020204" pitchFamily="34" charset="0"/>
                <a:ea typeface="宋体" panose="02010600030101010101" pitchFamily="2" charset="-122"/>
              </a:rPr>
              <a:t> Financial </a:t>
            </a:r>
            <a:endParaRPr lang="en-GB" altLang="zh-CN">
              <a:latin typeface="Arial" panose="020B0604020202020204" pitchFamily="34" charset="0"/>
              <a:ea typeface="宋体" panose="02010600030101010101" pitchFamily="2" charset="-122"/>
            </a:endParaRPr>
          </a:p>
          <a:p>
            <a:pPr marL="514350" indent="-514350">
              <a:buFontTx/>
              <a:buAutoNum type="arabicPeriod"/>
            </a:pPr>
            <a:r>
              <a:rPr lang="en-US" altLang="zh-CN">
                <a:latin typeface="Arial" panose="020B0604020202020204" pitchFamily="34" charset="0"/>
                <a:ea typeface="宋体" panose="02010600030101010101" pitchFamily="2" charset="-122"/>
              </a:rPr>
              <a:t>Reputation  </a:t>
            </a:r>
            <a:endParaRPr lang="en-US" altLang="zh-CN">
              <a:latin typeface="Arial" panose="020B0604020202020204" pitchFamily="34" charset="0"/>
              <a:ea typeface="宋体" panose="02010600030101010101" pitchFamily="2" charset="-122"/>
            </a:endParaRPr>
          </a:p>
          <a:p>
            <a:pPr marL="514350" indent="-514350">
              <a:buFontTx/>
              <a:buAutoNum type="arabicPeriod"/>
            </a:pPr>
            <a:r>
              <a:rPr lang="en-US" altLang="zh-CN">
                <a:latin typeface="Arial" panose="020B0604020202020204" pitchFamily="34" charset="0"/>
                <a:ea typeface="宋体" panose="02010600030101010101" pitchFamily="2" charset="-122"/>
              </a:rPr>
              <a:t> Claims and disputes </a:t>
            </a:r>
            <a:endParaRPr lang="en-US" altLang="zh-CN">
              <a:latin typeface="Arial" panose="020B0604020202020204" pitchFamily="34" charset="0"/>
              <a:ea typeface="宋体" panose="02010600030101010101" pitchFamily="2" charset="-122"/>
            </a:endParaRPr>
          </a:p>
          <a:p>
            <a:pPr marL="514350" indent="-514350">
              <a:buFontTx/>
              <a:buAutoNum type="arabicPeriod"/>
            </a:pPr>
            <a:r>
              <a:rPr lang="en-US" altLang="zh-CN">
                <a:latin typeface="Arial" panose="020B0604020202020204" pitchFamily="34" charset="0"/>
                <a:ea typeface="宋体" panose="02010600030101010101" pitchFamily="2" charset="-122"/>
              </a:rPr>
              <a:t> </a:t>
            </a:r>
            <a:r>
              <a:rPr lang="en-GB" altLang="zh-CN">
                <a:latin typeface="Arial" panose="020B0604020202020204" pitchFamily="34" charset="0"/>
                <a:ea typeface="宋体" panose="02010600030101010101" pitchFamily="2" charset="-122"/>
              </a:rPr>
              <a:t>Insufficient technology </a:t>
            </a:r>
            <a:endParaRPr lang="en-GB" altLang="zh-CN">
              <a:latin typeface="Arial" panose="020B0604020202020204" pitchFamily="34" charset="0"/>
              <a:ea typeface="宋体" panose="02010600030101010101" pitchFamily="2" charset="-122"/>
            </a:endParaRPr>
          </a:p>
          <a:p>
            <a:pPr marL="514350" indent="-514350">
              <a:buFontTx/>
              <a:buAutoNum type="arabicPeriod"/>
            </a:pPr>
            <a:r>
              <a:rPr lang="en-GB" altLang="zh-CN">
                <a:latin typeface="Arial" panose="020B0604020202020204" pitchFamily="34" charset="0"/>
                <a:ea typeface="宋体" panose="02010600030101010101" pitchFamily="2" charset="-122"/>
              </a:rPr>
              <a:t> Incorrect market forecasting </a:t>
            </a:r>
            <a:endParaRPr lang="en-GB" altLang="zh-CN">
              <a:latin typeface="Arial" panose="020B0604020202020204" pitchFamily="34" charset="0"/>
              <a:ea typeface="宋体" panose="02010600030101010101" pitchFamily="2" charset="-122"/>
            </a:endParaRPr>
          </a:p>
          <a:p>
            <a:pPr marL="514350" indent="-514350">
              <a:buFontTx/>
              <a:buAutoNum type="arabicPeriod"/>
            </a:pPr>
            <a:r>
              <a:rPr lang="en-GB" altLang="zh-CN">
                <a:latin typeface="Arial" panose="020B0604020202020204" pitchFamily="34" charset="0"/>
                <a:ea typeface="宋体" panose="02010600030101010101" pitchFamily="2" charset="-122"/>
              </a:rPr>
              <a:t> Incompetence of products </a:t>
            </a:r>
            <a:endParaRPr lang="zh-CN" altLang="en-US">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0" y="1016000"/>
          <a:ext cx="9144000" cy="5846768"/>
        </p:xfrm>
        <a:graphic>
          <a:graphicData uri="http://schemas.openxmlformats.org/drawingml/2006/table">
            <a:tbl>
              <a:tblPr/>
              <a:tblGrid>
                <a:gridCol w="5376863"/>
                <a:gridCol w="1962150"/>
                <a:gridCol w="1804987"/>
              </a:tblGrid>
              <a:tr h="973138">
                <a:tc>
                  <a:txBody>
                    <a:bodyPr/>
                    <a:lstStyle/>
                    <a:p>
                      <a:pPr marL="0" marR="0" lvl="0" indent="285750" algn="ctr" defTabSz="914400" rtl="0" eaLnBrk="1" fontAlgn="base" latinLnBrk="0" hangingPunct="1">
                        <a:lnSpc>
                          <a:spcPts val="2000"/>
                        </a:lnSpc>
                        <a:spcBef>
                          <a:spcPct val="0"/>
                        </a:spcBef>
                        <a:spcAft>
                          <a:spcPct val="0"/>
                        </a:spcAft>
                        <a:buClrTx/>
                        <a:buSzTx/>
                        <a:buFontTx/>
                        <a:buNone/>
                      </a:pPr>
                      <a:endParaRPr kumimoji="0"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Types of incidents</a:t>
                      </a:r>
                      <a:endParaRPr kumimoji="0" 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pPr>
                      <a:endParaRPr kumimoji="0"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Frequency of incidents</a:t>
                      </a:r>
                      <a:endParaRPr kumimoji="0" 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pPr>
                      <a:endParaRPr kumimoji="0"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Number of deaths</a:t>
                      </a:r>
                      <a:endParaRPr kumimoji="0" 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87363">
                <a:tc>
                  <a:txBody>
                    <a:bodyPr/>
                    <a:lstStyle/>
                    <a:p>
                      <a:pPr marL="0" marR="0" lvl="0" indent="285750" algn="just" defTabSz="914400" rtl="0" eaLnBrk="1" fontAlgn="base" latinLnBrk="0" hangingPunct="1">
                        <a:lnSpc>
                          <a:spcPts val="2000"/>
                        </a:lnSpc>
                        <a:spcBef>
                          <a:spcPct val="0"/>
                        </a:spcBef>
                        <a:spcAft>
                          <a:spcPct val="0"/>
                        </a:spcAft>
                        <a:buClrTx/>
                        <a:buSzTx/>
                        <a:buFontTx/>
                        <a:buNone/>
                      </a:pPr>
                      <a:r>
                        <a:rPr kumimoji="0" lang="en-GB"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Premature failure of facilities</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36</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r>
              <a:tr h="487363">
                <a:tc>
                  <a:txBody>
                    <a:bodyPr/>
                    <a:lstStyle/>
                    <a:p>
                      <a:pPr marL="0" marR="0" lvl="0" indent="285750" algn="just"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Landslides</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31</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r>
              <a:tr h="487363">
                <a:tc>
                  <a:txBody>
                    <a:bodyPr/>
                    <a:lstStyle/>
                    <a:p>
                      <a:pPr marL="0" marR="0" lvl="0" indent="285750" algn="just"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Mudflows</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75</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r>
              <a:tr h="487363">
                <a:tc>
                  <a:txBody>
                    <a:bodyPr/>
                    <a:lstStyle/>
                    <a:p>
                      <a:pPr marL="0" marR="0" lvl="0" indent="285750" algn="just"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Lifting accidents</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r>
              <a:tr h="487363">
                <a:tc>
                  <a:txBody>
                    <a:bodyPr/>
                    <a:lstStyle/>
                    <a:p>
                      <a:pPr marL="0" marR="0" lvl="0" indent="285750" algn="just"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Traffic accidents</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r>
              <a:tr h="487363">
                <a:tc>
                  <a:txBody>
                    <a:bodyPr/>
                    <a:lstStyle/>
                    <a:p>
                      <a:pPr marL="0" marR="0" lvl="0" indent="285750" algn="just"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Hitting by falling objects</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r>
              <a:tr h="487363">
                <a:tc>
                  <a:txBody>
                    <a:bodyPr/>
                    <a:lstStyle/>
                    <a:p>
                      <a:pPr marL="0" marR="0" lvl="0" indent="285750" algn="just"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Explosions</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r>
              <a:tr h="487363">
                <a:tc>
                  <a:txBody>
                    <a:bodyPr/>
                    <a:lstStyle/>
                    <a:p>
                      <a:pPr marL="0" marR="0" lvl="0" indent="285750" algn="just"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Workers falling from high work places</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r>
              <a:tr h="487363">
                <a:tc>
                  <a:txBody>
                    <a:bodyPr/>
                    <a:lstStyle/>
                    <a:p>
                      <a:pPr marL="0" marR="0" lvl="0" indent="285750" algn="just"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Collapses of working support systems</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zh-CN" sz="2400" b="0" i="0" u="none" strike="noStrike" cap="none" normalizeH="0" baseline="0">
                        <a:ln>
                          <a:noFill/>
                        </a:ln>
                        <a:solidFill>
                          <a:srgbClr val="8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noFill/>
                  </a:tcPr>
                </a:tc>
              </a:tr>
              <a:tr h="487363">
                <a:tc>
                  <a:txBody>
                    <a:bodyPr/>
                    <a:lstStyle/>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Total</a:t>
                      </a:r>
                      <a:endParaRPr kumimoji="0" 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29</a:t>
                      </a:r>
                      <a:endParaRPr kumimoji="0" 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285750" algn="ctr" defTabSz="914400" rtl="0" eaLnBrk="1" fontAlgn="base" latinLnBrk="0" hangingPunct="1">
                        <a:lnSpc>
                          <a:spcPts val="2000"/>
                        </a:lnSpc>
                        <a:spcBef>
                          <a:spcPct val="0"/>
                        </a:spcBef>
                        <a:spcAft>
                          <a:spcPct val="0"/>
                        </a:spcAft>
                        <a:buClrTx/>
                        <a:buSzTx/>
                        <a:buFontTx/>
                        <a:buNone/>
                      </a:pPr>
                      <a:r>
                        <a:rPr kumimoji="0" lang="en-US" alt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190</a:t>
                      </a:r>
                      <a:endParaRPr kumimoji="0" lang="zh-CN" sz="2400" b="0"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5" name="标题 1"/>
          <p:cNvSpPr txBox="1"/>
          <p:nvPr/>
        </p:nvSpPr>
        <p:spPr>
          <a:xfrm>
            <a:off x="0" y="12700"/>
            <a:ext cx="8178800" cy="609600"/>
          </a:xfrm>
          <a:prstGeom prst="rect">
            <a:avLst/>
          </a:prstGeom>
        </p:spPr>
        <p:txBody>
          <a:bodyPr/>
          <a:lstStyle>
            <a:lvl1pPr>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r>
              <a:rPr lang="en-US" altLang="zh-CN" sz="3600" dirty="0">
                <a:solidFill>
                  <a:srgbClr val="990000"/>
                </a:solidFill>
              </a:rPr>
              <a:t> </a:t>
            </a:r>
            <a:r>
              <a:rPr lang="zh-CN" altLang="en-US" sz="3600" dirty="0" smtClean="0">
                <a:solidFill>
                  <a:srgbClr val="990000"/>
                </a:solidFill>
              </a:rPr>
              <a:t>国内水电</a:t>
            </a:r>
            <a:r>
              <a:rPr lang="zh-CN" altLang="en-US" sz="3600" dirty="0">
                <a:solidFill>
                  <a:srgbClr val="990000"/>
                </a:solidFill>
              </a:rPr>
              <a:t>项目安全风险</a:t>
            </a:r>
            <a:endParaRPr lang="zh-CN" altLang="en-US" sz="3600" dirty="0">
              <a:solidFill>
                <a:srgbClr val="990000"/>
              </a:solidFill>
            </a:endParaRPr>
          </a:p>
        </p:txBody>
      </p:sp>
    </p:spTree>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5365" name="标题 1"/>
          <p:cNvSpPr/>
          <p:nvPr/>
        </p:nvSpPr>
        <p:spPr bwMode="auto">
          <a:xfrm>
            <a:off x="304800" y="297665"/>
            <a:ext cx="8929718" cy="414337"/>
          </a:xfrm>
          <a:prstGeom prst="rect">
            <a:avLst/>
          </a:prstGeom>
          <a:noFill/>
          <a:ln w="9525">
            <a:noFill/>
            <a:miter lim="800000"/>
          </a:ln>
        </p:spPr>
        <p:txBody>
          <a:bodyPr anchor="ctr"/>
          <a:lstStyle/>
          <a:p>
            <a:r>
              <a:rPr lang="zh-CN" altLang="en-US" sz="3600" dirty="0">
                <a:solidFill>
                  <a:srgbClr val="990000"/>
                </a:solidFill>
              </a:rPr>
              <a:t>国际工程项目</a:t>
            </a:r>
            <a:r>
              <a:rPr lang="zh-CN" altLang="en-US" sz="3600" dirty="0" smtClean="0">
                <a:solidFill>
                  <a:srgbClr val="990000"/>
                </a:solidFill>
              </a:rPr>
              <a:t>风险</a:t>
            </a:r>
            <a:endParaRPr lang="zh-CN" altLang="en-US" sz="3600" dirty="0">
              <a:solidFill>
                <a:srgbClr val="990000"/>
              </a:solidFill>
            </a:endParaRPr>
          </a:p>
        </p:txBody>
      </p:sp>
      <p:sp>
        <p:nvSpPr>
          <p:cNvPr id="15366" name="Rectangle 38"/>
          <p:cNvSpPr>
            <a:spLocks noChangeArrowheads="1"/>
          </p:cNvSpPr>
          <p:nvPr/>
        </p:nvSpPr>
        <p:spPr bwMode="auto">
          <a:xfrm>
            <a:off x="0" y="0"/>
            <a:ext cx="9144000" cy="0"/>
          </a:xfrm>
          <a:prstGeom prst="rect">
            <a:avLst/>
          </a:prstGeom>
          <a:noFill/>
          <a:ln w="9525">
            <a:noFill/>
            <a:miter lim="800000"/>
          </a:ln>
        </p:spPr>
        <p:txBody>
          <a:bodyPr wrap="none" anchor="ctr">
            <a:spAutoFit/>
          </a:bodyPr>
          <a:lstStyle/>
          <a:p>
            <a:endParaRPr lang="zh-CN" altLang="en-US"/>
          </a:p>
        </p:txBody>
      </p:sp>
      <p:sp>
        <p:nvSpPr>
          <p:cNvPr id="3789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2" name="矩形 11"/>
          <p:cNvSpPr/>
          <p:nvPr/>
        </p:nvSpPr>
        <p:spPr>
          <a:xfrm>
            <a:off x="6286512" y="1500174"/>
            <a:ext cx="2571768" cy="4693593"/>
          </a:xfrm>
          <a:prstGeom prst="rect">
            <a:avLst/>
          </a:prstGeom>
        </p:spPr>
        <p:txBody>
          <a:bodyPr wrap="square">
            <a:spAutoFit/>
          </a:bodyPr>
          <a:lstStyle/>
          <a:p>
            <a:pPr algn="just">
              <a:spcBef>
                <a:spcPts val="600"/>
              </a:spcBef>
              <a:buFont typeface="Wingdings" panose="05000000000000000000" pitchFamily="2" charset="2"/>
              <a:buChar char="Ø"/>
            </a:pPr>
            <a:r>
              <a:rPr lang="zh-CN" altLang="en-US" sz="2400" dirty="0" smtClean="0">
                <a:latin typeface="华文楷体" panose="02010600040101010101" charset="-122"/>
                <a:ea typeface="华文楷体" panose="02010600040101010101" charset="-122"/>
              </a:rPr>
              <a:t>采购相关风险：</a:t>
            </a:r>
            <a:r>
              <a:rPr lang="en-US" altLang="zh-CN" sz="2400" dirty="0" smtClean="0">
                <a:latin typeface="华文楷体" panose="02010600040101010101" charset="-122"/>
                <a:ea typeface="华文楷体" panose="02010600040101010101" charset="-122"/>
              </a:rPr>
              <a:t>1</a:t>
            </a:r>
            <a:r>
              <a:rPr lang="zh-CN" altLang="en-US" sz="2400" dirty="0" smtClean="0">
                <a:latin typeface="华文楷体" panose="02010600040101010101" charset="-122"/>
                <a:ea typeface="华文楷体" panose="02010600040101010101" charset="-122"/>
              </a:rPr>
              <a:t>、</a:t>
            </a:r>
            <a:r>
              <a:rPr lang="en-US" altLang="zh-CN" sz="2400" dirty="0" smtClean="0">
                <a:latin typeface="华文楷体" panose="02010600040101010101" charset="-122"/>
                <a:ea typeface="华文楷体" panose="02010600040101010101" charset="-122"/>
              </a:rPr>
              <a:t>8</a:t>
            </a:r>
            <a:r>
              <a:rPr lang="zh-CN" altLang="en-US" sz="2400" dirty="0" smtClean="0">
                <a:latin typeface="华文楷体" panose="02010600040101010101" charset="-122"/>
                <a:ea typeface="华文楷体" panose="02010600040101010101" charset="-122"/>
              </a:rPr>
              <a:t>、</a:t>
            </a:r>
            <a:r>
              <a:rPr lang="en-US" altLang="zh-CN" sz="2400" dirty="0" smtClean="0">
                <a:latin typeface="华文楷体" panose="02010600040101010101" charset="-122"/>
                <a:ea typeface="华文楷体" panose="02010600040101010101" charset="-122"/>
              </a:rPr>
              <a:t>14</a:t>
            </a:r>
            <a:endParaRPr lang="en-US" altLang="zh-CN" sz="2400" dirty="0" smtClean="0">
              <a:latin typeface="华文楷体" panose="02010600040101010101" charset="-122"/>
              <a:ea typeface="华文楷体" panose="02010600040101010101" charset="-122"/>
            </a:endParaRPr>
          </a:p>
          <a:p>
            <a:pPr algn="just">
              <a:spcBef>
                <a:spcPts val="600"/>
              </a:spcBef>
              <a:buFont typeface="Wingdings" panose="05000000000000000000" pitchFamily="2" charset="2"/>
              <a:buChar char="Ø"/>
            </a:pPr>
            <a:r>
              <a:rPr lang="zh-CN" altLang="en-US" sz="2400" dirty="0" smtClean="0">
                <a:latin typeface="华文楷体" panose="02010600040101010101" charset="-122"/>
                <a:ea typeface="华文楷体" panose="02010600040101010101" charset="-122"/>
              </a:rPr>
              <a:t>政治风险：</a:t>
            </a:r>
            <a:endParaRPr lang="en-US" altLang="zh-CN" sz="2400" dirty="0" smtClean="0">
              <a:latin typeface="华文楷体" panose="02010600040101010101" charset="-122"/>
              <a:ea typeface="华文楷体" panose="02010600040101010101" charset="-122"/>
            </a:endParaRPr>
          </a:p>
          <a:p>
            <a:pPr algn="just">
              <a:spcBef>
                <a:spcPts val="600"/>
              </a:spcBef>
            </a:pPr>
            <a:r>
              <a:rPr lang="en-US" altLang="zh-CN" sz="2400" dirty="0" smtClean="0">
                <a:latin typeface="华文楷体" panose="02010600040101010101" charset="-122"/>
                <a:ea typeface="华文楷体" panose="02010600040101010101" charset="-122"/>
              </a:rPr>
              <a:t>2</a:t>
            </a:r>
            <a:r>
              <a:rPr lang="zh-CN" altLang="en-US" sz="2400" dirty="0" smtClean="0">
                <a:latin typeface="华文楷体" panose="02010600040101010101" charset="-122"/>
                <a:ea typeface="华文楷体" panose="02010600040101010101" charset="-122"/>
              </a:rPr>
              <a:t>、</a:t>
            </a:r>
            <a:r>
              <a:rPr lang="en-US" altLang="zh-CN" sz="2400" dirty="0" smtClean="0">
                <a:latin typeface="华文楷体" panose="02010600040101010101" charset="-122"/>
                <a:ea typeface="华文楷体" panose="02010600040101010101" charset="-122"/>
              </a:rPr>
              <a:t>4</a:t>
            </a:r>
            <a:r>
              <a:rPr lang="zh-CN" altLang="en-US" sz="2400" dirty="0" smtClean="0">
                <a:latin typeface="华文楷体" panose="02010600040101010101" charset="-122"/>
                <a:ea typeface="华文楷体" panose="02010600040101010101" charset="-122"/>
              </a:rPr>
              <a:t>、</a:t>
            </a:r>
            <a:r>
              <a:rPr lang="en-US" altLang="zh-CN" sz="2400" dirty="0" smtClean="0">
                <a:latin typeface="华文楷体" panose="02010600040101010101" charset="-122"/>
                <a:ea typeface="华文楷体" panose="02010600040101010101" charset="-122"/>
              </a:rPr>
              <a:t>15</a:t>
            </a:r>
            <a:endParaRPr lang="en-US" altLang="zh-CN" sz="2400" dirty="0" smtClean="0">
              <a:latin typeface="华文楷体" panose="02010600040101010101" charset="-122"/>
              <a:ea typeface="华文楷体" panose="02010600040101010101" charset="-122"/>
            </a:endParaRPr>
          </a:p>
          <a:p>
            <a:pPr algn="just">
              <a:spcBef>
                <a:spcPts val="600"/>
              </a:spcBef>
              <a:buFont typeface="Wingdings" panose="05000000000000000000" pitchFamily="2" charset="2"/>
              <a:buChar char="Ø"/>
            </a:pPr>
            <a:r>
              <a:rPr lang="zh-CN" altLang="en-US" sz="2400" dirty="0" smtClean="0">
                <a:latin typeface="华文楷体" panose="02010600040101010101" charset="-122"/>
                <a:ea typeface="华文楷体" panose="02010600040101010101" charset="-122"/>
              </a:rPr>
              <a:t>经济风险：</a:t>
            </a:r>
            <a:endParaRPr lang="en-US" altLang="zh-CN" sz="2400" dirty="0" smtClean="0">
              <a:latin typeface="华文楷体" panose="02010600040101010101" charset="-122"/>
              <a:ea typeface="华文楷体" panose="02010600040101010101" charset="-122"/>
            </a:endParaRPr>
          </a:p>
          <a:p>
            <a:pPr algn="just">
              <a:spcBef>
                <a:spcPts val="600"/>
              </a:spcBef>
            </a:pPr>
            <a:r>
              <a:rPr lang="en-US" altLang="zh-CN" sz="2400" dirty="0" smtClean="0">
                <a:latin typeface="华文楷体" panose="02010600040101010101" charset="-122"/>
                <a:ea typeface="华文楷体" panose="02010600040101010101" charset="-122"/>
              </a:rPr>
              <a:t>3</a:t>
            </a:r>
            <a:r>
              <a:rPr lang="zh-CN" altLang="en-US" sz="2400" dirty="0" smtClean="0">
                <a:latin typeface="华文楷体" panose="02010600040101010101" charset="-122"/>
                <a:ea typeface="华文楷体" panose="02010600040101010101" charset="-122"/>
              </a:rPr>
              <a:t>、</a:t>
            </a:r>
            <a:r>
              <a:rPr lang="en-US" altLang="zh-CN" sz="2400" dirty="0" smtClean="0">
                <a:latin typeface="华文楷体" panose="02010600040101010101" charset="-122"/>
                <a:ea typeface="华文楷体" panose="02010600040101010101" charset="-122"/>
              </a:rPr>
              <a:t>5</a:t>
            </a:r>
            <a:r>
              <a:rPr lang="zh-CN" altLang="en-US" sz="2400" dirty="0" smtClean="0">
                <a:latin typeface="华文楷体" panose="02010600040101010101" charset="-122"/>
                <a:ea typeface="华文楷体" panose="02010600040101010101" charset="-122"/>
              </a:rPr>
              <a:t>、</a:t>
            </a:r>
            <a:r>
              <a:rPr lang="en-US" altLang="zh-CN" sz="2400" dirty="0" smtClean="0">
                <a:latin typeface="华文楷体" panose="02010600040101010101" charset="-122"/>
                <a:ea typeface="华文楷体" panose="02010600040101010101" charset="-122"/>
              </a:rPr>
              <a:t>7</a:t>
            </a:r>
            <a:r>
              <a:rPr lang="zh-CN" altLang="en-US" sz="2400" dirty="0" smtClean="0">
                <a:latin typeface="华文楷体" panose="02010600040101010101" charset="-122"/>
                <a:ea typeface="华文楷体" panose="02010600040101010101" charset="-122"/>
              </a:rPr>
              <a:t>、</a:t>
            </a:r>
            <a:r>
              <a:rPr lang="en-US" altLang="zh-CN" sz="2400" dirty="0" smtClean="0">
                <a:latin typeface="华文楷体" panose="02010600040101010101" charset="-122"/>
                <a:ea typeface="华文楷体" panose="02010600040101010101" charset="-122"/>
              </a:rPr>
              <a:t>13</a:t>
            </a:r>
            <a:endParaRPr lang="en-US" altLang="zh-CN" sz="2400" dirty="0" smtClean="0">
              <a:latin typeface="华文楷体" panose="02010600040101010101" charset="-122"/>
              <a:ea typeface="华文楷体" panose="02010600040101010101" charset="-122"/>
            </a:endParaRPr>
          </a:p>
          <a:p>
            <a:pPr algn="just">
              <a:spcBef>
                <a:spcPts val="600"/>
              </a:spcBef>
              <a:buFont typeface="Wingdings" panose="05000000000000000000" pitchFamily="2" charset="2"/>
              <a:buChar char="Ø"/>
            </a:pPr>
            <a:r>
              <a:rPr lang="en-US" altLang="zh-CN" sz="2400" dirty="0" smtClean="0">
                <a:latin typeface="华文楷体" panose="02010600040101010101" charset="-122"/>
                <a:ea typeface="华文楷体" panose="02010600040101010101" charset="-122"/>
              </a:rPr>
              <a:t>HSE</a:t>
            </a:r>
            <a:r>
              <a:rPr lang="zh-CN" altLang="en-US" sz="2400" dirty="0" smtClean="0">
                <a:latin typeface="华文楷体" panose="02010600040101010101" charset="-122"/>
                <a:ea typeface="华文楷体" panose="02010600040101010101" charset="-122"/>
              </a:rPr>
              <a:t>风险</a:t>
            </a:r>
            <a:endParaRPr lang="en-US" altLang="zh-CN" sz="2400" dirty="0" smtClean="0">
              <a:latin typeface="华文楷体" panose="02010600040101010101" charset="-122"/>
              <a:ea typeface="华文楷体" panose="02010600040101010101" charset="-122"/>
            </a:endParaRPr>
          </a:p>
          <a:p>
            <a:pPr algn="just">
              <a:spcBef>
                <a:spcPts val="600"/>
              </a:spcBef>
              <a:buFont typeface="Wingdings" panose="05000000000000000000" pitchFamily="2" charset="2"/>
              <a:buChar char="Ø"/>
            </a:pPr>
            <a:r>
              <a:rPr lang="zh-CN" altLang="en-US" sz="2400" dirty="0" smtClean="0">
                <a:latin typeface="华文楷体" panose="02010600040101010101" charset="-122"/>
                <a:ea typeface="华文楷体" panose="02010600040101010101" charset="-122"/>
              </a:rPr>
              <a:t>设计相关风险：</a:t>
            </a:r>
            <a:r>
              <a:rPr lang="en-US" altLang="zh-CN" sz="2400" dirty="0" smtClean="0">
                <a:latin typeface="华文楷体" panose="02010600040101010101" charset="-122"/>
                <a:ea typeface="华文楷体" panose="02010600040101010101" charset="-122"/>
              </a:rPr>
              <a:t>11</a:t>
            </a:r>
            <a:r>
              <a:rPr lang="zh-CN" altLang="en-US" sz="2400" dirty="0" smtClean="0">
                <a:latin typeface="华文楷体" panose="02010600040101010101" charset="-122"/>
                <a:ea typeface="华文楷体" panose="02010600040101010101" charset="-122"/>
              </a:rPr>
              <a:t>、</a:t>
            </a:r>
            <a:r>
              <a:rPr lang="en-US" altLang="zh-CN" sz="2400" dirty="0" smtClean="0">
                <a:latin typeface="华文楷体" panose="02010600040101010101" charset="-122"/>
                <a:ea typeface="华文楷体" panose="02010600040101010101" charset="-122"/>
              </a:rPr>
              <a:t>12</a:t>
            </a:r>
            <a:endParaRPr lang="en-US" altLang="zh-CN" sz="2400" dirty="0" smtClean="0">
              <a:latin typeface="华文楷体" panose="02010600040101010101" charset="-122"/>
              <a:ea typeface="华文楷体" panose="02010600040101010101" charset="-122"/>
            </a:endParaRPr>
          </a:p>
          <a:p>
            <a:pPr algn="just">
              <a:spcBef>
                <a:spcPts val="600"/>
              </a:spcBef>
              <a:buFont typeface="Wingdings" panose="05000000000000000000" pitchFamily="2" charset="2"/>
              <a:buChar char="Ø"/>
            </a:pPr>
            <a:r>
              <a:rPr lang="zh-CN" altLang="en-US" sz="2400" dirty="0" smtClean="0">
                <a:latin typeface="华文楷体" panose="02010600040101010101" charset="-122"/>
                <a:ea typeface="华文楷体" panose="02010600040101010101" charset="-122"/>
              </a:rPr>
              <a:t>业主相关风险：</a:t>
            </a:r>
            <a:r>
              <a:rPr lang="en-US" altLang="zh-CN" sz="2400" dirty="0" smtClean="0">
                <a:latin typeface="华文楷体" panose="02010600040101010101" charset="-122"/>
                <a:ea typeface="华文楷体" panose="02010600040101010101" charset="-122"/>
              </a:rPr>
              <a:t>9</a:t>
            </a:r>
            <a:r>
              <a:rPr lang="zh-CN" altLang="en-US" sz="2400" dirty="0" smtClean="0">
                <a:latin typeface="华文楷体" panose="02010600040101010101" charset="-122"/>
                <a:ea typeface="华文楷体" panose="02010600040101010101" charset="-122"/>
              </a:rPr>
              <a:t>、</a:t>
            </a:r>
            <a:r>
              <a:rPr lang="en-US" altLang="zh-CN" sz="2400" dirty="0" smtClean="0">
                <a:latin typeface="华文楷体" panose="02010600040101010101" charset="-122"/>
                <a:ea typeface="华文楷体" panose="02010600040101010101" charset="-122"/>
              </a:rPr>
              <a:t>10</a:t>
            </a:r>
            <a:endParaRPr lang="en-US" altLang="zh-CN" sz="2400" dirty="0" smtClean="0">
              <a:latin typeface="华文楷体" panose="02010600040101010101" charset="-122"/>
              <a:ea typeface="华文楷体" panose="02010600040101010101" charset="-122"/>
            </a:endParaRPr>
          </a:p>
        </p:txBody>
      </p:sp>
      <p:graphicFrame>
        <p:nvGraphicFramePr>
          <p:cNvPr id="11" name="表格 10"/>
          <p:cNvGraphicFramePr>
            <a:graphicFrameLocks noGrp="1"/>
          </p:cNvGraphicFramePr>
          <p:nvPr/>
        </p:nvGraphicFramePr>
        <p:xfrm>
          <a:off x="304800" y="895714"/>
          <a:ext cx="5914929" cy="5753264"/>
        </p:xfrm>
        <a:graphic>
          <a:graphicData uri="http://schemas.openxmlformats.org/drawingml/2006/table">
            <a:tbl>
              <a:tblPr firstRow="1">
                <a:tableStyleId>{5C22544A-7EE6-4342-B048-85BDC9FD1C3A}</a:tableStyleId>
              </a:tblPr>
              <a:tblGrid>
                <a:gridCol w="3601889"/>
                <a:gridCol w="1156520"/>
                <a:gridCol w="1156520"/>
              </a:tblGrid>
              <a:tr h="359579">
                <a:tc>
                  <a:txBody>
                    <a:bodyPr/>
                    <a:lstStyle/>
                    <a:p>
                      <a:pPr algn="ctr">
                        <a:lnSpc>
                          <a:spcPts val="1800"/>
                        </a:lnSpc>
                        <a:spcBef>
                          <a:spcPts val="300"/>
                        </a:spcBef>
                        <a:spcAft>
                          <a:spcPts val="300"/>
                        </a:spcAft>
                      </a:pPr>
                      <a:r>
                        <a:rPr lang="zh-CN" sz="1600" kern="100" dirty="0"/>
                        <a:t>风险源</a:t>
                      </a:r>
                      <a:endParaRPr lang="zh-CN" sz="1800" b="0" kern="100" dirty="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zh-CN" sz="1600" kern="100"/>
                        <a:t>均值</a:t>
                      </a:r>
                      <a:endParaRPr lang="zh-CN" sz="1800" b="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zh-CN" sz="1600" kern="100"/>
                        <a:t>排名</a:t>
                      </a:r>
                      <a:endParaRPr lang="zh-CN" sz="1800" b="0" kern="100">
                        <a:latin typeface="Times New Roman" panose="02020603050405020304"/>
                        <a:ea typeface="宋体" panose="02010600030101010101" pitchFamily="2" charset="-122"/>
                      </a:endParaRPr>
                    </a:p>
                  </a:txBody>
                  <a:tcPr marL="0" marR="0" marT="0" marB="0" anchor="ctr"/>
                </a:tc>
              </a:tr>
              <a:tr h="359579">
                <a:tc>
                  <a:txBody>
                    <a:bodyPr/>
                    <a:lstStyle/>
                    <a:p>
                      <a:pPr>
                        <a:lnSpc>
                          <a:spcPts val="1800"/>
                        </a:lnSpc>
                        <a:spcBef>
                          <a:spcPts val="300"/>
                        </a:spcBef>
                        <a:spcAft>
                          <a:spcPts val="300"/>
                        </a:spcAft>
                      </a:pPr>
                      <a:r>
                        <a:rPr lang="zh-CN" sz="1600" kern="100" dirty="0"/>
                        <a:t>当地没有充足的材料和设备来源</a:t>
                      </a:r>
                      <a:endParaRPr lang="zh-CN" sz="1800" b="0" kern="100" dirty="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dirty="0"/>
                        <a:t>3.57</a:t>
                      </a:r>
                      <a:endParaRPr lang="zh-CN" sz="1800" b="0" kern="100" dirty="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dirty="0"/>
                        <a:t>1</a:t>
                      </a:r>
                      <a:endParaRPr lang="zh-CN" sz="1800" b="0" kern="100" dirty="0">
                        <a:latin typeface="Times New Roman" panose="02020603050405020304"/>
                        <a:ea typeface="宋体" panose="02010600030101010101" pitchFamily="2" charset="-122"/>
                      </a:endParaRPr>
                    </a:p>
                  </a:txBody>
                  <a:tcPr marL="0" marR="0" marT="0" marB="0" anchor="ctr"/>
                </a:tc>
              </a:tr>
              <a:tr h="359579">
                <a:tc>
                  <a:txBody>
                    <a:bodyPr/>
                    <a:lstStyle/>
                    <a:p>
                      <a:pPr>
                        <a:lnSpc>
                          <a:spcPts val="1800"/>
                        </a:lnSpc>
                        <a:spcBef>
                          <a:spcPts val="300"/>
                        </a:spcBef>
                        <a:spcAft>
                          <a:spcPts val="300"/>
                        </a:spcAft>
                      </a:pPr>
                      <a:r>
                        <a:rPr lang="zh-CN" sz="1600" kern="100" dirty="0"/>
                        <a:t>政府的办事效率低下</a:t>
                      </a:r>
                      <a:endParaRPr lang="zh-CN" sz="1800" b="0" kern="100" dirty="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dirty="0"/>
                        <a:t>3.39</a:t>
                      </a:r>
                      <a:endParaRPr lang="zh-CN" sz="1800" b="0" kern="100" dirty="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dirty="0"/>
                        <a:t>2</a:t>
                      </a:r>
                      <a:endParaRPr lang="zh-CN" sz="1800" b="0" kern="100" dirty="0">
                        <a:latin typeface="Times New Roman" panose="02020603050405020304"/>
                        <a:ea typeface="宋体" panose="02010600030101010101" pitchFamily="2" charset="-122"/>
                      </a:endParaRPr>
                    </a:p>
                  </a:txBody>
                  <a:tcPr marL="0" marR="0" marT="0" marB="0" anchor="ctr"/>
                </a:tc>
              </a:tr>
              <a:tr h="359579">
                <a:tc>
                  <a:txBody>
                    <a:bodyPr/>
                    <a:lstStyle/>
                    <a:p>
                      <a:pPr>
                        <a:lnSpc>
                          <a:spcPts val="1800"/>
                        </a:lnSpc>
                        <a:spcBef>
                          <a:spcPts val="300"/>
                        </a:spcBef>
                        <a:spcAft>
                          <a:spcPts val="300"/>
                        </a:spcAft>
                      </a:pPr>
                      <a:r>
                        <a:rPr lang="zh-CN" sz="1600" kern="100" dirty="0"/>
                        <a:t>当地金融市场及利率不稳定</a:t>
                      </a:r>
                      <a:endParaRPr lang="zh-CN" sz="1800" b="0" kern="100" dirty="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dirty="0"/>
                        <a:t>3.38</a:t>
                      </a:r>
                      <a:endParaRPr lang="zh-CN" sz="1800" b="0" kern="100" dirty="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dirty="0"/>
                        <a:t>3</a:t>
                      </a:r>
                      <a:endParaRPr lang="zh-CN" sz="1800" b="0" kern="100" dirty="0">
                        <a:latin typeface="Times New Roman" panose="02020603050405020304"/>
                        <a:ea typeface="宋体" panose="02010600030101010101" pitchFamily="2" charset="-122"/>
                      </a:endParaRPr>
                    </a:p>
                  </a:txBody>
                  <a:tcPr marL="0" marR="0" marT="0" marB="0" anchor="ctr"/>
                </a:tc>
              </a:tr>
              <a:tr h="359579">
                <a:tc>
                  <a:txBody>
                    <a:bodyPr/>
                    <a:lstStyle/>
                    <a:p>
                      <a:pPr>
                        <a:lnSpc>
                          <a:spcPts val="1800"/>
                        </a:lnSpc>
                        <a:spcBef>
                          <a:spcPts val="300"/>
                        </a:spcBef>
                        <a:spcAft>
                          <a:spcPts val="300"/>
                        </a:spcAft>
                      </a:pPr>
                      <a:r>
                        <a:rPr lang="zh-CN" sz="1600" kern="100"/>
                        <a:t>项目所在国政局不稳定</a:t>
                      </a:r>
                      <a:endParaRPr lang="zh-CN" sz="1800" b="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3.32</a:t>
                      </a:r>
                      <a:endParaRPr lang="zh-CN" sz="1800" b="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dirty="0"/>
                        <a:t>4</a:t>
                      </a:r>
                      <a:endParaRPr lang="zh-CN" sz="1800" b="0" kern="100" dirty="0">
                        <a:latin typeface="Times New Roman" panose="02020603050405020304"/>
                        <a:ea typeface="宋体" panose="02010600030101010101" pitchFamily="2" charset="-122"/>
                      </a:endParaRPr>
                    </a:p>
                  </a:txBody>
                  <a:tcPr marL="0" marR="0" marT="0" marB="0" anchor="ctr"/>
                </a:tc>
              </a:tr>
              <a:tr h="359579">
                <a:tc>
                  <a:txBody>
                    <a:bodyPr/>
                    <a:lstStyle/>
                    <a:p>
                      <a:pPr>
                        <a:lnSpc>
                          <a:spcPts val="1800"/>
                        </a:lnSpc>
                        <a:spcBef>
                          <a:spcPts val="300"/>
                        </a:spcBef>
                        <a:spcAft>
                          <a:spcPts val="300"/>
                        </a:spcAft>
                      </a:pPr>
                      <a:r>
                        <a:rPr lang="zh-CN" sz="1600" kern="100"/>
                        <a:t>当地存在通货膨胀</a:t>
                      </a:r>
                      <a:endParaRPr lang="zh-CN" sz="1800" b="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3.31</a:t>
                      </a:r>
                      <a:endParaRPr lang="zh-CN" sz="1800" b="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dirty="0"/>
                        <a:t>5</a:t>
                      </a:r>
                      <a:endParaRPr lang="zh-CN" sz="1800" b="0" kern="100" dirty="0">
                        <a:latin typeface="Times New Roman" panose="02020603050405020304"/>
                        <a:ea typeface="宋体" panose="02010600030101010101" pitchFamily="2" charset="-122"/>
                      </a:endParaRPr>
                    </a:p>
                  </a:txBody>
                  <a:tcPr marL="0" marR="0" marT="0" marB="0" anchor="ctr"/>
                </a:tc>
              </a:tr>
              <a:tr h="359579">
                <a:tc>
                  <a:txBody>
                    <a:bodyPr/>
                    <a:lstStyle/>
                    <a:p>
                      <a:pPr>
                        <a:lnSpc>
                          <a:spcPts val="1800"/>
                        </a:lnSpc>
                        <a:spcBef>
                          <a:spcPts val="300"/>
                        </a:spcBef>
                        <a:spcAft>
                          <a:spcPts val="300"/>
                        </a:spcAft>
                      </a:pPr>
                      <a:r>
                        <a:rPr lang="en-US" sz="1600" kern="100"/>
                        <a:t>HSE</a:t>
                      </a:r>
                      <a:endParaRPr lang="zh-CN" sz="1800" b="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3.30</a:t>
                      </a:r>
                      <a:endParaRPr lang="zh-CN" sz="1800" b="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dirty="0"/>
                        <a:t>6</a:t>
                      </a:r>
                      <a:endParaRPr lang="zh-CN" sz="1800" b="0" kern="100" dirty="0">
                        <a:latin typeface="Times New Roman" panose="02020603050405020304"/>
                        <a:ea typeface="宋体" panose="02010600030101010101" pitchFamily="2" charset="-122"/>
                      </a:endParaRPr>
                    </a:p>
                  </a:txBody>
                  <a:tcPr marL="0" marR="0" marT="0" marB="0" anchor="ctr"/>
                </a:tc>
              </a:tr>
              <a:tr h="359579">
                <a:tc>
                  <a:txBody>
                    <a:bodyPr/>
                    <a:lstStyle/>
                    <a:p>
                      <a:pPr>
                        <a:lnSpc>
                          <a:spcPts val="1800"/>
                        </a:lnSpc>
                        <a:spcBef>
                          <a:spcPts val="300"/>
                        </a:spcBef>
                        <a:spcAft>
                          <a:spcPts val="300"/>
                        </a:spcAft>
                      </a:pPr>
                      <a:r>
                        <a:rPr lang="zh-CN" sz="1600" kern="100"/>
                        <a:t>所需材料设备的价格上涨</a:t>
                      </a:r>
                      <a:endParaRPr lang="zh-CN" sz="1800" b="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dirty="0"/>
                        <a:t>3.28</a:t>
                      </a:r>
                      <a:endParaRPr lang="zh-CN" sz="1800" b="0" kern="100" dirty="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7</a:t>
                      </a:r>
                      <a:endParaRPr lang="zh-CN" sz="1800" b="0" kern="100">
                        <a:latin typeface="Times New Roman" panose="02020603050405020304"/>
                        <a:ea typeface="宋体" panose="02010600030101010101" pitchFamily="2" charset="-122"/>
                      </a:endParaRPr>
                    </a:p>
                  </a:txBody>
                  <a:tcPr marL="0" marR="0" marT="0" marB="0" anchor="ctr"/>
                </a:tc>
              </a:tr>
              <a:tr h="359579">
                <a:tc>
                  <a:txBody>
                    <a:bodyPr/>
                    <a:lstStyle/>
                    <a:p>
                      <a:pPr>
                        <a:lnSpc>
                          <a:spcPts val="1800"/>
                        </a:lnSpc>
                        <a:spcBef>
                          <a:spcPts val="300"/>
                        </a:spcBef>
                        <a:spcAft>
                          <a:spcPts val="300"/>
                        </a:spcAft>
                      </a:pPr>
                      <a:r>
                        <a:rPr lang="zh-CN" sz="1600" kern="100"/>
                        <a:t>所需材料设备的市场缺失</a:t>
                      </a:r>
                      <a:endParaRPr lang="zh-CN" sz="1800" b="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dirty="0"/>
                        <a:t>3.28</a:t>
                      </a:r>
                      <a:endParaRPr lang="zh-CN" sz="1800" b="0" kern="100" dirty="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dirty="0"/>
                        <a:t>8</a:t>
                      </a:r>
                      <a:endParaRPr lang="zh-CN" sz="1800" b="0" kern="100" dirty="0">
                        <a:latin typeface="Times New Roman" panose="02020603050405020304"/>
                        <a:ea typeface="宋体" panose="02010600030101010101" pitchFamily="2" charset="-122"/>
                      </a:endParaRPr>
                    </a:p>
                  </a:txBody>
                  <a:tcPr marL="0" marR="0" marT="0" marB="0" anchor="ctr"/>
                </a:tc>
              </a:tr>
              <a:tr h="359579">
                <a:tc>
                  <a:txBody>
                    <a:bodyPr/>
                    <a:lstStyle/>
                    <a:p>
                      <a:pPr>
                        <a:lnSpc>
                          <a:spcPts val="1800"/>
                        </a:lnSpc>
                        <a:spcBef>
                          <a:spcPts val="300"/>
                        </a:spcBef>
                        <a:spcAft>
                          <a:spcPts val="300"/>
                        </a:spcAft>
                      </a:pPr>
                      <a:r>
                        <a:rPr lang="zh-CN" sz="1600" kern="100"/>
                        <a:t>业主办事效率低下</a:t>
                      </a:r>
                      <a:endParaRPr lang="zh-CN" sz="1800" b="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3.28</a:t>
                      </a:r>
                      <a:endParaRPr lang="zh-CN" sz="1800" b="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9</a:t>
                      </a:r>
                      <a:endParaRPr lang="zh-CN" sz="1800" b="0" kern="100">
                        <a:latin typeface="Times New Roman" panose="02020603050405020304"/>
                        <a:ea typeface="宋体" panose="02010600030101010101" pitchFamily="2" charset="-122"/>
                      </a:endParaRPr>
                    </a:p>
                  </a:txBody>
                  <a:tcPr marL="0" marR="0" marT="0" marB="0" anchor="ctr"/>
                </a:tc>
              </a:tr>
              <a:tr h="359579">
                <a:tc>
                  <a:txBody>
                    <a:bodyPr/>
                    <a:lstStyle/>
                    <a:p>
                      <a:pPr>
                        <a:lnSpc>
                          <a:spcPts val="1800"/>
                        </a:lnSpc>
                        <a:spcBef>
                          <a:spcPts val="300"/>
                        </a:spcBef>
                        <a:spcAft>
                          <a:spcPts val="300"/>
                        </a:spcAft>
                      </a:pPr>
                      <a:r>
                        <a:rPr lang="zh-CN" sz="1600" kern="100"/>
                        <a:t>业主不付款或拖延付款</a:t>
                      </a:r>
                      <a:endParaRPr lang="zh-CN" sz="1800" b="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3.26</a:t>
                      </a:r>
                      <a:endParaRPr lang="zh-CN" sz="1800" b="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10</a:t>
                      </a:r>
                      <a:endParaRPr lang="zh-CN" sz="1800" b="0" kern="100">
                        <a:latin typeface="Times New Roman" panose="02020603050405020304"/>
                        <a:ea typeface="宋体" panose="02010600030101010101" pitchFamily="2" charset="-122"/>
                      </a:endParaRPr>
                    </a:p>
                  </a:txBody>
                  <a:tcPr marL="0" marR="0" marT="0" marB="0" anchor="ctr"/>
                </a:tc>
              </a:tr>
              <a:tr h="359579">
                <a:tc>
                  <a:txBody>
                    <a:bodyPr/>
                    <a:lstStyle/>
                    <a:p>
                      <a:pPr>
                        <a:lnSpc>
                          <a:spcPts val="1800"/>
                        </a:lnSpc>
                        <a:spcBef>
                          <a:spcPts val="300"/>
                        </a:spcBef>
                        <a:spcAft>
                          <a:spcPts val="300"/>
                        </a:spcAft>
                      </a:pPr>
                      <a:r>
                        <a:rPr lang="zh-CN" sz="1600" kern="100"/>
                        <a:t>设计审批延误</a:t>
                      </a:r>
                      <a:endParaRPr lang="zh-CN" sz="1800" b="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3.21</a:t>
                      </a:r>
                      <a:endParaRPr lang="zh-CN" sz="1800" b="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dirty="0"/>
                        <a:t>11</a:t>
                      </a:r>
                      <a:endParaRPr lang="zh-CN" sz="1800" b="0" kern="100" dirty="0">
                        <a:latin typeface="Times New Roman" panose="02020603050405020304"/>
                        <a:ea typeface="宋体" panose="02010600030101010101" pitchFamily="2" charset="-122"/>
                      </a:endParaRPr>
                    </a:p>
                  </a:txBody>
                  <a:tcPr marL="0" marR="0" marT="0" marB="0" anchor="ctr"/>
                </a:tc>
              </a:tr>
              <a:tr h="359579">
                <a:tc>
                  <a:txBody>
                    <a:bodyPr/>
                    <a:lstStyle/>
                    <a:p>
                      <a:pPr>
                        <a:lnSpc>
                          <a:spcPts val="1800"/>
                        </a:lnSpc>
                        <a:spcBef>
                          <a:spcPts val="300"/>
                        </a:spcBef>
                        <a:spcAft>
                          <a:spcPts val="300"/>
                        </a:spcAft>
                      </a:pPr>
                      <a:r>
                        <a:rPr lang="zh-CN" sz="1600" kern="100"/>
                        <a:t>设计失误缺陷</a:t>
                      </a:r>
                      <a:endParaRPr lang="zh-CN" sz="1800" b="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3.20</a:t>
                      </a:r>
                      <a:endParaRPr lang="zh-CN" sz="1800" b="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12</a:t>
                      </a:r>
                      <a:endParaRPr lang="zh-CN" sz="1800" b="0" kern="100">
                        <a:latin typeface="Times New Roman" panose="02020603050405020304"/>
                        <a:ea typeface="宋体" panose="02010600030101010101" pitchFamily="2" charset="-122"/>
                      </a:endParaRPr>
                    </a:p>
                  </a:txBody>
                  <a:tcPr marL="0" marR="0" marT="0" marB="0" anchor="ctr"/>
                </a:tc>
              </a:tr>
              <a:tr h="359579">
                <a:tc>
                  <a:txBody>
                    <a:bodyPr/>
                    <a:lstStyle/>
                    <a:p>
                      <a:pPr>
                        <a:lnSpc>
                          <a:spcPts val="1800"/>
                        </a:lnSpc>
                        <a:spcBef>
                          <a:spcPts val="300"/>
                        </a:spcBef>
                        <a:spcAft>
                          <a:spcPts val="300"/>
                        </a:spcAft>
                      </a:pPr>
                      <a:r>
                        <a:rPr lang="zh-CN" sz="1600" kern="100"/>
                        <a:t>对外币有限制</a:t>
                      </a:r>
                      <a:endParaRPr lang="zh-CN" sz="1800" b="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3.20</a:t>
                      </a:r>
                      <a:endParaRPr lang="zh-CN" sz="1800" b="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13</a:t>
                      </a:r>
                      <a:endParaRPr lang="zh-CN" sz="1800" b="0" kern="100">
                        <a:latin typeface="Times New Roman" panose="02020603050405020304"/>
                        <a:ea typeface="宋体" panose="02010600030101010101" pitchFamily="2" charset="-122"/>
                      </a:endParaRPr>
                    </a:p>
                  </a:txBody>
                  <a:tcPr marL="0" marR="0" marT="0" marB="0" anchor="ctr"/>
                </a:tc>
              </a:tr>
              <a:tr h="359579">
                <a:tc>
                  <a:txBody>
                    <a:bodyPr/>
                    <a:lstStyle/>
                    <a:p>
                      <a:pPr>
                        <a:lnSpc>
                          <a:spcPts val="1800"/>
                        </a:lnSpc>
                        <a:spcBef>
                          <a:spcPts val="300"/>
                        </a:spcBef>
                        <a:spcAft>
                          <a:spcPts val="300"/>
                        </a:spcAft>
                      </a:pPr>
                      <a:r>
                        <a:rPr lang="zh-CN" sz="1600" kern="100"/>
                        <a:t>当地商业贸易不便捷</a:t>
                      </a:r>
                      <a:endParaRPr lang="zh-CN" sz="1800" b="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3.17</a:t>
                      </a:r>
                      <a:endParaRPr lang="zh-CN" sz="1800" b="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dirty="0"/>
                        <a:t>14</a:t>
                      </a:r>
                      <a:endParaRPr lang="zh-CN" sz="1800" b="0" kern="100" dirty="0">
                        <a:latin typeface="Times New Roman" panose="02020603050405020304"/>
                        <a:ea typeface="宋体" panose="02010600030101010101" pitchFamily="2" charset="-122"/>
                      </a:endParaRPr>
                    </a:p>
                  </a:txBody>
                  <a:tcPr marL="0" marR="0" marT="0" marB="0" anchor="ctr"/>
                </a:tc>
              </a:tr>
              <a:tr h="359579">
                <a:tc>
                  <a:txBody>
                    <a:bodyPr/>
                    <a:lstStyle/>
                    <a:p>
                      <a:pPr>
                        <a:lnSpc>
                          <a:spcPts val="1800"/>
                        </a:lnSpc>
                        <a:spcBef>
                          <a:spcPts val="300"/>
                        </a:spcBef>
                        <a:spcAft>
                          <a:spcPts val="300"/>
                        </a:spcAft>
                      </a:pPr>
                      <a:r>
                        <a:rPr lang="zh-CN" sz="1600" kern="100" dirty="0"/>
                        <a:t>当地存在恐怖组织</a:t>
                      </a:r>
                      <a:endParaRPr lang="zh-CN" sz="1800" b="0" kern="100" dirty="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3.17</a:t>
                      </a:r>
                      <a:endParaRPr lang="zh-CN" sz="1800" b="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dirty="0"/>
                        <a:t>15</a:t>
                      </a:r>
                      <a:endParaRPr lang="zh-CN" sz="1800" b="0" kern="100" dirty="0">
                        <a:latin typeface="Times New Roman" panose="02020603050405020304"/>
                        <a:ea typeface="宋体" panose="02010600030101010101" pitchFamily="2" charset="-122"/>
                      </a:endParaRPr>
                    </a:p>
                  </a:txBody>
                  <a:tcPr marL="0" marR="0" marT="0" marB="0" anchor="ctr"/>
                </a:tc>
              </a:tr>
            </a:tbl>
          </a:graphicData>
        </a:graphic>
      </p:graphicFrame>
      <p:sp>
        <p:nvSpPr>
          <p:cNvPr id="2" name="文本框 1"/>
          <p:cNvSpPr txBox="1"/>
          <p:nvPr/>
        </p:nvSpPr>
        <p:spPr>
          <a:xfrm>
            <a:off x="3650889" y="6604053"/>
            <a:ext cx="1611339" cy="276999"/>
          </a:xfrm>
          <a:prstGeom prst="rect">
            <a:avLst/>
          </a:prstGeom>
          <a:noFill/>
        </p:spPr>
        <p:txBody>
          <a:bodyPr wrap="none" rtlCol="0">
            <a:spAutoFit/>
          </a:bodyPr>
          <a:lstStyle/>
          <a:p>
            <a:r>
              <a:rPr lang="en-US" altLang="zh-CN" sz="1200" b="0" dirty="0" smtClean="0">
                <a:solidFill>
                  <a:schemeClr val="bg2"/>
                </a:solidFill>
                <a:latin typeface="+mj-ea"/>
                <a:ea typeface="+mj-ea"/>
              </a:rPr>
              <a:t>1=</a:t>
            </a:r>
            <a:r>
              <a:rPr lang="zh-CN" altLang="en-US" sz="1200" b="0" dirty="0" smtClean="0">
                <a:solidFill>
                  <a:schemeClr val="bg2"/>
                </a:solidFill>
                <a:latin typeface="+mj-ea"/>
                <a:ea typeface="+mj-ea"/>
              </a:rPr>
              <a:t>不重要，</a:t>
            </a:r>
            <a:r>
              <a:rPr lang="en-US" altLang="zh-CN" sz="1200" b="0" dirty="0" smtClean="0">
                <a:solidFill>
                  <a:schemeClr val="bg2"/>
                </a:solidFill>
                <a:latin typeface="+mj-ea"/>
                <a:ea typeface="+mj-ea"/>
              </a:rPr>
              <a:t>5=</a:t>
            </a:r>
            <a:r>
              <a:rPr lang="zh-CN" altLang="en-US" sz="1200" b="0" dirty="0" smtClean="0">
                <a:solidFill>
                  <a:schemeClr val="bg2"/>
                </a:solidFill>
                <a:latin typeface="+mj-ea"/>
                <a:ea typeface="+mj-ea"/>
              </a:rPr>
              <a:t>很重要</a:t>
            </a:r>
            <a:endParaRPr lang="zh-CN" altLang="en-US" sz="1200" b="0" dirty="0">
              <a:solidFill>
                <a:schemeClr val="bg2"/>
              </a:solidFill>
              <a:latin typeface="+mj-ea"/>
              <a:ea typeface="+mj-ea"/>
            </a:endParaRPr>
          </a:p>
        </p:txBody>
      </p:sp>
    </p:spTree>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3302" y="457200"/>
            <a:ext cx="4612754" cy="563563"/>
          </a:xfrm>
        </p:spPr>
        <p:txBody>
          <a:bodyPr/>
          <a:lstStyle/>
          <a:p>
            <a:r>
              <a:rPr lang="zh-CN" altLang="en-US" dirty="0" smtClean="0"/>
              <a:t>斐济南德瑞瓦图项目概况</a:t>
            </a:r>
            <a:endParaRPr lang="zh-CN" altLang="en-US" dirty="0"/>
          </a:p>
        </p:txBody>
      </p:sp>
      <p:sp>
        <p:nvSpPr>
          <p:cNvPr id="5" name="Rectangle 2"/>
          <p:cNvSpPr txBox="1">
            <a:spLocks noChangeArrowheads="1"/>
          </p:cNvSpPr>
          <p:nvPr/>
        </p:nvSpPr>
        <p:spPr bwMode="gray">
          <a:xfrm>
            <a:off x="5652120" y="96841"/>
            <a:ext cx="3491880" cy="563563"/>
          </a:xfrm>
          <a:prstGeom prst="rect">
            <a:avLst/>
          </a:prstGeom>
          <a:solidFill>
            <a:schemeClr val="bg1"/>
          </a:solidFill>
          <a:ln>
            <a:noFill/>
          </a:ln>
          <a:effectLst/>
        </p:spPr>
        <p:txBody>
          <a:bodyPr vert="horz" wrap="square" lIns="91440" tIns="45720" rIns="91440" bIns="45720" numCol="1" anchor="ctr" anchorCtr="0" compatLnSpc="1"/>
          <a:lstStyle>
            <a:lvl1pPr algn="l" rtl="0" eaLnBrk="1" fontAlgn="base" hangingPunct="1">
              <a:spcBef>
                <a:spcPct val="0"/>
              </a:spcBef>
              <a:spcAft>
                <a:spcPct val="0"/>
              </a:spcAft>
              <a:defRPr sz="2800" b="1">
                <a:solidFill>
                  <a:schemeClr val="tx2"/>
                </a:solidFill>
                <a:latin typeface="+mj-lt"/>
                <a:ea typeface="+mj-ea"/>
                <a:cs typeface="+mj-cs"/>
              </a:defRPr>
            </a:lvl1pPr>
            <a:lvl2pPr algn="l" rtl="0" eaLnBrk="1" fontAlgn="base" hangingPunct="1">
              <a:spcBef>
                <a:spcPct val="0"/>
              </a:spcBef>
              <a:spcAft>
                <a:spcPct val="0"/>
              </a:spcAft>
              <a:defRPr sz="2800" b="1">
                <a:solidFill>
                  <a:schemeClr val="tx2"/>
                </a:solidFill>
                <a:latin typeface="Arial" panose="020B0604020202020204" pitchFamily="34" charset="0"/>
              </a:defRPr>
            </a:lvl2pPr>
            <a:lvl3pPr algn="l" rtl="0" eaLnBrk="1" fontAlgn="base" hangingPunct="1">
              <a:spcBef>
                <a:spcPct val="0"/>
              </a:spcBef>
              <a:spcAft>
                <a:spcPct val="0"/>
              </a:spcAft>
              <a:defRPr sz="2800" b="1">
                <a:solidFill>
                  <a:schemeClr val="tx2"/>
                </a:solidFill>
                <a:latin typeface="Arial" panose="020B0604020202020204" pitchFamily="34" charset="0"/>
              </a:defRPr>
            </a:lvl3pPr>
            <a:lvl4pPr algn="l" rtl="0" eaLnBrk="1" fontAlgn="base" hangingPunct="1">
              <a:spcBef>
                <a:spcPct val="0"/>
              </a:spcBef>
              <a:spcAft>
                <a:spcPct val="0"/>
              </a:spcAft>
              <a:defRPr sz="2800" b="1">
                <a:solidFill>
                  <a:schemeClr val="tx2"/>
                </a:solidFill>
                <a:latin typeface="Arial" panose="020B0604020202020204" pitchFamily="34" charset="0"/>
              </a:defRPr>
            </a:lvl4pPr>
            <a:lvl5pPr algn="l" rtl="0" eaLnBrk="1" fontAlgn="base" hangingPunct="1">
              <a:spcBef>
                <a:spcPct val="0"/>
              </a:spcBef>
              <a:spcAft>
                <a:spcPct val="0"/>
              </a:spcAft>
              <a:defRPr sz="2800" b="1">
                <a:solidFill>
                  <a:schemeClr val="tx2"/>
                </a:solidFill>
                <a:latin typeface="Arial" panose="020B0604020202020204" pitchFamily="34" charset="0"/>
              </a:defRPr>
            </a:lvl5pPr>
            <a:lvl6pPr marL="457200" algn="l" rtl="0" eaLnBrk="1" fontAlgn="base" hangingPunct="1">
              <a:spcBef>
                <a:spcPct val="0"/>
              </a:spcBef>
              <a:spcAft>
                <a:spcPct val="0"/>
              </a:spcAft>
              <a:defRPr sz="2800" b="1">
                <a:solidFill>
                  <a:schemeClr val="tx2"/>
                </a:solidFill>
                <a:latin typeface="Arial" panose="020B0604020202020204" pitchFamily="34" charset="0"/>
              </a:defRPr>
            </a:lvl6pPr>
            <a:lvl7pPr marL="914400" algn="l" rtl="0" eaLnBrk="1" fontAlgn="base" hangingPunct="1">
              <a:spcBef>
                <a:spcPct val="0"/>
              </a:spcBef>
              <a:spcAft>
                <a:spcPct val="0"/>
              </a:spcAft>
              <a:defRPr sz="2800" b="1">
                <a:solidFill>
                  <a:schemeClr val="tx2"/>
                </a:solidFill>
                <a:latin typeface="Arial" panose="020B0604020202020204" pitchFamily="34" charset="0"/>
              </a:defRPr>
            </a:lvl7pPr>
            <a:lvl8pPr marL="1371600" algn="l" rtl="0" eaLnBrk="1" fontAlgn="base" hangingPunct="1">
              <a:spcBef>
                <a:spcPct val="0"/>
              </a:spcBef>
              <a:spcAft>
                <a:spcPct val="0"/>
              </a:spcAft>
              <a:defRPr sz="2800" b="1">
                <a:solidFill>
                  <a:schemeClr val="tx2"/>
                </a:solidFill>
                <a:latin typeface="Arial" panose="020B0604020202020204" pitchFamily="34" charset="0"/>
              </a:defRPr>
            </a:lvl8pPr>
            <a:lvl9pPr marL="1828800" algn="l" rtl="0" eaLnBrk="1" fontAlgn="base" hangingPunct="1">
              <a:spcBef>
                <a:spcPct val="0"/>
              </a:spcBef>
              <a:spcAft>
                <a:spcPct val="0"/>
              </a:spcAft>
              <a:defRPr sz="2800" b="1">
                <a:solidFill>
                  <a:schemeClr val="tx2"/>
                </a:solidFill>
                <a:latin typeface="Arial" panose="020B0604020202020204" pitchFamily="34" charset="0"/>
              </a:defRPr>
            </a:lvl9pPr>
          </a:lstStyle>
          <a:p>
            <a:pPr marL="0" marR="0" lvl="0" indent="0" algn="r" defTabSz="914400" rtl="0" eaLnBrk="1" fontAlgn="base" latinLnBrk="0" hangingPunct="1">
              <a:lnSpc>
                <a:spcPts val="2300"/>
              </a:lnSpc>
              <a:spcBef>
                <a:spcPct val="0"/>
              </a:spcBef>
              <a:spcAft>
                <a:spcPct val="0"/>
              </a:spcAft>
              <a:buClrTx/>
              <a:buSzTx/>
              <a:buFontTx/>
              <a:buNone/>
              <a:defRPr/>
            </a:pPr>
            <a:endParaRPr kumimoji="0" lang="en-US" altLang="zh-CN" sz="2800" b="1" i="0" u="none" strike="noStrike" kern="0" cap="none" spc="0" normalizeH="0" baseline="0" noProof="0" dirty="0">
              <a:ln>
                <a:noFill/>
              </a:ln>
              <a:solidFill>
                <a:srgbClr val="FAA906"/>
              </a:solidFill>
              <a:effectLst/>
              <a:uLnTx/>
              <a:uFillTx/>
              <a:latin typeface="楷体" panose="02010609060101010101" pitchFamily="49" charset="-122"/>
              <a:ea typeface="楷体" panose="02010609060101010101" pitchFamily="49" charset="-122"/>
              <a:cs typeface="+mj-cs"/>
            </a:endParaRPr>
          </a:p>
        </p:txBody>
      </p:sp>
      <p:pic>
        <p:nvPicPr>
          <p:cNvPr id="7" name="图片 6" descr="F:\处内文件\国际工程EPC水电项目设计管理研讨会\大坝上游.JPG"/>
          <p:cNvPicPr/>
          <p:nvPr/>
        </p:nvPicPr>
        <p:blipFill>
          <a:blip r:embed="rId1" cstate="email">
            <a:extLst>
              <a:ext uri="{28A0092B-C50C-407E-A947-70E740481C1C}">
                <a14:useLocalDpi xmlns:a14="http://schemas.microsoft.com/office/drawing/2010/main" val="0"/>
              </a:ext>
            </a:extLst>
          </a:blip>
          <a:srcRect/>
          <a:stretch>
            <a:fillRect/>
          </a:stretch>
        </p:blipFill>
        <p:spPr bwMode="auto">
          <a:xfrm>
            <a:off x="178295" y="1209581"/>
            <a:ext cx="4678680" cy="3515360"/>
          </a:xfrm>
          <a:prstGeom prst="rect">
            <a:avLst/>
          </a:prstGeom>
          <a:noFill/>
          <a:ln>
            <a:noFill/>
          </a:ln>
        </p:spPr>
      </p:pic>
      <p:sp>
        <p:nvSpPr>
          <p:cNvPr id="4" name="矩形 3"/>
          <p:cNvSpPr/>
          <p:nvPr/>
        </p:nvSpPr>
        <p:spPr>
          <a:xfrm>
            <a:off x="179512" y="4725144"/>
            <a:ext cx="4677463" cy="1323439"/>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0" i="0" u="none" strike="noStrike" kern="120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位于</a:t>
            </a:r>
            <a:r>
              <a:rPr kumimoji="0" lang="en-US" altLang="zh-CN" sz="2000" b="0" i="0" u="none" strike="noStrike" kern="1200" cap="none" spc="0" normalizeH="0" baseline="0" noProof="0" dirty="0" err="1" smtClean="0">
                <a:ln>
                  <a:noFill/>
                </a:ln>
                <a:solidFill>
                  <a:srgbClr val="000000"/>
                </a:solidFill>
                <a:effectLst/>
                <a:uLnTx/>
                <a:uFillTx/>
                <a:latin typeface="楷体" panose="02010609060101010101" pitchFamily="49" charset="-122"/>
                <a:ea typeface="楷体" panose="02010609060101010101" pitchFamily="49" charset="-122"/>
                <a:cs typeface="+mn-cs"/>
              </a:rPr>
              <a:t>Viti</a:t>
            </a:r>
            <a:r>
              <a:rPr kumimoji="0" lang="en-US" altLang="zh-CN" sz="2000" b="0" i="0" u="none" strike="noStrike" kern="120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 </a:t>
            </a:r>
            <a:r>
              <a:rPr kumimoji="0" lang="en-US" altLang="zh-CN" sz="2000" b="0" i="0" u="none" strike="noStrike" kern="1200" cap="none" spc="0" normalizeH="0" baseline="0" noProof="0" dirty="0" err="1">
                <a:ln>
                  <a:noFill/>
                </a:ln>
                <a:solidFill>
                  <a:srgbClr val="000000"/>
                </a:solidFill>
                <a:effectLst/>
                <a:uLnTx/>
                <a:uFillTx/>
                <a:latin typeface="楷体" panose="02010609060101010101" pitchFamily="49" charset="-122"/>
                <a:ea typeface="楷体" panose="02010609060101010101" pitchFamily="49" charset="-122"/>
                <a:cs typeface="+mn-cs"/>
              </a:rPr>
              <a:t>Levu</a:t>
            </a:r>
            <a:r>
              <a:rPr kumimoji="0" lang="zh-CN" altLang="zh-CN" sz="20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岛中南部，距离首都苏瓦约</a:t>
            </a:r>
            <a:r>
              <a:rPr kumimoji="0" lang="en-US" altLang="zh-CN" sz="20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300</a:t>
            </a:r>
            <a:r>
              <a:rPr kumimoji="0" lang="zh-CN" altLang="zh-CN" sz="20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公里</a:t>
            </a:r>
            <a:r>
              <a:rPr kumimoji="0" lang="zh-CN" altLang="zh-CN" sz="2000" b="0" i="0" u="none" strike="noStrike" kern="120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。工程</a:t>
            </a:r>
            <a:r>
              <a:rPr kumimoji="0" lang="zh-CN" altLang="zh-CN" sz="20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主要包括：拦河坝、输水系统、电站厂房、</a:t>
            </a:r>
            <a:r>
              <a:rPr kumimoji="0" lang="en-US" altLang="zh-CN" sz="20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132KV</a:t>
            </a:r>
            <a:r>
              <a:rPr kumimoji="0" lang="zh-CN" altLang="zh-CN" sz="20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开关站和高压输电线路</a:t>
            </a:r>
            <a:r>
              <a:rPr kumimoji="0" lang="zh-CN" altLang="zh-CN" sz="2000" b="0" i="0" u="none" strike="noStrike" kern="120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，主要</a:t>
            </a:r>
            <a:r>
              <a:rPr kumimoji="0" lang="zh-CN" altLang="zh-CN" sz="20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作用</a:t>
            </a:r>
            <a:r>
              <a:rPr kumimoji="0" lang="zh-CN" altLang="zh-CN" sz="2000" b="0" i="0" u="none" strike="noStrike" kern="120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是发电</a:t>
            </a:r>
            <a:r>
              <a:rPr kumimoji="0" lang="zh-CN" altLang="zh-CN" sz="20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a:t>
            </a:r>
            <a:endParaRPr kumimoji="0" lang="zh-CN" altLang="zh-CN" sz="2000" b="0"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endParaRPr>
          </a:p>
        </p:txBody>
      </p:sp>
      <p:sp>
        <p:nvSpPr>
          <p:cNvPr id="9" name="内容占位符 2"/>
          <p:cNvSpPr txBox="1"/>
          <p:nvPr/>
        </p:nvSpPr>
        <p:spPr bwMode="auto">
          <a:xfrm>
            <a:off x="4941288" y="1243708"/>
            <a:ext cx="4202712" cy="4129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chemeClr val="tx2"/>
              </a:buClr>
              <a:buFont typeface="Wingdings" panose="05000000000000000000" pitchFamily="2" charset="2"/>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400">
                <a:solidFill>
                  <a:schemeClr val="tx1"/>
                </a:solidFill>
                <a:latin typeface="+mn-lt"/>
              </a:defRPr>
            </a:lvl2pPr>
            <a:lvl3pPr marL="1143000" indent="-228600" algn="l" rtl="0" eaLnBrk="1" fontAlgn="base" hangingPunct="1">
              <a:spcBef>
                <a:spcPct val="20000"/>
              </a:spcBef>
              <a:spcAft>
                <a:spcPct val="0"/>
              </a:spcAft>
              <a:buClr>
                <a:schemeClr val="tx1"/>
              </a:buClr>
              <a:buChar char="•"/>
              <a:defRPr sz="2000">
                <a:solidFill>
                  <a:schemeClr val="tx1"/>
                </a:solidFill>
                <a:latin typeface="+mn-lt"/>
              </a:defRPr>
            </a:lvl3pPr>
            <a:lvl4pPr marL="1600200" indent="-228600" algn="l" rtl="0" eaLnBrk="1" fontAlgn="base" hangingPunct="1">
              <a:spcBef>
                <a:spcPct val="20000"/>
              </a:spcBef>
              <a:spcAft>
                <a:spcPct val="0"/>
              </a:spcAft>
              <a:buChar char="–"/>
              <a:defRPr>
                <a:solidFill>
                  <a:schemeClr val="tx1"/>
                </a:solidFill>
                <a:latin typeface="+mn-lt"/>
              </a:defRPr>
            </a:lvl4pPr>
            <a:lvl5pPr marL="2057400" indent="-228600" algn="l" rtl="0" eaLnBrk="1" fontAlgn="base" hangingPunct="1">
              <a:spcBef>
                <a:spcPct val="20000"/>
              </a:spcBef>
              <a:spcAft>
                <a:spcPct val="0"/>
              </a:spcAft>
              <a:buChar char="»"/>
              <a:defRPr>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
                <a:srgbClr val="4B546F"/>
              </a:buClr>
              <a:buSzTx/>
              <a:buFont typeface="Wingdings" panose="05000000000000000000" pitchFamily="2" charset="2"/>
              <a:buNone/>
              <a:defRPr/>
            </a:pPr>
            <a:r>
              <a:rPr kumimoji="0" lang="zh-CN" altLang="en-US" sz="2000" b="1" i="0" u="none" strike="noStrike" kern="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业主</a:t>
            </a:r>
            <a:r>
              <a:rPr kumimoji="0" lang="zh-CN" altLang="en-US" sz="2000" b="0"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：国家电力局（</a:t>
            </a:r>
            <a:r>
              <a:rPr kumimoji="0" lang="zh-CN" altLang="en-US" sz="2000" b="0" i="0" u="none" strike="noStrike" kern="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斐</a:t>
            </a:r>
            <a:r>
              <a:rPr kumimoji="0" lang="zh-CN" altLang="en-US" sz="2000" b="0"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a:t>
            </a:r>
            <a:endParaRPr kumimoji="0" lang="en-US" altLang="zh-CN" sz="2000" b="0"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rgbClr val="4B546F"/>
              </a:buClr>
              <a:buSzTx/>
              <a:buFont typeface="Wingdings" panose="05000000000000000000" pitchFamily="2" charset="2"/>
              <a:buNone/>
              <a:defRPr/>
            </a:pPr>
            <a:r>
              <a:rPr kumimoji="0" lang="zh-CN" altLang="en-US" sz="2000" b="1"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业主代表</a:t>
            </a:r>
            <a:r>
              <a:rPr kumimoji="0" lang="zh-CN" altLang="en-US" sz="2000" b="0"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：电力局西区长官（斐）</a:t>
            </a:r>
            <a:endParaRPr kumimoji="0" lang="en-US" altLang="zh-CN" sz="2000" b="0"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rgbClr val="4B546F"/>
              </a:buClr>
              <a:buSzTx/>
              <a:buFont typeface="Wingdings" panose="05000000000000000000" pitchFamily="2" charset="2"/>
              <a:buNone/>
              <a:defRPr/>
            </a:pPr>
            <a:r>
              <a:rPr kumimoji="0" lang="zh-CN" altLang="en-US" sz="2000" b="1"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咨询工程师</a:t>
            </a:r>
            <a:r>
              <a:rPr kumimoji="0" lang="zh-CN" altLang="en-US" sz="2000" b="0"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：美华公司（新西兰）</a:t>
            </a:r>
            <a:endParaRPr kumimoji="0" lang="en-US" altLang="zh-CN" sz="2000" b="0"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rgbClr val="4B546F"/>
              </a:buClr>
              <a:buSzTx/>
              <a:buFont typeface="Wingdings" panose="05000000000000000000" pitchFamily="2" charset="2"/>
              <a:buNone/>
              <a:defRPr/>
            </a:pPr>
            <a:r>
              <a:rPr kumimoji="0" lang="zh-CN" altLang="en-US" sz="2000" b="1"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总</a:t>
            </a:r>
            <a:r>
              <a:rPr kumimoji="0" lang="zh-CN" altLang="en-US" sz="2000" b="1" i="0" u="none" strike="noStrike" kern="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承包商</a:t>
            </a:r>
            <a:r>
              <a:rPr kumimoji="0" lang="zh-CN" altLang="en-US" sz="2000" b="0" i="0" u="none" strike="noStrike" kern="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：中</a:t>
            </a:r>
            <a:r>
              <a:rPr kumimoji="0" lang="zh-CN" altLang="en-US" sz="2000" b="0"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水十局（中）</a:t>
            </a:r>
            <a:endParaRPr kumimoji="0" lang="en-US" altLang="zh-CN" sz="2000" b="0" i="0" u="none" strike="noStrike" kern="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rgbClr val="4B546F"/>
              </a:buClr>
              <a:buSzTx/>
              <a:buFont typeface="Wingdings" panose="05000000000000000000" pitchFamily="2" charset="2"/>
              <a:buNone/>
              <a:defRPr/>
            </a:pPr>
            <a:r>
              <a:rPr kumimoji="0" lang="zh-CN" altLang="en-US" sz="2000" b="1" i="0" u="none" strike="noStrike" kern="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设计</a:t>
            </a:r>
            <a:r>
              <a:rPr kumimoji="0" lang="zh-CN" altLang="en-US" sz="2000" b="0"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：天津院（中）</a:t>
            </a:r>
            <a:endParaRPr kumimoji="0" lang="en-US" altLang="zh-CN" sz="2000" b="0"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endParaRPr>
          </a:p>
          <a:p>
            <a:pPr marL="0" marR="0" lvl="0" indent="0" algn="l" defTabSz="914400" rtl="0" eaLnBrk="1" fontAlgn="base" latinLnBrk="0" hangingPunct="1">
              <a:lnSpc>
                <a:spcPct val="100000"/>
              </a:lnSpc>
              <a:spcBef>
                <a:spcPct val="20000"/>
              </a:spcBef>
              <a:spcAft>
                <a:spcPct val="0"/>
              </a:spcAft>
              <a:buClr>
                <a:srgbClr val="4B546F"/>
              </a:buClr>
              <a:buSzTx/>
              <a:buFont typeface="Wingdings" panose="05000000000000000000" pitchFamily="2" charset="2"/>
              <a:buNone/>
              <a:defRPr/>
            </a:pPr>
            <a:r>
              <a:rPr kumimoji="0" lang="zh-CN" altLang="en-US" sz="2000" b="1"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合同</a:t>
            </a:r>
            <a:r>
              <a:rPr kumimoji="0" lang="zh-CN" altLang="en-US" sz="2000" b="0"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：语言为英语，工期</a:t>
            </a:r>
            <a:r>
              <a:rPr kumimoji="0" lang="en-US" altLang="zh-CN" sz="2000" b="0"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36</a:t>
            </a:r>
            <a:r>
              <a:rPr kumimoji="0" lang="zh-CN" altLang="en-US" sz="2000" b="0"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个月，总金额</a:t>
            </a:r>
            <a:r>
              <a:rPr kumimoji="0" lang="en-US" altLang="zh-CN" sz="2000" b="0"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1.25</a:t>
            </a:r>
            <a:r>
              <a:rPr kumimoji="0" lang="zh-CN" altLang="en-US" sz="2000" b="0"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亿</a:t>
            </a:r>
            <a:r>
              <a:rPr kumimoji="0" lang="zh-CN" altLang="en-US" sz="2000" b="0" i="0" u="none" strike="noStrike" kern="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美元</a:t>
            </a:r>
            <a:r>
              <a:rPr kumimoji="0" lang="zh-CN" altLang="en-US" sz="2000" b="0"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a:t>
            </a:r>
            <a:r>
              <a:rPr kumimoji="0" lang="en-US" altLang="zh-CN" sz="2000" b="0" i="0" u="none" strike="noStrike" kern="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43.5%</a:t>
            </a:r>
            <a:r>
              <a:rPr kumimoji="0" lang="zh-CN" altLang="en-US" sz="2000" b="0" i="0" u="none" strike="noStrike" kern="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为业主自筹，其余</a:t>
            </a:r>
            <a:r>
              <a:rPr kumimoji="0" lang="en-US" altLang="zh-CN" sz="2000" b="0" i="0" u="none" strike="noStrike" kern="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56.5%</a:t>
            </a:r>
            <a:r>
              <a:rPr kumimoji="0" lang="zh-CN" altLang="en-US" sz="2000" b="0" i="0" u="none" strike="noStrike" kern="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为中国开发银行贷款，支付币种为美元和斐济币，美元占</a:t>
            </a:r>
            <a:r>
              <a:rPr kumimoji="0" lang="en-US" altLang="zh-CN" sz="2000" b="0" i="0" u="none" strike="noStrike" kern="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87.7%</a:t>
            </a:r>
            <a:r>
              <a:rPr kumimoji="0" lang="zh-CN" altLang="en-US" sz="2000" b="0" i="0" u="none" strike="noStrike" kern="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，斐济币占</a:t>
            </a:r>
            <a:r>
              <a:rPr kumimoji="0" lang="en-US" altLang="zh-CN" sz="2000" b="0" i="0" u="none" strike="noStrike" kern="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12.3</a:t>
            </a:r>
            <a:r>
              <a:rPr kumimoji="0" lang="en-US" altLang="zh-CN" sz="2000" b="0"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a:t>
            </a:r>
            <a:r>
              <a:rPr kumimoji="0" lang="zh-CN" altLang="en-US" sz="2000" b="0"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a:t>
            </a:r>
            <a:r>
              <a:rPr kumimoji="0" lang="zh-CN" altLang="en-US" sz="2000" b="0" i="0" u="none" strike="noStrike" kern="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rPr>
              <a:t>电站设计和</a:t>
            </a:r>
            <a:r>
              <a:rPr kumimoji="0" lang="zh-CN" altLang="en-US" sz="2000" b="0" i="0" u="none" strike="noStrike" kern="0" cap="none" spc="0" normalizeH="0" baseline="0" noProof="0" dirty="0" smtClean="0">
                <a:ln>
                  <a:noFill/>
                </a:ln>
                <a:solidFill>
                  <a:srgbClr val="000000"/>
                </a:solidFill>
                <a:effectLst/>
                <a:uLnTx/>
                <a:uFillTx/>
                <a:latin typeface="楷体" panose="02010609060101010101" pitchFamily="49" charset="-122"/>
                <a:ea typeface="楷体" panose="02010609060101010101" pitchFamily="49" charset="-122"/>
                <a:cs typeface="+mn-cs"/>
              </a:rPr>
              <a:t>施工主要采用澳新（澳大利亚、新西兰）标准。</a:t>
            </a:r>
            <a:endParaRPr kumimoji="0" lang="zh-CN" altLang="en-US" sz="2000" b="0" i="0" u="none" strike="noStrike" kern="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cs typeface="+mn-cs"/>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advTm="27356"/>
    </mc:Choice>
    <mc:Fallback>
      <p:transition spd="slow" advTm="2735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uiExpand="1"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96752"/>
            <a:ext cx="7560840" cy="3240360"/>
          </a:xfrm>
        </p:spPr>
        <p:txBody>
          <a:bodyPr/>
          <a:lstStyle/>
          <a:p>
            <a:r>
              <a:rPr lang="zh-CN" altLang="zh-CN" sz="2400" dirty="0" smtClean="0"/>
              <a:t>斐济</a:t>
            </a:r>
            <a:r>
              <a:rPr lang="zh-CN" altLang="zh-CN" sz="2400" dirty="0"/>
              <a:t>市场较小、工业</a:t>
            </a:r>
            <a:r>
              <a:rPr lang="zh-CN" altLang="zh-CN" sz="2400" dirty="0" smtClean="0"/>
              <a:t>不发达</a:t>
            </a:r>
            <a:r>
              <a:rPr lang="en-US" altLang="zh-CN" sz="2400" dirty="0" smtClean="0"/>
              <a:t>——</a:t>
            </a:r>
            <a:r>
              <a:rPr lang="zh-CN" altLang="zh-CN" sz="2400" dirty="0" smtClean="0"/>
              <a:t>有些</a:t>
            </a:r>
            <a:r>
              <a:rPr lang="zh-CN" altLang="zh-CN" sz="2400" dirty="0"/>
              <a:t>材料无法在当地采购，或能够采购但价格高出国内价格的三至</a:t>
            </a:r>
            <a:r>
              <a:rPr lang="zh-CN" altLang="zh-CN" sz="2400" dirty="0" smtClean="0"/>
              <a:t>四倍</a:t>
            </a:r>
            <a:endParaRPr lang="en-US" altLang="zh-CN" sz="2400" dirty="0" smtClean="0"/>
          </a:p>
          <a:p>
            <a:r>
              <a:rPr lang="zh-CN" altLang="zh-CN" sz="2400" dirty="0" smtClean="0"/>
              <a:t>斐济休假</a:t>
            </a:r>
            <a:r>
              <a:rPr lang="zh-CN" altLang="zh-CN" sz="2400" dirty="0"/>
              <a:t>制度完善，假期</a:t>
            </a:r>
            <a:r>
              <a:rPr lang="zh-CN" altLang="zh-CN" sz="2400" dirty="0" smtClean="0"/>
              <a:t>较多</a:t>
            </a:r>
            <a:r>
              <a:rPr lang="en-US" altLang="zh-CN" sz="2400" dirty="0" smtClean="0"/>
              <a:t>——</a:t>
            </a:r>
            <a:r>
              <a:rPr lang="zh-CN" altLang="zh-CN" sz="2400" dirty="0" smtClean="0"/>
              <a:t>供应</a:t>
            </a:r>
            <a:r>
              <a:rPr lang="zh-CN" altLang="zh-CN" sz="2400" dirty="0"/>
              <a:t>商交货时间较长，供货</a:t>
            </a:r>
            <a:r>
              <a:rPr lang="zh-CN" altLang="zh-CN" sz="2400" dirty="0" smtClean="0"/>
              <a:t>量常</a:t>
            </a:r>
            <a:r>
              <a:rPr lang="zh-CN" altLang="zh-CN" sz="2400" dirty="0"/>
              <a:t>无法满足施工</a:t>
            </a:r>
            <a:r>
              <a:rPr lang="zh-CN" altLang="zh-CN" sz="2400" dirty="0" smtClean="0"/>
              <a:t>要求</a:t>
            </a:r>
            <a:endParaRPr lang="en-US" altLang="zh-CN" sz="2400" dirty="0" smtClean="0"/>
          </a:p>
          <a:p>
            <a:r>
              <a:rPr lang="zh-CN" altLang="zh-CN" sz="2400" dirty="0" smtClean="0"/>
              <a:t>项目主要材料设备主要</a:t>
            </a:r>
            <a:r>
              <a:rPr lang="zh-CN" altLang="zh-CN" sz="2400" dirty="0"/>
              <a:t>从</a:t>
            </a:r>
            <a:r>
              <a:rPr lang="zh-CN" altLang="zh-CN" sz="2400" dirty="0" smtClean="0"/>
              <a:t>国内采购，但仍</a:t>
            </a:r>
            <a:r>
              <a:rPr lang="zh-CN" altLang="zh-CN" sz="2400" dirty="0"/>
              <a:t>存在诸多风险</a:t>
            </a:r>
            <a:r>
              <a:rPr lang="zh-CN" altLang="zh-CN" sz="2400" dirty="0" smtClean="0"/>
              <a:t>：</a:t>
            </a:r>
            <a:endParaRPr lang="en-US" altLang="zh-CN" sz="2400" dirty="0" smtClean="0"/>
          </a:p>
          <a:p>
            <a:pPr lvl="1"/>
            <a:r>
              <a:rPr lang="zh-CN" altLang="zh-CN" dirty="0">
                <a:latin typeface="楷体" panose="02010609060101010101" pitchFamily="49" charset="-122"/>
                <a:ea typeface="楷体" panose="02010609060101010101" pitchFamily="49" charset="-122"/>
              </a:rPr>
              <a:t>业主变更</a:t>
            </a:r>
            <a:r>
              <a:rPr lang="zh-CN" altLang="zh-CN" dirty="0" smtClean="0">
                <a:latin typeface="楷体" panose="02010609060101010101" pitchFamily="49" charset="-122"/>
                <a:ea typeface="楷体" panose="02010609060101010101" pitchFamily="49" charset="-122"/>
              </a:rPr>
              <a:t>风险</a:t>
            </a:r>
            <a:endParaRPr lang="en-US" altLang="zh-CN" dirty="0" smtClean="0">
              <a:latin typeface="楷体" panose="02010609060101010101" pitchFamily="49" charset="-122"/>
              <a:ea typeface="楷体" panose="02010609060101010101" pitchFamily="49" charset="-122"/>
            </a:endParaRPr>
          </a:p>
          <a:p>
            <a:pPr lvl="1"/>
            <a:r>
              <a:rPr lang="zh-CN" altLang="zh-CN" dirty="0">
                <a:latin typeface="楷体" panose="02010609060101010101" pitchFamily="49" charset="-122"/>
                <a:ea typeface="楷体" panose="02010609060101010101" pitchFamily="49" charset="-122"/>
              </a:rPr>
              <a:t>国内法规、公司制度与合同规定采购流程矛盾带来的</a:t>
            </a:r>
            <a:r>
              <a:rPr lang="zh-CN" altLang="zh-CN" dirty="0" smtClean="0">
                <a:latin typeface="楷体" panose="02010609060101010101" pitchFamily="49" charset="-122"/>
                <a:ea typeface="楷体" panose="02010609060101010101" pitchFamily="49" charset="-122"/>
              </a:rPr>
              <a:t>风险</a:t>
            </a:r>
            <a:endParaRPr lang="en-US" altLang="zh-CN" dirty="0" smtClean="0">
              <a:latin typeface="楷体" panose="02010609060101010101" pitchFamily="49" charset="-122"/>
              <a:ea typeface="楷体" panose="02010609060101010101" pitchFamily="49" charset="-122"/>
            </a:endParaRPr>
          </a:p>
          <a:p>
            <a:pPr lvl="1"/>
            <a:r>
              <a:rPr lang="zh-CN" altLang="zh-CN" dirty="0">
                <a:latin typeface="楷体" panose="02010609060101010101" pitchFamily="49" charset="-122"/>
                <a:ea typeface="楷体" panose="02010609060101010101" pitchFamily="49" charset="-122"/>
              </a:rPr>
              <a:t>标准</a:t>
            </a:r>
            <a:r>
              <a:rPr lang="zh-CN" altLang="zh-CN" dirty="0" smtClean="0">
                <a:latin typeface="楷体" panose="02010609060101010101" pitchFamily="49" charset="-122"/>
                <a:ea typeface="楷体" panose="02010609060101010101" pitchFamily="49" charset="-122"/>
              </a:rPr>
              <a:t>风险</a:t>
            </a:r>
            <a:r>
              <a:rPr lang="zh-CN" altLang="en-US" dirty="0" smtClean="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如防腐、焊接等制造</a:t>
            </a:r>
            <a:r>
              <a:rPr lang="zh-CN" altLang="en-US" dirty="0" smtClean="0">
                <a:latin typeface="楷体" panose="02010609060101010101" pitchFamily="49" charset="-122"/>
                <a:ea typeface="楷体" panose="02010609060101010101" pitchFamily="49" charset="-122"/>
              </a:rPr>
              <a:t>工艺）</a:t>
            </a:r>
            <a:endParaRPr lang="en-US" altLang="zh-CN" dirty="0" smtClean="0">
              <a:latin typeface="楷体" panose="02010609060101010101" pitchFamily="49" charset="-122"/>
              <a:ea typeface="楷体" panose="02010609060101010101" pitchFamily="49" charset="-122"/>
            </a:endParaRPr>
          </a:p>
        </p:txBody>
      </p:sp>
      <p:sp>
        <p:nvSpPr>
          <p:cNvPr id="2" name="标题 1"/>
          <p:cNvSpPr>
            <a:spLocks noGrp="1"/>
          </p:cNvSpPr>
          <p:nvPr>
            <p:ph type="title"/>
          </p:nvPr>
        </p:nvSpPr>
        <p:spPr>
          <a:xfrm>
            <a:off x="467544" y="457200"/>
            <a:ext cx="4612754" cy="563563"/>
          </a:xfrm>
        </p:spPr>
        <p:txBody>
          <a:bodyPr/>
          <a:lstStyle/>
          <a:p>
            <a:r>
              <a:rPr lang="zh-CN" altLang="en-US" dirty="0" smtClean="0"/>
              <a:t>采购风险</a:t>
            </a:r>
            <a:endParaRPr lang="zh-CN" altLang="en-US" dirty="0"/>
          </a:p>
        </p:txBody>
      </p:sp>
      <p:sp>
        <p:nvSpPr>
          <p:cNvPr id="5" name="Rectangle 2"/>
          <p:cNvSpPr txBox="1">
            <a:spLocks noChangeArrowheads="1"/>
          </p:cNvSpPr>
          <p:nvPr/>
        </p:nvSpPr>
        <p:spPr bwMode="gray">
          <a:xfrm>
            <a:off x="5652120" y="96841"/>
            <a:ext cx="3491880" cy="563563"/>
          </a:xfrm>
          <a:prstGeom prst="rect">
            <a:avLst/>
          </a:prstGeom>
          <a:solidFill>
            <a:schemeClr val="bg1"/>
          </a:solidFill>
          <a:ln>
            <a:noFill/>
          </a:ln>
          <a:effectLst/>
        </p:spPr>
        <p:txBody>
          <a:bodyPr vert="horz" wrap="square" lIns="91440" tIns="45720" rIns="91440" bIns="45720" numCol="1" anchor="ctr" anchorCtr="0" compatLnSpc="1"/>
          <a:lstStyle>
            <a:lvl1pPr algn="l" rtl="0" eaLnBrk="1" fontAlgn="base" hangingPunct="1">
              <a:spcBef>
                <a:spcPct val="0"/>
              </a:spcBef>
              <a:spcAft>
                <a:spcPct val="0"/>
              </a:spcAft>
              <a:defRPr sz="2800" b="1">
                <a:solidFill>
                  <a:schemeClr val="tx2"/>
                </a:solidFill>
                <a:latin typeface="+mj-lt"/>
                <a:ea typeface="+mj-ea"/>
                <a:cs typeface="+mj-cs"/>
              </a:defRPr>
            </a:lvl1pPr>
            <a:lvl2pPr algn="l" rtl="0" eaLnBrk="1" fontAlgn="base" hangingPunct="1">
              <a:spcBef>
                <a:spcPct val="0"/>
              </a:spcBef>
              <a:spcAft>
                <a:spcPct val="0"/>
              </a:spcAft>
              <a:defRPr sz="2800" b="1">
                <a:solidFill>
                  <a:schemeClr val="tx2"/>
                </a:solidFill>
                <a:latin typeface="Arial" panose="020B0604020202020204" pitchFamily="34" charset="0"/>
              </a:defRPr>
            </a:lvl2pPr>
            <a:lvl3pPr algn="l" rtl="0" eaLnBrk="1" fontAlgn="base" hangingPunct="1">
              <a:spcBef>
                <a:spcPct val="0"/>
              </a:spcBef>
              <a:spcAft>
                <a:spcPct val="0"/>
              </a:spcAft>
              <a:defRPr sz="2800" b="1">
                <a:solidFill>
                  <a:schemeClr val="tx2"/>
                </a:solidFill>
                <a:latin typeface="Arial" panose="020B0604020202020204" pitchFamily="34" charset="0"/>
              </a:defRPr>
            </a:lvl3pPr>
            <a:lvl4pPr algn="l" rtl="0" eaLnBrk="1" fontAlgn="base" hangingPunct="1">
              <a:spcBef>
                <a:spcPct val="0"/>
              </a:spcBef>
              <a:spcAft>
                <a:spcPct val="0"/>
              </a:spcAft>
              <a:defRPr sz="2800" b="1">
                <a:solidFill>
                  <a:schemeClr val="tx2"/>
                </a:solidFill>
                <a:latin typeface="Arial" panose="020B0604020202020204" pitchFamily="34" charset="0"/>
              </a:defRPr>
            </a:lvl4pPr>
            <a:lvl5pPr algn="l" rtl="0" eaLnBrk="1" fontAlgn="base" hangingPunct="1">
              <a:spcBef>
                <a:spcPct val="0"/>
              </a:spcBef>
              <a:spcAft>
                <a:spcPct val="0"/>
              </a:spcAft>
              <a:defRPr sz="2800" b="1">
                <a:solidFill>
                  <a:schemeClr val="tx2"/>
                </a:solidFill>
                <a:latin typeface="Arial" panose="020B0604020202020204" pitchFamily="34" charset="0"/>
              </a:defRPr>
            </a:lvl5pPr>
            <a:lvl6pPr marL="457200" algn="l" rtl="0" eaLnBrk="1" fontAlgn="base" hangingPunct="1">
              <a:spcBef>
                <a:spcPct val="0"/>
              </a:spcBef>
              <a:spcAft>
                <a:spcPct val="0"/>
              </a:spcAft>
              <a:defRPr sz="2800" b="1">
                <a:solidFill>
                  <a:schemeClr val="tx2"/>
                </a:solidFill>
                <a:latin typeface="Arial" panose="020B0604020202020204" pitchFamily="34" charset="0"/>
              </a:defRPr>
            </a:lvl6pPr>
            <a:lvl7pPr marL="914400" algn="l" rtl="0" eaLnBrk="1" fontAlgn="base" hangingPunct="1">
              <a:spcBef>
                <a:spcPct val="0"/>
              </a:spcBef>
              <a:spcAft>
                <a:spcPct val="0"/>
              </a:spcAft>
              <a:defRPr sz="2800" b="1">
                <a:solidFill>
                  <a:schemeClr val="tx2"/>
                </a:solidFill>
                <a:latin typeface="Arial" panose="020B0604020202020204" pitchFamily="34" charset="0"/>
              </a:defRPr>
            </a:lvl7pPr>
            <a:lvl8pPr marL="1371600" algn="l" rtl="0" eaLnBrk="1" fontAlgn="base" hangingPunct="1">
              <a:spcBef>
                <a:spcPct val="0"/>
              </a:spcBef>
              <a:spcAft>
                <a:spcPct val="0"/>
              </a:spcAft>
              <a:defRPr sz="2800" b="1">
                <a:solidFill>
                  <a:schemeClr val="tx2"/>
                </a:solidFill>
                <a:latin typeface="Arial" panose="020B0604020202020204" pitchFamily="34" charset="0"/>
              </a:defRPr>
            </a:lvl8pPr>
            <a:lvl9pPr marL="1828800" algn="l" rtl="0" eaLnBrk="1" fontAlgn="base" hangingPunct="1">
              <a:spcBef>
                <a:spcPct val="0"/>
              </a:spcBef>
              <a:spcAft>
                <a:spcPct val="0"/>
              </a:spcAft>
              <a:defRPr sz="2800" b="1">
                <a:solidFill>
                  <a:schemeClr val="tx2"/>
                </a:solidFill>
                <a:latin typeface="Arial" panose="020B0604020202020204" pitchFamily="34" charset="0"/>
              </a:defRPr>
            </a:lvl9pPr>
          </a:lstStyle>
          <a:p>
            <a:pPr marL="0" marR="0" lvl="0" indent="0" algn="r" defTabSz="914400" rtl="0" eaLnBrk="1" fontAlgn="base" latinLnBrk="0" hangingPunct="1">
              <a:lnSpc>
                <a:spcPts val="2300"/>
              </a:lnSpc>
              <a:spcBef>
                <a:spcPct val="0"/>
              </a:spcBef>
              <a:spcAft>
                <a:spcPct val="0"/>
              </a:spcAft>
              <a:buClrTx/>
              <a:buSzTx/>
              <a:buFontTx/>
              <a:buNone/>
              <a:defRPr/>
            </a:pPr>
            <a:endParaRPr kumimoji="0" lang="en-US" altLang="zh-CN" sz="2800" b="1" i="0" u="none" strike="noStrike" kern="0" cap="none" spc="0" normalizeH="0" baseline="0" noProof="0" dirty="0">
              <a:ln>
                <a:noFill/>
              </a:ln>
              <a:solidFill>
                <a:srgbClr val="FAA906"/>
              </a:solidFill>
              <a:effectLst/>
              <a:uLnTx/>
              <a:uFillTx/>
              <a:latin typeface="楷体" panose="02010609060101010101" pitchFamily="49" charset="-122"/>
              <a:ea typeface="楷体" panose="02010609060101010101" pitchFamily="49" charset="-122"/>
              <a:cs typeface="+mj-cs"/>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66411"/>
    </mc:Choice>
    <mc:Fallback>
      <p:transition spd="slow" advTm="6641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052736"/>
            <a:ext cx="8208912" cy="4608512"/>
          </a:xfrm>
        </p:spPr>
        <p:txBody>
          <a:bodyPr/>
          <a:lstStyle/>
          <a:p>
            <a:r>
              <a:rPr lang="zh-CN" altLang="zh-CN" sz="2200" b="1" dirty="0" smtClean="0"/>
              <a:t>采购</a:t>
            </a:r>
            <a:r>
              <a:rPr lang="zh-CN" altLang="zh-CN" sz="2200" b="1" dirty="0"/>
              <a:t>渠道方式</a:t>
            </a:r>
            <a:r>
              <a:rPr lang="zh-CN" altLang="zh-CN" sz="2200" b="1" dirty="0" smtClean="0"/>
              <a:t>规划</a:t>
            </a:r>
            <a:endParaRPr lang="en-US" altLang="zh-CN" sz="2200" b="1" dirty="0" smtClean="0"/>
          </a:p>
          <a:p>
            <a:endParaRPr lang="en-US" altLang="zh-CN" sz="2400" dirty="0"/>
          </a:p>
          <a:p>
            <a:endParaRPr lang="en-US" altLang="zh-CN" sz="2400" dirty="0" smtClean="0"/>
          </a:p>
          <a:p>
            <a:pPr marL="0" indent="0">
              <a:buNone/>
            </a:pPr>
            <a:endParaRPr lang="en-US" altLang="zh-CN" sz="2400" dirty="0" smtClean="0"/>
          </a:p>
          <a:p>
            <a:endParaRPr lang="en-US" altLang="zh-CN" sz="1050" b="1" dirty="0" smtClean="0"/>
          </a:p>
          <a:p>
            <a:r>
              <a:rPr lang="zh-CN" altLang="zh-CN" sz="2200" b="1" dirty="0" smtClean="0"/>
              <a:t>组织保障</a:t>
            </a:r>
            <a:r>
              <a:rPr lang="zh-CN" altLang="en-US" sz="2200" b="1" dirty="0" smtClean="0"/>
              <a:t>：</a:t>
            </a:r>
            <a:r>
              <a:rPr lang="zh-CN" altLang="zh-CN" sz="2200" dirty="0" smtClean="0"/>
              <a:t>专门</a:t>
            </a:r>
            <a:r>
              <a:rPr lang="zh-CN" altLang="zh-CN" sz="2200" dirty="0"/>
              <a:t>委派副职领导</a:t>
            </a:r>
            <a:r>
              <a:rPr lang="zh-CN" altLang="zh-CN" sz="2200" dirty="0" smtClean="0"/>
              <a:t>主管，</a:t>
            </a:r>
            <a:r>
              <a:rPr lang="zh-CN" altLang="zh-CN" sz="2200" dirty="0"/>
              <a:t>成立专门部门、安排专职人员负责设备</a:t>
            </a:r>
            <a:r>
              <a:rPr lang="zh-CN" altLang="zh-CN" sz="2200" dirty="0" smtClean="0"/>
              <a:t>采购；</a:t>
            </a:r>
            <a:endParaRPr lang="zh-CN" altLang="zh-CN" sz="2200" dirty="0"/>
          </a:p>
          <a:p>
            <a:r>
              <a:rPr lang="zh-CN" altLang="zh-CN" sz="2200" b="1" dirty="0" smtClean="0"/>
              <a:t>程序制度</a:t>
            </a:r>
            <a:r>
              <a:rPr lang="zh-CN" altLang="en-US" sz="2200" b="1" dirty="0" smtClean="0"/>
              <a:t>：</a:t>
            </a:r>
            <a:r>
              <a:rPr lang="zh-CN" altLang="zh-CN" sz="2200" dirty="0" smtClean="0"/>
              <a:t>严格</a:t>
            </a:r>
            <a:r>
              <a:rPr lang="zh-CN" altLang="zh-CN" sz="2200" dirty="0"/>
              <a:t>执行采购程序和招投标</a:t>
            </a:r>
            <a:r>
              <a:rPr lang="zh-CN" altLang="zh-CN" sz="2200" dirty="0" smtClean="0"/>
              <a:t>制度，</a:t>
            </a:r>
            <a:r>
              <a:rPr lang="zh-CN" altLang="zh-CN" sz="2200" dirty="0"/>
              <a:t>为解决合同规定和国内法规、公司流程矛盾的问题</a:t>
            </a:r>
            <a:r>
              <a:rPr lang="zh-CN" altLang="zh-CN" sz="2200" dirty="0" smtClean="0"/>
              <a:t>，组织</a:t>
            </a:r>
            <a:r>
              <a:rPr lang="zh-CN" altLang="zh-CN" sz="2200" dirty="0"/>
              <a:t>潜在供应商提供基本设计报告报批，待工程师审核批准后进行招标，再在评标时优先选择基本设计报告中的那些潜在供应商</a:t>
            </a:r>
            <a:r>
              <a:rPr lang="zh-CN" altLang="zh-CN" sz="2200" dirty="0" smtClean="0"/>
              <a:t>；</a:t>
            </a:r>
            <a:endParaRPr lang="zh-CN" altLang="zh-CN" sz="2200" dirty="0"/>
          </a:p>
        </p:txBody>
      </p:sp>
      <p:sp>
        <p:nvSpPr>
          <p:cNvPr id="2" name="标题 1"/>
          <p:cNvSpPr>
            <a:spLocks noGrp="1"/>
          </p:cNvSpPr>
          <p:nvPr>
            <p:ph type="title"/>
          </p:nvPr>
        </p:nvSpPr>
        <p:spPr>
          <a:xfrm>
            <a:off x="467544" y="457200"/>
            <a:ext cx="4612754" cy="563563"/>
          </a:xfrm>
        </p:spPr>
        <p:txBody>
          <a:bodyPr/>
          <a:lstStyle/>
          <a:p>
            <a:r>
              <a:rPr lang="zh-CN" altLang="en-US" dirty="0" smtClean="0"/>
              <a:t>采购风险应对措施</a:t>
            </a:r>
            <a:endParaRPr lang="zh-CN" altLang="en-US" dirty="0"/>
          </a:p>
        </p:txBody>
      </p:sp>
      <p:sp>
        <p:nvSpPr>
          <p:cNvPr id="5" name="Rectangle 2"/>
          <p:cNvSpPr txBox="1">
            <a:spLocks noChangeArrowheads="1"/>
          </p:cNvSpPr>
          <p:nvPr/>
        </p:nvSpPr>
        <p:spPr bwMode="gray">
          <a:xfrm>
            <a:off x="5705908" y="96841"/>
            <a:ext cx="3491880" cy="563563"/>
          </a:xfrm>
          <a:prstGeom prst="rect">
            <a:avLst/>
          </a:prstGeom>
          <a:solidFill>
            <a:schemeClr val="bg1"/>
          </a:solidFill>
          <a:ln>
            <a:noFill/>
          </a:ln>
          <a:effectLst/>
        </p:spPr>
        <p:txBody>
          <a:bodyPr vert="horz" wrap="square" lIns="91440" tIns="45720" rIns="91440" bIns="45720" numCol="1" anchor="ctr" anchorCtr="0" compatLnSpc="1"/>
          <a:lstStyle>
            <a:lvl1pPr algn="l" rtl="0" eaLnBrk="1" fontAlgn="base" hangingPunct="1">
              <a:spcBef>
                <a:spcPct val="0"/>
              </a:spcBef>
              <a:spcAft>
                <a:spcPct val="0"/>
              </a:spcAft>
              <a:defRPr sz="2800" b="1">
                <a:solidFill>
                  <a:schemeClr val="tx2"/>
                </a:solidFill>
                <a:latin typeface="+mj-lt"/>
                <a:ea typeface="+mj-ea"/>
                <a:cs typeface="+mj-cs"/>
              </a:defRPr>
            </a:lvl1pPr>
            <a:lvl2pPr algn="l" rtl="0" eaLnBrk="1" fontAlgn="base" hangingPunct="1">
              <a:spcBef>
                <a:spcPct val="0"/>
              </a:spcBef>
              <a:spcAft>
                <a:spcPct val="0"/>
              </a:spcAft>
              <a:defRPr sz="2800" b="1">
                <a:solidFill>
                  <a:schemeClr val="tx2"/>
                </a:solidFill>
                <a:latin typeface="Arial" panose="020B0604020202020204" pitchFamily="34" charset="0"/>
              </a:defRPr>
            </a:lvl2pPr>
            <a:lvl3pPr algn="l" rtl="0" eaLnBrk="1" fontAlgn="base" hangingPunct="1">
              <a:spcBef>
                <a:spcPct val="0"/>
              </a:spcBef>
              <a:spcAft>
                <a:spcPct val="0"/>
              </a:spcAft>
              <a:defRPr sz="2800" b="1">
                <a:solidFill>
                  <a:schemeClr val="tx2"/>
                </a:solidFill>
                <a:latin typeface="Arial" panose="020B0604020202020204" pitchFamily="34" charset="0"/>
              </a:defRPr>
            </a:lvl3pPr>
            <a:lvl4pPr algn="l" rtl="0" eaLnBrk="1" fontAlgn="base" hangingPunct="1">
              <a:spcBef>
                <a:spcPct val="0"/>
              </a:spcBef>
              <a:spcAft>
                <a:spcPct val="0"/>
              </a:spcAft>
              <a:defRPr sz="2800" b="1">
                <a:solidFill>
                  <a:schemeClr val="tx2"/>
                </a:solidFill>
                <a:latin typeface="Arial" panose="020B0604020202020204" pitchFamily="34" charset="0"/>
              </a:defRPr>
            </a:lvl4pPr>
            <a:lvl5pPr algn="l" rtl="0" eaLnBrk="1" fontAlgn="base" hangingPunct="1">
              <a:spcBef>
                <a:spcPct val="0"/>
              </a:spcBef>
              <a:spcAft>
                <a:spcPct val="0"/>
              </a:spcAft>
              <a:defRPr sz="2800" b="1">
                <a:solidFill>
                  <a:schemeClr val="tx2"/>
                </a:solidFill>
                <a:latin typeface="Arial" panose="020B0604020202020204" pitchFamily="34" charset="0"/>
              </a:defRPr>
            </a:lvl5pPr>
            <a:lvl6pPr marL="457200" algn="l" rtl="0" eaLnBrk="1" fontAlgn="base" hangingPunct="1">
              <a:spcBef>
                <a:spcPct val="0"/>
              </a:spcBef>
              <a:spcAft>
                <a:spcPct val="0"/>
              </a:spcAft>
              <a:defRPr sz="2800" b="1">
                <a:solidFill>
                  <a:schemeClr val="tx2"/>
                </a:solidFill>
                <a:latin typeface="Arial" panose="020B0604020202020204" pitchFamily="34" charset="0"/>
              </a:defRPr>
            </a:lvl6pPr>
            <a:lvl7pPr marL="914400" algn="l" rtl="0" eaLnBrk="1" fontAlgn="base" hangingPunct="1">
              <a:spcBef>
                <a:spcPct val="0"/>
              </a:spcBef>
              <a:spcAft>
                <a:spcPct val="0"/>
              </a:spcAft>
              <a:defRPr sz="2800" b="1">
                <a:solidFill>
                  <a:schemeClr val="tx2"/>
                </a:solidFill>
                <a:latin typeface="Arial" panose="020B0604020202020204" pitchFamily="34" charset="0"/>
              </a:defRPr>
            </a:lvl7pPr>
            <a:lvl8pPr marL="1371600" algn="l" rtl="0" eaLnBrk="1" fontAlgn="base" hangingPunct="1">
              <a:spcBef>
                <a:spcPct val="0"/>
              </a:spcBef>
              <a:spcAft>
                <a:spcPct val="0"/>
              </a:spcAft>
              <a:defRPr sz="2800" b="1">
                <a:solidFill>
                  <a:schemeClr val="tx2"/>
                </a:solidFill>
                <a:latin typeface="Arial" panose="020B0604020202020204" pitchFamily="34" charset="0"/>
              </a:defRPr>
            </a:lvl8pPr>
            <a:lvl9pPr marL="1828800" algn="l" rtl="0" eaLnBrk="1" fontAlgn="base" hangingPunct="1">
              <a:spcBef>
                <a:spcPct val="0"/>
              </a:spcBef>
              <a:spcAft>
                <a:spcPct val="0"/>
              </a:spcAft>
              <a:defRPr sz="2800" b="1">
                <a:solidFill>
                  <a:schemeClr val="tx2"/>
                </a:solidFill>
                <a:latin typeface="Arial" panose="020B0604020202020204" pitchFamily="34" charset="0"/>
              </a:defRPr>
            </a:lvl9pPr>
          </a:lstStyle>
          <a:p>
            <a:pPr marL="0" marR="0" lvl="0" indent="0" algn="r" defTabSz="914400" rtl="0" eaLnBrk="1" fontAlgn="base" latinLnBrk="0" hangingPunct="1">
              <a:lnSpc>
                <a:spcPts val="2300"/>
              </a:lnSpc>
              <a:spcBef>
                <a:spcPct val="0"/>
              </a:spcBef>
              <a:spcAft>
                <a:spcPct val="0"/>
              </a:spcAft>
              <a:buClrTx/>
              <a:buSzTx/>
              <a:buFontTx/>
              <a:buNone/>
              <a:defRPr/>
            </a:pPr>
            <a:endParaRPr kumimoji="0" lang="en-US" altLang="zh-CN" sz="2800" b="1" i="0" u="none" strike="noStrike" kern="0" cap="none" spc="0" normalizeH="0" baseline="0" noProof="0" dirty="0">
              <a:ln>
                <a:noFill/>
              </a:ln>
              <a:solidFill>
                <a:srgbClr val="FAA906"/>
              </a:solidFill>
              <a:effectLst/>
              <a:uLnTx/>
              <a:uFillTx/>
              <a:latin typeface="楷体" panose="02010609060101010101" pitchFamily="49" charset="-122"/>
              <a:ea typeface="楷体" panose="02010609060101010101" pitchFamily="49" charset="-122"/>
              <a:cs typeface="+mj-cs"/>
            </a:endParaRPr>
          </a:p>
        </p:txBody>
      </p:sp>
      <p:graphicFrame>
        <p:nvGraphicFramePr>
          <p:cNvPr id="4" name="表格 3"/>
          <p:cNvGraphicFramePr>
            <a:graphicFrameLocks noGrp="1"/>
          </p:cNvGraphicFramePr>
          <p:nvPr/>
        </p:nvGraphicFramePr>
        <p:xfrm>
          <a:off x="467544" y="1556792"/>
          <a:ext cx="8208912" cy="1381760"/>
        </p:xfrm>
        <a:graphic>
          <a:graphicData uri="http://schemas.openxmlformats.org/drawingml/2006/table">
            <a:tbl>
              <a:tblPr firstRow="1" bandRow="1">
                <a:tableStyleId>{5940675A-B579-460E-94D1-54222C63F5DA}</a:tableStyleId>
              </a:tblPr>
              <a:tblGrid>
                <a:gridCol w="7056784"/>
                <a:gridCol w="1152128"/>
              </a:tblGrid>
              <a:tr h="370840">
                <a:tc>
                  <a:txBody>
                    <a:bodyPr/>
                    <a:lstStyle/>
                    <a:p>
                      <a:r>
                        <a:rPr lang="zh-CN" altLang="zh-CN" sz="1800" kern="1200" dirty="0" smtClean="0">
                          <a:effectLst/>
                        </a:rPr>
                        <a:t>大宗消耗性材料</a:t>
                      </a:r>
                      <a:endParaRPr lang="zh-CN" altLang="en-US" sz="1800" b="0" kern="1200" dirty="0">
                        <a:solidFill>
                          <a:schemeClr val="dk1"/>
                        </a:solidFill>
                        <a:effectLst/>
                        <a:latin typeface="+mn-lt"/>
                        <a:ea typeface="+mn-ea"/>
                        <a:cs typeface="+mn-cs"/>
                      </a:endParaRPr>
                    </a:p>
                  </a:txBody>
                  <a:tcPr/>
                </a:tc>
                <a:tc>
                  <a:txBody>
                    <a:bodyPr/>
                    <a:lstStyle/>
                    <a:p>
                      <a:r>
                        <a:rPr lang="zh-CN" altLang="zh-CN" sz="1800" kern="1200" dirty="0" smtClean="0">
                          <a:effectLst/>
                        </a:rPr>
                        <a:t>国内采购</a:t>
                      </a:r>
                      <a:endParaRPr lang="zh-CN" altLang="en-US" sz="1800" b="0" kern="1200" dirty="0">
                        <a:solidFill>
                          <a:schemeClr val="dk1"/>
                        </a:solidFill>
                        <a:effectLst/>
                        <a:latin typeface="+mn-lt"/>
                        <a:ea typeface="+mn-ea"/>
                        <a:cs typeface="+mn-cs"/>
                      </a:endParaRPr>
                    </a:p>
                  </a:txBody>
                  <a:tcPr/>
                </a:tc>
              </a:tr>
              <a:tr h="370840">
                <a:tc>
                  <a:txBody>
                    <a:bodyPr/>
                    <a:lstStyle/>
                    <a:p>
                      <a:r>
                        <a:rPr lang="zh-CN" altLang="zh-CN" sz="1800" kern="1200" dirty="0" smtClean="0">
                          <a:effectLst/>
                        </a:rPr>
                        <a:t>部分小型设备和材料、有特殊要求的设备和受设计提供文件进度影响来不及国内采购的设备</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zh-CN" sz="1800" kern="1200" dirty="0" smtClean="0">
                          <a:effectLst/>
                        </a:rPr>
                        <a:t>现场采购</a:t>
                      </a:r>
                      <a:endParaRPr lang="zh-CN" altLang="en-US" dirty="0" smtClean="0"/>
                    </a:p>
                    <a:p>
                      <a:endParaRPr lang="zh-CN" altLang="en-US" dirty="0"/>
                    </a:p>
                  </a:txBody>
                  <a:tcPr/>
                </a:tc>
              </a:tr>
              <a:tr h="370840">
                <a:tc>
                  <a:txBody>
                    <a:bodyPr/>
                    <a:lstStyle/>
                    <a:p>
                      <a:r>
                        <a:rPr lang="zh-CN" altLang="zh-CN" sz="1800" kern="1200" dirty="0" smtClean="0">
                          <a:effectLst/>
                        </a:rPr>
                        <a:t>部分国内和斐济市场均难以采购的设备材料</a:t>
                      </a:r>
                      <a:endParaRPr lang="zh-CN" altLang="en-US" dirty="0"/>
                    </a:p>
                  </a:txBody>
                  <a:tcPr/>
                </a:tc>
                <a:tc>
                  <a:txBody>
                    <a:bodyPr/>
                    <a:lstStyle/>
                    <a:p>
                      <a:r>
                        <a:rPr lang="zh-CN" altLang="zh-CN" sz="1800" kern="1200" dirty="0" smtClean="0">
                          <a:effectLst/>
                        </a:rPr>
                        <a:t>国际采购</a:t>
                      </a:r>
                      <a:endParaRPr lang="zh-CN" altLang="en-US" dirty="0"/>
                    </a:p>
                  </a:txBody>
                  <a:tcPr/>
                </a:tc>
              </a:tr>
            </a:tbl>
          </a:graphicData>
        </a:graphic>
      </p:graphicFrame>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4701"/>
    </mc:Choice>
    <mc:Fallback>
      <p:transition spd="slow" advTm="2470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7244" y="1412776"/>
            <a:ext cx="8064896" cy="3672408"/>
          </a:xfrm>
        </p:spPr>
        <p:txBody>
          <a:bodyPr/>
          <a:lstStyle/>
          <a:p>
            <a:r>
              <a:rPr lang="zh-CN" altLang="zh-CN" sz="2200" b="1" dirty="0" smtClean="0"/>
              <a:t>合同条款</a:t>
            </a:r>
            <a:r>
              <a:rPr lang="zh-CN" altLang="en-US" sz="2200" b="1" dirty="0" smtClean="0"/>
              <a:t>：</a:t>
            </a:r>
            <a:r>
              <a:rPr lang="zh-CN" altLang="zh-CN" sz="2200" dirty="0" smtClean="0"/>
              <a:t>将</a:t>
            </a:r>
            <a:r>
              <a:rPr lang="en-US" altLang="zh-CN" sz="2200" dirty="0"/>
              <a:t>EPC</a:t>
            </a:r>
            <a:r>
              <a:rPr lang="zh-CN" altLang="zh-CN" sz="2200" dirty="0"/>
              <a:t>总承包合同相关章节作为永久设备招标文件技术部分附件，也对供应商加以</a:t>
            </a:r>
            <a:r>
              <a:rPr lang="zh-CN" altLang="zh-CN" sz="2200" dirty="0" smtClean="0"/>
              <a:t>约束；</a:t>
            </a:r>
            <a:endParaRPr lang="zh-CN" altLang="zh-CN" sz="2200" dirty="0"/>
          </a:p>
          <a:p>
            <a:r>
              <a:rPr lang="zh-CN" altLang="zh-CN" sz="2200" b="1" dirty="0" smtClean="0"/>
              <a:t>成本控制</a:t>
            </a:r>
            <a:r>
              <a:rPr lang="zh-CN" altLang="en-US" sz="2200" b="1" dirty="0" smtClean="0"/>
              <a:t>：</a:t>
            </a:r>
            <a:r>
              <a:rPr lang="zh-CN" altLang="zh-CN" sz="2200" dirty="0" smtClean="0"/>
              <a:t>对于</a:t>
            </a:r>
            <a:r>
              <a:rPr lang="zh-CN" altLang="zh-CN" sz="2200" dirty="0"/>
              <a:t>合同中明确规定了供应商的设备，仍然邀请与规定供应商实力接近的供应商投标，并将投标价格作为与合同规定供应商合同谈判的依据；</a:t>
            </a:r>
            <a:endParaRPr lang="zh-CN" altLang="zh-CN" sz="2200" dirty="0"/>
          </a:p>
          <a:p>
            <a:r>
              <a:rPr lang="zh-CN" altLang="zh-CN" sz="2200" b="1" dirty="0" smtClean="0"/>
              <a:t>质量控制</a:t>
            </a:r>
            <a:r>
              <a:rPr lang="zh-CN" altLang="en-US" sz="2200" b="1" dirty="0" smtClean="0"/>
              <a:t>：</a:t>
            </a:r>
            <a:r>
              <a:rPr lang="zh-CN" altLang="zh-CN" sz="2200" dirty="0" smtClean="0"/>
              <a:t>聘请</a:t>
            </a:r>
            <a:r>
              <a:rPr lang="zh-CN" altLang="zh-CN" sz="2200" dirty="0"/>
              <a:t>设备制造咨询公司，全程参与招标文件的审核、评标和合同谈判，并负责设备监造过程中的设备检验、出厂验收</a:t>
            </a:r>
            <a:r>
              <a:rPr lang="zh-CN" altLang="zh-CN" sz="2200" dirty="0" smtClean="0"/>
              <a:t>等；</a:t>
            </a:r>
            <a:endParaRPr lang="zh-CN" altLang="zh-CN" sz="2200" dirty="0"/>
          </a:p>
          <a:p>
            <a:r>
              <a:rPr lang="zh-CN" altLang="zh-CN" sz="2200" b="1" dirty="0" smtClean="0"/>
              <a:t>技术可行性</a:t>
            </a:r>
            <a:r>
              <a:rPr lang="zh-CN" altLang="en-US" sz="2200" dirty="0" smtClean="0"/>
              <a:t>，</a:t>
            </a:r>
            <a:r>
              <a:rPr lang="zh-CN" altLang="zh-CN" sz="2200" dirty="0" smtClean="0"/>
              <a:t>注重</a:t>
            </a:r>
            <a:r>
              <a:rPr lang="zh-CN" altLang="zh-CN" sz="2200" dirty="0"/>
              <a:t>与业主沟通，变更水轮发电机组的加权平均效率要求，降低履约风险。</a:t>
            </a:r>
            <a:endParaRPr lang="zh-CN" altLang="zh-CN" sz="2200" dirty="0"/>
          </a:p>
        </p:txBody>
      </p:sp>
      <p:sp>
        <p:nvSpPr>
          <p:cNvPr id="5" name="Rectangle 2"/>
          <p:cNvSpPr txBox="1">
            <a:spLocks noChangeArrowheads="1"/>
          </p:cNvSpPr>
          <p:nvPr/>
        </p:nvSpPr>
        <p:spPr bwMode="gray">
          <a:xfrm>
            <a:off x="5652120" y="96841"/>
            <a:ext cx="3491880" cy="563563"/>
          </a:xfrm>
          <a:prstGeom prst="rect">
            <a:avLst/>
          </a:prstGeom>
          <a:solidFill>
            <a:schemeClr val="bg1"/>
          </a:solidFill>
          <a:ln>
            <a:noFill/>
          </a:ln>
          <a:effectLst/>
        </p:spPr>
        <p:txBody>
          <a:bodyPr vert="horz" wrap="square" lIns="91440" tIns="45720" rIns="91440" bIns="45720" numCol="1" anchor="ctr" anchorCtr="0" compatLnSpc="1"/>
          <a:lstStyle>
            <a:lvl1pPr algn="l" rtl="0" eaLnBrk="1" fontAlgn="base" hangingPunct="1">
              <a:spcBef>
                <a:spcPct val="0"/>
              </a:spcBef>
              <a:spcAft>
                <a:spcPct val="0"/>
              </a:spcAft>
              <a:defRPr sz="2800" b="1">
                <a:solidFill>
                  <a:schemeClr val="tx2"/>
                </a:solidFill>
                <a:latin typeface="+mj-lt"/>
                <a:ea typeface="+mj-ea"/>
                <a:cs typeface="+mj-cs"/>
              </a:defRPr>
            </a:lvl1pPr>
            <a:lvl2pPr algn="l" rtl="0" eaLnBrk="1" fontAlgn="base" hangingPunct="1">
              <a:spcBef>
                <a:spcPct val="0"/>
              </a:spcBef>
              <a:spcAft>
                <a:spcPct val="0"/>
              </a:spcAft>
              <a:defRPr sz="2800" b="1">
                <a:solidFill>
                  <a:schemeClr val="tx2"/>
                </a:solidFill>
                <a:latin typeface="Arial" panose="020B0604020202020204" pitchFamily="34" charset="0"/>
              </a:defRPr>
            </a:lvl2pPr>
            <a:lvl3pPr algn="l" rtl="0" eaLnBrk="1" fontAlgn="base" hangingPunct="1">
              <a:spcBef>
                <a:spcPct val="0"/>
              </a:spcBef>
              <a:spcAft>
                <a:spcPct val="0"/>
              </a:spcAft>
              <a:defRPr sz="2800" b="1">
                <a:solidFill>
                  <a:schemeClr val="tx2"/>
                </a:solidFill>
                <a:latin typeface="Arial" panose="020B0604020202020204" pitchFamily="34" charset="0"/>
              </a:defRPr>
            </a:lvl3pPr>
            <a:lvl4pPr algn="l" rtl="0" eaLnBrk="1" fontAlgn="base" hangingPunct="1">
              <a:spcBef>
                <a:spcPct val="0"/>
              </a:spcBef>
              <a:spcAft>
                <a:spcPct val="0"/>
              </a:spcAft>
              <a:defRPr sz="2800" b="1">
                <a:solidFill>
                  <a:schemeClr val="tx2"/>
                </a:solidFill>
                <a:latin typeface="Arial" panose="020B0604020202020204" pitchFamily="34" charset="0"/>
              </a:defRPr>
            </a:lvl4pPr>
            <a:lvl5pPr algn="l" rtl="0" eaLnBrk="1" fontAlgn="base" hangingPunct="1">
              <a:spcBef>
                <a:spcPct val="0"/>
              </a:spcBef>
              <a:spcAft>
                <a:spcPct val="0"/>
              </a:spcAft>
              <a:defRPr sz="2800" b="1">
                <a:solidFill>
                  <a:schemeClr val="tx2"/>
                </a:solidFill>
                <a:latin typeface="Arial" panose="020B0604020202020204" pitchFamily="34" charset="0"/>
              </a:defRPr>
            </a:lvl5pPr>
            <a:lvl6pPr marL="457200" algn="l" rtl="0" eaLnBrk="1" fontAlgn="base" hangingPunct="1">
              <a:spcBef>
                <a:spcPct val="0"/>
              </a:spcBef>
              <a:spcAft>
                <a:spcPct val="0"/>
              </a:spcAft>
              <a:defRPr sz="2800" b="1">
                <a:solidFill>
                  <a:schemeClr val="tx2"/>
                </a:solidFill>
                <a:latin typeface="Arial" panose="020B0604020202020204" pitchFamily="34" charset="0"/>
              </a:defRPr>
            </a:lvl6pPr>
            <a:lvl7pPr marL="914400" algn="l" rtl="0" eaLnBrk="1" fontAlgn="base" hangingPunct="1">
              <a:spcBef>
                <a:spcPct val="0"/>
              </a:spcBef>
              <a:spcAft>
                <a:spcPct val="0"/>
              </a:spcAft>
              <a:defRPr sz="2800" b="1">
                <a:solidFill>
                  <a:schemeClr val="tx2"/>
                </a:solidFill>
                <a:latin typeface="Arial" panose="020B0604020202020204" pitchFamily="34" charset="0"/>
              </a:defRPr>
            </a:lvl7pPr>
            <a:lvl8pPr marL="1371600" algn="l" rtl="0" eaLnBrk="1" fontAlgn="base" hangingPunct="1">
              <a:spcBef>
                <a:spcPct val="0"/>
              </a:spcBef>
              <a:spcAft>
                <a:spcPct val="0"/>
              </a:spcAft>
              <a:defRPr sz="2800" b="1">
                <a:solidFill>
                  <a:schemeClr val="tx2"/>
                </a:solidFill>
                <a:latin typeface="Arial" panose="020B0604020202020204" pitchFamily="34" charset="0"/>
              </a:defRPr>
            </a:lvl8pPr>
            <a:lvl9pPr marL="1828800" algn="l" rtl="0" eaLnBrk="1" fontAlgn="base" hangingPunct="1">
              <a:spcBef>
                <a:spcPct val="0"/>
              </a:spcBef>
              <a:spcAft>
                <a:spcPct val="0"/>
              </a:spcAft>
              <a:defRPr sz="2800" b="1">
                <a:solidFill>
                  <a:schemeClr val="tx2"/>
                </a:solidFill>
                <a:latin typeface="Arial" panose="020B0604020202020204" pitchFamily="34" charset="0"/>
              </a:defRPr>
            </a:lvl9pPr>
          </a:lstStyle>
          <a:p>
            <a:pPr marL="0" marR="0" lvl="0" indent="0" algn="r" defTabSz="914400" rtl="0" eaLnBrk="1" fontAlgn="base" latinLnBrk="0" hangingPunct="1">
              <a:lnSpc>
                <a:spcPts val="2300"/>
              </a:lnSpc>
              <a:spcBef>
                <a:spcPct val="0"/>
              </a:spcBef>
              <a:spcAft>
                <a:spcPct val="0"/>
              </a:spcAft>
              <a:buClrTx/>
              <a:buSzTx/>
              <a:buFontTx/>
              <a:buNone/>
              <a:defRPr/>
            </a:pPr>
            <a:endParaRPr kumimoji="0" lang="en-US" altLang="zh-CN" sz="2800" b="1" i="0" u="none" strike="noStrike" kern="0" cap="none" spc="0" normalizeH="0" baseline="0" noProof="0" dirty="0" smtClean="0">
              <a:ln>
                <a:noFill/>
              </a:ln>
              <a:solidFill>
                <a:srgbClr val="FAA906"/>
              </a:solidFill>
              <a:effectLst/>
              <a:uLnTx/>
              <a:uFillTx/>
              <a:latin typeface="楷体" panose="02010609060101010101" pitchFamily="49" charset="-122"/>
              <a:ea typeface="楷体" panose="02010609060101010101" pitchFamily="49" charset="-122"/>
              <a:cs typeface="+mj-cs"/>
            </a:endParaRPr>
          </a:p>
        </p:txBody>
      </p:sp>
      <p:sp>
        <p:nvSpPr>
          <p:cNvPr id="6" name="标题 1"/>
          <p:cNvSpPr>
            <a:spLocks noGrp="1"/>
          </p:cNvSpPr>
          <p:nvPr>
            <p:ph type="title"/>
          </p:nvPr>
        </p:nvSpPr>
        <p:spPr>
          <a:xfrm>
            <a:off x="467544" y="457200"/>
            <a:ext cx="4612754" cy="563563"/>
          </a:xfrm>
        </p:spPr>
        <p:txBody>
          <a:bodyPr/>
          <a:lstStyle/>
          <a:p>
            <a:r>
              <a:rPr lang="zh-CN" altLang="en-US" dirty="0" smtClean="0"/>
              <a:t>采购风险应对措施</a:t>
            </a:r>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7860"/>
    </mc:Choice>
    <mc:Fallback>
      <p:transition spd="slow" advTm="78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1556792"/>
            <a:ext cx="7344816" cy="3816424"/>
          </a:xfrm>
        </p:spPr>
        <p:txBody>
          <a:bodyPr/>
          <a:lstStyle/>
          <a:p>
            <a:r>
              <a:rPr lang="zh-CN" altLang="en-US" sz="2400" dirty="0" smtClean="0"/>
              <a:t>基本设计前三版被工程师拒绝，进场一年仍未获通过，造成两次停工</a:t>
            </a:r>
            <a:endParaRPr lang="en-US" altLang="zh-CN" sz="2400" dirty="0" smtClean="0"/>
          </a:p>
          <a:p>
            <a:r>
              <a:rPr lang="zh-CN" altLang="en-US" sz="2400" dirty="0" smtClean="0"/>
              <a:t>详细设计基本</a:t>
            </a:r>
            <a:r>
              <a:rPr lang="zh-CN" altLang="en-US" sz="2400" dirty="0"/>
              <a:t>达要求，但与工程师仍有较大</a:t>
            </a:r>
            <a:r>
              <a:rPr lang="zh-CN" altLang="en-US" sz="2400" dirty="0" smtClean="0"/>
              <a:t>分歧</a:t>
            </a:r>
            <a:endParaRPr lang="en-US" altLang="zh-CN" sz="2400" dirty="0" smtClean="0"/>
          </a:p>
          <a:p>
            <a:r>
              <a:rPr lang="zh-CN" altLang="en-US" sz="2400" dirty="0"/>
              <a:t>距开工近两年半时间</a:t>
            </a:r>
            <a:r>
              <a:rPr lang="zh-CN" altLang="en-US" sz="2400" dirty="0" smtClean="0"/>
              <a:t>，才不再</a:t>
            </a:r>
            <a:r>
              <a:rPr lang="zh-CN" altLang="en-US" sz="2400" dirty="0"/>
              <a:t>因设计</a:t>
            </a:r>
            <a:r>
              <a:rPr lang="zh-CN" altLang="en-US" sz="2400" dirty="0" smtClean="0"/>
              <a:t>停工</a:t>
            </a:r>
            <a:endParaRPr lang="en-US" altLang="zh-CN" sz="2400" dirty="0" smtClean="0"/>
          </a:p>
          <a:p>
            <a:r>
              <a:rPr lang="zh-CN" altLang="en-US" sz="2400" dirty="0" smtClean="0"/>
              <a:t>归因于：</a:t>
            </a:r>
            <a:endParaRPr lang="en-US" altLang="zh-CN" sz="2400" dirty="0" smtClean="0"/>
          </a:p>
          <a:p>
            <a:pPr lvl="1"/>
            <a:r>
              <a:rPr lang="zh-CN" altLang="en-US" dirty="0" smtClean="0">
                <a:latin typeface="楷体" panose="02010609060101010101" pitchFamily="49" charset="-122"/>
                <a:ea typeface="楷体" panose="02010609060101010101" pitchFamily="49" charset="-122"/>
              </a:rPr>
              <a:t>重视不足</a:t>
            </a:r>
            <a:endParaRPr lang="en-US" altLang="zh-CN" dirty="0" smtClean="0">
              <a:latin typeface="楷体" panose="02010609060101010101" pitchFamily="49" charset="-122"/>
              <a:ea typeface="楷体" panose="02010609060101010101" pitchFamily="49" charset="-122"/>
            </a:endParaRPr>
          </a:p>
          <a:p>
            <a:pPr lvl="1"/>
            <a:r>
              <a:rPr lang="zh-CN" altLang="en-US" dirty="0" smtClean="0">
                <a:latin typeface="楷体" panose="02010609060101010101" pitchFamily="49" charset="-122"/>
                <a:ea typeface="楷体" panose="02010609060101010101" pitchFamily="49" charset="-122"/>
              </a:rPr>
              <a:t>没有以合同为依据进行设计的观念</a:t>
            </a:r>
            <a:endParaRPr lang="en-US" altLang="zh-CN" dirty="0" smtClean="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不</a:t>
            </a:r>
            <a:r>
              <a:rPr lang="zh-CN" altLang="en-US" dirty="0" smtClean="0">
                <a:latin typeface="楷体" panose="02010609060101010101" pitchFamily="49" charset="-122"/>
                <a:ea typeface="楷体" panose="02010609060101010101" pitchFamily="49" charset="-122"/>
              </a:rPr>
              <a:t>熟悉澳新标准</a:t>
            </a:r>
            <a:endParaRPr lang="en-US" altLang="zh-CN" dirty="0" smtClean="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不</a:t>
            </a:r>
            <a:r>
              <a:rPr lang="zh-CN" altLang="en-US" dirty="0" smtClean="0">
                <a:latin typeface="楷体" panose="02010609060101010101" pitchFamily="49" charset="-122"/>
                <a:ea typeface="楷体" panose="02010609060101010101" pitchFamily="49" charset="-122"/>
              </a:rPr>
              <a:t>适应咨询工程师审批方式</a:t>
            </a:r>
            <a:endParaRPr lang="en-US" altLang="zh-CN" dirty="0" smtClean="0">
              <a:latin typeface="楷体" panose="02010609060101010101" pitchFamily="49" charset="-122"/>
              <a:ea typeface="楷体" panose="02010609060101010101" pitchFamily="49" charset="-122"/>
            </a:endParaRPr>
          </a:p>
        </p:txBody>
      </p:sp>
      <p:sp>
        <p:nvSpPr>
          <p:cNvPr id="5" name="Rectangle 2"/>
          <p:cNvSpPr txBox="1">
            <a:spLocks noChangeArrowheads="1"/>
          </p:cNvSpPr>
          <p:nvPr/>
        </p:nvSpPr>
        <p:spPr bwMode="gray">
          <a:xfrm>
            <a:off x="5652120" y="96841"/>
            <a:ext cx="3491880" cy="563563"/>
          </a:xfrm>
          <a:prstGeom prst="rect">
            <a:avLst/>
          </a:prstGeom>
          <a:solidFill>
            <a:schemeClr val="bg1"/>
          </a:solidFill>
          <a:ln>
            <a:noFill/>
          </a:ln>
          <a:effectLst/>
        </p:spPr>
        <p:txBody>
          <a:bodyPr vert="horz" wrap="square" lIns="91440" tIns="45720" rIns="91440" bIns="45720" numCol="1" anchor="ctr" anchorCtr="0" compatLnSpc="1"/>
          <a:lstStyle>
            <a:lvl1pPr algn="l" rtl="0" eaLnBrk="1" fontAlgn="base" hangingPunct="1">
              <a:spcBef>
                <a:spcPct val="0"/>
              </a:spcBef>
              <a:spcAft>
                <a:spcPct val="0"/>
              </a:spcAft>
              <a:defRPr sz="2800" b="1">
                <a:solidFill>
                  <a:schemeClr val="tx2"/>
                </a:solidFill>
                <a:latin typeface="+mj-lt"/>
                <a:ea typeface="+mj-ea"/>
                <a:cs typeface="+mj-cs"/>
              </a:defRPr>
            </a:lvl1pPr>
            <a:lvl2pPr algn="l" rtl="0" eaLnBrk="1" fontAlgn="base" hangingPunct="1">
              <a:spcBef>
                <a:spcPct val="0"/>
              </a:spcBef>
              <a:spcAft>
                <a:spcPct val="0"/>
              </a:spcAft>
              <a:defRPr sz="2800" b="1">
                <a:solidFill>
                  <a:schemeClr val="tx2"/>
                </a:solidFill>
                <a:latin typeface="Arial" panose="020B0604020202020204" pitchFamily="34" charset="0"/>
              </a:defRPr>
            </a:lvl2pPr>
            <a:lvl3pPr algn="l" rtl="0" eaLnBrk="1" fontAlgn="base" hangingPunct="1">
              <a:spcBef>
                <a:spcPct val="0"/>
              </a:spcBef>
              <a:spcAft>
                <a:spcPct val="0"/>
              </a:spcAft>
              <a:defRPr sz="2800" b="1">
                <a:solidFill>
                  <a:schemeClr val="tx2"/>
                </a:solidFill>
                <a:latin typeface="Arial" panose="020B0604020202020204" pitchFamily="34" charset="0"/>
              </a:defRPr>
            </a:lvl3pPr>
            <a:lvl4pPr algn="l" rtl="0" eaLnBrk="1" fontAlgn="base" hangingPunct="1">
              <a:spcBef>
                <a:spcPct val="0"/>
              </a:spcBef>
              <a:spcAft>
                <a:spcPct val="0"/>
              </a:spcAft>
              <a:defRPr sz="2800" b="1">
                <a:solidFill>
                  <a:schemeClr val="tx2"/>
                </a:solidFill>
                <a:latin typeface="Arial" panose="020B0604020202020204" pitchFamily="34" charset="0"/>
              </a:defRPr>
            </a:lvl4pPr>
            <a:lvl5pPr algn="l" rtl="0" eaLnBrk="1" fontAlgn="base" hangingPunct="1">
              <a:spcBef>
                <a:spcPct val="0"/>
              </a:spcBef>
              <a:spcAft>
                <a:spcPct val="0"/>
              </a:spcAft>
              <a:defRPr sz="2800" b="1">
                <a:solidFill>
                  <a:schemeClr val="tx2"/>
                </a:solidFill>
                <a:latin typeface="Arial" panose="020B0604020202020204" pitchFamily="34" charset="0"/>
              </a:defRPr>
            </a:lvl5pPr>
            <a:lvl6pPr marL="457200" algn="l" rtl="0" eaLnBrk="1" fontAlgn="base" hangingPunct="1">
              <a:spcBef>
                <a:spcPct val="0"/>
              </a:spcBef>
              <a:spcAft>
                <a:spcPct val="0"/>
              </a:spcAft>
              <a:defRPr sz="2800" b="1">
                <a:solidFill>
                  <a:schemeClr val="tx2"/>
                </a:solidFill>
                <a:latin typeface="Arial" panose="020B0604020202020204" pitchFamily="34" charset="0"/>
              </a:defRPr>
            </a:lvl6pPr>
            <a:lvl7pPr marL="914400" algn="l" rtl="0" eaLnBrk="1" fontAlgn="base" hangingPunct="1">
              <a:spcBef>
                <a:spcPct val="0"/>
              </a:spcBef>
              <a:spcAft>
                <a:spcPct val="0"/>
              </a:spcAft>
              <a:defRPr sz="2800" b="1">
                <a:solidFill>
                  <a:schemeClr val="tx2"/>
                </a:solidFill>
                <a:latin typeface="Arial" panose="020B0604020202020204" pitchFamily="34" charset="0"/>
              </a:defRPr>
            </a:lvl7pPr>
            <a:lvl8pPr marL="1371600" algn="l" rtl="0" eaLnBrk="1" fontAlgn="base" hangingPunct="1">
              <a:spcBef>
                <a:spcPct val="0"/>
              </a:spcBef>
              <a:spcAft>
                <a:spcPct val="0"/>
              </a:spcAft>
              <a:defRPr sz="2800" b="1">
                <a:solidFill>
                  <a:schemeClr val="tx2"/>
                </a:solidFill>
                <a:latin typeface="Arial" panose="020B0604020202020204" pitchFamily="34" charset="0"/>
              </a:defRPr>
            </a:lvl8pPr>
            <a:lvl9pPr marL="1828800" algn="l" rtl="0" eaLnBrk="1" fontAlgn="base" hangingPunct="1">
              <a:spcBef>
                <a:spcPct val="0"/>
              </a:spcBef>
              <a:spcAft>
                <a:spcPct val="0"/>
              </a:spcAft>
              <a:defRPr sz="2800" b="1">
                <a:solidFill>
                  <a:schemeClr val="tx2"/>
                </a:solidFill>
                <a:latin typeface="Arial" panose="020B0604020202020204" pitchFamily="34" charset="0"/>
              </a:defRPr>
            </a:lvl9pPr>
          </a:lstStyle>
          <a:p>
            <a:pPr marL="0" marR="0" lvl="0" indent="0" algn="r" defTabSz="914400" rtl="0" eaLnBrk="1" fontAlgn="base" latinLnBrk="0" hangingPunct="1">
              <a:lnSpc>
                <a:spcPts val="2300"/>
              </a:lnSpc>
              <a:spcBef>
                <a:spcPct val="0"/>
              </a:spcBef>
              <a:spcAft>
                <a:spcPct val="0"/>
              </a:spcAft>
              <a:buClrTx/>
              <a:buSzTx/>
              <a:buFontTx/>
              <a:buNone/>
              <a:defRPr/>
            </a:pPr>
            <a:endParaRPr kumimoji="0" lang="en-US" altLang="zh-CN" sz="2800" b="1" i="0" u="none" strike="noStrike" kern="0" cap="none" spc="0" normalizeH="0" baseline="0" noProof="0" dirty="0">
              <a:ln>
                <a:noFill/>
              </a:ln>
              <a:solidFill>
                <a:srgbClr val="FAA906"/>
              </a:solidFill>
              <a:effectLst/>
              <a:uLnTx/>
              <a:uFillTx/>
              <a:latin typeface="楷体" panose="02010609060101010101" pitchFamily="49" charset="-122"/>
              <a:ea typeface="楷体" panose="02010609060101010101" pitchFamily="49" charset="-122"/>
              <a:cs typeface="+mj-cs"/>
            </a:endParaRPr>
          </a:p>
        </p:txBody>
      </p:sp>
      <p:sp>
        <p:nvSpPr>
          <p:cNvPr id="6" name="标题 1"/>
          <p:cNvSpPr>
            <a:spLocks noGrp="1"/>
          </p:cNvSpPr>
          <p:nvPr>
            <p:ph type="title"/>
          </p:nvPr>
        </p:nvSpPr>
        <p:spPr>
          <a:xfrm>
            <a:off x="467544" y="457200"/>
            <a:ext cx="4612754" cy="563563"/>
          </a:xfrm>
        </p:spPr>
        <p:txBody>
          <a:bodyPr/>
          <a:lstStyle/>
          <a:p>
            <a:r>
              <a:rPr lang="zh-CN" altLang="en-US" dirty="0"/>
              <a:t>设计</a:t>
            </a:r>
            <a:r>
              <a:rPr lang="zh-CN" altLang="en-US" dirty="0" smtClean="0"/>
              <a:t>风险</a:t>
            </a:r>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47148"/>
    </mc:Choice>
    <mc:Fallback>
      <p:transition spd="slow" advTm="4714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1484784"/>
            <a:ext cx="7848872" cy="4320480"/>
          </a:xfrm>
        </p:spPr>
        <p:txBody>
          <a:bodyPr/>
          <a:lstStyle/>
          <a:p>
            <a:r>
              <a:rPr lang="zh-CN" altLang="zh-CN" sz="2200" dirty="0" smtClean="0"/>
              <a:t>在</a:t>
            </a:r>
            <a:r>
              <a:rPr lang="zh-CN" altLang="zh-CN" sz="2200" dirty="0"/>
              <a:t>投标阶段就</a:t>
            </a:r>
            <a:r>
              <a:rPr lang="zh-CN" altLang="zh-CN" sz="2200" dirty="0" smtClean="0"/>
              <a:t>选择专业</a:t>
            </a:r>
            <a:r>
              <a:rPr lang="zh-CN" altLang="zh-CN" sz="2200" dirty="0"/>
              <a:t>的</a:t>
            </a:r>
            <a:r>
              <a:rPr lang="zh-CN" altLang="zh-CN" sz="2200" dirty="0" smtClean="0"/>
              <a:t>设计院</a:t>
            </a:r>
            <a:r>
              <a:rPr lang="zh-CN" altLang="zh-CN" sz="2200" dirty="0"/>
              <a:t>进行</a:t>
            </a:r>
            <a:r>
              <a:rPr lang="zh-CN" altLang="zh-CN" sz="2200" dirty="0" smtClean="0"/>
              <a:t>全程配合</a:t>
            </a:r>
            <a:r>
              <a:rPr lang="zh-CN" altLang="en-US" sz="2200" dirty="0" smtClean="0"/>
              <a:t>，</a:t>
            </a:r>
            <a:r>
              <a:rPr lang="zh-CN" altLang="zh-CN" sz="2200" dirty="0"/>
              <a:t>提供决策参考</a:t>
            </a:r>
            <a:r>
              <a:rPr lang="zh-CN" altLang="zh-CN" sz="2200" dirty="0" smtClean="0"/>
              <a:t>意见</a:t>
            </a:r>
            <a:endParaRPr lang="en-US" altLang="zh-CN" sz="2200" dirty="0" smtClean="0"/>
          </a:p>
          <a:p>
            <a:r>
              <a:rPr lang="zh-CN" altLang="zh-CN" sz="2200" dirty="0"/>
              <a:t>促进设计相关各方人员之间的沟通交流，形成资源共享、责任共担的</a:t>
            </a:r>
            <a:r>
              <a:rPr lang="zh-CN" altLang="zh-CN" sz="2200" dirty="0" smtClean="0"/>
              <a:t>机制</a:t>
            </a:r>
            <a:endParaRPr lang="en-US" altLang="zh-CN" sz="2200" dirty="0" smtClean="0"/>
          </a:p>
          <a:p>
            <a:pPr lvl="1"/>
            <a:r>
              <a:rPr lang="zh-CN" altLang="zh-CN" sz="2000" b="1" u="sng" dirty="0" smtClean="0">
                <a:latin typeface="楷体" panose="02010609060101010101" pitchFamily="49" charset="-122"/>
                <a:ea typeface="楷体" panose="02010609060101010101" pitchFamily="49" charset="-122"/>
              </a:rPr>
              <a:t>承包商</a:t>
            </a:r>
            <a:r>
              <a:rPr lang="zh-CN" altLang="zh-CN" sz="2000" dirty="0">
                <a:latin typeface="楷体" panose="02010609060101010101" pitchFamily="49" charset="-122"/>
                <a:ea typeface="楷体" panose="02010609060101010101" pitchFamily="49" charset="-122"/>
              </a:rPr>
              <a:t>加强与</a:t>
            </a:r>
            <a:r>
              <a:rPr lang="zh-CN" altLang="zh-CN" sz="2000" b="1" u="sng" dirty="0" smtClean="0">
                <a:latin typeface="楷体" panose="02010609060101010101" pitchFamily="49" charset="-122"/>
                <a:ea typeface="楷体" panose="02010609060101010101" pitchFamily="49" charset="-122"/>
              </a:rPr>
              <a:t>设计</a:t>
            </a:r>
            <a:r>
              <a:rPr lang="zh-CN" altLang="zh-CN" sz="2000" dirty="0" smtClean="0">
                <a:latin typeface="楷体" panose="02010609060101010101" pitchFamily="49" charset="-122"/>
                <a:ea typeface="楷体" panose="02010609060101010101" pitchFamily="49" charset="-122"/>
              </a:rPr>
              <a:t>交流</a:t>
            </a:r>
            <a:r>
              <a:rPr lang="zh-CN" altLang="zh-CN" sz="2000" dirty="0">
                <a:latin typeface="楷体" panose="02010609060101010101" pitchFamily="49" charset="-122"/>
                <a:ea typeface="楷体" panose="02010609060101010101" pitchFamily="49" charset="-122"/>
              </a:rPr>
              <a:t>合作</a:t>
            </a:r>
            <a:r>
              <a:rPr lang="zh-CN" altLang="zh-CN" sz="2000" dirty="0" smtClean="0">
                <a:latin typeface="楷体" panose="02010609060101010101" pitchFamily="49" charset="-122"/>
                <a:ea typeface="楷体" panose="02010609060101010101" pitchFamily="49" charset="-122"/>
              </a:rPr>
              <a:t>，促使</a:t>
            </a:r>
            <a:r>
              <a:rPr lang="zh-CN" altLang="zh-CN" sz="2000" dirty="0">
                <a:latin typeface="楷体" panose="02010609060101010101" pitchFamily="49" charset="-122"/>
                <a:ea typeface="楷体" panose="02010609060101010101" pitchFamily="49" charset="-122"/>
              </a:rPr>
              <a:t>设计意识到项目的高风险性并增强对项目的责任感，加大设计力量</a:t>
            </a:r>
            <a:r>
              <a:rPr lang="zh-CN" altLang="zh-CN" sz="2000" dirty="0" smtClean="0">
                <a:latin typeface="楷体" panose="02010609060101010101" pitchFamily="49" charset="-122"/>
                <a:ea typeface="楷体" panose="02010609060101010101" pitchFamily="49" charset="-122"/>
              </a:rPr>
              <a:t>投入；</a:t>
            </a:r>
            <a:endParaRPr lang="zh-CN" altLang="zh-CN" sz="2000" dirty="0">
              <a:latin typeface="楷体" panose="02010609060101010101" pitchFamily="49" charset="-122"/>
              <a:ea typeface="楷体" panose="02010609060101010101" pitchFamily="49" charset="-122"/>
            </a:endParaRPr>
          </a:p>
          <a:p>
            <a:pPr lvl="1"/>
            <a:r>
              <a:rPr lang="zh-CN" altLang="zh-CN" sz="2000" dirty="0" smtClean="0">
                <a:latin typeface="楷体" panose="02010609060101010101" pitchFamily="49" charset="-122"/>
                <a:ea typeface="楷体" panose="02010609060101010101" pitchFamily="49" charset="-122"/>
              </a:rPr>
              <a:t>召开</a:t>
            </a:r>
            <a:r>
              <a:rPr lang="zh-CN" altLang="zh-CN" sz="2000" dirty="0">
                <a:latin typeface="楷体" panose="02010609060101010101" pitchFamily="49" charset="-122"/>
                <a:ea typeface="楷体" panose="02010609060101010101" pitchFamily="49" charset="-122"/>
              </a:rPr>
              <a:t>专题会议，组织</a:t>
            </a:r>
            <a:r>
              <a:rPr lang="zh-CN" altLang="zh-CN" sz="2000" b="1" u="sng" dirty="0">
                <a:latin typeface="楷体" panose="02010609060101010101" pitchFamily="49" charset="-122"/>
                <a:ea typeface="楷体" panose="02010609060101010101" pitchFamily="49" charset="-122"/>
              </a:rPr>
              <a:t>设计</a:t>
            </a:r>
            <a:r>
              <a:rPr lang="zh-CN" altLang="zh-CN" sz="2000" dirty="0">
                <a:latin typeface="楷体" panose="02010609060101010101" pitchFamily="49" charset="-122"/>
                <a:ea typeface="楷体" panose="02010609060101010101" pitchFamily="49" charset="-122"/>
              </a:rPr>
              <a:t>与</a:t>
            </a:r>
            <a:r>
              <a:rPr lang="zh-CN" altLang="zh-CN" sz="2000" b="1" u="sng" dirty="0" smtClean="0">
                <a:latin typeface="楷体" panose="02010609060101010101" pitchFamily="49" charset="-122"/>
                <a:ea typeface="楷体" panose="02010609060101010101" pitchFamily="49" charset="-122"/>
              </a:rPr>
              <a:t>咨询工程师</a:t>
            </a:r>
            <a:r>
              <a:rPr lang="zh-CN" altLang="zh-CN" sz="2000" dirty="0" smtClean="0">
                <a:latin typeface="楷体" panose="02010609060101010101" pitchFamily="49" charset="-122"/>
                <a:ea typeface="楷体" panose="02010609060101010101" pitchFamily="49" charset="-122"/>
              </a:rPr>
              <a:t>面对面</a:t>
            </a:r>
            <a:r>
              <a:rPr lang="zh-CN" altLang="zh-CN" sz="2000" dirty="0">
                <a:latin typeface="楷体" panose="02010609060101010101" pitchFamily="49" charset="-122"/>
                <a:ea typeface="楷体" panose="02010609060101010101" pitchFamily="49" charset="-122"/>
              </a:rPr>
              <a:t>沟通，帮助设计人员理清思路，加深对澳新标准的理解和掌握，明白外方要求</a:t>
            </a:r>
            <a:r>
              <a:rPr lang="zh-CN" altLang="zh-CN" sz="2000" dirty="0" smtClean="0">
                <a:latin typeface="楷体" panose="02010609060101010101" pitchFamily="49" charset="-122"/>
                <a:ea typeface="楷体" panose="02010609060101010101" pitchFamily="49" charset="-122"/>
              </a:rPr>
              <a:t>；</a:t>
            </a:r>
            <a:endParaRPr lang="en-US" altLang="zh-CN" sz="2000" dirty="0" smtClean="0">
              <a:latin typeface="楷体" panose="02010609060101010101" pitchFamily="49" charset="-122"/>
              <a:ea typeface="楷体" panose="02010609060101010101" pitchFamily="49" charset="-122"/>
            </a:endParaRPr>
          </a:p>
          <a:p>
            <a:pPr lvl="1"/>
            <a:r>
              <a:rPr lang="zh-CN" altLang="zh-CN" sz="2000" dirty="0">
                <a:latin typeface="楷体" panose="02010609060101010101" pitchFamily="49" charset="-122"/>
                <a:ea typeface="楷体" panose="02010609060101010101" pitchFamily="49" charset="-122"/>
              </a:rPr>
              <a:t>组织相关</a:t>
            </a:r>
            <a:r>
              <a:rPr lang="zh-CN" altLang="zh-CN" sz="2000" b="1" u="sng" dirty="0">
                <a:latin typeface="楷体" panose="02010609060101010101" pitchFamily="49" charset="-122"/>
                <a:ea typeface="楷体" panose="02010609060101010101" pitchFamily="49" charset="-122"/>
              </a:rPr>
              <a:t>设备厂家</a:t>
            </a:r>
            <a:r>
              <a:rPr lang="zh-CN" altLang="zh-CN" sz="2000" dirty="0">
                <a:latin typeface="楷体" panose="02010609060101010101" pitchFamily="49" charset="-122"/>
                <a:ea typeface="楷体" panose="02010609060101010101" pitchFamily="49" charset="-122"/>
              </a:rPr>
              <a:t>与</a:t>
            </a:r>
            <a:r>
              <a:rPr lang="zh-CN" altLang="zh-CN" sz="2000" b="1" u="sng" dirty="0">
                <a:latin typeface="楷体" panose="02010609060101010101" pitchFamily="49" charset="-122"/>
                <a:ea typeface="楷体" panose="02010609060101010101" pitchFamily="49" charset="-122"/>
              </a:rPr>
              <a:t>设计院</a:t>
            </a:r>
            <a:r>
              <a:rPr lang="zh-CN" altLang="zh-CN" sz="2000" dirty="0">
                <a:latin typeface="楷体" panose="02010609060101010101" pitchFamily="49" charset="-122"/>
                <a:ea typeface="楷体" panose="02010609060101010101" pitchFamily="49" charset="-122"/>
              </a:rPr>
              <a:t>进行面对面沟通，明确要求设备供应商在问题解决前不能离开设计院，以保证对于采购方面的设计能满足合同及标准的要求</a:t>
            </a:r>
            <a:r>
              <a:rPr lang="zh-CN" altLang="zh-CN" sz="2000" dirty="0" smtClean="0">
                <a:latin typeface="楷体" panose="02010609060101010101" pitchFamily="49" charset="-122"/>
                <a:ea typeface="楷体" panose="02010609060101010101" pitchFamily="49" charset="-122"/>
              </a:rPr>
              <a:t>；</a:t>
            </a:r>
            <a:endParaRPr lang="zh-CN" altLang="zh-CN" sz="2000" dirty="0">
              <a:latin typeface="楷体" panose="02010609060101010101" pitchFamily="49" charset="-122"/>
              <a:ea typeface="楷体" panose="02010609060101010101" pitchFamily="49" charset="-122"/>
            </a:endParaRPr>
          </a:p>
        </p:txBody>
      </p:sp>
      <p:sp>
        <p:nvSpPr>
          <p:cNvPr id="5" name="Rectangle 2"/>
          <p:cNvSpPr txBox="1">
            <a:spLocks noChangeArrowheads="1"/>
          </p:cNvSpPr>
          <p:nvPr/>
        </p:nvSpPr>
        <p:spPr bwMode="gray">
          <a:xfrm>
            <a:off x="5652120" y="96841"/>
            <a:ext cx="3491880" cy="563563"/>
          </a:xfrm>
          <a:prstGeom prst="rect">
            <a:avLst/>
          </a:prstGeom>
          <a:solidFill>
            <a:schemeClr val="bg1"/>
          </a:solidFill>
          <a:ln>
            <a:noFill/>
          </a:ln>
          <a:effectLst/>
        </p:spPr>
        <p:txBody>
          <a:bodyPr vert="horz" wrap="square" lIns="91440" tIns="45720" rIns="91440" bIns="45720" numCol="1" anchor="ctr" anchorCtr="0" compatLnSpc="1"/>
          <a:lstStyle>
            <a:lvl1pPr algn="l" rtl="0" eaLnBrk="1" fontAlgn="base" hangingPunct="1">
              <a:spcBef>
                <a:spcPct val="0"/>
              </a:spcBef>
              <a:spcAft>
                <a:spcPct val="0"/>
              </a:spcAft>
              <a:defRPr sz="2800" b="1">
                <a:solidFill>
                  <a:schemeClr val="tx2"/>
                </a:solidFill>
                <a:latin typeface="+mj-lt"/>
                <a:ea typeface="+mj-ea"/>
                <a:cs typeface="+mj-cs"/>
              </a:defRPr>
            </a:lvl1pPr>
            <a:lvl2pPr algn="l" rtl="0" eaLnBrk="1" fontAlgn="base" hangingPunct="1">
              <a:spcBef>
                <a:spcPct val="0"/>
              </a:spcBef>
              <a:spcAft>
                <a:spcPct val="0"/>
              </a:spcAft>
              <a:defRPr sz="2800" b="1">
                <a:solidFill>
                  <a:schemeClr val="tx2"/>
                </a:solidFill>
                <a:latin typeface="Arial" panose="020B0604020202020204" pitchFamily="34" charset="0"/>
              </a:defRPr>
            </a:lvl2pPr>
            <a:lvl3pPr algn="l" rtl="0" eaLnBrk="1" fontAlgn="base" hangingPunct="1">
              <a:spcBef>
                <a:spcPct val="0"/>
              </a:spcBef>
              <a:spcAft>
                <a:spcPct val="0"/>
              </a:spcAft>
              <a:defRPr sz="2800" b="1">
                <a:solidFill>
                  <a:schemeClr val="tx2"/>
                </a:solidFill>
                <a:latin typeface="Arial" panose="020B0604020202020204" pitchFamily="34" charset="0"/>
              </a:defRPr>
            </a:lvl3pPr>
            <a:lvl4pPr algn="l" rtl="0" eaLnBrk="1" fontAlgn="base" hangingPunct="1">
              <a:spcBef>
                <a:spcPct val="0"/>
              </a:spcBef>
              <a:spcAft>
                <a:spcPct val="0"/>
              </a:spcAft>
              <a:defRPr sz="2800" b="1">
                <a:solidFill>
                  <a:schemeClr val="tx2"/>
                </a:solidFill>
                <a:latin typeface="Arial" panose="020B0604020202020204" pitchFamily="34" charset="0"/>
              </a:defRPr>
            </a:lvl4pPr>
            <a:lvl5pPr algn="l" rtl="0" eaLnBrk="1" fontAlgn="base" hangingPunct="1">
              <a:spcBef>
                <a:spcPct val="0"/>
              </a:spcBef>
              <a:spcAft>
                <a:spcPct val="0"/>
              </a:spcAft>
              <a:defRPr sz="2800" b="1">
                <a:solidFill>
                  <a:schemeClr val="tx2"/>
                </a:solidFill>
                <a:latin typeface="Arial" panose="020B0604020202020204" pitchFamily="34" charset="0"/>
              </a:defRPr>
            </a:lvl5pPr>
            <a:lvl6pPr marL="457200" algn="l" rtl="0" eaLnBrk="1" fontAlgn="base" hangingPunct="1">
              <a:spcBef>
                <a:spcPct val="0"/>
              </a:spcBef>
              <a:spcAft>
                <a:spcPct val="0"/>
              </a:spcAft>
              <a:defRPr sz="2800" b="1">
                <a:solidFill>
                  <a:schemeClr val="tx2"/>
                </a:solidFill>
                <a:latin typeface="Arial" panose="020B0604020202020204" pitchFamily="34" charset="0"/>
              </a:defRPr>
            </a:lvl6pPr>
            <a:lvl7pPr marL="914400" algn="l" rtl="0" eaLnBrk="1" fontAlgn="base" hangingPunct="1">
              <a:spcBef>
                <a:spcPct val="0"/>
              </a:spcBef>
              <a:spcAft>
                <a:spcPct val="0"/>
              </a:spcAft>
              <a:defRPr sz="2800" b="1">
                <a:solidFill>
                  <a:schemeClr val="tx2"/>
                </a:solidFill>
                <a:latin typeface="Arial" panose="020B0604020202020204" pitchFamily="34" charset="0"/>
              </a:defRPr>
            </a:lvl7pPr>
            <a:lvl8pPr marL="1371600" algn="l" rtl="0" eaLnBrk="1" fontAlgn="base" hangingPunct="1">
              <a:spcBef>
                <a:spcPct val="0"/>
              </a:spcBef>
              <a:spcAft>
                <a:spcPct val="0"/>
              </a:spcAft>
              <a:defRPr sz="2800" b="1">
                <a:solidFill>
                  <a:schemeClr val="tx2"/>
                </a:solidFill>
                <a:latin typeface="Arial" panose="020B0604020202020204" pitchFamily="34" charset="0"/>
              </a:defRPr>
            </a:lvl8pPr>
            <a:lvl9pPr marL="1828800" algn="l" rtl="0" eaLnBrk="1" fontAlgn="base" hangingPunct="1">
              <a:spcBef>
                <a:spcPct val="0"/>
              </a:spcBef>
              <a:spcAft>
                <a:spcPct val="0"/>
              </a:spcAft>
              <a:defRPr sz="2800" b="1">
                <a:solidFill>
                  <a:schemeClr val="tx2"/>
                </a:solidFill>
                <a:latin typeface="Arial" panose="020B0604020202020204" pitchFamily="34" charset="0"/>
              </a:defRPr>
            </a:lvl9pPr>
          </a:lstStyle>
          <a:p>
            <a:pPr marL="0" marR="0" lvl="0" indent="0" algn="r" defTabSz="914400" rtl="0" eaLnBrk="1" fontAlgn="base" latinLnBrk="0" hangingPunct="1">
              <a:lnSpc>
                <a:spcPts val="2300"/>
              </a:lnSpc>
              <a:spcBef>
                <a:spcPct val="0"/>
              </a:spcBef>
              <a:spcAft>
                <a:spcPct val="0"/>
              </a:spcAft>
              <a:buClrTx/>
              <a:buSzTx/>
              <a:buFontTx/>
              <a:buNone/>
              <a:defRPr/>
            </a:pPr>
            <a:endParaRPr kumimoji="0" lang="en-US" altLang="zh-CN" sz="2800" b="1" i="0" u="none" strike="noStrike" kern="0" cap="none" spc="0" normalizeH="0" baseline="0" noProof="0" dirty="0">
              <a:ln>
                <a:noFill/>
              </a:ln>
              <a:solidFill>
                <a:srgbClr val="FAA906"/>
              </a:solidFill>
              <a:effectLst/>
              <a:uLnTx/>
              <a:uFillTx/>
              <a:latin typeface="楷体" panose="02010609060101010101" pitchFamily="49" charset="-122"/>
              <a:ea typeface="楷体" panose="02010609060101010101" pitchFamily="49" charset="-122"/>
              <a:cs typeface="+mj-cs"/>
            </a:endParaRPr>
          </a:p>
        </p:txBody>
      </p:sp>
      <p:sp>
        <p:nvSpPr>
          <p:cNvPr id="6" name="标题 1"/>
          <p:cNvSpPr>
            <a:spLocks noGrp="1"/>
          </p:cNvSpPr>
          <p:nvPr>
            <p:ph type="title"/>
          </p:nvPr>
        </p:nvSpPr>
        <p:spPr>
          <a:xfrm>
            <a:off x="467544" y="457200"/>
            <a:ext cx="4612754" cy="563563"/>
          </a:xfrm>
        </p:spPr>
        <p:txBody>
          <a:bodyPr/>
          <a:lstStyle/>
          <a:p>
            <a:r>
              <a:rPr lang="zh-CN" altLang="en-US" dirty="0"/>
              <a:t>设计</a:t>
            </a:r>
            <a:r>
              <a:rPr lang="zh-CN" altLang="en-US" dirty="0" smtClean="0"/>
              <a:t>风险应对措施</a:t>
            </a:r>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2750"/>
    </mc:Choice>
    <mc:Fallback>
      <p:transition spd="slow" advTm="2275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412776"/>
            <a:ext cx="7920880" cy="4320480"/>
          </a:xfrm>
        </p:spPr>
        <p:txBody>
          <a:bodyPr/>
          <a:lstStyle/>
          <a:p>
            <a:pPr lvl="1"/>
            <a:r>
              <a:rPr lang="zh-CN" altLang="zh-CN" sz="2000" dirty="0" smtClean="0">
                <a:latin typeface="楷体" panose="02010609060101010101" pitchFamily="49" charset="-122"/>
                <a:ea typeface="楷体" panose="02010609060101010101" pitchFamily="49" charset="-122"/>
              </a:rPr>
              <a:t>项目部相关专业人员深入研究合同，</a:t>
            </a:r>
            <a:r>
              <a:rPr lang="zh-CN" altLang="zh-CN" sz="2000" b="1" u="sng" dirty="0" smtClean="0">
                <a:latin typeface="楷体" panose="02010609060101010101" pitchFamily="49" charset="-122"/>
                <a:ea typeface="楷体" panose="02010609060101010101" pitchFamily="49" charset="-122"/>
              </a:rPr>
              <a:t>加大</a:t>
            </a:r>
            <a:r>
              <a:rPr lang="zh-CN" altLang="zh-CN" sz="2000" dirty="0" smtClean="0">
                <a:latin typeface="楷体" panose="02010609060101010101" pitchFamily="49" charset="-122"/>
                <a:ea typeface="楷体" panose="02010609060101010101" pitchFamily="49" charset="-122"/>
              </a:rPr>
              <a:t>对设计院提交文件的</a:t>
            </a:r>
            <a:r>
              <a:rPr lang="zh-CN" altLang="zh-CN" sz="2000" b="1" u="sng" dirty="0" smtClean="0">
                <a:latin typeface="楷体" panose="02010609060101010101" pitchFamily="49" charset="-122"/>
                <a:ea typeface="楷体" panose="02010609060101010101" pitchFamily="49" charset="-122"/>
              </a:rPr>
              <a:t>审核程度</a:t>
            </a:r>
            <a:r>
              <a:rPr lang="zh-CN" altLang="zh-CN" sz="2000" dirty="0" smtClean="0">
                <a:latin typeface="楷体" panose="02010609060101010101" pitchFamily="49" charset="-122"/>
                <a:ea typeface="楷体" panose="02010609060101010101" pitchFamily="49" charset="-122"/>
              </a:rPr>
              <a:t>。组织项目部人员</a:t>
            </a:r>
            <a:r>
              <a:rPr lang="zh-CN" altLang="zh-CN" sz="2000" b="1" u="sng" dirty="0" smtClean="0">
                <a:latin typeface="楷体" panose="02010609060101010101" pitchFamily="49" charset="-122"/>
                <a:ea typeface="楷体" panose="02010609060101010101" pitchFamily="49" charset="-122"/>
              </a:rPr>
              <a:t>进驻设计院</a:t>
            </a:r>
            <a:r>
              <a:rPr lang="zh-CN" altLang="zh-CN" sz="2000" dirty="0" smtClean="0">
                <a:latin typeface="楷体" panose="02010609060101010101" pitchFamily="49" charset="-122"/>
                <a:ea typeface="楷体" panose="02010609060101010101" pitchFamily="49" charset="-122"/>
              </a:rPr>
              <a:t>，配合设计工作并直接审核设计成果是否符合合同要求，甚至与设计</a:t>
            </a:r>
            <a:r>
              <a:rPr lang="zh-CN" altLang="en-US" sz="2000" dirty="0" smtClean="0">
                <a:latin typeface="楷体" panose="02010609060101010101" pitchFamily="49" charset="-122"/>
                <a:ea typeface="楷体" panose="02010609060101010101" pitchFamily="49" charset="-122"/>
              </a:rPr>
              <a:t>人员</a:t>
            </a:r>
            <a:r>
              <a:rPr lang="zh-CN" altLang="zh-CN" sz="2000" dirty="0" smtClean="0">
                <a:latin typeface="楷体" panose="02010609060101010101" pitchFamily="49" charset="-122"/>
                <a:ea typeface="楷体" panose="02010609060101010101" pitchFamily="49" charset="-122"/>
              </a:rPr>
              <a:t>一同进行封闭设计；</a:t>
            </a:r>
            <a:endParaRPr lang="en-US" altLang="zh-CN" sz="2000" dirty="0" smtClean="0">
              <a:latin typeface="楷体" panose="02010609060101010101" pitchFamily="49" charset="-122"/>
              <a:ea typeface="楷体" panose="02010609060101010101" pitchFamily="49" charset="-122"/>
            </a:endParaRPr>
          </a:p>
          <a:p>
            <a:pPr lvl="1"/>
            <a:r>
              <a:rPr lang="zh-CN" altLang="zh-CN" sz="2000" dirty="0" smtClean="0">
                <a:latin typeface="楷体" panose="02010609060101010101" pitchFamily="49" charset="-122"/>
                <a:ea typeface="楷体" panose="02010609060101010101" pitchFamily="49" charset="-122"/>
              </a:rPr>
              <a:t>引进</a:t>
            </a:r>
            <a:r>
              <a:rPr lang="zh-CN" altLang="zh-CN" sz="2000" dirty="0">
                <a:latin typeface="楷体" panose="02010609060101010101" pitchFamily="49" charset="-122"/>
                <a:ea typeface="楷体" panose="02010609060101010101" pitchFamily="49" charset="-122"/>
              </a:rPr>
              <a:t>第二家专业设计院作为</a:t>
            </a:r>
            <a:r>
              <a:rPr lang="zh-CN" altLang="zh-CN" sz="2000" b="1" u="sng" dirty="0">
                <a:latin typeface="楷体" panose="02010609060101010101" pitchFamily="49" charset="-122"/>
                <a:ea typeface="楷体" panose="02010609060101010101" pitchFamily="49" charset="-122"/>
              </a:rPr>
              <a:t>设计咨询</a:t>
            </a:r>
            <a:r>
              <a:rPr lang="zh-CN" altLang="zh-CN" sz="2000" dirty="0">
                <a:latin typeface="楷体" panose="02010609060101010101" pitchFamily="49" charset="-122"/>
                <a:ea typeface="楷体" panose="02010609060101010101" pitchFamily="49" charset="-122"/>
              </a:rPr>
              <a:t>，进行内部设计文件的审核，解读业主</a:t>
            </a:r>
            <a:r>
              <a:rPr lang="en-US" altLang="zh-CN" sz="2000" dirty="0">
                <a:latin typeface="楷体" panose="02010609060101010101" pitchFamily="49" charset="-122"/>
                <a:ea typeface="楷体" panose="02010609060101010101" pitchFamily="49" charset="-122"/>
              </a:rPr>
              <a:t>/</a:t>
            </a:r>
            <a:r>
              <a:rPr lang="zh-CN" altLang="zh-CN" sz="2000" dirty="0">
                <a:latin typeface="楷体" panose="02010609060101010101" pitchFamily="49" charset="-122"/>
                <a:ea typeface="楷体" panose="02010609060101010101" pitchFamily="49" charset="-122"/>
              </a:rPr>
              <a:t>咨询工程师的批复意见，考核设计绩效，为项目部的设计管理提供建设性</a:t>
            </a:r>
            <a:r>
              <a:rPr lang="zh-CN" altLang="zh-CN" sz="2000" dirty="0" smtClean="0">
                <a:latin typeface="楷体" panose="02010609060101010101" pitchFamily="49" charset="-122"/>
                <a:ea typeface="楷体" panose="02010609060101010101" pitchFamily="49" charset="-122"/>
              </a:rPr>
              <a:t>参考；</a:t>
            </a:r>
            <a:endParaRPr lang="zh-CN" altLang="zh-CN" sz="2000" dirty="0">
              <a:latin typeface="楷体" panose="02010609060101010101" pitchFamily="49" charset="-122"/>
              <a:ea typeface="楷体" panose="02010609060101010101" pitchFamily="49" charset="-122"/>
            </a:endParaRPr>
          </a:p>
          <a:p>
            <a:pPr lvl="1"/>
            <a:r>
              <a:rPr lang="zh-CN" altLang="zh-CN" sz="2000" dirty="0" smtClean="0">
                <a:latin typeface="楷体" panose="02010609060101010101" pitchFamily="49" charset="-122"/>
                <a:ea typeface="楷体" panose="02010609060101010101" pitchFamily="49" charset="-122"/>
              </a:rPr>
              <a:t>对于</a:t>
            </a:r>
            <a:r>
              <a:rPr lang="zh-CN" altLang="zh-CN" sz="2000" dirty="0">
                <a:latin typeface="楷体" panose="02010609060101010101" pitchFamily="49" charset="-122"/>
                <a:ea typeface="楷体" panose="02010609060101010101" pitchFamily="49" charset="-122"/>
              </a:rPr>
              <a:t>经验严重缺乏的设计</a:t>
            </a:r>
            <a:r>
              <a:rPr lang="zh-CN" altLang="zh-CN" sz="2000" b="1" u="sng" dirty="0">
                <a:latin typeface="楷体" panose="02010609060101010101" pitchFamily="49" charset="-122"/>
                <a:ea typeface="楷体" panose="02010609060101010101" pitchFamily="49" charset="-122"/>
              </a:rPr>
              <a:t>技术难题</a:t>
            </a:r>
            <a:r>
              <a:rPr lang="zh-CN" altLang="zh-CN" sz="2000" dirty="0">
                <a:latin typeface="楷体" panose="02010609060101010101" pitchFamily="49" charset="-122"/>
                <a:ea typeface="楷体" panose="02010609060101010101" pitchFamily="49" charset="-122"/>
              </a:rPr>
              <a:t>，引进</a:t>
            </a:r>
            <a:r>
              <a:rPr lang="zh-CN" altLang="zh-CN" sz="2000" b="1" u="sng" dirty="0">
                <a:latin typeface="楷体" panose="02010609060101010101" pitchFamily="49" charset="-122"/>
                <a:ea typeface="楷体" panose="02010609060101010101" pitchFamily="49" charset="-122"/>
              </a:rPr>
              <a:t>国际化设计队伍</a:t>
            </a:r>
            <a:r>
              <a:rPr lang="zh-CN" altLang="zh-CN" sz="2000" dirty="0">
                <a:latin typeface="楷体" panose="02010609060101010101" pitchFamily="49" charset="-122"/>
                <a:ea typeface="楷体" panose="02010609060101010101" pitchFamily="49" charset="-122"/>
              </a:rPr>
              <a:t>共同讨论解决，如</a:t>
            </a:r>
            <a:r>
              <a:rPr lang="en-US" altLang="zh-CN" sz="2000" dirty="0">
                <a:latin typeface="楷体" panose="02010609060101010101" pitchFamily="49" charset="-122"/>
                <a:ea typeface="楷体" panose="02010609060101010101" pitchFamily="49" charset="-122"/>
              </a:rPr>
              <a:t>90m/ s</a:t>
            </a:r>
            <a:r>
              <a:rPr lang="zh-CN" altLang="zh-CN" sz="2000" dirty="0">
                <a:latin typeface="楷体" panose="02010609060101010101" pitchFamily="49" charset="-122"/>
                <a:ea typeface="楷体" panose="02010609060101010101" pitchFamily="49" charset="-122"/>
              </a:rPr>
              <a:t>输电线路的设计。</a:t>
            </a:r>
            <a:endParaRPr lang="zh-CN" altLang="zh-CN" sz="2000" dirty="0">
              <a:latin typeface="楷体" panose="02010609060101010101" pitchFamily="49" charset="-122"/>
              <a:ea typeface="楷体" panose="02010609060101010101" pitchFamily="49" charset="-122"/>
            </a:endParaRPr>
          </a:p>
          <a:p>
            <a:endParaRPr lang="zh-CN" altLang="zh-CN" sz="2400" dirty="0"/>
          </a:p>
        </p:txBody>
      </p:sp>
      <p:sp>
        <p:nvSpPr>
          <p:cNvPr id="5" name="Rectangle 2"/>
          <p:cNvSpPr txBox="1">
            <a:spLocks noChangeArrowheads="1"/>
          </p:cNvSpPr>
          <p:nvPr/>
        </p:nvSpPr>
        <p:spPr bwMode="gray">
          <a:xfrm>
            <a:off x="5652120" y="96841"/>
            <a:ext cx="3491880" cy="563563"/>
          </a:xfrm>
          <a:prstGeom prst="rect">
            <a:avLst/>
          </a:prstGeom>
          <a:solidFill>
            <a:schemeClr val="bg1"/>
          </a:solidFill>
          <a:ln>
            <a:noFill/>
          </a:ln>
          <a:effectLst/>
        </p:spPr>
        <p:txBody>
          <a:bodyPr vert="horz" wrap="square" lIns="91440" tIns="45720" rIns="91440" bIns="45720" numCol="1" anchor="ctr" anchorCtr="0" compatLnSpc="1"/>
          <a:lstStyle>
            <a:lvl1pPr algn="l" rtl="0" eaLnBrk="1" fontAlgn="base" hangingPunct="1">
              <a:spcBef>
                <a:spcPct val="0"/>
              </a:spcBef>
              <a:spcAft>
                <a:spcPct val="0"/>
              </a:spcAft>
              <a:defRPr sz="2800" b="1">
                <a:solidFill>
                  <a:schemeClr val="tx2"/>
                </a:solidFill>
                <a:latin typeface="+mj-lt"/>
                <a:ea typeface="+mj-ea"/>
                <a:cs typeface="+mj-cs"/>
              </a:defRPr>
            </a:lvl1pPr>
            <a:lvl2pPr algn="l" rtl="0" eaLnBrk="1" fontAlgn="base" hangingPunct="1">
              <a:spcBef>
                <a:spcPct val="0"/>
              </a:spcBef>
              <a:spcAft>
                <a:spcPct val="0"/>
              </a:spcAft>
              <a:defRPr sz="2800" b="1">
                <a:solidFill>
                  <a:schemeClr val="tx2"/>
                </a:solidFill>
                <a:latin typeface="Arial" panose="020B0604020202020204" pitchFamily="34" charset="0"/>
              </a:defRPr>
            </a:lvl2pPr>
            <a:lvl3pPr algn="l" rtl="0" eaLnBrk="1" fontAlgn="base" hangingPunct="1">
              <a:spcBef>
                <a:spcPct val="0"/>
              </a:spcBef>
              <a:spcAft>
                <a:spcPct val="0"/>
              </a:spcAft>
              <a:defRPr sz="2800" b="1">
                <a:solidFill>
                  <a:schemeClr val="tx2"/>
                </a:solidFill>
                <a:latin typeface="Arial" panose="020B0604020202020204" pitchFamily="34" charset="0"/>
              </a:defRPr>
            </a:lvl3pPr>
            <a:lvl4pPr algn="l" rtl="0" eaLnBrk="1" fontAlgn="base" hangingPunct="1">
              <a:spcBef>
                <a:spcPct val="0"/>
              </a:spcBef>
              <a:spcAft>
                <a:spcPct val="0"/>
              </a:spcAft>
              <a:defRPr sz="2800" b="1">
                <a:solidFill>
                  <a:schemeClr val="tx2"/>
                </a:solidFill>
                <a:latin typeface="Arial" panose="020B0604020202020204" pitchFamily="34" charset="0"/>
              </a:defRPr>
            </a:lvl4pPr>
            <a:lvl5pPr algn="l" rtl="0" eaLnBrk="1" fontAlgn="base" hangingPunct="1">
              <a:spcBef>
                <a:spcPct val="0"/>
              </a:spcBef>
              <a:spcAft>
                <a:spcPct val="0"/>
              </a:spcAft>
              <a:defRPr sz="2800" b="1">
                <a:solidFill>
                  <a:schemeClr val="tx2"/>
                </a:solidFill>
                <a:latin typeface="Arial" panose="020B0604020202020204" pitchFamily="34" charset="0"/>
              </a:defRPr>
            </a:lvl5pPr>
            <a:lvl6pPr marL="457200" algn="l" rtl="0" eaLnBrk="1" fontAlgn="base" hangingPunct="1">
              <a:spcBef>
                <a:spcPct val="0"/>
              </a:spcBef>
              <a:spcAft>
                <a:spcPct val="0"/>
              </a:spcAft>
              <a:defRPr sz="2800" b="1">
                <a:solidFill>
                  <a:schemeClr val="tx2"/>
                </a:solidFill>
                <a:latin typeface="Arial" panose="020B0604020202020204" pitchFamily="34" charset="0"/>
              </a:defRPr>
            </a:lvl6pPr>
            <a:lvl7pPr marL="914400" algn="l" rtl="0" eaLnBrk="1" fontAlgn="base" hangingPunct="1">
              <a:spcBef>
                <a:spcPct val="0"/>
              </a:spcBef>
              <a:spcAft>
                <a:spcPct val="0"/>
              </a:spcAft>
              <a:defRPr sz="2800" b="1">
                <a:solidFill>
                  <a:schemeClr val="tx2"/>
                </a:solidFill>
                <a:latin typeface="Arial" panose="020B0604020202020204" pitchFamily="34" charset="0"/>
              </a:defRPr>
            </a:lvl7pPr>
            <a:lvl8pPr marL="1371600" algn="l" rtl="0" eaLnBrk="1" fontAlgn="base" hangingPunct="1">
              <a:spcBef>
                <a:spcPct val="0"/>
              </a:spcBef>
              <a:spcAft>
                <a:spcPct val="0"/>
              </a:spcAft>
              <a:defRPr sz="2800" b="1">
                <a:solidFill>
                  <a:schemeClr val="tx2"/>
                </a:solidFill>
                <a:latin typeface="Arial" panose="020B0604020202020204" pitchFamily="34" charset="0"/>
              </a:defRPr>
            </a:lvl8pPr>
            <a:lvl9pPr marL="1828800" algn="l" rtl="0" eaLnBrk="1" fontAlgn="base" hangingPunct="1">
              <a:spcBef>
                <a:spcPct val="0"/>
              </a:spcBef>
              <a:spcAft>
                <a:spcPct val="0"/>
              </a:spcAft>
              <a:defRPr sz="2800" b="1">
                <a:solidFill>
                  <a:schemeClr val="tx2"/>
                </a:solidFill>
                <a:latin typeface="Arial" panose="020B0604020202020204" pitchFamily="34" charset="0"/>
              </a:defRPr>
            </a:lvl9pPr>
          </a:lstStyle>
          <a:p>
            <a:pPr marL="0" marR="0" lvl="0" indent="0" algn="r" defTabSz="914400" rtl="0" eaLnBrk="1" fontAlgn="base" latinLnBrk="0" hangingPunct="1">
              <a:lnSpc>
                <a:spcPts val="2300"/>
              </a:lnSpc>
              <a:spcBef>
                <a:spcPct val="0"/>
              </a:spcBef>
              <a:spcAft>
                <a:spcPct val="0"/>
              </a:spcAft>
              <a:buClrTx/>
              <a:buSzTx/>
              <a:buFontTx/>
              <a:buNone/>
              <a:defRPr/>
            </a:pPr>
            <a:endParaRPr kumimoji="0" lang="en-US" altLang="zh-CN" sz="2800" b="1" i="0" u="none" strike="noStrike" kern="0" cap="none" spc="0" normalizeH="0" baseline="0" noProof="0" dirty="0">
              <a:ln>
                <a:noFill/>
              </a:ln>
              <a:solidFill>
                <a:srgbClr val="FAA906"/>
              </a:solidFill>
              <a:effectLst/>
              <a:uLnTx/>
              <a:uFillTx/>
              <a:latin typeface="楷体" panose="02010609060101010101" pitchFamily="49" charset="-122"/>
              <a:ea typeface="楷体" panose="02010609060101010101" pitchFamily="49" charset="-122"/>
              <a:cs typeface="+mj-cs"/>
            </a:endParaRPr>
          </a:p>
        </p:txBody>
      </p:sp>
      <p:sp>
        <p:nvSpPr>
          <p:cNvPr id="6" name="标题 1"/>
          <p:cNvSpPr>
            <a:spLocks noGrp="1"/>
          </p:cNvSpPr>
          <p:nvPr>
            <p:ph type="title"/>
          </p:nvPr>
        </p:nvSpPr>
        <p:spPr>
          <a:xfrm>
            <a:off x="467544" y="457200"/>
            <a:ext cx="4612754" cy="563563"/>
          </a:xfrm>
        </p:spPr>
        <p:txBody>
          <a:bodyPr/>
          <a:lstStyle/>
          <a:p>
            <a:r>
              <a:rPr lang="zh-CN" altLang="en-US" dirty="0"/>
              <a:t>设计</a:t>
            </a:r>
            <a:r>
              <a:rPr lang="zh-CN" altLang="en-US" dirty="0" smtClean="0"/>
              <a:t>风险应对措施</a:t>
            </a:r>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4180"/>
    </mc:Choice>
    <mc:Fallback>
      <p:transition spd="slow" advTm="1418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gray">
          <a:xfrm>
            <a:off x="5652120" y="96841"/>
            <a:ext cx="3491880" cy="563563"/>
          </a:xfrm>
          <a:prstGeom prst="rect">
            <a:avLst/>
          </a:prstGeom>
          <a:solidFill>
            <a:schemeClr val="bg1"/>
          </a:solidFill>
          <a:ln>
            <a:noFill/>
          </a:ln>
          <a:effectLst/>
        </p:spPr>
        <p:txBody>
          <a:bodyPr vert="horz" wrap="square" lIns="91440" tIns="45720" rIns="91440" bIns="45720" numCol="1" anchor="ctr" anchorCtr="0" compatLnSpc="1"/>
          <a:lstStyle>
            <a:lvl1pPr algn="l" rtl="0" eaLnBrk="1" fontAlgn="base" hangingPunct="1">
              <a:spcBef>
                <a:spcPct val="0"/>
              </a:spcBef>
              <a:spcAft>
                <a:spcPct val="0"/>
              </a:spcAft>
              <a:defRPr sz="2800" b="1">
                <a:solidFill>
                  <a:schemeClr val="tx2"/>
                </a:solidFill>
                <a:latin typeface="+mj-lt"/>
                <a:ea typeface="+mj-ea"/>
                <a:cs typeface="+mj-cs"/>
              </a:defRPr>
            </a:lvl1pPr>
            <a:lvl2pPr algn="l" rtl="0" eaLnBrk="1" fontAlgn="base" hangingPunct="1">
              <a:spcBef>
                <a:spcPct val="0"/>
              </a:spcBef>
              <a:spcAft>
                <a:spcPct val="0"/>
              </a:spcAft>
              <a:defRPr sz="2800" b="1">
                <a:solidFill>
                  <a:schemeClr val="tx2"/>
                </a:solidFill>
                <a:latin typeface="Arial" panose="020B0604020202020204" pitchFamily="34" charset="0"/>
              </a:defRPr>
            </a:lvl2pPr>
            <a:lvl3pPr algn="l" rtl="0" eaLnBrk="1" fontAlgn="base" hangingPunct="1">
              <a:spcBef>
                <a:spcPct val="0"/>
              </a:spcBef>
              <a:spcAft>
                <a:spcPct val="0"/>
              </a:spcAft>
              <a:defRPr sz="2800" b="1">
                <a:solidFill>
                  <a:schemeClr val="tx2"/>
                </a:solidFill>
                <a:latin typeface="Arial" panose="020B0604020202020204" pitchFamily="34" charset="0"/>
              </a:defRPr>
            </a:lvl3pPr>
            <a:lvl4pPr algn="l" rtl="0" eaLnBrk="1" fontAlgn="base" hangingPunct="1">
              <a:spcBef>
                <a:spcPct val="0"/>
              </a:spcBef>
              <a:spcAft>
                <a:spcPct val="0"/>
              </a:spcAft>
              <a:defRPr sz="2800" b="1">
                <a:solidFill>
                  <a:schemeClr val="tx2"/>
                </a:solidFill>
                <a:latin typeface="Arial" panose="020B0604020202020204" pitchFamily="34" charset="0"/>
              </a:defRPr>
            </a:lvl4pPr>
            <a:lvl5pPr algn="l" rtl="0" eaLnBrk="1" fontAlgn="base" hangingPunct="1">
              <a:spcBef>
                <a:spcPct val="0"/>
              </a:spcBef>
              <a:spcAft>
                <a:spcPct val="0"/>
              </a:spcAft>
              <a:defRPr sz="2800" b="1">
                <a:solidFill>
                  <a:schemeClr val="tx2"/>
                </a:solidFill>
                <a:latin typeface="Arial" panose="020B0604020202020204" pitchFamily="34" charset="0"/>
              </a:defRPr>
            </a:lvl5pPr>
            <a:lvl6pPr marL="457200" algn="l" rtl="0" eaLnBrk="1" fontAlgn="base" hangingPunct="1">
              <a:spcBef>
                <a:spcPct val="0"/>
              </a:spcBef>
              <a:spcAft>
                <a:spcPct val="0"/>
              </a:spcAft>
              <a:defRPr sz="2800" b="1">
                <a:solidFill>
                  <a:schemeClr val="tx2"/>
                </a:solidFill>
                <a:latin typeface="Arial" panose="020B0604020202020204" pitchFamily="34" charset="0"/>
              </a:defRPr>
            </a:lvl6pPr>
            <a:lvl7pPr marL="914400" algn="l" rtl="0" eaLnBrk="1" fontAlgn="base" hangingPunct="1">
              <a:spcBef>
                <a:spcPct val="0"/>
              </a:spcBef>
              <a:spcAft>
                <a:spcPct val="0"/>
              </a:spcAft>
              <a:defRPr sz="2800" b="1">
                <a:solidFill>
                  <a:schemeClr val="tx2"/>
                </a:solidFill>
                <a:latin typeface="Arial" panose="020B0604020202020204" pitchFamily="34" charset="0"/>
              </a:defRPr>
            </a:lvl7pPr>
            <a:lvl8pPr marL="1371600" algn="l" rtl="0" eaLnBrk="1" fontAlgn="base" hangingPunct="1">
              <a:spcBef>
                <a:spcPct val="0"/>
              </a:spcBef>
              <a:spcAft>
                <a:spcPct val="0"/>
              </a:spcAft>
              <a:defRPr sz="2800" b="1">
                <a:solidFill>
                  <a:schemeClr val="tx2"/>
                </a:solidFill>
                <a:latin typeface="Arial" panose="020B0604020202020204" pitchFamily="34" charset="0"/>
              </a:defRPr>
            </a:lvl8pPr>
            <a:lvl9pPr marL="1828800" algn="l" rtl="0" eaLnBrk="1" fontAlgn="base" hangingPunct="1">
              <a:spcBef>
                <a:spcPct val="0"/>
              </a:spcBef>
              <a:spcAft>
                <a:spcPct val="0"/>
              </a:spcAft>
              <a:defRPr sz="2800" b="1">
                <a:solidFill>
                  <a:schemeClr val="tx2"/>
                </a:solidFill>
                <a:latin typeface="Arial" panose="020B0604020202020204" pitchFamily="34" charset="0"/>
              </a:defRPr>
            </a:lvl9pPr>
          </a:lstStyle>
          <a:p>
            <a:pPr marL="0" marR="0" lvl="0" indent="0" algn="r" defTabSz="914400" rtl="0" eaLnBrk="1" fontAlgn="base" latinLnBrk="0" hangingPunct="1">
              <a:lnSpc>
                <a:spcPts val="2300"/>
              </a:lnSpc>
              <a:spcBef>
                <a:spcPct val="0"/>
              </a:spcBef>
              <a:spcAft>
                <a:spcPct val="0"/>
              </a:spcAft>
              <a:buClrTx/>
              <a:buSzTx/>
              <a:buFontTx/>
              <a:buNone/>
              <a:defRPr/>
            </a:pPr>
            <a:endParaRPr kumimoji="0" lang="en-US" altLang="zh-CN" sz="2800" b="1" i="0" u="none" strike="noStrike" kern="0" cap="none" spc="0" normalizeH="0" baseline="0" noProof="0" dirty="0">
              <a:ln>
                <a:noFill/>
              </a:ln>
              <a:solidFill>
                <a:srgbClr val="FAA906"/>
              </a:solidFill>
              <a:effectLst/>
              <a:uLnTx/>
              <a:uFillTx/>
              <a:latin typeface="楷体" panose="02010609060101010101" pitchFamily="49" charset="-122"/>
              <a:ea typeface="楷体" panose="02010609060101010101" pitchFamily="49" charset="-122"/>
              <a:cs typeface="+mj-cs"/>
            </a:endParaRPr>
          </a:p>
        </p:txBody>
      </p:sp>
      <p:sp>
        <p:nvSpPr>
          <p:cNvPr id="7" name="标题 1"/>
          <p:cNvSpPr>
            <a:spLocks noGrp="1"/>
          </p:cNvSpPr>
          <p:nvPr>
            <p:ph type="title"/>
          </p:nvPr>
        </p:nvSpPr>
        <p:spPr>
          <a:xfrm>
            <a:off x="467544" y="457200"/>
            <a:ext cx="5673824" cy="563563"/>
          </a:xfrm>
        </p:spPr>
        <p:txBody>
          <a:bodyPr/>
          <a:lstStyle/>
          <a:p>
            <a:r>
              <a:rPr lang="zh-CN" altLang="en-US" dirty="0" smtClean="0"/>
              <a:t>承包商与业主、咨询工程师</a:t>
            </a:r>
            <a:br>
              <a:rPr lang="en-US" altLang="zh-CN" dirty="0" smtClean="0"/>
            </a:br>
            <a:r>
              <a:rPr lang="zh-CN" altLang="en-US" dirty="0" smtClean="0"/>
              <a:t>合作关系的重要性</a:t>
            </a:r>
            <a:endParaRPr lang="zh-CN" altLang="en-US" dirty="0"/>
          </a:p>
        </p:txBody>
      </p:sp>
      <p:graphicFrame>
        <p:nvGraphicFramePr>
          <p:cNvPr id="9" name="图表 8"/>
          <p:cNvGraphicFramePr/>
          <p:nvPr/>
        </p:nvGraphicFramePr>
        <p:xfrm>
          <a:off x="503548" y="1337207"/>
          <a:ext cx="8136904" cy="4464000"/>
        </p:xfrm>
        <a:graphic>
          <a:graphicData uri="http://schemas.openxmlformats.org/drawingml/2006/chart">
            <c:chart xmlns:c="http://schemas.openxmlformats.org/drawingml/2006/chart" xmlns:r="http://schemas.openxmlformats.org/officeDocument/2006/relationships" r:id="rId1"/>
          </a:graphicData>
        </a:graphic>
      </p:graphicFrame>
      <p:sp>
        <p:nvSpPr>
          <p:cNvPr id="11" name="圆角矩形 10"/>
          <p:cNvSpPr/>
          <p:nvPr/>
        </p:nvSpPr>
        <p:spPr>
          <a:xfrm>
            <a:off x="2195736" y="1371397"/>
            <a:ext cx="576064" cy="2485394"/>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圆角矩形 11"/>
          <p:cNvSpPr/>
          <p:nvPr/>
        </p:nvSpPr>
        <p:spPr>
          <a:xfrm>
            <a:off x="3419872" y="1371397"/>
            <a:ext cx="576064" cy="2485394"/>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advTm="17612"/>
    </mc:Choice>
    <mc:Fallback>
      <p:transition spd="slow" advTm="1761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457200"/>
            <a:ext cx="5673824" cy="563563"/>
          </a:xfrm>
        </p:spPr>
        <p:txBody>
          <a:bodyPr/>
          <a:lstStyle/>
          <a:p>
            <a:r>
              <a:rPr lang="zh-CN" altLang="zh-CN" dirty="0"/>
              <a:t>承包商</a:t>
            </a:r>
            <a:r>
              <a:rPr lang="en-US" altLang="zh-CN" dirty="0"/>
              <a:t>-</a:t>
            </a:r>
            <a:r>
              <a:rPr lang="zh-CN" altLang="en-US" dirty="0"/>
              <a:t>业主、</a:t>
            </a:r>
            <a:r>
              <a:rPr lang="zh-CN" altLang="en-US" dirty="0" smtClean="0"/>
              <a:t>咨询工程师</a:t>
            </a:r>
            <a:endParaRPr lang="zh-CN" altLang="en-US" dirty="0"/>
          </a:p>
        </p:txBody>
      </p:sp>
      <p:sp>
        <p:nvSpPr>
          <p:cNvPr id="4" name="内容占位符 3"/>
          <p:cNvSpPr>
            <a:spLocks noGrp="1"/>
          </p:cNvSpPr>
          <p:nvPr>
            <p:ph idx="1"/>
          </p:nvPr>
        </p:nvSpPr>
        <p:spPr>
          <a:xfrm>
            <a:off x="755576" y="1628800"/>
            <a:ext cx="7848872" cy="4320480"/>
          </a:xfrm>
          <a:noFill/>
        </p:spPr>
        <p:txBody>
          <a:bodyPr/>
          <a:lstStyle/>
          <a:p>
            <a:r>
              <a:rPr lang="zh-CN" altLang="en-US" sz="2200" dirty="0" smtClean="0"/>
              <a:t>体现专业素养，建立平等关系，搭建沟通协商平台</a:t>
            </a:r>
            <a:endParaRPr lang="en-US" altLang="zh-CN" sz="2200" dirty="0" smtClean="0"/>
          </a:p>
          <a:p>
            <a:r>
              <a:rPr lang="zh-CN" altLang="en-US" sz="2200" dirty="0" smtClean="0"/>
              <a:t>形成共同目标，建立伙伴关系，提高索赔成功概率</a:t>
            </a:r>
            <a:endParaRPr lang="en-US" altLang="zh-CN" sz="2200" dirty="0"/>
          </a:p>
          <a:p>
            <a:pPr lvl="1"/>
            <a:r>
              <a:rPr lang="zh-CN" altLang="en-US" sz="2200" dirty="0" smtClean="0">
                <a:latin typeface="楷体" panose="02010609060101010101" pitchFamily="49" charset="-122"/>
                <a:ea typeface="楷体" panose="02010609060101010101" pitchFamily="49" charset="-122"/>
              </a:rPr>
              <a:t>机电设计使用中国标准</a:t>
            </a:r>
            <a:endParaRPr lang="en-US" altLang="zh-CN" sz="2200" dirty="0" smtClean="0">
              <a:latin typeface="楷体" panose="02010609060101010101" pitchFamily="49" charset="-122"/>
              <a:ea typeface="楷体" panose="02010609060101010101" pitchFamily="49" charset="-122"/>
            </a:endParaRPr>
          </a:p>
          <a:p>
            <a:r>
              <a:rPr lang="zh-CN" altLang="en-US" sz="2200" dirty="0" smtClean="0"/>
              <a:t>高频、有针对性的沟通</a:t>
            </a:r>
            <a:endParaRPr lang="en-US" altLang="zh-CN" sz="2200" dirty="0" smtClean="0"/>
          </a:p>
          <a:p>
            <a:r>
              <a:rPr lang="zh-CN" altLang="en-US" sz="2200" dirty="0" smtClean="0"/>
              <a:t>共享资源</a:t>
            </a:r>
            <a:endParaRPr lang="en-US" altLang="zh-CN" sz="2200" dirty="0" smtClean="0"/>
          </a:p>
          <a:p>
            <a:pPr lvl="1"/>
            <a:r>
              <a:rPr lang="zh-CN" altLang="en-US" sz="2200" dirty="0" smtClean="0">
                <a:latin typeface="楷体" panose="02010609060101010101" pitchFamily="49" charset="-122"/>
                <a:ea typeface="楷体" panose="02010609060101010101" pitchFamily="49" charset="-122"/>
              </a:rPr>
              <a:t>全球采购（新西兰、印度等地）</a:t>
            </a:r>
            <a:endParaRPr lang="en-US" altLang="zh-CN" sz="2200" dirty="0" smtClean="0">
              <a:latin typeface="楷体" panose="02010609060101010101" pitchFamily="49" charset="-122"/>
              <a:ea typeface="楷体" panose="02010609060101010101" pitchFamily="49" charset="-122"/>
            </a:endParaRPr>
          </a:p>
          <a:p>
            <a:pPr lvl="1"/>
            <a:r>
              <a:rPr lang="zh-CN" altLang="en-US" sz="2200" dirty="0" smtClean="0">
                <a:latin typeface="楷体" panose="02010609060101010101" pitchFamily="49" charset="-122"/>
                <a:ea typeface="楷体" panose="02010609060101010101" pitchFamily="49" charset="-122"/>
              </a:rPr>
              <a:t>聘请</a:t>
            </a:r>
            <a:r>
              <a:rPr lang="zh-CN" altLang="en-US" sz="2200" dirty="0">
                <a:latin typeface="楷体" panose="02010609060101010101" pitchFamily="49" charset="-122"/>
                <a:ea typeface="楷体" panose="02010609060101010101" pitchFamily="49" charset="-122"/>
              </a:rPr>
              <a:t>当地机电</a:t>
            </a:r>
            <a:r>
              <a:rPr lang="zh-CN" altLang="en-US" sz="2200" dirty="0" smtClean="0">
                <a:latin typeface="楷体" panose="02010609060101010101" pitchFamily="49" charset="-122"/>
                <a:ea typeface="楷体" panose="02010609060101010101" pitchFamily="49" charset="-122"/>
              </a:rPr>
              <a:t>安装指导员</a:t>
            </a:r>
            <a:endParaRPr lang="en-US" altLang="zh-CN" sz="2200" dirty="0" smtClean="0">
              <a:latin typeface="楷体" panose="02010609060101010101" pitchFamily="49" charset="-122"/>
              <a:ea typeface="楷体" panose="02010609060101010101" pitchFamily="49" charset="-122"/>
            </a:endParaRPr>
          </a:p>
        </p:txBody>
      </p:sp>
      <p:sp>
        <p:nvSpPr>
          <p:cNvPr id="5" name="Rectangle 2"/>
          <p:cNvSpPr txBox="1">
            <a:spLocks noChangeArrowheads="1"/>
          </p:cNvSpPr>
          <p:nvPr/>
        </p:nvSpPr>
        <p:spPr bwMode="gray">
          <a:xfrm>
            <a:off x="5652120" y="96841"/>
            <a:ext cx="3491880" cy="563563"/>
          </a:xfrm>
          <a:prstGeom prst="rect">
            <a:avLst/>
          </a:prstGeom>
          <a:solidFill>
            <a:schemeClr val="bg1"/>
          </a:solidFill>
          <a:ln>
            <a:noFill/>
          </a:ln>
          <a:effectLst/>
        </p:spPr>
        <p:txBody>
          <a:bodyPr vert="horz" wrap="square" lIns="91440" tIns="45720" rIns="91440" bIns="45720" numCol="1" anchor="ctr" anchorCtr="0" compatLnSpc="1"/>
          <a:lstStyle>
            <a:lvl1pPr algn="l" rtl="0" eaLnBrk="1" fontAlgn="base" hangingPunct="1">
              <a:spcBef>
                <a:spcPct val="0"/>
              </a:spcBef>
              <a:spcAft>
                <a:spcPct val="0"/>
              </a:spcAft>
              <a:defRPr sz="2800" b="1">
                <a:solidFill>
                  <a:schemeClr val="tx2"/>
                </a:solidFill>
                <a:latin typeface="+mj-lt"/>
                <a:ea typeface="+mj-ea"/>
                <a:cs typeface="+mj-cs"/>
              </a:defRPr>
            </a:lvl1pPr>
            <a:lvl2pPr algn="l" rtl="0" eaLnBrk="1" fontAlgn="base" hangingPunct="1">
              <a:spcBef>
                <a:spcPct val="0"/>
              </a:spcBef>
              <a:spcAft>
                <a:spcPct val="0"/>
              </a:spcAft>
              <a:defRPr sz="2800" b="1">
                <a:solidFill>
                  <a:schemeClr val="tx2"/>
                </a:solidFill>
                <a:latin typeface="Arial" panose="020B0604020202020204" pitchFamily="34" charset="0"/>
              </a:defRPr>
            </a:lvl2pPr>
            <a:lvl3pPr algn="l" rtl="0" eaLnBrk="1" fontAlgn="base" hangingPunct="1">
              <a:spcBef>
                <a:spcPct val="0"/>
              </a:spcBef>
              <a:spcAft>
                <a:spcPct val="0"/>
              </a:spcAft>
              <a:defRPr sz="2800" b="1">
                <a:solidFill>
                  <a:schemeClr val="tx2"/>
                </a:solidFill>
                <a:latin typeface="Arial" panose="020B0604020202020204" pitchFamily="34" charset="0"/>
              </a:defRPr>
            </a:lvl3pPr>
            <a:lvl4pPr algn="l" rtl="0" eaLnBrk="1" fontAlgn="base" hangingPunct="1">
              <a:spcBef>
                <a:spcPct val="0"/>
              </a:spcBef>
              <a:spcAft>
                <a:spcPct val="0"/>
              </a:spcAft>
              <a:defRPr sz="2800" b="1">
                <a:solidFill>
                  <a:schemeClr val="tx2"/>
                </a:solidFill>
                <a:latin typeface="Arial" panose="020B0604020202020204" pitchFamily="34" charset="0"/>
              </a:defRPr>
            </a:lvl4pPr>
            <a:lvl5pPr algn="l" rtl="0" eaLnBrk="1" fontAlgn="base" hangingPunct="1">
              <a:spcBef>
                <a:spcPct val="0"/>
              </a:spcBef>
              <a:spcAft>
                <a:spcPct val="0"/>
              </a:spcAft>
              <a:defRPr sz="2800" b="1">
                <a:solidFill>
                  <a:schemeClr val="tx2"/>
                </a:solidFill>
                <a:latin typeface="Arial" panose="020B0604020202020204" pitchFamily="34" charset="0"/>
              </a:defRPr>
            </a:lvl5pPr>
            <a:lvl6pPr marL="457200" algn="l" rtl="0" eaLnBrk="1" fontAlgn="base" hangingPunct="1">
              <a:spcBef>
                <a:spcPct val="0"/>
              </a:spcBef>
              <a:spcAft>
                <a:spcPct val="0"/>
              </a:spcAft>
              <a:defRPr sz="2800" b="1">
                <a:solidFill>
                  <a:schemeClr val="tx2"/>
                </a:solidFill>
                <a:latin typeface="Arial" panose="020B0604020202020204" pitchFamily="34" charset="0"/>
              </a:defRPr>
            </a:lvl6pPr>
            <a:lvl7pPr marL="914400" algn="l" rtl="0" eaLnBrk="1" fontAlgn="base" hangingPunct="1">
              <a:spcBef>
                <a:spcPct val="0"/>
              </a:spcBef>
              <a:spcAft>
                <a:spcPct val="0"/>
              </a:spcAft>
              <a:defRPr sz="2800" b="1">
                <a:solidFill>
                  <a:schemeClr val="tx2"/>
                </a:solidFill>
                <a:latin typeface="Arial" panose="020B0604020202020204" pitchFamily="34" charset="0"/>
              </a:defRPr>
            </a:lvl7pPr>
            <a:lvl8pPr marL="1371600" algn="l" rtl="0" eaLnBrk="1" fontAlgn="base" hangingPunct="1">
              <a:spcBef>
                <a:spcPct val="0"/>
              </a:spcBef>
              <a:spcAft>
                <a:spcPct val="0"/>
              </a:spcAft>
              <a:defRPr sz="2800" b="1">
                <a:solidFill>
                  <a:schemeClr val="tx2"/>
                </a:solidFill>
                <a:latin typeface="Arial" panose="020B0604020202020204" pitchFamily="34" charset="0"/>
              </a:defRPr>
            </a:lvl8pPr>
            <a:lvl9pPr marL="1828800" algn="l" rtl="0" eaLnBrk="1" fontAlgn="base" hangingPunct="1">
              <a:spcBef>
                <a:spcPct val="0"/>
              </a:spcBef>
              <a:spcAft>
                <a:spcPct val="0"/>
              </a:spcAft>
              <a:defRPr sz="2800" b="1">
                <a:solidFill>
                  <a:schemeClr val="tx2"/>
                </a:solidFill>
                <a:latin typeface="Arial" panose="020B0604020202020204" pitchFamily="34" charset="0"/>
              </a:defRPr>
            </a:lvl9pPr>
          </a:lstStyle>
          <a:p>
            <a:pPr marL="0" marR="0" lvl="0" indent="0" algn="r" defTabSz="914400" rtl="0" eaLnBrk="1" fontAlgn="base" latinLnBrk="0" hangingPunct="1">
              <a:lnSpc>
                <a:spcPts val="2300"/>
              </a:lnSpc>
              <a:spcBef>
                <a:spcPct val="0"/>
              </a:spcBef>
              <a:spcAft>
                <a:spcPct val="0"/>
              </a:spcAft>
              <a:buClrTx/>
              <a:buSzTx/>
              <a:buFontTx/>
              <a:buNone/>
              <a:defRPr/>
            </a:pPr>
            <a:endParaRPr kumimoji="0" lang="en-US" altLang="zh-CN" sz="2800" b="1" i="0" u="none" strike="noStrike" kern="0" cap="none" spc="0" normalizeH="0" baseline="0" noProof="0" dirty="0">
              <a:ln>
                <a:noFill/>
              </a:ln>
              <a:solidFill>
                <a:srgbClr val="FAA906"/>
              </a:solidFill>
              <a:effectLst/>
              <a:uLnTx/>
              <a:uFillTx/>
              <a:latin typeface="楷体" panose="02010609060101010101" pitchFamily="49" charset="-122"/>
              <a:ea typeface="楷体" panose="02010609060101010101" pitchFamily="49" charset="-122"/>
              <a:cs typeface="+mj-cs"/>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84796"/>
    </mc:Choice>
    <mc:Fallback>
      <p:transition spd="slow" advTm="8479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gray">
          <a:xfrm>
            <a:off x="5652120" y="96841"/>
            <a:ext cx="3491880" cy="563563"/>
          </a:xfrm>
          <a:prstGeom prst="rect">
            <a:avLst/>
          </a:prstGeom>
          <a:solidFill>
            <a:schemeClr val="bg1"/>
          </a:solidFill>
          <a:ln>
            <a:noFill/>
          </a:ln>
          <a:effectLst/>
        </p:spPr>
        <p:txBody>
          <a:bodyPr vert="horz" wrap="square" lIns="91440" tIns="45720" rIns="91440" bIns="45720" numCol="1" anchor="ctr" anchorCtr="0" compatLnSpc="1"/>
          <a:lstStyle>
            <a:lvl1pPr algn="l" rtl="0" eaLnBrk="1" fontAlgn="base" hangingPunct="1">
              <a:spcBef>
                <a:spcPct val="0"/>
              </a:spcBef>
              <a:spcAft>
                <a:spcPct val="0"/>
              </a:spcAft>
              <a:defRPr sz="2800" b="1">
                <a:solidFill>
                  <a:schemeClr val="tx2"/>
                </a:solidFill>
                <a:latin typeface="+mj-lt"/>
                <a:ea typeface="+mj-ea"/>
                <a:cs typeface="+mj-cs"/>
              </a:defRPr>
            </a:lvl1pPr>
            <a:lvl2pPr algn="l" rtl="0" eaLnBrk="1" fontAlgn="base" hangingPunct="1">
              <a:spcBef>
                <a:spcPct val="0"/>
              </a:spcBef>
              <a:spcAft>
                <a:spcPct val="0"/>
              </a:spcAft>
              <a:defRPr sz="2800" b="1">
                <a:solidFill>
                  <a:schemeClr val="tx2"/>
                </a:solidFill>
                <a:latin typeface="Arial" panose="020B0604020202020204" pitchFamily="34" charset="0"/>
              </a:defRPr>
            </a:lvl2pPr>
            <a:lvl3pPr algn="l" rtl="0" eaLnBrk="1" fontAlgn="base" hangingPunct="1">
              <a:spcBef>
                <a:spcPct val="0"/>
              </a:spcBef>
              <a:spcAft>
                <a:spcPct val="0"/>
              </a:spcAft>
              <a:defRPr sz="2800" b="1">
                <a:solidFill>
                  <a:schemeClr val="tx2"/>
                </a:solidFill>
                <a:latin typeface="Arial" panose="020B0604020202020204" pitchFamily="34" charset="0"/>
              </a:defRPr>
            </a:lvl3pPr>
            <a:lvl4pPr algn="l" rtl="0" eaLnBrk="1" fontAlgn="base" hangingPunct="1">
              <a:spcBef>
                <a:spcPct val="0"/>
              </a:spcBef>
              <a:spcAft>
                <a:spcPct val="0"/>
              </a:spcAft>
              <a:defRPr sz="2800" b="1">
                <a:solidFill>
                  <a:schemeClr val="tx2"/>
                </a:solidFill>
                <a:latin typeface="Arial" panose="020B0604020202020204" pitchFamily="34" charset="0"/>
              </a:defRPr>
            </a:lvl4pPr>
            <a:lvl5pPr algn="l" rtl="0" eaLnBrk="1" fontAlgn="base" hangingPunct="1">
              <a:spcBef>
                <a:spcPct val="0"/>
              </a:spcBef>
              <a:spcAft>
                <a:spcPct val="0"/>
              </a:spcAft>
              <a:defRPr sz="2800" b="1">
                <a:solidFill>
                  <a:schemeClr val="tx2"/>
                </a:solidFill>
                <a:latin typeface="Arial" panose="020B0604020202020204" pitchFamily="34" charset="0"/>
              </a:defRPr>
            </a:lvl5pPr>
            <a:lvl6pPr marL="457200" algn="l" rtl="0" eaLnBrk="1" fontAlgn="base" hangingPunct="1">
              <a:spcBef>
                <a:spcPct val="0"/>
              </a:spcBef>
              <a:spcAft>
                <a:spcPct val="0"/>
              </a:spcAft>
              <a:defRPr sz="2800" b="1">
                <a:solidFill>
                  <a:schemeClr val="tx2"/>
                </a:solidFill>
                <a:latin typeface="Arial" panose="020B0604020202020204" pitchFamily="34" charset="0"/>
              </a:defRPr>
            </a:lvl6pPr>
            <a:lvl7pPr marL="914400" algn="l" rtl="0" eaLnBrk="1" fontAlgn="base" hangingPunct="1">
              <a:spcBef>
                <a:spcPct val="0"/>
              </a:spcBef>
              <a:spcAft>
                <a:spcPct val="0"/>
              </a:spcAft>
              <a:defRPr sz="2800" b="1">
                <a:solidFill>
                  <a:schemeClr val="tx2"/>
                </a:solidFill>
                <a:latin typeface="Arial" panose="020B0604020202020204" pitchFamily="34" charset="0"/>
              </a:defRPr>
            </a:lvl7pPr>
            <a:lvl8pPr marL="1371600" algn="l" rtl="0" eaLnBrk="1" fontAlgn="base" hangingPunct="1">
              <a:spcBef>
                <a:spcPct val="0"/>
              </a:spcBef>
              <a:spcAft>
                <a:spcPct val="0"/>
              </a:spcAft>
              <a:defRPr sz="2800" b="1">
                <a:solidFill>
                  <a:schemeClr val="tx2"/>
                </a:solidFill>
                <a:latin typeface="Arial" panose="020B0604020202020204" pitchFamily="34" charset="0"/>
              </a:defRPr>
            </a:lvl8pPr>
            <a:lvl9pPr marL="1828800" algn="l" rtl="0" eaLnBrk="1" fontAlgn="base" hangingPunct="1">
              <a:spcBef>
                <a:spcPct val="0"/>
              </a:spcBef>
              <a:spcAft>
                <a:spcPct val="0"/>
              </a:spcAft>
              <a:defRPr sz="2800" b="1">
                <a:solidFill>
                  <a:schemeClr val="tx2"/>
                </a:solidFill>
                <a:latin typeface="Arial" panose="020B0604020202020204" pitchFamily="34" charset="0"/>
              </a:defRPr>
            </a:lvl9pPr>
          </a:lstStyle>
          <a:p>
            <a:pPr marL="0" marR="0" lvl="0" indent="0" algn="r" defTabSz="914400" rtl="0" eaLnBrk="1" fontAlgn="base" latinLnBrk="0" hangingPunct="1">
              <a:lnSpc>
                <a:spcPts val="2300"/>
              </a:lnSpc>
              <a:spcBef>
                <a:spcPct val="0"/>
              </a:spcBef>
              <a:spcAft>
                <a:spcPct val="0"/>
              </a:spcAft>
              <a:buClrTx/>
              <a:buSzTx/>
              <a:buFontTx/>
              <a:buNone/>
              <a:defRPr/>
            </a:pPr>
            <a:endParaRPr kumimoji="0" lang="en-US" altLang="zh-CN" sz="2800" b="1" i="0" u="none" strike="noStrike" kern="0" cap="none" spc="0" normalizeH="0" baseline="0" noProof="0" dirty="0">
              <a:ln>
                <a:noFill/>
              </a:ln>
              <a:solidFill>
                <a:srgbClr val="FAA906"/>
              </a:solidFill>
              <a:effectLst/>
              <a:uLnTx/>
              <a:uFillTx/>
              <a:latin typeface="楷体" panose="02010609060101010101" pitchFamily="49" charset="-122"/>
              <a:ea typeface="楷体" panose="02010609060101010101" pitchFamily="49" charset="-122"/>
              <a:cs typeface="+mj-cs"/>
            </a:endParaRPr>
          </a:p>
        </p:txBody>
      </p:sp>
      <p:graphicFrame>
        <p:nvGraphicFramePr>
          <p:cNvPr id="9" name="图表 8"/>
          <p:cNvGraphicFramePr/>
          <p:nvPr/>
        </p:nvGraphicFramePr>
        <p:xfrm>
          <a:off x="503548" y="1337207"/>
          <a:ext cx="8136904" cy="4464000"/>
        </p:xfrm>
        <a:graphic>
          <a:graphicData uri="http://schemas.openxmlformats.org/drawingml/2006/chart">
            <c:chart xmlns:c="http://schemas.openxmlformats.org/drawingml/2006/chart" xmlns:r="http://schemas.openxmlformats.org/officeDocument/2006/relationships" r:id="rId1"/>
          </a:graphicData>
        </a:graphic>
      </p:graphicFrame>
      <p:sp>
        <p:nvSpPr>
          <p:cNvPr id="13" name="圆角矩形 12"/>
          <p:cNvSpPr/>
          <p:nvPr/>
        </p:nvSpPr>
        <p:spPr>
          <a:xfrm>
            <a:off x="7050394" y="1366935"/>
            <a:ext cx="576064" cy="2485394"/>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标题 1"/>
          <p:cNvSpPr>
            <a:spLocks noGrp="1"/>
          </p:cNvSpPr>
          <p:nvPr>
            <p:ph type="title"/>
          </p:nvPr>
        </p:nvSpPr>
        <p:spPr>
          <a:xfrm>
            <a:off x="467544" y="457200"/>
            <a:ext cx="5673824" cy="563563"/>
          </a:xfrm>
        </p:spPr>
        <p:txBody>
          <a:bodyPr/>
          <a:lstStyle/>
          <a:p>
            <a:r>
              <a:rPr lang="zh-CN" altLang="en-US" dirty="0" smtClean="0"/>
              <a:t>承包商与</a:t>
            </a:r>
            <a:r>
              <a:rPr lang="en-US" altLang="zh-CN" dirty="0" smtClean="0"/>
              <a:t>HSE</a:t>
            </a:r>
            <a:r>
              <a:rPr lang="zh-CN" altLang="en-US" dirty="0" smtClean="0"/>
              <a:t>相关方</a:t>
            </a:r>
            <a:br>
              <a:rPr lang="en-US" altLang="zh-CN" dirty="0" smtClean="0"/>
            </a:br>
            <a:r>
              <a:rPr lang="zh-CN" altLang="en-US" dirty="0" smtClean="0"/>
              <a:t>合作关系的重要性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4236"/>
    </mc:Choice>
    <mc:Fallback>
      <p:transition spd="slow" advTm="423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457200"/>
            <a:ext cx="5673824" cy="563563"/>
          </a:xfrm>
        </p:spPr>
        <p:txBody>
          <a:bodyPr/>
          <a:lstStyle/>
          <a:p>
            <a:r>
              <a:rPr lang="zh-CN" altLang="zh-CN" dirty="0"/>
              <a:t>承包商</a:t>
            </a:r>
            <a:r>
              <a:rPr lang="en-US" altLang="zh-CN" dirty="0" smtClean="0"/>
              <a:t>-HSE</a:t>
            </a:r>
            <a:r>
              <a:rPr lang="zh-CN" altLang="en-US" dirty="0" smtClean="0"/>
              <a:t>相关方</a:t>
            </a:r>
            <a:endParaRPr lang="zh-CN" altLang="en-US" dirty="0"/>
          </a:p>
        </p:txBody>
      </p:sp>
      <p:sp>
        <p:nvSpPr>
          <p:cNvPr id="4" name="内容占位符 3"/>
          <p:cNvSpPr>
            <a:spLocks noGrp="1"/>
          </p:cNvSpPr>
          <p:nvPr>
            <p:ph idx="1"/>
          </p:nvPr>
        </p:nvSpPr>
        <p:spPr>
          <a:xfrm>
            <a:off x="827584" y="1628800"/>
            <a:ext cx="7632848" cy="3672408"/>
          </a:xfrm>
          <a:noFill/>
        </p:spPr>
        <p:txBody>
          <a:bodyPr/>
          <a:lstStyle/>
          <a:p>
            <a:r>
              <a:rPr lang="zh-CN" altLang="en-US" sz="2200" dirty="0" smtClean="0">
                <a:latin typeface="宋体" panose="02010600030101010101" pitchFamily="2" charset="-122"/>
                <a:ea typeface="宋体" panose="02010600030101010101" pitchFamily="2" charset="-122"/>
              </a:rPr>
              <a:t>执行澳</a:t>
            </a:r>
            <a:r>
              <a:rPr lang="zh-CN" altLang="en-US" sz="2200" dirty="0">
                <a:latin typeface="宋体" panose="02010600030101010101" pitchFamily="2" charset="-122"/>
                <a:ea typeface="宋体" panose="02010600030101010101" pitchFamily="2" charset="-122"/>
              </a:rPr>
              <a:t>新</a:t>
            </a:r>
            <a:r>
              <a:rPr lang="zh-CN" altLang="en-US" sz="2200" dirty="0" smtClean="0">
                <a:latin typeface="宋体" panose="02010600030101010101" pitchFamily="2" charset="-122"/>
                <a:ea typeface="宋体" panose="02010600030101010101" pitchFamily="2" charset="-122"/>
              </a:rPr>
              <a:t>规范，对</a:t>
            </a:r>
            <a:r>
              <a:rPr lang="en-US" altLang="zh-CN" sz="2200" dirty="0" smtClean="0">
                <a:latin typeface="宋体" panose="02010600030101010101" pitchFamily="2" charset="-122"/>
                <a:ea typeface="宋体" panose="02010600030101010101" pitchFamily="2" charset="-122"/>
              </a:rPr>
              <a:t>HSE</a:t>
            </a:r>
            <a:r>
              <a:rPr lang="zh-CN" altLang="en-US" sz="2200" dirty="0" smtClean="0">
                <a:latin typeface="宋体" panose="02010600030101010101" pitchFamily="2" charset="-122"/>
                <a:ea typeface="宋体" panose="02010600030101010101" pitchFamily="2" charset="-122"/>
              </a:rPr>
              <a:t>管理工作要求高</a:t>
            </a:r>
            <a:endParaRPr lang="en-US" altLang="zh-CN" sz="2200" dirty="0">
              <a:latin typeface="宋体" panose="02010600030101010101" pitchFamily="2" charset="-122"/>
              <a:ea typeface="宋体" panose="02010600030101010101" pitchFamily="2" charset="-122"/>
            </a:endParaRPr>
          </a:p>
          <a:p>
            <a:r>
              <a:rPr lang="zh-CN" altLang="en-US" sz="2200" dirty="0" smtClean="0">
                <a:latin typeface="宋体" panose="02010600030101010101" pitchFamily="2" charset="-122"/>
                <a:ea typeface="宋体" panose="02010600030101010101" pitchFamily="2" charset="-122"/>
              </a:rPr>
              <a:t>与全球专业人士合作：</a:t>
            </a:r>
            <a:endParaRPr lang="en-US" altLang="zh-CN" sz="2200" dirty="0" smtClean="0">
              <a:latin typeface="宋体" panose="02010600030101010101" pitchFamily="2" charset="-122"/>
              <a:ea typeface="宋体" panose="02010600030101010101" pitchFamily="2" charset="-122"/>
            </a:endParaRPr>
          </a:p>
          <a:p>
            <a:pPr lvl="1"/>
            <a:r>
              <a:rPr lang="zh-CN" altLang="en-US" sz="1800" dirty="0" smtClean="0">
                <a:latin typeface="楷体" panose="02010609060101010101" pitchFamily="49" charset="-122"/>
                <a:ea typeface="楷体" panose="02010609060101010101" pitchFamily="49" charset="-122"/>
              </a:rPr>
              <a:t>聘请加拿大卑诗省劳工保护局调查官担任</a:t>
            </a:r>
            <a:r>
              <a:rPr lang="en-US" altLang="zh-CN" sz="1800" u="sng" dirty="0" smtClean="0">
                <a:latin typeface="楷体" panose="02010609060101010101" pitchFamily="49" charset="-122"/>
                <a:ea typeface="楷体" panose="02010609060101010101" pitchFamily="49" charset="-122"/>
              </a:rPr>
              <a:t>HSE</a:t>
            </a:r>
            <a:r>
              <a:rPr lang="zh-CN" altLang="en-US" sz="1800" u="sng" dirty="0" smtClean="0">
                <a:latin typeface="楷体" panose="02010609060101010101" pitchFamily="49" charset="-122"/>
                <a:ea typeface="楷体" panose="02010609060101010101" pitchFamily="49" charset="-122"/>
              </a:rPr>
              <a:t>经理</a:t>
            </a:r>
            <a:r>
              <a:rPr lang="zh-CN" altLang="en-US" sz="1800" dirty="0" smtClean="0">
                <a:latin typeface="楷体" panose="02010609060101010101" pitchFamily="49" charset="-122"/>
                <a:ea typeface="楷体" panose="02010609060101010101" pitchFamily="49" charset="-122"/>
              </a:rPr>
              <a:t>，指导建立符合国际标准的</a:t>
            </a:r>
            <a:r>
              <a:rPr lang="en-US" altLang="zh-CN" sz="1800" dirty="0" smtClean="0">
                <a:latin typeface="楷体" panose="02010609060101010101" pitchFamily="49" charset="-122"/>
                <a:ea typeface="楷体" panose="02010609060101010101" pitchFamily="49" charset="-122"/>
              </a:rPr>
              <a:t>HSE</a:t>
            </a:r>
            <a:r>
              <a:rPr lang="zh-CN" altLang="en-US" sz="1800" dirty="0" smtClean="0">
                <a:latin typeface="楷体" panose="02010609060101010101" pitchFamily="49" charset="-122"/>
                <a:ea typeface="楷体" panose="02010609060101010101" pitchFamily="49" charset="-122"/>
              </a:rPr>
              <a:t>体系</a:t>
            </a:r>
            <a:endParaRPr lang="en-US" altLang="zh-CN" sz="1800" dirty="0" smtClean="0">
              <a:latin typeface="楷体" panose="02010609060101010101" pitchFamily="49" charset="-122"/>
              <a:ea typeface="楷体" panose="02010609060101010101" pitchFamily="49" charset="-122"/>
            </a:endParaRPr>
          </a:p>
          <a:p>
            <a:pPr lvl="1"/>
            <a:r>
              <a:rPr lang="zh-CN" altLang="en-US" sz="1800" dirty="0" smtClean="0">
                <a:latin typeface="楷体" panose="02010609060101010101" pitchFamily="49" charset="-122"/>
                <a:ea typeface="楷体" panose="02010609060101010101" pitchFamily="49" charset="-122"/>
              </a:rPr>
              <a:t>聘请</a:t>
            </a:r>
            <a:r>
              <a:rPr lang="zh-CN" altLang="en-US" sz="1800" dirty="0">
                <a:latin typeface="楷体" panose="02010609060101010101" pitchFamily="49" charset="-122"/>
                <a:ea typeface="楷体" panose="02010609060101010101" pitchFamily="49" charset="-122"/>
              </a:rPr>
              <a:t>国际白人</a:t>
            </a:r>
            <a:r>
              <a:rPr lang="zh-CN" altLang="en-US" sz="1800" u="sng" dirty="0">
                <a:latin typeface="楷体" panose="02010609060101010101" pitchFamily="49" charset="-122"/>
                <a:ea typeface="楷体" panose="02010609060101010101" pitchFamily="49" charset="-122"/>
              </a:rPr>
              <a:t>安全总监</a:t>
            </a:r>
            <a:r>
              <a:rPr lang="zh-CN" altLang="en-US" sz="1800" dirty="0">
                <a:latin typeface="楷体" panose="02010609060101010101" pitchFamily="49" charset="-122"/>
                <a:ea typeface="楷体" panose="02010609060101010101" pitchFamily="49" charset="-122"/>
              </a:rPr>
              <a:t>负责组织、管理、协调项目安全工作</a:t>
            </a:r>
            <a:endParaRPr lang="en-US" altLang="zh-CN" sz="1800" dirty="0">
              <a:latin typeface="楷体" panose="02010609060101010101" pitchFamily="49" charset="-122"/>
              <a:ea typeface="楷体" panose="02010609060101010101" pitchFamily="49" charset="-122"/>
            </a:endParaRPr>
          </a:p>
          <a:p>
            <a:pPr lvl="1"/>
            <a:r>
              <a:rPr lang="zh-CN" altLang="en-US" sz="1800" dirty="0" smtClean="0">
                <a:latin typeface="楷体" panose="02010609060101010101" pitchFamily="49" charset="-122"/>
                <a:ea typeface="楷体" panose="02010609060101010101" pitchFamily="49" charset="-122"/>
              </a:rPr>
              <a:t>聘请当地政府部门取得特种资格证书的隧洞爆破</a:t>
            </a:r>
            <a:r>
              <a:rPr lang="zh-CN" altLang="en-US" sz="1800" u="sng" dirty="0" smtClean="0">
                <a:latin typeface="楷体" panose="02010609060101010101" pitchFamily="49" charset="-122"/>
                <a:ea typeface="楷体" panose="02010609060101010101" pitchFamily="49" charset="-122"/>
              </a:rPr>
              <a:t>专家</a:t>
            </a:r>
            <a:r>
              <a:rPr lang="zh-CN" altLang="en-US" sz="1800" dirty="0" smtClean="0">
                <a:latin typeface="楷体" panose="02010609060101010101" pitchFamily="49" charset="-122"/>
                <a:ea typeface="楷体" panose="02010609060101010101" pitchFamily="49" charset="-122"/>
              </a:rPr>
              <a:t>和采矿专家</a:t>
            </a:r>
            <a:endParaRPr lang="en-US" altLang="zh-CN" sz="1800" dirty="0" smtClean="0">
              <a:latin typeface="楷体" panose="02010609060101010101" pitchFamily="49" charset="-122"/>
              <a:ea typeface="楷体" panose="02010609060101010101" pitchFamily="49" charset="-122"/>
            </a:endParaRPr>
          </a:p>
          <a:p>
            <a:r>
              <a:rPr lang="zh-CN" altLang="en-US" sz="2200" dirty="0">
                <a:latin typeface="宋体" panose="02010600030101010101" pitchFamily="2" charset="-122"/>
                <a:ea typeface="宋体" panose="02010600030101010101" pitchFamily="2" charset="-122"/>
              </a:rPr>
              <a:t>效果：</a:t>
            </a:r>
            <a:endParaRPr lang="en-US" altLang="zh-CN" sz="2200" dirty="0">
              <a:latin typeface="宋体" panose="02010600030101010101" pitchFamily="2" charset="-122"/>
              <a:ea typeface="宋体" panose="02010600030101010101" pitchFamily="2" charset="-122"/>
            </a:endParaRPr>
          </a:p>
          <a:p>
            <a:pPr lvl="1"/>
            <a:r>
              <a:rPr lang="zh-CN" altLang="en-US" sz="1800" dirty="0" smtClean="0">
                <a:latin typeface="楷体" panose="02010609060101010101" pitchFamily="49" charset="-122"/>
                <a:ea typeface="楷体" panose="02010609060101010101" pitchFamily="49" charset="-122"/>
              </a:rPr>
              <a:t>提升</a:t>
            </a:r>
            <a:r>
              <a:rPr lang="en-US" altLang="zh-CN" sz="1800" dirty="0" smtClean="0">
                <a:latin typeface="楷体" panose="02010609060101010101" pitchFamily="49" charset="-122"/>
                <a:ea typeface="楷体" panose="02010609060101010101" pitchFamily="49" charset="-122"/>
              </a:rPr>
              <a:t>HSE</a:t>
            </a:r>
            <a:r>
              <a:rPr lang="zh-CN" altLang="en-US" sz="1800" dirty="0" smtClean="0">
                <a:latin typeface="楷体" panose="02010609060101010101" pitchFamily="49" charset="-122"/>
                <a:ea typeface="楷体" panose="02010609060101010101" pitchFamily="49" charset="-122"/>
              </a:rPr>
              <a:t>管理水平</a:t>
            </a:r>
            <a:endParaRPr lang="en-US" altLang="zh-CN" sz="1800" dirty="0" smtClean="0">
              <a:latin typeface="楷体" panose="02010609060101010101" pitchFamily="49" charset="-122"/>
              <a:ea typeface="楷体" panose="02010609060101010101" pitchFamily="49" charset="-122"/>
            </a:endParaRPr>
          </a:p>
          <a:p>
            <a:pPr lvl="1"/>
            <a:r>
              <a:rPr lang="zh-CN" altLang="en-US" sz="1800" dirty="0" smtClean="0">
                <a:latin typeface="楷体" panose="02010609060101010101" pitchFamily="49" charset="-122"/>
                <a:ea typeface="楷体" panose="02010609060101010101" pitchFamily="49" charset="-122"/>
              </a:rPr>
              <a:t>培养大量适应高端市场的管理人才</a:t>
            </a:r>
            <a:endParaRPr lang="en-US" altLang="zh-CN" sz="1800" dirty="0" smtClean="0">
              <a:latin typeface="楷体" panose="02010609060101010101" pitchFamily="49" charset="-122"/>
              <a:ea typeface="楷体" panose="02010609060101010101" pitchFamily="49" charset="-122"/>
            </a:endParaRPr>
          </a:p>
          <a:p>
            <a:pPr lvl="1"/>
            <a:r>
              <a:rPr lang="zh-CN" altLang="en-US" sz="1800" dirty="0" smtClean="0">
                <a:latin typeface="楷体" panose="02010609060101010101" pitchFamily="49" charset="-122"/>
                <a:ea typeface="楷体" panose="02010609060101010101" pitchFamily="49" charset="-122"/>
              </a:rPr>
              <a:t>加强企业国际化理念</a:t>
            </a:r>
            <a:endParaRPr lang="en-US" altLang="zh-CN" sz="1800" dirty="0" smtClean="0">
              <a:latin typeface="楷体" panose="02010609060101010101" pitchFamily="49" charset="-122"/>
              <a:ea typeface="楷体" panose="02010609060101010101" pitchFamily="49" charset="-122"/>
            </a:endParaRPr>
          </a:p>
        </p:txBody>
      </p:sp>
      <p:sp>
        <p:nvSpPr>
          <p:cNvPr id="5" name="Rectangle 2"/>
          <p:cNvSpPr txBox="1">
            <a:spLocks noChangeArrowheads="1"/>
          </p:cNvSpPr>
          <p:nvPr/>
        </p:nvSpPr>
        <p:spPr bwMode="gray">
          <a:xfrm>
            <a:off x="5652120" y="96841"/>
            <a:ext cx="3491880" cy="563563"/>
          </a:xfrm>
          <a:prstGeom prst="rect">
            <a:avLst/>
          </a:prstGeom>
          <a:solidFill>
            <a:schemeClr val="bg1"/>
          </a:solidFill>
          <a:ln>
            <a:noFill/>
          </a:ln>
          <a:effectLst/>
        </p:spPr>
        <p:txBody>
          <a:bodyPr vert="horz" wrap="square" lIns="91440" tIns="45720" rIns="91440" bIns="45720" numCol="1" anchor="ctr" anchorCtr="0" compatLnSpc="1"/>
          <a:lstStyle>
            <a:lvl1pPr algn="l" rtl="0" eaLnBrk="1" fontAlgn="base" hangingPunct="1">
              <a:spcBef>
                <a:spcPct val="0"/>
              </a:spcBef>
              <a:spcAft>
                <a:spcPct val="0"/>
              </a:spcAft>
              <a:defRPr sz="2800" b="1">
                <a:solidFill>
                  <a:schemeClr val="tx2"/>
                </a:solidFill>
                <a:latin typeface="+mj-lt"/>
                <a:ea typeface="+mj-ea"/>
                <a:cs typeface="+mj-cs"/>
              </a:defRPr>
            </a:lvl1pPr>
            <a:lvl2pPr algn="l" rtl="0" eaLnBrk="1" fontAlgn="base" hangingPunct="1">
              <a:spcBef>
                <a:spcPct val="0"/>
              </a:spcBef>
              <a:spcAft>
                <a:spcPct val="0"/>
              </a:spcAft>
              <a:defRPr sz="2800" b="1">
                <a:solidFill>
                  <a:schemeClr val="tx2"/>
                </a:solidFill>
                <a:latin typeface="Arial" panose="020B0604020202020204" pitchFamily="34" charset="0"/>
              </a:defRPr>
            </a:lvl2pPr>
            <a:lvl3pPr algn="l" rtl="0" eaLnBrk="1" fontAlgn="base" hangingPunct="1">
              <a:spcBef>
                <a:spcPct val="0"/>
              </a:spcBef>
              <a:spcAft>
                <a:spcPct val="0"/>
              </a:spcAft>
              <a:defRPr sz="2800" b="1">
                <a:solidFill>
                  <a:schemeClr val="tx2"/>
                </a:solidFill>
                <a:latin typeface="Arial" panose="020B0604020202020204" pitchFamily="34" charset="0"/>
              </a:defRPr>
            </a:lvl3pPr>
            <a:lvl4pPr algn="l" rtl="0" eaLnBrk="1" fontAlgn="base" hangingPunct="1">
              <a:spcBef>
                <a:spcPct val="0"/>
              </a:spcBef>
              <a:spcAft>
                <a:spcPct val="0"/>
              </a:spcAft>
              <a:defRPr sz="2800" b="1">
                <a:solidFill>
                  <a:schemeClr val="tx2"/>
                </a:solidFill>
                <a:latin typeface="Arial" panose="020B0604020202020204" pitchFamily="34" charset="0"/>
              </a:defRPr>
            </a:lvl4pPr>
            <a:lvl5pPr algn="l" rtl="0" eaLnBrk="1" fontAlgn="base" hangingPunct="1">
              <a:spcBef>
                <a:spcPct val="0"/>
              </a:spcBef>
              <a:spcAft>
                <a:spcPct val="0"/>
              </a:spcAft>
              <a:defRPr sz="2800" b="1">
                <a:solidFill>
                  <a:schemeClr val="tx2"/>
                </a:solidFill>
                <a:latin typeface="Arial" panose="020B0604020202020204" pitchFamily="34" charset="0"/>
              </a:defRPr>
            </a:lvl5pPr>
            <a:lvl6pPr marL="457200" algn="l" rtl="0" eaLnBrk="1" fontAlgn="base" hangingPunct="1">
              <a:spcBef>
                <a:spcPct val="0"/>
              </a:spcBef>
              <a:spcAft>
                <a:spcPct val="0"/>
              </a:spcAft>
              <a:defRPr sz="2800" b="1">
                <a:solidFill>
                  <a:schemeClr val="tx2"/>
                </a:solidFill>
                <a:latin typeface="Arial" panose="020B0604020202020204" pitchFamily="34" charset="0"/>
              </a:defRPr>
            </a:lvl6pPr>
            <a:lvl7pPr marL="914400" algn="l" rtl="0" eaLnBrk="1" fontAlgn="base" hangingPunct="1">
              <a:spcBef>
                <a:spcPct val="0"/>
              </a:spcBef>
              <a:spcAft>
                <a:spcPct val="0"/>
              </a:spcAft>
              <a:defRPr sz="2800" b="1">
                <a:solidFill>
                  <a:schemeClr val="tx2"/>
                </a:solidFill>
                <a:latin typeface="Arial" panose="020B0604020202020204" pitchFamily="34" charset="0"/>
              </a:defRPr>
            </a:lvl7pPr>
            <a:lvl8pPr marL="1371600" algn="l" rtl="0" eaLnBrk="1" fontAlgn="base" hangingPunct="1">
              <a:spcBef>
                <a:spcPct val="0"/>
              </a:spcBef>
              <a:spcAft>
                <a:spcPct val="0"/>
              </a:spcAft>
              <a:defRPr sz="2800" b="1">
                <a:solidFill>
                  <a:schemeClr val="tx2"/>
                </a:solidFill>
                <a:latin typeface="Arial" panose="020B0604020202020204" pitchFamily="34" charset="0"/>
              </a:defRPr>
            </a:lvl8pPr>
            <a:lvl9pPr marL="1828800" algn="l" rtl="0" eaLnBrk="1" fontAlgn="base" hangingPunct="1">
              <a:spcBef>
                <a:spcPct val="0"/>
              </a:spcBef>
              <a:spcAft>
                <a:spcPct val="0"/>
              </a:spcAft>
              <a:defRPr sz="2800" b="1">
                <a:solidFill>
                  <a:schemeClr val="tx2"/>
                </a:solidFill>
                <a:latin typeface="Arial" panose="020B0604020202020204" pitchFamily="34" charset="0"/>
              </a:defRPr>
            </a:lvl9pPr>
          </a:lstStyle>
          <a:p>
            <a:pPr marL="0" marR="0" lvl="0" indent="0" algn="r" defTabSz="914400" rtl="0" eaLnBrk="1" fontAlgn="base" latinLnBrk="0" hangingPunct="1">
              <a:lnSpc>
                <a:spcPts val="2300"/>
              </a:lnSpc>
              <a:spcBef>
                <a:spcPct val="0"/>
              </a:spcBef>
              <a:spcAft>
                <a:spcPct val="0"/>
              </a:spcAft>
              <a:buClrTx/>
              <a:buSzTx/>
              <a:buFontTx/>
              <a:buNone/>
              <a:defRPr/>
            </a:pPr>
            <a:endParaRPr kumimoji="0" lang="en-US" altLang="zh-CN" sz="2800" b="1" i="0" u="none" strike="noStrike" kern="0" cap="none" spc="0" normalizeH="0" baseline="0" noProof="0" dirty="0">
              <a:ln>
                <a:noFill/>
              </a:ln>
              <a:solidFill>
                <a:srgbClr val="FAA906"/>
              </a:solidFill>
              <a:effectLst/>
              <a:uLnTx/>
              <a:uFillTx/>
              <a:latin typeface="楷体" panose="02010609060101010101" pitchFamily="49" charset="-122"/>
              <a:ea typeface="楷体" panose="02010609060101010101" pitchFamily="49" charset="-122"/>
              <a:cs typeface="+mj-cs"/>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8700"/>
    </mc:Choice>
    <mc:Fallback>
      <p:transition spd="slow" advTm="287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 name="内容占位符 31"/>
          <p:cNvGraphicFramePr>
            <a:graphicFrameLocks noGrp="1"/>
          </p:cNvGraphicFramePr>
          <p:nvPr>
            <p:ph idx="1"/>
          </p:nvPr>
        </p:nvGraphicFramePr>
        <p:xfrm>
          <a:off x="0" y="96841"/>
          <a:ext cx="9144000" cy="676115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6" name="Rectangle 2"/>
          <p:cNvSpPr txBox="1">
            <a:spLocks noChangeArrowheads="1"/>
          </p:cNvSpPr>
          <p:nvPr/>
        </p:nvSpPr>
        <p:spPr bwMode="gray">
          <a:xfrm>
            <a:off x="5652120" y="96841"/>
            <a:ext cx="3491880" cy="563563"/>
          </a:xfrm>
          <a:prstGeom prst="rect">
            <a:avLst/>
          </a:prstGeom>
          <a:solidFill>
            <a:schemeClr val="bg1"/>
          </a:solidFill>
          <a:ln>
            <a:noFill/>
          </a:ln>
          <a:effectLst/>
        </p:spPr>
        <p:txBody>
          <a:bodyPr vert="horz" wrap="square" lIns="91440" tIns="45720" rIns="91440" bIns="45720" numCol="1" anchor="ctr" anchorCtr="0" compatLnSpc="1"/>
          <a:lstStyle>
            <a:lvl1pPr algn="l" rtl="0" eaLnBrk="1" fontAlgn="base" hangingPunct="1">
              <a:spcBef>
                <a:spcPct val="0"/>
              </a:spcBef>
              <a:spcAft>
                <a:spcPct val="0"/>
              </a:spcAft>
              <a:defRPr sz="2800" b="1">
                <a:solidFill>
                  <a:schemeClr val="tx2"/>
                </a:solidFill>
                <a:latin typeface="+mj-lt"/>
                <a:ea typeface="+mj-ea"/>
                <a:cs typeface="+mj-cs"/>
              </a:defRPr>
            </a:lvl1pPr>
            <a:lvl2pPr algn="l" rtl="0" eaLnBrk="1" fontAlgn="base" hangingPunct="1">
              <a:spcBef>
                <a:spcPct val="0"/>
              </a:spcBef>
              <a:spcAft>
                <a:spcPct val="0"/>
              </a:spcAft>
              <a:defRPr sz="2800" b="1">
                <a:solidFill>
                  <a:schemeClr val="tx2"/>
                </a:solidFill>
                <a:latin typeface="Arial" panose="020B0604020202020204" pitchFamily="34" charset="0"/>
              </a:defRPr>
            </a:lvl2pPr>
            <a:lvl3pPr algn="l" rtl="0" eaLnBrk="1" fontAlgn="base" hangingPunct="1">
              <a:spcBef>
                <a:spcPct val="0"/>
              </a:spcBef>
              <a:spcAft>
                <a:spcPct val="0"/>
              </a:spcAft>
              <a:defRPr sz="2800" b="1">
                <a:solidFill>
                  <a:schemeClr val="tx2"/>
                </a:solidFill>
                <a:latin typeface="Arial" panose="020B0604020202020204" pitchFamily="34" charset="0"/>
              </a:defRPr>
            </a:lvl3pPr>
            <a:lvl4pPr algn="l" rtl="0" eaLnBrk="1" fontAlgn="base" hangingPunct="1">
              <a:spcBef>
                <a:spcPct val="0"/>
              </a:spcBef>
              <a:spcAft>
                <a:spcPct val="0"/>
              </a:spcAft>
              <a:defRPr sz="2800" b="1">
                <a:solidFill>
                  <a:schemeClr val="tx2"/>
                </a:solidFill>
                <a:latin typeface="Arial" panose="020B0604020202020204" pitchFamily="34" charset="0"/>
              </a:defRPr>
            </a:lvl4pPr>
            <a:lvl5pPr algn="l" rtl="0" eaLnBrk="1" fontAlgn="base" hangingPunct="1">
              <a:spcBef>
                <a:spcPct val="0"/>
              </a:spcBef>
              <a:spcAft>
                <a:spcPct val="0"/>
              </a:spcAft>
              <a:defRPr sz="2800" b="1">
                <a:solidFill>
                  <a:schemeClr val="tx2"/>
                </a:solidFill>
                <a:latin typeface="Arial" panose="020B0604020202020204" pitchFamily="34" charset="0"/>
              </a:defRPr>
            </a:lvl5pPr>
            <a:lvl6pPr marL="457200" algn="l" rtl="0" eaLnBrk="1" fontAlgn="base" hangingPunct="1">
              <a:spcBef>
                <a:spcPct val="0"/>
              </a:spcBef>
              <a:spcAft>
                <a:spcPct val="0"/>
              </a:spcAft>
              <a:defRPr sz="2800" b="1">
                <a:solidFill>
                  <a:schemeClr val="tx2"/>
                </a:solidFill>
                <a:latin typeface="Arial" panose="020B0604020202020204" pitchFamily="34" charset="0"/>
              </a:defRPr>
            </a:lvl6pPr>
            <a:lvl7pPr marL="914400" algn="l" rtl="0" eaLnBrk="1" fontAlgn="base" hangingPunct="1">
              <a:spcBef>
                <a:spcPct val="0"/>
              </a:spcBef>
              <a:spcAft>
                <a:spcPct val="0"/>
              </a:spcAft>
              <a:defRPr sz="2800" b="1">
                <a:solidFill>
                  <a:schemeClr val="tx2"/>
                </a:solidFill>
                <a:latin typeface="Arial" panose="020B0604020202020204" pitchFamily="34" charset="0"/>
              </a:defRPr>
            </a:lvl7pPr>
            <a:lvl8pPr marL="1371600" algn="l" rtl="0" eaLnBrk="1" fontAlgn="base" hangingPunct="1">
              <a:spcBef>
                <a:spcPct val="0"/>
              </a:spcBef>
              <a:spcAft>
                <a:spcPct val="0"/>
              </a:spcAft>
              <a:defRPr sz="2800" b="1">
                <a:solidFill>
                  <a:schemeClr val="tx2"/>
                </a:solidFill>
                <a:latin typeface="Arial" panose="020B0604020202020204" pitchFamily="34" charset="0"/>
              </a:defRPr>
            </a:lvl8pPr>
            <a:lvl9pPr marL="1828800" algn="l" rtl="0" eaLnBrk="1" fontAlgn="base" hangingPunct="1">
              <a:spcBef>
                <a:spcPct val="0"/>
              </a:spcBef>
              <a:spcAft>
                <a:spcPct val="0"/>
              </a:spcAft>
              <a:defRPr sz="2800" b="1">
                <a:solidFill>
                  <a:schemeClr val="tx2"/>
                </a:solidFill>
                <a:latin typeface="Arial" panose="020B0604020202020204" pitchFamily="34" charset="0"/>
              </a:defRPr>
            </a:lvl9pPr>
          </a:lstStyle>
          <a:p>
            <a:pPr marL="0" marR="0" lvl="0" indent="0" algn="r" defTabSz="914400" rtl="0" eaLnBrk="1" fontAlgn="base" latinLnBrk="0" hangingPunct="1">
              <a:lnSpc>
                <a:spcPts val="2300"/>
              </a:lnSpc>
              <a:spcBef>
                <a:spcPct val="0"/>
              </a:spcBef>
              <a:spcAft>
                <a:spcPct val="0"/>
              </a:spcAft>
              <a:buClrTx/>
              <a:buSzTx/>
              <a:buFontTx/>
              <a:buNone/>
              <a:defRPr/>
            </a:pPr>
            <a:endParaRPr kumimoji="0" lang="en-US" altLang="zh-CN" sz="2800" b="1" i="0" u="none" strike="noStrike" kern="0" cap="none" spc="0" normalizeH="0" baseline="0" noProof="0" dirty="0">
              <a:ln>
                <a:noFill/>
              </a:ln>
              <a:solidFill>
                <a:srgbClr val="FAA906"/>
              </a:solidFill>
              <a:effectLst/>
              <a:uLnTx/>
              <a:uFillTx/>
              <a:latin typeface="楷体" panose="02010609060101010101" pitchFamily="49" charset="-122"/>
              <a:ea typeface="楷体" panose="02010609060101010101" pitchFamily="49" charset="-122"/>
              <a:cs typeface="+mj-cs"/>
            </a:endParaRPr>
          </a:p>
        </p:txBody>
      </p:sp>
      <p:sp>
        <p:nvSpPr>
          <p:cNvPr id="7" name="矩形 6"/>
          <p:cNvSpPr/>
          <p:nvPr/>
        </p:nvSpPr>
        <p:spPr>
          <a:xfrm>
            <a:off x="3851920" y="84141"/>
            <a:ext cx="1224136" cy="6678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标题 1"/>
          <p:cNvSpPr>
            <a:spLocks noGrp="1"/>
          </p:cNvSpPr>
          <p:nvPr>
            <p:ph type="title"/>
          </p:nvPr>
        </p:nvSpPr>
        <p:spPr>
          <a:xfrm>
            <a:off x="323528" y="129133"/>
            <a:ext cx="4612754" cy="563563"/>
          </a:xfrm>
        </p:spPr>
        <p:txBody>
          <a:bodyPr/>
          <a:lstStyle/>
          <a:p>
            <a:r>
              <a:rPr lang="zh-CN" altLang="en-US" dirty="0" smtClean="0"/>
              <a:t>风险管理策略</a:t>
            </a:r>
            <a:endParaRPr lang="zh-CN" altLang="en-US" dirty="0"/>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advTm="26661"/>
    </mc:Choice>
    <mc:Fallback>
      <p:transition spd="slow" advTm="2666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graphicEl>
                                              <a:dgm id="{2F451472-8D1E-47AD-9CC4-DECA136ECF22}"/>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graphicEl>
                                              <a:dgm id="{ACC28E90-9F5E-4D34-9AE6-D08634A68AEF}"/>
                                            </p:graphic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graphicEl>
                                              <a:dgm id="{5293581B-4063-4A61-B0BE-503DF31B37BC}"/>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graphicEl>
                                              <a:dgm id="{E76799B2-53AC-45EE-8469-580267525244}"/>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graphicEl>
                                              <a:dgm id="{FC01B001-C578-41B3-B145-25B6EAF2334B}"/>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graphicEl>
                                              <a:dgm id="{9F243FA5-7381-4620-99DB-CD538EFBFB08}"/>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
                                            <p:graphicEl>
                                              <a:dgm id="{7A436B7B-F55E-41F2-B639-C9CAEB1B41CF}"/>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graphicEl>
                                              <a:dgm id="{33F87EBF-189A-40D4-9328-7791C83367AB}"/>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graphicEl>
                                              <a:dgm id="{A6596949-ECEA-484B-8DE6-D68C5D4246E5}"/>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2">
                                            <p:graphicEl>
                                              <a:dgm id="{0CA79CCA-D228-4EFC-96ED-047D70F1CCA1}"/>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
                                            <p:graphicEl>
                                              <a:dgm id="{2581A1CC-B91F-4203-B1AE-4C7BCAFCF7A8}"/>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graphicEl>
                                              <a:dgm id="{BE995E43-B24E-4605-B0EF-1297E132DDBA}"/>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graphicEl>
                                              <a:dgm id="{39887C9F-090E-4DF9-A702-DC99BEDC6481}"/>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graphicEl>
                                              <a:dgm id="{84AD9A08-C5A8-488B-9CA8-9F54094AA95F}"/>
                                            </p:graphic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2">
                                            <p:graphicEl>
                                              <a:dgm id="{E2235FFE-8545-4030-ABE6-24B313B5DEA7}"/>
                                            </p:graphic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2">
                                            <p:graphicEl>
                                              <a:dgm id="{702CAD03-7A2E-4831-ACA8-38D768ED71A9}"/>
                                            </p:graphic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2">
                                            <p:graphicEl>
                                              <a:dgm id="{0B92B57C-182A-4F0A-A0B2-8F7416BECAA3}"/>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2">
                                            <p:graphicEl>
                                              <a:dgm id="{44FF8181-9A3E-41E9-AD09-8356965C9C40}"/>
                                            </p:graphic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graphicEl>
                                              <a:dgm id="{E4EFC180-4375-451C-AFDD-FF6D44755946}"/>
                                            </p:graphic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2">
                                            <p:graphicEl>
                                              <a:dgm id="{D041BCF5-FB3E-4B49-A9E8-E386AB946636}"/>
                                            </p:graphic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2">
                                            <p:graphicEl>
                                              <a:dgm id="{575DA9CC-9A8D-4DEE-B5C7-E35B78BFE4F9}"/>
                                            </p:graphic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2">
                                            <p:graphicEl>
                                              <a:dgm id="{A4D7A2A2-1B46-478E-BE46-D68512A072F8}"/>
                                            </p:graphic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2">
                                            <p:graphicEl>
                                              <a:dgm id="{967E6F36-451B-4AAE-9CC4-EF2F693B6DF1}"/>
                                            </p:graphic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2">
                                            <p:graphicEl>
                                              <a:dgm id="{76D0C614-E9E6-4360-AEDF-B129DFF49235}"/>
                                            </p:graphic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2">
                                            <p:graphicEl>
                                              <a:dgm id="{1F6B4447-DF49-4282-BE18-B15F380335E7}"/>
                                            </p:graphic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2">
                                            <p:graphicEl>
                                              <a:dgm id="{05BFF812-9C94-457D-BE68-AC28955B8727}"/>
                                            </p:graphic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2">
                                            <p:graphicEl>
                                              <a:dgm id="{1D7919AE-0DD0-48D9-924B-10E1CE72373D}"/>
                                            </p:graphic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2">
                                            <p:graphicEl>
                                              <a:dgm id="{A3270B00-7131-4ECC-B312-64DFFB82A6F5}"/>
                                            </p:graphic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2">
                                            <p:graphicEl>
                                              <a:dgm id="{198D12E8-D3EC-4812-A183-F8BC4F45C9AB}"/>
                                            </p:graphic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2">
                                            <p:graphicEl>
                                              <a:dgm id="{5D4A1732-C568-4979-AB60-CCFC0312ECE4}"/>
                                            </p:graphic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2">
                                            <p:graphicEl>
                                              <a:dgm id="{3BD2E683-525C-4D59-B6E0-A070097EDFDC}"/>
                                            </p:graphicEl>
                                          </p:spTgt>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2">
                                            <p:graphicEl>
                                              <a:dgm id="{8AC62B4A-FBC7-4F20-B77F-A65D3F7E25CA}"/>
                                            </p:graphicEl>
                                          </p:spTgt>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2">
                                            <p:graphicEl>
                                              <a:dgm id="{AD50A792-03D1-4AC9-BA3A-F015C7B0F4A3}"/>
                                            </p:graphicEl>
                                          </p:spTgt>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2">
                                            <p:graphicEl>
                                              <a:dgm id="{203F63D5-0FB1-479E-B3F2-184D3FCFEFC4}"/>
                                            </p:graphicEl>
                                          </p:spTgt>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2">
                                            <p:graphicEl>
                                              <a:dgm id="{69B4D1A4-9CB1-4C2E-9515-7619462EDDBE}"/>
                                            </p:graphicEl>
                                          </p:spTgt>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2">
                                            <p:graphicEl>
                                              <a:dgm id="{2DBEB5FC-C61C-46F6-86BA-B747005B3495}"/>
                                            </p:graphicEl>
                                          </p:spTgt>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2">
                                            <p:graphicEl>
                                              <a:dgm id="{A2A28B37-2B4F-4E33-8B30-FDFA2CC5FFA0}"/>
                                            </p:graphicEl>
                                          </p:spTgt>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2">
                                            <p:graphicEl>
                                              <a:dgm id="{576E56D9-AE3F-4969-AAA3-D292CDBEEEBD}"/>
                                            </p:graphicEl>
                                          </p:spTgt>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2">
                                            <p:graphicEl>
                                              <a:dgm id="{2C3801BD-2582-4E1D-AEB1-104F9F8F2613}"/>
                                            </p:graphicEl>
                                          </p:spTgt>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2">
                                            <p:graphicEl>
                                              <a:dgm id="{7763B793-0F16-41A6-8397-CBF76602989C}"/>
                                            </p:graphic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2">
                                            <p:graphicEl>
                                              <a:dgm id="{C6B25C70-F219-4249-B50F-22EA57A2DD10}"/>
                                            </p:graphicEl>
                                          </p:spTgt>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2">
                                            <p:graphicEl>
                                              <a:dgm id="{E34682B2-1303-4F49-A2C0-ADF598E68DDD}"/>
                                            </p:graphicEl>
                                          </p:spTgt>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32">
                                            <p:graphicEl>
                                              <a:dgm id="{2341B960-246C-416F-A032-A899DF6E266E}"/>
                                            </p:graphicEl>
                                          </p:spTgt>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32">
                                            <p:graphicEl>
                                              <a:dgm id="{4AD2845B-6904-42C2-AB48-817536FBA593}"/>
                                            </p:graphicEl>
                                          </p:spTgt>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32">
                                            <p:graphicEl>
                                              <a:dgm id="{3DD6B9E2-EDBE-41D2-8991-B4AF30A23E21}"/>
                                            </p:graphicEl>
                                          </p:spTgt>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32">
                                            <p:graphicEl>
                                              <a:dgm id="{A7A9C275-E9BC-45FF-AB20-89F609A0C0AE}"/>
                                            </p:graphicEl>
                                          </p:spTgt>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32">
                                            <p:graphicEl>
                                              <a:dgm id="{A75CD9E2-9214-42B5-BBE2-EE3EC1D64BE1}"/>
                                            </p:graphicEl>
                                          </p:spTgt>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32">
                                            <p:graphicEl>
                                              <a:dgm id="{7D573A0D-4083-4534-8684-6F99F7A86646}"/>
                                            </p:graphicEl>
                                          </p:spTgt>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32">
                                            <p:graphicEl>
                                              <a:dgm id="{13C765AB-78D0-4C2A-9935-2EDCB5DCB8C2}"/>
                                            </p:graphicEl>
                                          </p:spTgt>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32">
                                            <p:graphicEl>
                                              <a:dgm id="{7C14F8BD-58ED-4031-9015-4873F3F3C6C1}"/>
                                            </p:graphicEl>
                                          </p:spTgt>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32">
                                            <p:graphicEl>
                                              <a:dgm id="{2978CB6A-0544-4460-BCF2-F651D3E2F248}"/>
                                            </p:graphicEl>
                                          </p:spTgt>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32">
                                            <p:graphicEl>
                                              <a:dgm id="{734962A1-5CC2-4701-AA26-A77BFF7460F6}"/>
                                            </p:graphicEl>
                                          </p:spTgt>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32">
                                            <p:graphicEl>
                                              <a:dgm id="{852D98C1-C1F6-4F76-9A6A-8E70F677B969}"/>
                                            </p:graphicEl>
                                          </p:spTgt>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32">
                                            <p:graphicEl>
                                              <a:dgm id="{9982D99C-AF26-48B6-90FA-8107B20DD4B6}"/>
                                            </p:graphicEl>
                                          </p:spTgt>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32">
                                            <p:graphicEl>
                                              <a:dgm id="{47831D18-9FA1-4E15-B5A8-6A309EE6F5AD}"/>
                                            </p:graphicEl>
                                          </p:spTgt>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32">
                                            <p:graphicEl>
                                              <a:dgm id="{B06AE6C8-AEC5-47DB-87DF-49987BA1275A}"/>
                                            </p:graphicEl>
                                          </p:spTgt>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32">
                                            <p:graphicEl>
                                              <a:dgm id="{3297B158-23DA-4AF0-AD0D-008548086077}"/>
                                            </p:graphicEl>
                                          </p:spTgt>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32">
                                            <p:graphicEl>
                                              <a:dgm id="{2FDD35D1-A562-41AC-A1F5-4E2B491E8404}"/>
                                            </p:graphicEl>
                                          </p:spTgt>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32">
                                            <p:graphicEl>
                                              <a:dgm id="{98A80A87-AC73-4043-9EE1-F892CB0EB8A4}"/>
                                            </p:graphicEl>
                                          </p:spTgt>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32">
                                            <p:graphicEl>
                                              <a:dgm id="{AB309B37-D6DD-4478-8170-54CD05D285B1}"/>
                                            </p:graphicEl>
                                          </p:spTgt>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32">
                                            <p:graphicEl>
                                              <a:dgm id="{3455B811-1501-40E5-A2D6-CD555550FBAE}"/>
                                            </p:graphicEl>
                                          </p:spTgt>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32">
                                            <p:graphicEl>
                                              <a:dgm id="{55CBE388-ACA3-4D66-A9EC-CEA7C6662589}"/>
                                            </p:graphicEl>
                                          </p:spTgt>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32">
                                            <p:graphicEl>
                                              <a:dgm id="{676A83F3-DFC8-4F3B-BDB2-A4BAED357CE0}"/>
                                            </p:graphicEl>
                                          </p:spTgt>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32">
                                            <p:graphicEl>
                                              <a:dgm id="{DBE17AA2-1D69-4604-8F78-3E46B6BCF25F}"/>
                                            </p:graphicEl>
                                          </p:spTgt>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32">
                                            <p:graphicEl>
                                              <a:dgm id="{9485DDF0-B7FD-4386-AB62-810945189E34}"/>
                                            </p:graphicEl>
                                          </p:spTgt>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32">
                                            <p:graphicEl>
                                              <a:dgm id="{555B3780-56C6-4767-AC67-177AE8549984}"/>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2" grpId="0" uiExpand="1">
        <p:bldSub>
          <a:bldDgm bld="one"/>
        </p:bldSub>
      </p:bldGraphic>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标题 1"/>
          <p:cNvSpPr/>
          <p:nvPr/>
        </p:nvSpPr>
        <p:spPr bwMode="auto">
          <a:xfrm>
            <a:off x="214282" y="277813"/>
            <a:ext cx="8929718" cy="414337"/>
          </a:xfrm>
          <a:prstGeom prst="rect">
            <a:avLst/>
          </a:prstGeom>
          <a:noFill/>
          <a:ln w="9525">
            <a:noFill/>
            <a:miter lim="800000"/>
          </a:ln>
        </p:spPr>
        <p:txBody>
          <a:bodyPr anchor="ctr"/>
          <a:lstStyle/>
          <a:p>
            <a:r>
              <a:rPr lang="zh-CN" altLang="en-US" sz="3600" dirty="0">
                <a:solidFill>
                  <a:srgbClr val="990000"/>
                </a:solidFill>
              </a:rPr>
              <a:t>国际工程项目风险</a:t>
            </a:r>
            <a:r>
              <a:rPr lang="zh-CN" altLang="en-US" sz="3600" dirty="0" smtClean="0">
                <a:solidFill>
                  <a:srgbClr val="990000"/>
                </a:solidFill>
              </a:rPr>
              <a:t>管理方法应用</a:t>
            </a:r>
            <a:endParaRPr lang="zh-CN" altLang="en-US" sz="3600" dirty="0">
              <a:solidFill>
                <a:srgbClr val="990000"/>
              </a:solidFill>
            </a:endParaRPr>
          </a:p>
        </p:txBody>
      </p:sp>
      <p:sp>
        <p:nvSpPr>
          <p:cNvPr id="15366" name="Rectangle 38"/>
          <p:cNvSpPr>
            <a:spLocks noChangeArrowheads="1"/>
          </p:cNvSpPr>
          <p:nvPr/>
        </p:nvSpPr>
        <p:spPr bwMode="auto">
          <a:xfrm>
            <a:off x="0" y="0"/>
            <a:ext cx="9144000" cy="0"/>
          </a:xfrm>
          <a:prstGeom prst="rect">
            <a:avLst/>
          </a:prstGeom>
          <a:noFill/>
          <a:ln w="9525">
            <a:noFill/>
            <a:miter lim="800000"/>
          </a:ln>
        </p:spPr>
        <p:txBody>
          <a:bodyPr wrap="none" anchor="ctr">
            <a:spAutoFit/>
          </a:bodyPr>
          <a:lstStyle/>
          <a:p>
            <a:endParaRPr lang="zh-CN" altLang="en-US"/>
          </a:p>
        </p:txBody>
      </p:sp>
      <p:sp>
        <p:nvSpPr>
          <p:cNvPr id="3789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2" name="矩形 11"/>
          <p:cNvSpPr/>
          <p:nvPr/>
        </p:nvSpPr>
        <p:spPr>
          <a:xfrm>
            <a:off x="5715008" y="1571612"/>
            <a:ext cx="2928958" cy="4785926"/>
          </a:xfrm>
          <a:prstGeom prst="rect">
            <a:avLst/>
          </a:prstGeom>
        </p:spPr>
        <p:txBody>
          <a:bodyPr wrap="square">
            <a:spAutoFit/>
          </a:bodyPr>
          <a:lstStyle/>
          <a:p>
            <a:pPr algn="just">
              <a:spcBef>
                <a:spcPts val="3000"/>
              </a:spcBef>
              <a:buFont typeface="Wingdings" panose="05000000000000000000" pitchFamily="2" charset="2"/>
              <a:buChar char="Ø"/>
            </a:pPr>
            <a:r>
              <a:rPr lang="zh-CN" altLang="en-US" sz="2800" dirty="0" smtClean="0">
                <a:latin typeface="华文楷体" panose="02010600040101010101" charset="-122"/>
                <a:ea typeface="华文楷体" panose="02010600040101010101" charset="-122"/>
              </a:rPr>
              <a:t>定性的风险管理方法使用较多，而定量的分析和管理风险的方法使用较少</a:t>
            </a:r>
            <a:endParaRPr lang="en-US" altLang="zh-CN" sz="2800" dirty="0" smtClean="0">
              <a:latin typeface="华文楷体" panose="02010600040101010101" charset="-122"/>
              <a:ea typeface="华文楷体" panose="02010600040101010101" charset="-122"/>
            </a:endParaRPr>
          </a:p>
          <a:p>
            <a:pPr algn="just">
              <a:spcBef>
                <a:spcPts val="3000"/>
              </a:spcBef>
              <a:buFont typeface="Wingdings" panose="05000000000000000000" pitchFamily="2" charset="2"/>
              <a:buChar char="Ø"/>
            </a:pPr>
            <a:r>
              <a:rPr lang="zh-CN" altLang="en-US" sz="2800" dirty="0" smtClean="0">
                <a:latin typeface="华文楷体" panose="02010600040101010101" charset="-122"/>
                <a:ea typeface="华文楷体" panose="02010600040101010101" charset="-122"/>
              </a:rPr>
              <a:t>国际</a:t>
            </a:r>
            <a:r>
              <a:rPr lang="en-US" sz="2800" dirty="0" smtClean="0">
                <a:latin typeface="华文楷体" panose="02010600040101010101" charset="-122"/>
                <a:ea typeface="华文楷体" panose="02010600040101010101" charset="-122"/>
              </a:rPr>
              <a:t>EPC</a:t>
            </a:r>
            <a:r>
              <a:rPr lang="zh-CN" altLang="en-US" sz="2800" dirty="0" smtClean="0">
                <a:latin typeface="华文楷体" panose="02010600040101010101" charset="-122"/>
                <a:ea typeface="华文楷体" panose="02010600040101010101" charset="-122"/>
              </a:rPr>
              <a:t>承包商风险管理水平有待提高，风险管理方法的应有还有待加强</a:t>
            </a:r>
            <a:endParaRPr lang="en-US" altLang="zh-CN" sz="2800" dirty="0" smtClean="0">
              <a:latin typeface="华文楷体" panose="02010600040101010101" charset="-122"/>
              <a:ea typeface="华文楷体" panose="02010600040101010101" charset="-122"/>
            </a:endParaRPr>
          </a:p>
        </p:txBody>
      </p:sp>
      <p:graphicFrame>
        <p:nvGraphicFramePr>
          <p:cNvPr id="10" name="表格 9"/>
          <p:cNvGraphicFramePr>
            <a:graphicFrameLocks noGrp="1"/>
          </p:cNvGraphicFramePr>
          <p:nvPr/>
        </p:nvGraphicFramePr>
        <p:xfrm>
          <a:off x="428596" y="928670"/>
          <a:ext cx="5000660" cy="5715000"/>
        </p:xfrm>
        <a:graphic>
          <a:graphicData uri="http://schemas.openxmlformats.org/drawingml/2006/table">
            <a:tbl>
              <a:tblPr firstRow="1" lastRow="1">
                <a:tableStyleId>{5C22544A-7EE6-4342-B048-85BDC9FD1C3A}</a:tableStyleId>
              </a:tblPr>
              <a:tblGrid>
                <a:gridCol w="3209757"/>
                <a:gridCol w="944661"/>
                <a:gridCol w="846242"/>
              </a:tblGrid>
              <a:tr h="162318">
                <a:tc>
                  <a:txBody>
                    <a:bodyPr/>
                    <a:lstStyle/>
                    <a:p>
                      <a:pPr algn="ctr">
                        <a:lnSpc>
                          <a:spcPts val="1800"/>
                        </a:lnSpc>
                        <a:spcBef>
                          <a:spcPts val="300"/>
                        </a:spcBef>
                        <a:spcAft>
                          <a:spcPts val="300"/>
                        </a:spcAft>
                      </a:pPr>
                      <a:r>
                        <a:rPr lang="zh-CN" sz="1600" kern="100" dirty="0"/>
                        <a:t>风险管理方法</a:t>
                      </a:r>
                      <a:endParaRPr lang="zh-CN" sz="1800" kern="100" dirty="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zh-CN" sz="1600" kern="100"/>
                        <a:t>均值</a:t>
                      </a:r>
                      <a:endParaRPr lang="zh-CN" sz="1800" kern="100">
                        <a:latin typeface="Times New Roman" panose="02020603050405020304"/>
                        <a:ea typeface="宋体" panose="02010600030101010101" pitchFamily="2" charset="-122"/>
                      </a:endParaRPr>
                    </a:p>
                  </a:txBody>
                  <a:tcPr marL="0" marR="0" marT="0" marB="0" anchor="b"/>
                </a:tc>
                <a:tc>
                  <a:txBody>
                    <a:bodyPr/>
                    <a:lstStyle/>
                    <a:p>
                      <a:pPr algn="ctr">
                        <a:lnSpc>
                          <a:spcPts val="1800"/>
                        </a:lnSpc>
                        <a:spcBef>
                          <a:spcPts val="300"/>
                        </a:spcBef>
                        <a:spcAft>
                          <a:spcPts val="300"/>
                        </a:spcAft>
                      </a:pPr>
                      <a:r>
                        <a:rPr lang="zh-CN" sz="1600" kern="100"/>
                        <a:t>排序</a:t>
                      </a:r>
                      <a:endParaRPr lang="zh-CN" sz="1800" kern="100">
                        <a:latin typeface="Times New Roman" panose="02020603050405020304"/>
                        <a:ea typeface="宋体" panose="02010600030101010101" pitchFamily="2" charset="-122"/>
                      </a:endParaRPr>
                    </a:p>
                  </a:txBody>
                  <a:tcPr marL="0" marR="0" marT="0" marB="0"/>
                </a:tc>
              </a:tr>
              <a:tr h="168360">
                <a:tc gridSpan="3">
                  <a:txBody>
                    <a:bodyPr/>
                    <a:lstStyle/>
                    <a:p>
                      <a:pPr algn="ctr">
                        <a:lnSpc>
                          <a:spcPts val="1800"/>
                        </a:lnSpc>
                        <a:spcBef>
                          <a:spcPts val="300"/>
                        </a:spcBef>
                        <a:spcAft>
                          <a:spcPts val="300"/>
                        </a:spcAft>
                      </a:pPr>
                      <a:r>
                        <a:rPr lang="zh-CN" sz="1600" kern="100" dirty="0"/>
                        <a:t>风险辨识</a:t>
                      </a:r>
                      <a:endParaRPr lang="zh-CN" sz="1800" kern="100" dirty="0">
                        <a:latin typeface="Times New Roman" panose="02020603050405020304"/>
                        <a:ea typeface="宋体" panose="02010600030101010101" pitchFamily="2" charset="-122"/>
                      </a:endParaRPr>
                    </a:p>
                  </a:txBody>
                  <a:tcPr marL="0" marR="0" marT="0" marB="0">
                    <a:solidFill>
                      <a:schemeClr val="accent2">
                        <a:lumMod val="20000"/>
                        <a:lumOff val="80000"/>
                      </a:schemeClr>
                    </a:solidFill>
                  </a:tcPr>
                </a:tc>
                <a:tc hMerge="1">
                  <a:tcPr/>
                </a:tc>
                <a:tc hMerge="1">
                  <a:tcPr/>
                </a:tc>
              </a:tr>
              <a:tr h="162318">
                <a:tc>
                  <a:txBody>
                    <a:bodyPr/>
                    <a:lstStyle/>
                    <a:p>
                      <a:pPr>
                        <a:lnSpc>
                          <a:spcPts val="1800"/>
                        </a:lnSpc>
                        <a:spcBef>
                          <a:spcPts val="300"/>
                        </a:spcBef>
                        <a:spcAft>
                          <a:spcPts val="300"/>
                        </a:spcAft>
                      </a:pPr>
                      <a:r>
                        <a:rPr lang="zh-CN" sz="1600" kern="100" dirty="0"/>
                        <a:t>对照问题清单</a:t>
                      </a:r>
                      <a:endParaRPr lang="zh-CN" sz="1800" kern="100" dirty="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3.96</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6</a:t>
                      </a:r>
                      <a:endParaRPr lang="zh-CN" sz="1800" kern="100">
                        <a:latin typeface="Times New Roman" panose="02020603050405020304"/>
                        <a:ea typeface="宋体" panose="02010600030101010101" pitchFamily="2" charset="-122"/>
                      </a:endParaRPr>
                    </a:p>
                  </a:txBody>
                  <a:tcPr marL="0" marR="0" marT="0" marB="0"/>
                </a:tc>
              </a:tr>
              <a:tr h="162318">
                <a:tc>
                  <a:txBody>
                    <a:bodyPr/>
                    <a:lstStyle/>
                    <a:p>
                      <a:pPr>
                        <a:lnSpc>
                          <a:spcPts val="1800"/>
                        </a:lnSpc>
                        <a:spcBef>
                          <a:spcPts val="300"/>
                        </a:spcBef>
                        <a:spcAft>
                          <a:spcPts val="300"/>
                        </a:spcAft>
                      </a:pPr>
                      <a:r>
                        <a:rPr lang="zh-CN" sz="1600" kern="100"/>
                        <a:t>个人判断</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3.54</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15</a:t>
                      </a:r>
                      <a:endParaRPr lang="zh-CN" sz="1800" kern="100">
                        <a:latin typeface="Times New Roman" panose="02020603050405020304"/>
                        <a:ea typeface="宋体" panose="02010600030101010101" pitchFamily="2" charset="-122"/>
                      </a:endParaRPr>
                    </a:p>
                  </a:txBody>
                  <a:tcPr marL="0" marR="0" marT="0" marB="0"/>
                </a:tc>
              </a:tr>
              <a:tr h="162318">
                <a:tc>
                  <a:txBody>
                    <a:bodyPr/>
                    <a:lstStyle/>
                    <a:p>
                      <a:pPr>
                        <a:lnSpc>
                          <a:spcPts val="1800"/>
                        </a:lnSpc>
                        <a:spcBef>
                          <a:spcPts val="300"/>
                        </a:spcBef>
                        <a:spcAft>
                          <a:spcPts val="300"/>
                        </a:spcAft>
                      </a:pPr>
                      <a:r>
                        <a:rPr lang="zh-CN" sz="1600" kern="100"/>
                        <a:t>主要相关人员集体讨论</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4.29</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2</a:t>
                      </a:r>
                      <a:endParaRPr lang="zh-CN" sz="1800" kern="100">
                        <a:latin typeface="Times New Roman" panose="02020603050405020304"/>
                        <a:ea typeface="宋体" panose="02010600030101010101" pitchFamily="2" charset="-122"/>
                      </a:endParaRPr>
                    </a:p>
                  </a:txBody>
                  <a:tcPr marL="0" marR="0" marT="0" marB="0"/>
                </a:tc>
              </a:tr>
              <a:tr h="162318">
                <a:tc>
                  <a:txBody>
                    <a:bodyPr/>
                    <a:lstStyle/>
                    <a:p>
                      <a:pPr>
                        <a:lnSpc>
                          <a:spcPts val="1800"/>
                        </a:lnSpc>
                        <a:spcBef>
                          <a:spcPts val="300"/>
                        </a:spcBef>
                        <a:spcAft>
                          <a:spcPts val="300"/>
                        </a:spcAft>
                      </a:pPr>
                      <a:r>
                        <a:rPr lang="zh-CN" sz="1600" kern="100"/>
                        <a:t>咨询专家</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3.34</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17</a:t>
                      </a:r>
                      <a:endParaRPr lang="zh-CN" sz="1800" kern="100">
                        <a:latin typeface="Times New Roman" panose="02020603050405020304"/>
                        <a:ea typeface="宋体" panose="02010600030101010101" pitchFamily="2" charset="-122"/>
                      </a:endParaRPr>
                    </a:p>
                  </a:txBody>
                  <a:tcPr marL="0" marR="0" marT="0" marB="0"/>
                </a:tc>
              </a:tr>
              <a:tr h="162318">
                <a:tc gridSpan="3">
                  <a:txBody>
                    <a:bodyPr/>
                    <a:lstStyle/>
                    <a:p>
                      <a:pPr algn="ctr">
                        <a:lnSpc>
                          <a:spcPts val="1800"/>
                        </a:lnSpc>
                        <a:spcBef>
                          <a:spcPts val="300"/>
                        </a:spcBef>
                        <a:spcAft>
                          <a:spcPts val="300"/>
                        </a:spcAft>
                      </a:pPr>
                      <a:r>
                        <a:rPr lang="zh-CN" sz="1600" kern="100" dirty="0"/>
                        <a:t>风险分析</a:t>
                      </a:r>
                      <a:endParaRPr lang="zh-CN" sz="1800" kern="100" dirty="0">
                        <a:latin typeface="Times New Roman" panose="02020603050405020304"/>
                        <a:ea typeface="宋体" panose="02010600030101010101" pitchFamily="2" charset="-122"/>
                      </a:endParaRPr>
                    </a:p>
                  </a:txBody>
                  <a:tcPr marL="0" marR="0" marT="0" marB="0">
                    <a:solidFill>
                      <a:schemeClr val="accent2">
                        <a:lumMod val="20000"/>
                        <a:lumOff val="80000"/>
                      </a:schemeClr>
                    </a:solidFill>
                  </a:tcPr>
                </a:tc>
                <a:tc hMerge="1">
                  <a:tcPr/>
                </a:tc>
                <a:tc hMerge="1">
                  <a:tcPr/>
                </a:tc>
              </a:tr>
              <a:tr h="162318">
                <a:tc>
                  <a:txBody>
                    <a:bodyPr/>
                    <a:lstStyle/>
                    <a:p>
                      <a:pPr>
                        <a:lnSpc>
                          <a:spcPts val="1800"/>
                        </a:lnSpc>
                        <a:spcBef>
                          <a:spcPts val="300"/>
                        </a:spcBef>
                        <a:spcAft>
                          <a:spcPts val="300"/>
                        </a:spcAft>
                      </a:pPr>
                      <a:r>
                        <a:rPr lang="zh-CN" sz="1600" kern="100"/>
                        <a:t>定性分析</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3.93</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8</a:t>
                      </a:r>
                      <a:endParaRPr lang="zh-CN" sz="1800" kern="100">
                        <a:latin typeface="Times New Roman" panose="02020603050405020304"/>
                        <a:ea typeface="宋体" panose="02010600030101010101" pitchFamily="2" charset="-122"/>
                      </a:endParaRPr>
                    </a:p>
                  </a:txBody>
                  <a:tcPr marL="0" marR="0" marT="0" marB="0"/>
                </a:tc>
              </a:tr>
              <a:tr h="162318">
                <a:tc>
                  <a:txBody>
                    <a:bodyPr/>
                    <a:lstStyle/>
                    <a:p>
                      <a:pPr>
                        <a:lnSpc>
                          <a:spcPts val="1800"/>
                        </a:lnSpc>
                        <a:spcBef>
                          <a:spcPts val="300"/>
                        </a:spcBef>
                        <a:spcAft>
                          <a:spcPts val="300"/>
                        </a:spcAft>
                      </a:pPr>
                      <a:r>
                        <a:rPr lang="zh-CN" sz="1600" kern="100"/>
                        <a:t>半定量分析</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3.63</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13</a:t>
                      </a:r>
                      <a:endParaRPr lang="zh-CN" sz="1800" kern="100">
                        <a:latin typeface="Times New Roman" panose="02020603050405020304"/>
                        <a:ea typeface="宋体" panose="02010600030101010101" pitchFamily="2" charset="-122"/>
                      </a:endParaRPr>
                    </a:p>
                  </a:txBody>
                  <a:tcPr marL="0" marR="0" marT="0" marB="0"/>
                </a:tc>
              </a:tr>
              <a:tr h="162318">
                <a:tc>
                  <a:txBody>
                    <a:bodyPr/>
                    <a:lstStyle/>
                    <a:p>
                      <a:pPr>
                        <a:lnSpc>
                          <a:spcPts val="1800"/>
                        </a:lnSpc>
                        <a:spcBef>
                          <a:spcPts val="300"/>
                        </a:spcBef>
                        <a:spcAft>
                          <a:spcPts val="300"/>
                        </a:spcAft>
                      </a:pPr>
                      <a:r>
                        <a:rPr lang="zh-CN" sz="1600" kern="100"/>
                        <a:t>定量分析</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3.64</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12</a:t>
                      </a:r>
                      <a:endParaRPr lang="zh-CN" sz="1800" kern="100">
                        <a:latin typeface="Times New Roman" panose="02020603050405020304"/>
                        <a:ea typeface="宋体" panose="02010600030101010101" pitchFamily="2" charset="-122"/>
                      </a:endParaRPr>
                    </a:p>
                  </a:txBody>
                  <a:tcPr marL="0" marR="0" marT="0" marB="0"/>
                </a:tc>
              </a:tr>
              <a:tr h="162318">
                <a:tc>
                  <a:txBody>
                    <a:bodyPr/>
                    <a:lstStyle/>
                    <a:p>
                      <a:pPr>
                        <a:lnSpc>
                          <a:spcPts val="1800"/>
                        </a:lnSpc>
                        <a:spcBef>
                          <a:spcPts val="300"/>
                        </a:spcBef>
                        <a:spcAft>
                          <a:spcPts val="300"/>
                        </a:spcAft>
                      </a:pPr>
                      <a:r>
                        <a:rPr lang="zh-CN" sz="1600" kern="100"/>
                        <a:t>个人分析</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3.57</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14</a:t>
                      </a:r>
                      <a:endParaRPr lang="zh-CN" sz="1800" kern="100">
                        <a:latin typeface="Times New Roman" panose="02020603050405020304"/>
                        <a:ea typeface="宋体" panose="02010600030101010101" pitchFamily="2" charset="-122"/>
                      </a:endParaRPr>
                    </a:p>
                  </a:txBody>
                  <a:tcPr marL="0" marR="0" marT="0" marB="0"/>
                </a:tc>
              </a:tr>
              <a:tr h="162318">
                <a:tc>
                  <a:txBody>
                    <a:bodyPr/>
                    <a:lstStyle/>
                    <a:p>
                      <a:pPr>
                        <a:lnSpc>
                          <a:spcPts val="1800"/>
                        </a:lnSpc>
                        <a:spcBef>
                          <a:spcPts val="300"/>
                        </a:spcBef>
                        <a:spcAft>
                          <a:spcPts val="300"/>
                        </a:spcAft>
                      </a:pPr>
                      <a:r>
                        <a:rPr lang="zh-CN" sz="1600" kern="100"/>
                        <a:t>主要相关人员共同评估</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4.32</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1</a:t>
                      </a:r>
                      <a:endParaRPr lang="zh-CN" sz="1800" kern="100">
                        <a:latin typeface="Times New Roman" panose="02020603050405020304"/>
                        <a:ea typeface="宋体" panose="02010600030101010101" pitchFamily="2" charset="-122"/>
                      </a:endParaRPr>
                    </a:p>
                  </a:txBody>
                  <a:tcPr marL="0" marR="0" marT="0" marB="0"/>
                </a:tc>
              </a:tr>
              <a:tr h="162318">
                <a:tc>
                  <a:txBody>
                    <a:bodyPr/>
                    <a:lstStyle/>
                    <a:p>
                      <a:pPr>
                        <a:lnSpc>
                          <a:spcPts val="1800"/>
                        </a:lnSpc>
                        <a:spcBef>
                          <a:spcPts val="300"/>
                        </a:spcBef>
                        <a:spcAft>
                          <a:spcPts val="300"/>
                        </a:spcAft>
                      </a:pPr>
                      <a:r>
                        <a:rPr lang="zh-CN" sz="1600" kern="100" dirty="0"/>
                        <a:t>咨询</a:t>
                      </a:r>
                      <a:r>
                        <a:rPr lang="zh-CN" sz="1600" kern="100" dirty="0" smtClean="0"/>
                        <a:t>专家</a:t>
                      </a:r>
                      <a:endParaRPr lang="zh-CN" sz="1800" kern="100" dirty="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3.37</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16</a:t>
                      </a:r>
                      <a:endParaRPr lang="zh-CN" sz="1800" kern="100">
                        <a:latin typeface="Times New Roman" panose="02020603050405020304"/>
                        <a:ea typeface="宋体" panose="02010600030101010101" pitchFamily="2" charset="-122"/>
                      </a:endParaRPr>
                    </a:p>
                  </a:txBody>
                  <a:tcPr marL="0" marR="0" marT="0" marB="0"/>
                </a:tc>
              </a:tr>
              <a:tr h="162318">
                <a:tc>
                  <a:txBody>
                    <a:bodyPr/>
                    <a:lstStyle/>
                    <a:p>
                      <a:pPr>
                        <a:lnSpc>
                          <a:spcPts val="1800"/>
                        </a:lnSpc>
                        <a:spcBef>
                          <a:spcPts val="300"/>
                        </a:spcBef>
                        <a:spcAft>
                          <a:spcPts val="300"/>
                        </a:spcAft>
                      </a:pPr>
                      <a:r>
                        <a:rPr lang="zh-CN" sz="1600" kern="100"/>
                        <a:t>用计算机或其他方法模拟</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2.64</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19</a:t>
                      </a:r>
                      <a:endParaRPr lang="zh-CN" sz="1800" kern="100">
                        <a:latin typeface="Times New Roman" panose="02020603050405020304"/>
                        <a:ea typeface="宋体" panose="02010600030101010101" pitchFamily="2" charset="-122"/>
                      </a:endParaRPr>
                    </a:p>
                  </a:txBody>
                  <a:tcPr marL="0" marR="0" marT="0" marB="0"/>
                </a:tc>
              </a:tr>
              <a:tr h="162318">
                <a:tc gridSpan="3">
                  <a:txBody>
                    <a:bodyPr/>
                    <a:lstStyle/>
                    <a:p>
                      <a:pPr algn="ctr">
                        <a:lnSpc>
                          <a:spcPts val="1800"/>
                        </a:lnSpc>
                        <a:spcBef>
                          <a:spcPts val="300"/>
                        </a:spcBef>
                        <a:spcAft>
                          <a:spcPts val="300"/>
                        </a:spcAft>
                      </a:pPr>
                      <a:r>
                        <a:rPr lang="zh-CN" sz="1600" kern="100" dirty="0"/>
                        <a:t>风险应对</a:t>
                      </a:r>
                      <a:endParaRPr lang="zh-CN" sz="1800" kern="100" dirty="0">
                        <a:latin typeface="Times New Roman" panose="02020603050405020304"/>
                        <a:ea typeface="宋体" panose="02010600030101010101" pitchFamily="2" charset="-122"/>
                      </a:endParaRPr>
                    </a:p>
                  </a:txBody>
                  <a:tcPr marL="0" marR="0" marT="0" marB="0">
                    <a:solidFill>
                      <a:schemeClr val="accent2">
                        <a:lumMod val="20000"/>
                        <a:lumOff val="80000"/>
                      </a:schemeClr>
                    </a:solidFill>
                  </a:tcPr>
                </a:tc>
                <a:tc hMerge="1">
                  <a:tcPr/>
                </a:tc>
                <a:tc hMerge="1">
                  <a:tcPr/>
                </a:tc>
              </a:tr>
              <a:tr h="162318">
                <a:tc>
                  <a:txBody>
                    <a:bodyPr/>
                    <a:lstStyle/>
                    <a:p>
                      <a:pPr>
                        <a:lnSpc>
                          <a:spcPts val="1800"/>
                        </a:lnSpc>
                        <a:spcBef>
                          <a:spcPts val="300"/>
                        </a:spcBef>
                        <a:spcAft>
                          <a:spcPts val="300"/>
                        </a:spcAft>
                      </a:pPr>
                      <a:r>
                        <a:rPr lang="zh-CN" sz="1600" kern="100"/>
                        <a:t>风险回避</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3.89</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9</a:t>
                      </a:r>
                      <a:endParaRPr lang="zh-CN" sz="1800" kern="100">
                        <a:latin typeface="Times New Roman" panose="02020603050405020304"/>
                        <a:ea typeface="宋体" panose="02010600030101010101" pitchFamily="2" charset="-122"/>
                      </a:endParaRPr>
                    </a:p>
                  </a:txBody>
                  <a:tcPr marL="0" marR="0" marT="0" marB="0"/>
                </a:tc>
              </a:tr>
              <a:tr h="162318">
                <a:tc>
                  <a:txBody>
                    <a:bodyPr/>
                    <a:lstStyle/>
                    <a:p>
                      <a:pPr>
                        <a:lnSpc>
                          <a:spcPts val="1800"/>
                        </a:lnSpc>
                        <a:spcBef>
                          <a:spcPts val="300"/>
                        </a:spcBef>
                        <a:spcAft>
                          <a:spcPts val="300"/>
                        </a:spcAft>
                      </a:pPr>
                      <a:r>
                        <a:rPr lang="zh-CN" sz="1600" kern="100"/>
                        <a:t>减少风险可能性</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4.05</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5</a:t>
                      </a:r>
                      <a:endParaRPr lang="zh-CN" sz="1800" kern="100">
                        <a:latin typeface="Times New Roman" panose="02020603050405020304"/>
                        <a:ea typeface="宋体" panose="02010600030101010101" pitchFamily="2" charset="-122"/>
                      </a:endParaRPr>
                    </a:p>
                  </a:txBody>
                  <a:tcPr marL="0" marR="0" marT="0" marB="0"/>
                </a:tc>
              </a:tr>
              <a:tr h="162318">
                <a:tc>
                  <a:txBody>
                    <a:bodyPr/>
                    <a:lstStyle/>
                    <a:p>
                      <a:pPr>
                        <a:lnSpc>
                          <a:spcPts val="1800"/>
                        </a:lnSpc>
                        <a:spcBef>
                          <a:spcPts val="300"/>
                        </a:spcBef>
                        <a:spcAft>
                          <a:spcPts val="300"/>
                        </a:spcAft>
                      </a:pPr>
                      <a:r>
                        <a:rPr lang="zh-CN" sz="1600" kern="100"/>
                        <a:t>减少风险后果</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4.12</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3</a:t>
                      </a:r>
                      <a:endParaRPr lang="zh-CN" sz="1800" kern="100">
                        <a:latin typeface="Times New Roman" panose="02020603050405020304"/>
                        <a:ea typeface="宋体" panose="02010600030101010101" pitchFamily="2" charset="-122"/>
                      </a:endParaRPr>
                    </a:p>
                  </a:txBody>
                  <a:tcPr marL="0" marR="0" marT="0" marB="0"/>
                </a:tc>
              </a:tr>
              <a:tr h="162318">
                <a:tc>
                  <a:txBody>
                    <a:bodyPr/>
                    <a:lstStyle/>
                    <a:p>
                      <a:pPr>
                        <a:lnSpc>
                          <a:spcPts val="1800"/>
                        </a:lnSpc>
                        <a:spcBef>
                          <a:spcPts val="300"/>
                        </a:spcBef>
                        <a:spcAft>
                          <a:spcPts val="300"/>
                        </a:spcAft>
                      </a:pPr>
                      <a:r>
                        <a:rPr lang="zh-CN" sz="1600" kern="100"/>
                        <a:t>转移风险</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3.82</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10</a:t>
                      </a:r>
                      <a:endParaRPr lang="zh-CN" sz="1800" kern="100">
                        <a:latin typeface="Times New Roman" panose="02020603050405020304"/>
                        <a:ea typeface="宋体" panose="02010600030101010101" pitchFamily="2" charset="-122"/>
                      </a:endParaRPr>
                    </a:p>
                  </a:txBody>
                  <a:tcPr marL="0" marR="0" marT="0" marB="0"/>
                </a:tc>
              </a:tr>
              <a:tr h="162318">
                <a:tc>
                  <a:txBody>
                    <a:bodyPr/>
                    <a:lstStyle/>
                    <a:p>
                      <a:pPr>
                        <a:lnSpc>
                          <a:spcPts val="1800"/>
                        </a:lnSpc>
                        <a:spcBef>
                          <a:spcPts val="300"/>
                        </a:spcBef>
                        <a:spcAft>
                          <a:spcPts val="300"/>
                        </a:spcAft>
                      </a:pPr>
                      <a:r>
                        <a:rPr lang="zh-CN" sz="1600" kern="100"/>
                        <a:t>保留风险</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2.79</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18</a:t>
                      </a:r>
                      <a:endParaRPr lang="zh-CN" sz="1800" kern="100">
                        <a:latin typeface="Times New Roman" panose="02020603050405020304"/>
                        <a:ea typeface="宋体" panose="02010600030101010101" pitchFamily="2" charset="-122"/>
                      </a:endParaRPr>
                    </a:p>
                  </a:txBody>
                  <a:tcPr marL="0" marR="0" marT="0" marB="0"/>
                </a:tc>
              </a:tr>
              <a:tr h="162318">
                <a:tc gridSpan="3">
                  <a:txBody>
                    <a:bodyPr/>
                    <a:lstStyle/>
                    <a:p>
                      <a:pPr algn="ctr">
                        <a:lnSpc>
                          <a:spcPts val="1800"/>
                        </a:lnSpc>
                        <a:spcBef>
                          <a:spcPts val="300"/>
                        </a:spcBef>
                        <a:spcAft>
                          <a:spcPts val="300"/>
                        </a:spcAft>
                      </a:pPr>
                      <a:r>
                        <a:rPr lang="zh-CN" sz="1600" kern="100" dirty="0"/>
                        <a:t>风险监控</a:t>
                      </a:r>
                      <a:endParaRPr lang="zh-CN" sz="1800" kern="100" dirty="0">
                        <a:latin typeface="Times New Roman" panose="02020603050405020304"/>
                        <a:ea typeface="宋体" panose="02010600030101010101" pitchFamily="2" charset="-122"/>
                      </a:endParaRPr>
                    </a:p>
                  </a:txBody>
                  <a:tcPr marL="0" marR="0" marT="0" marB="0">
                    <a:solidFill>
                      <a:schemeClr val="accent2">
                        <a:lumMod val="20000"/>
                        <a:lumOff val="80000"/>
                      </a:schemeClr>
                    </a:solidFill>
                  </a:tcPr>
                </a:tc>
                <a:tc hMerge="1">
                  <a:tcPr/>
                </a:tc>
                <a:tc hMerge="1">
                  <a:tcPr/>
                </a:tc>
              </a:tr>
              <a:tr h="162318">
                <a:tc>
                  <a:txBody>
                    <a:bodyPr/>
                    <a:lstStyle/>
                    <a:p>
                      <a:pPr>
                        <a:lnSpc>
                          <a:spcPts val="1800"/>
                        </a:lnSpc>
                        <a:spcBef>
                          <a:spcPts val="300"/>
                        </a:spcBef>
                        <a:spcAft>
                          <a:spcPts val="300"/>
                        </a:spcAft>
                      </a:pPr>
                      <a:r>
                        <a:rPr lang="zh-CN" sz="1600" kern="100" dirty="0"/>
                        <a:t>定期检查各种文件报表</a:t>
                      </a:r>
                      <a:endParaRPr lang="zh-CN" sz="1800" kern="100" dirty="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dirty="0"/>
                        <a:t>4.05</a:t>
                      </a:r>
                      <a:endParaRPr lang="zh-CN" sz="1800" kern="100" dirty="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4</a:t>
                      </a:r>
                      <a:endParaRPr lang="zh-CN" sz="1800" kern="100">
                        <a:latin typeface="Times New Roman" panose="02020603050405020304"/>
                        <a:ea typeface="宋体" panose="02010600030101010101" pitchFamily="2" charset="-122"/>
                      </a:endParaRPr>
                    </a:p>
                  </a:txBody>
                  <a:tcPr marL="0" marR="0" marT="0" marB="0"/>
                </a:tc>
              </a:tr>
              <a:tr h="162318">
                <a:tc>
                  <a:txBody>
                    <a:bodyPr/>
                    <a:lstStyle/>
                    <a:p>
                      <a:pPr>
                        <a:lnSpc>
                          <a:spcPts val="1800"/>
                        </a:lnSpc>
                        <a:spcBef>
                          <a:spcPts val="300"/>
                        </a:spcBef>
                        <a:spcAft>
                          <a:spcPts val="300"/>
                        </a:spcAft>
                      </a:pPr>
                      <a:r>
                        <a:rPr lang="zh-CN" sz="1600" kern="100"/>
                        <a:t>定期风险状态报告</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3.95</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7</a:t>
                      </a:r>
                      <a:endParaRPr lang="zh-CN" sz="1800" kern="100">
                        <a:latin typeface="Times New Roman" panose="02020603050405020304"/>
                        <a:ea typeface="宋体" panose="02010600030101010101" pitchFamily="2" charset="-122"/>
                      </a:endParaRPr>
                    </a:p>
                  </a:txBody>
                  <a:tcPr marL="0" marR="0" marT="0" marB="0"/>
                </a:tc>
              </a:tr>
              <a:tr h="162318">
                <a:tc>
                  <a:txBody>
                    <a:bodyPr/>
                    <a:lstStyle/>
                    <a:p>
                      <a:pPr>
                        <a:lnSpc>
                          <a:spcPts val="1800"/>
                        </a:lnSpc>
                        <a:spcBef>
                          <a:spcPts val="300"/>
                        </a:spcBef>
                        <a:spcAft>
                          <a:spcPts val="300"/>
                        </a:spcAft>
                      </a:pPr>
                      <a:r>
                        <a:rPr lang="zh-CN" sz="1600" kern="100"/>
                        <a:t>定期风险趋势分析报告</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3.74</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11</a:t>
                      </a:r>
                      <a:endParaRPr lang="zh-CN" sz="1800" kern="100">
                        <a:latin typeface="Times New Roman" panose="02020603050405020304"/>
                        <a:ea typeface="宋体" panose="02010600030101010101" pitchFamily="2" charset="-122"/>
                      </a:endParaRPr>
                    </a:p>
                  </a:txBody>
                  <a:tcPr marL="0" marR="0" marT="0" marB="0"/>
                </a:tc>
              </a:tr>
              <a:tr h="162318">
                <a:tc>
                  <a:txBody>
                    <a:bodyPr/>
                    <a:lstStyle/>
                    <a:p>
                      <a:pPr algn="ctr">
                        <a:lnSpc>
                          <a:spcPts val="1800"/>
                        </a:lnSpc>
                        <a:spcBef>
                          <a:spcPts val="300"/>
                        </a:spcBef>
                        <a:spcAft>
                          <a:spcPts val="300"/>
                        </a:spcAft>
                      </a:pPr>
                      <a:r>
                        <a:rPr lang="zh-CN" sz="1600" kern="100"/>
                        <a:t>总体</a:t>
                      </a:r>
                      <a:endParaRPr lang="zh-CN" sz="1800" kern="100">
                        <a:latin typeface="Times New Roman" panose="02020603050405020304"/>
                        <a:ea typeface="宋体" panose="02010600030101010101" pitchFamily="2" charset="-122"/>
                      </a:endParaRPr>
                    </a:p>
                  </a:txBody>
                  <a:tcPr marL="0" marR="0" marT="0" marB="0"/>
                </a:tc>
                <a:tc>
                  <a:txBody>
                    <a:bodyPr/>
                    <a:lstStyle/>
                    <a:p>
                      <a:pPr algn="ctr">
                        <a:lnSpc>
                          <a:spcPts val="1800"/>
                        </a:lnSpc>
                        <a:spcBef>
                          <a:spcPts val="300"/>
                        </a:spcBef>
                        <a:spcAft>
                          <a:spcPts val="300"/>
                        </a:spcAft>
                      </a:pPr>
                      <a:r>
                        <a:rPr lang="en-US" sz="1600" kern="100"/>
                        <a:t>3.72</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dirty="0"/>
                        <a:t>-</a:t>
                      </a:r>
                      <a:endParaRPr lang="zh-CN" sz="1800" kern="100" dirty="0">
                        <a:latin typeface="Times New Roman" panose="02020603050405020304"/>
                        <a:ea typeface="宋体" panose="02010600030101010101" pitchFamily="2" charset="-122"/>
                      </a:endParaRPr>
                    </a:p>
                  </a:txBody>
                  <a:tcPr marL="0" marR="0" marT="0" marB="0"/>
                </a:tc>
              </a:tr>
            </a:tbl>
          </a:graphicData>
        </a:graphic>
      </p:graphicFrame>
      <p:sp>
        <p:nvSpPr>
          <p:cNvPr id="9" name="文本框 8"/>
          <p:cNvSpPr txBox="1"/>
          <p:nvPr/>
        </p:nvSpPr>
        <p:spPr>
          <a:xfrm>
            <a:off x="3385957" y="6604053"/>
            <a:ext cx="1457450" cy="276999"/>
          </a:xfrm>
          <a:prstGeom prst="rect">
            <a:avLst/>
          </a:prstGeom>
          <a:noFill/>
        </p:spPr>
        <p:txBody>
          <a:bodyPr wrap="none" rtlCol="0">
            <a:spAutoFit/>
          </a:bodyPr>
          <a:lstStyle/>
          <a:p>
            <a:r>
              <a:rPr lang="en-US" altLang="zh-CN" sz="1200" b="0" dirty="0" smtClean="0">
                <a:solidFill>
                  <a:schemeClr val="bg2"/>
                </a:solidFill>
                <a:latin typeface="+mj-ea"/>
                <a:ea typeface="+mj-ea"/>
              </a:rPr>
              <a:t>1=</a:t>
            </a:r>
            <a:r>
              <a:rPr lang="zh-CN" altLang="en-US" sz="1200" b="0" dirty="0" smtClean="0">
                <a:solidFill>
                  <a:schemeClr val="bg2"/>
                </a:solidFill>
                <a:latin typeface="+mj-ea"/>
                <a:ea typeface="+mj-ea"/>
              </a:rPr>
              <a:t>不用，</a:t>
            </a:r>
            <a:r>
              <a:rPr lang="en-US" altLang="zh-CN" sz="1200" b="0" dirty="0" smtClean="0">
                <a:solidFill>
                  <a:schemeClr val="bg2"/>
                </a:solidFill>
                <a:latin typeface="+mj-ea"/>
                <a:ea typeface="+mj-ea"/>
              </a:rPr>
              <a:t>5=</a:t>
            </a:r>
            <a:r>
              <a:rPr lang="zh-CN" altLang="en-US" sz="1200" b="0" dirty="0" smtClean="0">
                <a:solidFill>
                  <a:schemeClr val="bg2"/>
                </a:solidFill>
                <a:latin typeface="+mj-ea"/>
                <a:ea typeface="+mj-ea"/>
              </a:rPr>
              <a:t>很常用</a:t>
            </a:r>
            <a:endParaRPr lang="zh-CN" altLang="en-US" sz="1200" b="0" dirty="0">
              <a:solidFill>
                <a:schemeClr val="bg2"/>
              </a:solidFill>
              <a:latin typeface="+mj-ea"/>
              <a:ea typeface="+mj-ea"/>
            </a:endParaRPr>
          </a:p>
        </p:txBody>
      </p:sp>
    </p:spTree>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标题 1"/>
          <p:cNvSpPr/>
          <p:nvPr/>
        </p:nvSpPr>
        <p:spPr bwMode="auto">
          <a:xfrm>
            <a:off x="214282" y="277813"/>
            <a:ext cx="8929718" cy="414337"/>
          </a:xfrm>
          <a:prstGeom prst="rect">
            <a:avLst/>
          </a:prstGeom>
          <a:noFill/>
          <a:ln w="9525">
            <a:noFill/>
            <a:miter lim="800000"/>
          </a:ln>
        </p:spPr>
        <p:txBody>
          <a:bodyPr anchor="ctr"/>
          <a:lstStyle/>
          <a:p>
            <a:r>
              <a:rPr lang="zh-CN" altLang="en-US" sz="3600" dirty="0">
                <a:solidFill>
                  <a:srgbClr val="990000"/>
                </a:solidFill>
              </a:rPr>
              <a:t>国际工程项目</a:t>
            </a:r>
            <a:r>
              <a:rPr lang="zh-CN" altLang="en-US" sz="3600" dirty="0" smtClean="0">
                <a:solidFill>
                  <a:srgbClr val="990000"/>
                </a:solidFill>
              </a:rPr>
              <a:t>风险管理障碍</a:t>
            </a:r>
            <a:endParaRPr lang="zh-CN" altLang="en-US" sz="3600" dirty="0">
              <a:solidFill>
                <a:srgbClr val="990000"/>
              </a:solidFill>
            </a:endParaRPr>
          </a:p>
        </p:txBody>
      </p:sp>
      <p:sp>
        <p:nvSpPr>
          <p:cNvPr id="15366" name="Rectangle 38"/>
          <p:cNvSpPr>
            <a:spLocks noChangeArrowheads="1"/>
          </p:cNvSpPr>
          <p:nvPr/>
        </p:nvSpPr>
        <p:spPr bwMode="auto">
          <a:xfrm>
            <a:off x="0" y="0"/>
            <a:ext cx="9144000" cy="0"/>
          </a:xfrm>
          <a:prstGeom prst="rect">
            <a:avLst/>
          </a:prstGeom>
          <a:noFill/>
          <a:ln w="9525">
            <a:noFill/>
            <a:miter lim="800000"/>
          </a:ln>
        </p:spPr>
        <p:txBody>
          <a:bodyPr wrap="none" anchor="ctr">
            <a:spAutoFit/>
          </a:bodyPr>
          <a:lstStyle/>
          <a:p>
            <a:endParaRPr lang="zh-CN" altLang="en-US"/>
          </a:p>
        </p:txBody>
      </p:sp>
      <p:sp>
        <p:nvSpPr>
          <p:cNvPr id="37890"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12" name="矩形 11"/>
          <p:cNvSpPr/>
          <p:nvPr/>
        </p:nvSpPr>
        <p:spPr>
          <a:xfrm>
            <a:off x="6143636" y="1214422"/>
            <a:ext cx="2571768" cy="5016758"/>
          </a:xfrm>
          <a:prstGeom prst="rect">
            <a:avLst/>
          </a:prstGeom>
        </p:spPr>
        <p:txBody>
          <a:bodyPr wrap="square">
            <a:spAutoFit/>
          </a:bodyPr>
          <a:lstStyle/>
          <a:p>
            <a:pPr algn="just">
              <a:spcBef>
                <a:spcPts val="1200"/>
              </a:spcBef>
              <a:buFont typeface="Wingdings" panose="05000000000000000000" pitchFamily="2" charset="2"/>
              <a:buChar char="Ø"/>
            </a:pPr>
            <a:r>
              <a:rPr lang="zh-CN" altLang="en-US" sz="2000" dirty="0" smtClean="0">
                <a:latin typeface="华文楷体" panose="02010600040101010101" charset="-122"/>
                <a:ea typeface="华文楷体" panose="02010600040101010101" charset="-122"/>
              </a:rPr>
              <a:t>激励机制促进项目各个利益相关方之间主动积极的管理风险，为合作管理各方提供所需动力和资源。</a:t>
            </a:r>
            <a:endParaRPr lang="en-US" altLang="zh-CN" sz="2000" dirty="0" smtClean="0">
              <a:latin typeface="华文楷体" panose="02010600040101010101" charset="-122"/>
              <a:ea typeface="华文楷体" panose="02010600040101010101" charset="-122"/>
            </a:endParaRPr>
          </a:p>
          <a:p>
            <a:pPr algn="just">
              <a:spcBef>
                <a:spcPts val="1200"/>
              </a:spcBef>
              <a:buFont typeface="Wingdings" panose="05000000000000000000" pitchFamily="2" charset="2"/>
              <a:buChar char="Ø"/>
            </a:pPr>
            <a:r>
              <a:rPr lang="zh-CN" altLang="en-US" sz="2000" dirty="0" smtClean="0">
                <a:latin typeface="华文楷体" panose="02010600040101010101" charset="-122"/>
                <a:ea typeface="华文楷体" panose="02010600040101010101" charset="-122"/>
              </a:rPr>
              <a:t>激励机制的基础就是公平地利益</a:t>
            </a:r>
            <a:r>
              <a:rPr lang="en-US" sz="2000" dirty="0" smtClean="0">
                <a:latin typeface="华文楷体" panose="02010600040101010101" charset="-122"/>
                <a:ea typeface="华文楷体" panose="02010600040101010101" charset="-122"/>
              </a:rPr>
              <a:t>/</a:t>
            </a:r>
            <a:r>
              <a:rPr lang="zh-CN" altLang="en-US" sz="2000" dirty="0" smtClean="0">
                <a:latin typeface="华文楷体" panose="02010600040101010101" charset="-122"/>
                <a:ea typeface="华文楷体" panose="02010600040101010101" charset="-122"/>
              </a:rPr>
              <a:t>风险分配，伙伴关系有助于消除该风险管理制约因素</a:t>
            </a:r>
            <a:endParaRPr lang="en-US" altLang="zh-CN" sz="2000" dirty="0" smtClean="0">
              <a:latin typeface="华文楷体" panose="02010600040101010101" charset="-122"/>
              <a:ea typeface="华文楷体" panose="02010600040101010101" charset="-122"/>
            </a:endParaRPr>
          </a:p>
          <a:p>
            <a:pPr algn="just">
              <a:spcBef>
                <a:spcPts val="1200"/>
              </a:spcBef>
              <a:buFont typeface="Wingdings" panose="05000000000000000000" pitchFamily="2" charset="2"/>
              <a:buChar char="Ø"/>
            </a:pPr>
            <a:r>
              <a:rPr lang="zh-CN" altLang="en-US" sz="2000" dirty="0" smtClean="0">
                <a:latin typeface="华文楷体" panose="02010600040101010101" charset="-122"/>
                <a:ea typeface="华文楷体" panose="02010600040101010101" charset="-122"/>
              </a:rPr>
              <a:t>风险管理的过程是组织内外共同合作管理的过程，需要工程参与方的共同参与、共同管理。</a:t>
            </a:r>
            <a:endParaRPr lang="en-US" altLang="zh-CN" sz="2000" dirty="0" smtClean="0">
              <a:latin typeface="华文楷体" panose="02010600040101010101" charset="-122"/>
              <a:ea typeface="华文楷体" panose="02010600040101010101" charset="-122"/>
            </a:endParaRPr>
          </a:p>
        </p:txBody>
      </p:sp>
      <p:graphicFrame>
        <p:nvGraphicFramePr>
          <p:cNvPr id="11" name="表格 10"/>
          <p:cNvGraphicFramePr>
            <a:graphicFrameLocks noGrp="1"/>
          </p:cNvGraphicFramePr>
          <p:nvPr/>
        </p:nvGraphicFramePr>
        <p:xfrm>
          <a:off x="500034" y="1142984"/>
          <a:ext cx="5286412" cy="5357846"/>
        </p:xfrm>
        <a:graphic>
          <a:graphicData uri="http://schemas.openxmlformats.org/drawingml/2006/table">
            <a:tbl>
              <a:tblPr firstRow="1" lastRow="1">
                <a:tableStyleId>{5C22544A-7EE6-4342-B048-85BDC9FD1C3A}</a:tableStyleId>
              </a:tblPr>
              <a:tblGrid>
                <a:gridCol w="3496702"/>
                <a:gridCol w="952006"/>
                <a:gridCol w="837704"/>
              </a:tblGrid>
              <a:tr h="412142">
                <a:tc>
                  <a:txBody>
                    <a:bodyPr/>
                    <a:lstStyle/>
                    <a:p>
                      <a:pPr algn="ctr">
                        <a:lnSpc>
                          <a:spcPts val="1800"/>
                        </a:lnSpc>
                        <a:spcBef>
                          <a:spcPts val="300"/>
                        </a:spcBef>
                        <a:spcAft>
                          <a:spcPts val="300"/>
                        </a:spcAft>
                      </a:pPr>
                      <a:r>
                        <a:rPr lang="zh-CN" sz="1600" kern="100"/>
                        <a:t>风险管理障碍</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zh-CN" sz="1600" kern="100"/>
                        <a:t>均值</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zh-CN" sz="1600" kern="100"/>
                        <a:t>排序</a:t>
                      </a:r>
                      <a:endParaRPr lang="zh-CN" sz="1800" kern="100">
                        <a:latin typeface="Times New Roman" panose="02020603050405020304"/>
                        <a:ea typeface="宋体" panose="02010600030101010101" pitchFamily="2" charset="-122"/>
                      </a:endParaRPr>
                    </a:p>
                  </a:txBody>
                  <a:tcPr marL="0" marR="0" marT="0" marB="0" anchor="ctr"/>
                </a:tc>
              </a:tr>
              <a:tr h="412142">
                <a:tc>
                  <a:txBody>
                    <a:bodyPr/>
                    <a:lstStyle/>
                    <a:p>
                      <a:pPr>
                        <a:lnSpc>
                          <a:spcPts val="1800"/>
                        </a:lnSpc>
                        <a:spcBef>
                          <a:spcPts val="300"/>
                        </a:spcBef>
                        <a:spcAft>
                          <a:spcPts val="300"/>
                        </a:spcAft>
                      </a:pPr>
                      <a:r>
                        <a:rPr lang="zh-CN" sz="1600" kern="100"/>
                        <a:t>缺少对更好管理风险的奖励机制</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3.59</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1</a:t>
                      </a:r>
                      <a:endParaRPr lang="zh-CN" sz="1800" kern="100">
                        <a:latin typeface="Times New Roman" panose="02020603050405020304"/>
                        <a:ea typeface="宋体" panose="02010600030101010101" pitchFamily="2" charset="-122"/>
                      </a:endParaRPr>
                    </a:p>
                  </a:txBody>
                  <a:tcPr marL="0" marR="0" marT="0" marB="0" anchor="ctr"/>
                </a:tc>
              </a:tr>
              <a:tr h="412142">
                <a:tc>
                  <a:txBody>
                    <a:bodyPr/>
                    <a:lstStyle/>
                    <a:p>
                      <a:pPr>
                        <a:lnSpc>
                          <a:spcPts val="1800"/>
                        </a:lnSpc>
                        <a:spcBef>
                          <a:spcPts val="300"/>
                        </a:spcBef>
                        <a:spcAft>
                          <a:spcPts val="300"/>
                        </a:spcAft>
                      </a:pPr>
                      <a:r>
                        <a:rPr lang="zh-CN" sz="1600" kern="100"/>
                        <a:t>工程参与方缺乏共同管理风险的机制</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3.56</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2</a:t>
                      </a:r>
                      <a:endParaRPr lang="zh-CN" sz="1800" kern="100">
                        <a:latin typeface="Times New Roman" panose="02020603050405020304"/>
                        <a:ea typeface="宋体" panose="02010600030101010101" pitchFamily="2" charset="-122"/>
                      </a:endParaRPr>
                    </a:p>
                  </a:txBody>
                  <a:tcPr marL="0" marR="0" marT="0" marB="0" anchor="ctr"/>
                </a:tc>
              </a:tr>
              <a:tr h="412142">
                <a:tc>
                  <a:txBody>
                    <a:bodyPr/>
                    <a:lstStyle/>
                    <a:p>
                      <a:pPr>
                        <a:lnSpc>
                          <a:spcPts val="1800"/>
                        </a:lnSpc>
                        <a:spcBef>
                          <a:spcPts val="300"/>
                        </a:spcBef>
                        <a:spcAft>
                          <a:spcPts val="300"/>
                        </a:spcAft>
                      </a:pPr>
                      <a:r>
                        <a:rPr lang="zh-CN" sz="1600" kern="100"/>
                        <a:t>风险监控不力</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3.50</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a:t>
                      </a:r>
                      <a:endParaRPr lang="zh-CN" sz="1800" kern="100">
                        <a:latin typeface="Times New Roman" panose="02020603050405020304"/>
                        <a:ea typeface="宋体" panose="02010600030101010101" pitchFamily="2" charset="-122"/>
                      </a:endParaRPr>
                    </a:p>
                  </a:txBody>
                  <a:tcPr marL="0" marR="0" marT="0" marB="0" anchor="ctr"/>
                </a:tc>
              </a:tr>
              <a:tr h="412142">
                <a:tc>
                  <a:txBody>
                    <a:bodyPr/>
                    <a:lstStyle/>
                    <a:p>
                      <a:pPr>
                        <a:lnSpc>
                          <a:spcPts val="1800"/>
                        </a:lnSpc>
                        <a:spcBef>
                          <a:spcPts val="300"/>
                        </a:spcBef>
                        <a:spcAft>
                          <a:spcPts val="300"/>
                        </a:spcAft>
                      </a:pPr>
                      <a:r>
                        <a:rPr lang="zh-CN" sz="1600" kern="100"/>
                        <a:t>缺乏风险管理的知识和技能</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3.47</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4</a:t>
                      </a:r>
                      <a:endParaRPr lang="zh-CN" sz="1800" kern="100">
                        <a:latin typeface="Times New Roman" panose="02020603050405020304"/>
                        <a:ea typeface="宋体" panose="02010600030101010101" pitchFamily="2" charset="-122"/>
                      </a:endParaRPr>
                    </a:p>
                  </a:txBody>
                  <a:tcPr marL="0" marR="0" marT="0" marB="0" anchor="ctr"/>
                </a:tc>
              </a:tr>
              <a:tr h="412142">
                <a:tc>
                  <a:txBody>
                    <a:bodyPr/>
                    <a:lstStyle/>
                    <a:p>
                      <a:pPr>
                        <a:lnSpc>
                          <a:spcPts val="1800"/>
                        </a:lnSpc>
                        <a:spcBef>
                          <a:spcPts val="300"/>
                        </a:spcBef>
                        <a:spcAft>
                          <a:spcPts val="300"/>
                        </a:spcAft>
                      </a:pPr>
                      <a:r>
                        <a:rPr lang="zh-CN" sz="1600" kern="100"/>
                        <a:t>缺乏正式的风险管理系统</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3.46</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5</a:t>
                      </a:r>
                      <a:endParaRPr lang="zh-CN" sz="1800" kern="100">
                        <a:latin typeface="Times New Roman" panose="02020603050405020304"/>
                        <a:ea typeface="宋体" panose="02010600030101010101" pitchFamily="2" charset="-122"/>
                      </a:endParaRPr>
                    </a:p>
                  </a:txBody>
                  <a:tcPr marL="0" marR="0" marT="0" marB="0" anchor="ctr"/>
                </a:tc>
              </a:tr>
              <a:tr h="412142">
                <a:tc>
                  <a:txBody>
                    <a:bodyPr/>
                    <a:lstStyle/>
                    <a:p>
                      <a:pPr>
                        <a:lnSpc>
                          <a:spcPts val="1800"/>
                        </a:lnSpc>
                        <a:spcBef>
                          <a:spcPts val="300"/>
                        </a:spcBef>
                        <a:spcAft>
                          <a:spcPts val="300"/>
                        </a:spcAft>
                      </a:pPr>
                      <a:r>
                        <a:rPr lang="zh-CN" sz="1600" kern="100"/>
                        <a:t>工程参与方对风险的认识不同</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3.42</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6</a:t>
                      </a:r>
                      <a:endParaRPr lang="zh-CN" sz="1800" kern="100">
                        <a:latin typeface="Times New Roman" panose="02020603050405020304"/>
                        <a:ea typeface="宋体" panose="02010600030101010101" pitchFamily="2" charset="-122"/>
                      </a:endParaRPr>
                    </a:p>
                  </a:txBody>
                  <a:tcPr marL="0" marR="0" marT="0" marB="0" anchor="ctr"/>
                </a:tc>
              </a:tr>
              <a:tr h="412142">
                <a:tc>
                  <a:txBody>
                    <a:bodyPr/>
                    <a:lstStyle/>
                    <a:p>
                      <a:pPr>
                        <a:lnSpc>
                          <a:spcPts val="1800"/>
                        </a:lnSpc>
                        <a:spcBef>
                          <a:spcPts val="300"/>
                        </a:spcBef>
                        <a:spcAft>
                          <a:spcPts val="300"/>
                        </a:spcAft>
                      </a:pPr>
                      <a:r>
                        <a:rPr lang="zh-CN" sz="1600" kern="100"/>
                        <a:t>用于风险分析的历史数据不够</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3.40</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7</a:t>
                      </a:r>
                      <a:endParaRPr lang="zh-CN" sz="1800" kern="100">
                        <a:latin typeface="Times New Roman" panose="02020603050405020304"/>
                        <a:ea typeface="宋体" panose="02010600030101010101" pitchFamily="2" charset="-122"/>
                      </a:endParaRPr>
                    </a:p>
                  </a:txBody>
                  <a:tcPr marL="0" marR="0" marT="0" marB="0" anchor="ctr"/>
                </a:tc>
              </a:tr>
              <a:tr h="412142">
                <a:tc>
                  <a:txBody>
                    <a:bodyPr/>
                    <a:lstStyle/>
                    <a:p>
                      <a:pPr>
                        <a:lnSpc>
                          <a:spcPts val="1800"/>
                        </a:lnSpc>
                        <a:spcBef>
                          <a:spcPts val="300"/>
                        </a:spcBef>
                        <a:spcAft>
                          <a:spcPts val="300"/>
                        </a:spcAft>
                      </a:pPr>
                      <a:r>
                        <a:rPr lang="zh-CN" sz="1600" kern="100"/>
                        <a:t>风险控制策略执行不力</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3.35</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8</a:t>
                      </a:r>
                      <a:endParaRPr lang="zh-CN" sz="1800" kern="100">
                        <a:latin typeface="Times New Roman" panose="02020603050405020304"/>
                        <a:ea typeface="宋体" panose="02010600030101010101" pitchFamily="2" charset="-122"/>
                      </a:endParaRPr>
                    </a:p>
                  </a:txBody>
                  <a:tcPr marL="0" marR="0" marT="0" marB="0" anchor="ctr"/>
                </a:tc>
              </a:tr>
              <a:tr h="412142">
                <a:tc>
                  <a:txBody>
                    <a:bodyPr/>
                    <a:lstStyle/>
                    <a:p>
                      <a:pPr>
                        <a:lnSpc>
                          <a:spcPts val="1800"/>
                        </a:lnSpc>
                        <a:spcBef>
                          <a:spcPts val="300"/>
                        </a:spcBef>
                        <a:spcAft>
                          <a:spcPts val="300"/>
                        </a:spcAft>
                      </a:pPr>
                      <a:r>
                        <a:rPr lang="zh-CN" sz="1600" kern="100"/>
                        <a:t>用于对目前工程决策的信息不足</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3.29</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9</a:t>
                      </a:r>
                      <a:endParaRPr lang="zh-CN" sz="1800" kern="100">
                        <a:latin typeface="Times New Roman" panose="02020603050405020304"/>
                        <a:ea typeface="宋体" panose="02010600030101010101" pitchFamily="2" charset="-122"/>
                      </a:endParaRPr>
                    </a:p>
                  </a:txBody>
                  <a:tcPr marL="0" marR="0" marT="0" marB="0" anchor="ctr"/>
                </a:tc>
              </a:tr>
              <a:tr h="412142">
                <a:tc>
                  <a:txBody>
                    <a:bodyPr/>
                    <a:lstStyle/>
                    <a:p>
                      <a:pPr>
                        <a:lnSpc>
                          <a:spcPts val="1800"/>
                        </a:lnSpc>
                        <a:spcBef>
                          <a:spcPts val="300"/>
                        </a:spcBef>
                        <a:spcAft>
                          <a:spcPts val="300"/>
                        </a:spcAft>
                      </a:pPr>
                      <a:r>
                        <a:rPr lang="zh-CN" sz="1600" kern="100"/>
                        <a:t>工程参与方的风险分配不合理</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3.23</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10</a:t>
                      </a:r>
                      <a:endParaRPr lang="zh-CN" sz="1800" kern="100">
                        <a:latin typeface="Times New Roman" panose="02020603050405020304"/>
                        <a:ea typeface="宋体" panose="02010600030101010101" pitchFamily="2" charset="-122"/>
                      </a:endParaRPr>
                    </a:p>
                  </a:txBody>
                  <a:tcPr marL="0" marR="0" marT="0" marB="0" anchor="ctr"/>
                </a:tc>
              </a:tr>
              <a:tr h="412142">
                <a:tc>
                  <a:txBody>
                    <a:bodyPr/>
                    <a:lstStyle/>
                    <a:p>
                      <a:pPr>
                        <a:lnSpc>
                          <a:spcPts val="1800"/>
                        </a:lnSpc>
                        <a:spcBef>
                          <a:spcPts val="300"/>
                        </a:spcBef>
                        <a:spcAft>
                          <a:spcPts val="300"/>
                        </a:spcAft>
                      </a:pPr>
                      <a:r>
                        <a:rPr lang="zh-CN" sz="1600" kern="100"/>
                        <a:t>缺乏风险意识</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3.13</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11</a:t>
                      </a:r>
                      <a:endParaRPr lang="zh-CN" sz="1800" kern="100">
                        <a:latin typeface="Times New Roman" panose="02020603050405020304"/>
                        <a:ea typeface="宋体" panose="02010600030101010101" pitchFamily="2" charset="-122"/>
                      </a:endParaRPr>
                    </a:p>
                  </a:txBody>
                  <a:tcPr marL="0" marR="0" marT="0" marB="0" anchor="ctr"/>
                </a:tc>
              </a:tr>
              <a:tr h="412142">
                <a:tc>
                  <a:txBody>
                    <a:bodyPr/>
                    <a:lstStyle/>
                    <a:p>
                      <a:pPr algn="ctr">
                        <a:lnSpc>
                          <a:spcPts val="1800"/>
                        </a:lnSpc>
                        <a:spcBef>
                          <a:spcPts val="300"/>
                        </a:spcBef>
                        <a:spcAft>
                          <a:spcPts val="300"/>
                        </a:spcAft>
                      </a:pPr>
                      <a:r>
                        <a:rPr lang="zh-CN" sz="1600" kern="100"/>
                        <a:t>总体</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a:t>3.40</a:t>
                      </a:r>
                      <a:endParaRPr lang="zh-CN" sz="1800" kern="100">
                        <a:latin typeface="Times New Roman" panose="02020603050405020304"/>
                        <a:ea typeface="宋体" panose="02010600030101010101" pitchFamily="2" charset="-122"/>
                      </a:endParaRPr>
                    </a:p>
                  </a:txBody>
                  <a:tcPr marL="0" marR="0" marT="0" marB="0" anchor="ctr"/>
                </a:tc>
                <a:tc>
                  <a:txBody>
                    <a:bodyPr/>
                    <a:lstStyle/>
                    <a:p>
                      <a:pPr algn="ctr">
                        <a:lnSpc>
                          <a:spcPts val="1800"/>
                        </a:lnSpc>
                        <a:spcBef>
                          <a:spcPts val="300"/>
                        </a:spcBef>
                        <a:spcAft>
                          <a:spcPts val="300"/>
                        </a:spcAft>
                      </a:pPr>
                      <a:r>
                        <a:rPr lang="en-US" sz="1600" kern="100" dirty="0"/>
                        <a:t>-</a:t>
                      </a:r>
                      <a:endParaRPr lang="zh-CN" sz="1800" kern="100" dirty="0">
                        <a:latin typeface="Times New Roman" panose="02020603050405020304"/>
                        <a:ea typeface="宋体" panose="02010600030101010101" pitchFamily="2" charset="-122"/>
                      </a:endParaRPr>
                    </a:p>
                  </a:txBody>
                  <a:tcPr marL="0" marR="0" marT="0" marB="0" anchor="ctr"/>
                </a:tc>
              </a:tr>
            </a:tbl>
          </a:graphicData>
        </a:graphic>
      </p:graphicFrame>
      <p:sp>
        <p:nvSpPr>
          <p:cNvPr id="9" name="文本框 8"/>
          <p:cNvSpPr txBox="1"/>
          <p:nvPr/>
        </p:nvSpPr>
        <p:spPr>
          <a:xfrm>
            <a:off x="3650889" y="6527350"/>
            <a:ext cx="1611339" cy="276999"/>
          </a:xfrm>
          <a:prstGeom prst="rect">
            <a:avLst/>
          </a:prstGeom>
          <a:noFill/>
        </p:spPr>
        <p:txBody>
          <a:bodyPr wrap="none" rtlCol="0">
            <a:spAutoFit/>
          </a:bodyPr>
          <a:lstStyle/>
          <a:p>
            <a:r>
              <a:rPr lang="en-US" altLang="zh-CN" sz="1200" b="0" dirty="0" smtClean="0">
                <a:solidFill>
                  <a:schemeClr val="bg2"/>
                </a:solidFill>
                <a:latin typeface="+mj-ea"/>
                <a:ea typeface="+mj-ea"/>
              </a:rPr>
              <a:t>1=</a:t>
            </a:r>
            <a:r>
              <a:rPr lang="zh-CN" altLang="en-US" sz="1200" b="0" dirty="0" smtClean="0">
                <a:solidFill>
                  <a:schemeClr val="bg2"/>
                </a:solidFill>
                <a:latin typeface="+mj-ea"/>
                <a:ea typeface="+mj-ea"/>
              </a:rPr>
              <a:t>不符合，</a:t>
            </a:r>
            <a:r>
              <a:rPr lang="en-US" altLang="zh-CN" sz="1200" b="0" dirty="0" smtClean="0">
                <a:solidFill>
                  <a:schemeClr val="bg2"/>
                </a:solidFill>
                <a:latin typeface="+mj-ea"/>
                <a:ea typeface="+mj-ea"/>
              </a:rPr>
              <a:t>5=</a:t>
            </a:r>
            <a:r>
              <a:rPr lang="zh-CN" altLang="en-US" sz="1200" b="0" dirty="0" smtClean="0">
                <a:solidFill>
                  <a:schemeClr val="bg2"/>
                </a:solidFill>
                <a:latin typeface="+mj-ea"/>
                <a:ea typeface="+mj-ea"/>
              </a:rPr>
              <a:t>很符合</a:t>
            </a:r>
            <a:endParaRPr lang="zh-CN" altLang="en-US" sz="1200" b="0" dirty="0">
              <a:solidFill>
                <a:schemeClr val="bg2"/>
              </a:solidFill>
              <a:latin typeface="+mj-ea"/>
              <a:ea typeface="+mj-ea"/>
            </a:endParaRPr>
          </a:p>
        </p:txBody>
      </p:sp>
    </p:spTree>
  </p:cSld>
  <p:clrMapOvr>
    <a:masterClrMapping/>
  </p:clrMapOv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4"/>
          <p:cNvSpPr>
            <a:spLocks noGrp="1" noRot="1" noChangeArrowheads="1"/>
          </p:cNvSpPr>
          <p:nvPr>
            <p:ph type="title"/>
          </p:nvPr>
        </p:nvSpPr>
        <p:spPr>
          <a:xfrm>
            <a:off x="301625" y="685800"/>
            <a:ext cx="8540750" cy="1143000"/>
          </a:xfrm>
          <a:noFill/>
        </p:spPr>
        <p:txBody>
          <a:bodyPr/>
          <a:lstStyle/>
          <a:p>
            <a:pPr eaLnBrk="1" hangingPunct="1"/>
            <a:endParaRPr lang="zh-CN" altLang="en-US">
              <a:latin typeface="Arial" panose="020B0604020202020204" pitchFamily="34" charset="0"/>
              <a:ea typeface="楷体_GB2312" charset="0"/>
              <a:cs typeface="楷体_GB2312" charset="0"/>
            </a:endParaRPr>
          </a:p>
        </p:txBody>
      </p:sp>
      <p:sp>
        <p:nvSpPr>
          <p:cNvPr id="121859" name="Rectangle 5"/>
          <p:cNvSpPr>
            <a:spLocks noGrp="1" noRot="1" noChangeArrowheads="1"/>
          </p:cNvSpPr>
          <p:nvPr>
            <p:ph type="body" idx="1"/>
          </p:nvPr>
        </p:nvSpPr>
        <p:spPr>
          <a:xfrm>
            <a:off x="304800" y="1981200"/>
            <a:ext cx="8540750" cy="3886200"/>
          </a:xfrm>
          <a:noFill/>
        </p:spPr>
        <p:txBody>
          <a:bodyPr/>
          <a:lstStyle/>
          <a:p>
            <a:pPr eaLnBrk="1" hangingPunct="1"/>
            <a:endParaRPr lang="zh-CN" altLang="en-US">
              <a:latin typeface="Arial" panose="020B0604020202020204" pitchFamily="34" charset="0"/>
              <a:ea typeface="宋体" panose="02010600030101010101" pitchFamily="2" charset="-122"/>
            </a:endParaRPr>
          </a:p>
        </p:txBody>
      </p:sp>
      <p:pic>
        <p:nvPicPr>
          <p:cNvPr id="121860" name="Picture 6"/>
          <p:cNvPicPr>
            <a:picLocks noChangeAspect="1" noChangeArrowheads="1"/>
          </p:cNvPicPr>
          <p:nvPr/>
        </p:nvPicPr>
        <p:blipFill>
          <a:blip r:embed="rId1">
            <a:extLst>
              <a:ext uri="{28A0092B-C50C-407E-A947-70E740481C1C}">
                <a14:useLocalDpi xmlns:a14="http://schemas.microsoft.com/office/drawing/2010/main" val="0"/>
              </a:ext>
            </a:extLst>
          </a:blip>
          <a:srcRect l="17422" t="14844" r="12877" b="9846"/>
          <a:stretch>
            <a:fillRect/>
          </a:stretch>
        </p:blipFill>
        <p:spPr bwMode="auto">
          <a:xfrm>
            <a:off x="0" y="0"/>
            <a:ext cx="9144000" cy="6858000"/>
          </a:xfrm>
          <a:prstGeom prst="rect">
            <a:avLst/>
          </a:prstGeom>
          <a:noFill/>
          <a:ln>
            <a:noFill/>
          </a:ln>
        </p:spPr>
      </p:pic>
    </p:spTree>
  </p:cSld>
  <p:clrMapOvr>
    <a:masterClrMapping/>
  </p:clrMapOv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a:xfrm>
            <a:off x="0" y="317500"/>
            <a:ext cx="8178800" cy="609600"/>
          </a:xfrm>
        </p:spPr>
        <p:txBody>
          <a:bodyPr/>
          <a:lstStyle/>
          <a:p>
            <a:pPr eaLnBrk="1" hangingPunct="1"/>
            <a:r>
              <a:rPr lang="zh-CN" altLang="en-US" sz="3200">
                <a:latin typeface="Arial" panose="020B0604020202020204" pitchFamily="34" charset="0"/>
                <a:ea typeface="楷体_GB2312" charset="0"/>
                <a:cs typeface="楷体_GB2312" charset="0"/>
              </a:rPr>
              <a:t>小结：</a:t>
            </a:r>
            <a:r>
              <a:rPr lang="zh-CN" altLang="en-US" sz="3200">
                <a:solidFill>
                  <a:srgbClr val="660066"/>
                </a:solidFill>
                <a:latin typeface="Arial" panose="020B0604020202020204" pitchFamily="34" charset="0"/>
                <a:ea typeface="楷体_GB2312" charset="0"/>
                <a:cs typeface="楷体_GB2312" charset="0"/>
              </a:rPr>
              <a:t>风险与不确定性分析方法</a:t>
            </a:r>
            <a:br>
              <a:rPr lang="zh-CN" altLang="en-US" sz="3200">
                <a:solidFill>
                  <a:srgbClr val="660066"/>
                </a:solidFill>
                <a:latin typeface="Arial" panose="020B0604020202020204" pitchFamily="34" charset="0"/>
                <a:ea typeface="楷体_GB2312" charset="0"/>
                <a:cs typeface="楷体_GB2312" charset="0"/>
              </a:rPr>
            </a:br>
            <a:endParaRPr lang="zh-CN" altLang="en-US" sz="3200">
              <a:solidFill>
                <a:srgbClr val="660066"/>
              </a:solidFill>
              <a:latin typeface="Arial" panose="020B0604020202020204" pitchFamily="34" charset="0"/>
              <a:ea typeface="楷体_GB2312" charset="0"/>
              <a:cs typeface="楷体_GB2312" charset="0"/>
            </a:endParaRPr>
          </a:p>
        </p:txBody>
      </p:sp>
      <p:sp>
        <p:nvSpPr>
          <p:cNvPr id="122883" name="Rectangle 3"/>
          <p:cNvSpPr>
            <a:spLocks noGrp="1" noChangeArrowheads="1"/>
          </p:cNvSpPr>
          <p:nvPr>
            <p:ph type="body" idx="1"/>
          </p:nvPr>
        </p:nvSpPr>
        <p:spPr/>
        <p:txBody>
          <a:bodyPr/>
          <a:lstStyle/>
          <a:p>
            <a:pPr lvl="1" eaLnBrk="1" hangingPunct="1">
              <a:buFontTx/>
              <a:buNone/>
            </a:pPr>
            <a:r>
              <a:rPr lang="zh-CN" altLang="en-US">
                <a:solidFill>
                  <a:srgbClr val="0000FF"/>
                </a:solidFill>
                <a:latin typeface="Arial" panose="020B0604020202020204" pitchFamily="34" charset="0"/>
                <a:ea typeface="宋体" panose="02010600030101010101" pitchFamily="2" charset="-122"/>
              </a:rPr>
              <a:t>（一）盈亏平衡分析</a:t>
            </a:r>
            <a:endParaRPr lang="zh-CN" altLang="en-US">
              <a:solidFill>
                <a:srgbClr val="0000FF"/>
              </a:solidFill>
              <a:latin typeface="Arial" panose="020B0604020202020204" pitchFamily="34" charset="0"/>
              <a:ea typeface="宋体" panose="02010600030101010101" pitchFamily="2" charset="-122"/>
            </a:endParaRPr>
          </a:p>
          <a:p>
            <a:pPr lvl="1" eaLnBrk="1" hangingPunct="1">
              <a:buFontTx/>
              <a:buNone/>
            </a:pPr>
            <a:r>
              <a:rPr lang="zh-CN" altLang="en-US">
                <a:solidFill>
                  <a:srgbClr val="0000FF"/>
                </a:solidFill>
                <a:latin typeface="Arial" panose="020B0604020202020204" pitchFamily="34" charset="0"/>
                <a:ea typeface="宋体" panose="02010600030101010101" pitchFamily="2" charset="-122"/>
              </a:rPr>
              <a:t>（二）敏感性分析</a:t>
            </a:r>
            <a:endParaRPr lang="zh-CN" altLang="en-US">
              <a:solidFill>
                <a:srgbClr val="0000FF"/>
              </a:solidFill>
              <a:latin typeface="Arial" panose="020B0604020202020204" pitchFamily="34" charset="0"/>
              <a:ea typeface="宋体" panose="02010600030101010101" pitchFamily="2" charset="-122"/>
            </a:endParaRPr>
          </a:p>
          <a:p>
            <a:pPr lvl="1" eaLnBrk="1" hangingPunct="1">
              <a:buFontTx/>
              <a:buNone/>
            </a:pPr>
            <a:r>
              <a:rPr lang="zh-CN" altLang="en-US">
                <a:solidFill>
                  <a:srgbClr val="0000FF"/>
                </a:solidFill>
                <a:latin typeface="Arial" panose="020B0604020202020204" pitchFamily="34" charset="0"/>
                <a:ea typeface="宋体" panose="02010600030101010101" pitchFamily="2" charset="-122"/>
              </a:rPr>
              <a:t>（三）风险分析</a:t>
            </a:r>
            <a:endParaRPr lang="zh-CN" altLang="en-US">
              <a:solidFill>
                <a:srgbClr val="0000FF"/>
              </a:solidFill>
              <a:latin typeface="Arial" panose="020B0604020202020204" pitchFamily="34" charset="0"/>
              <a:ea typeface="宋体" panose="02010600030101010101" pitchFamily="2" charset="-122"/>
            </a:endParaRPr>
          </a:p>
          <a:p>
            <a:pPr eaLnBrk="1" hangingPunct="1"/>
            <a:endParaRPr lang="zh-CN" altLang="en-US">
              <a:solidFill>
                <a:srgbClr val="0000FF"/>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pPr eaLnBrk="1" hangingPunct="1"/>
            <a:endParaRPr lang="zh-CN" altLang="en-US">
              <a:latin typeface="Arial" panose="020B0604020202020204" pitchFamily="34" charset="0"/>
              <a:ea typeface="楷体_GB2312" charset="0"/>
              <a:cs typeface="楷体_GB2312" charset="0"/>
            </a:endParaRPr>
          </a:p>
        </p:txBody>
      </p:sp>
      <p:sp>
        <p:nvSpPr>
          <p:cNvPr id="123907" name="Rectangle 3"/>
          <p:cNvSpPr>
            <a:spLocks noGrp="1" noChangeArrowheads="1"/>
          </p:cNvSpPr>
          <p:nvPr>
            <p:ph type="body" idx="1"/>
          </p:nvPr>
        </p:nvSpPr>
        <p:spPr/>
        <p:txBody>
          <a:bodyPr/>
          <a:lstStyle/>
          <a:p>
            <a:pPr algn="ctr" eaLnBrk="1" hangingPunct="1">
              <a:buFontTx/>
              <a:buNone/>
            </a:pPr>
            <a:r>
              <a:rPr lang="en-US" altLang="zh-CN" sz="4800">
                <a:latin typeface="Arial" panose="020B0604020202020204" pitchFamily="34" charset="0"/>
                <a:ea typeface="宋体" panose="02010600030101010101" pitchFamily="2" charset="-122"/>
              </a:rPr>
              <a:t>Question?</a:t>
            </a:r>
            <a:endParaRPr lang="en-US" altLang="zh-CN" sz="480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tags/tag1.xml><?xml version="1.0" encoding="utf-8"?>
<p:tagLst xmlns:p="http://schemas.openxmlformats.org/presentationml/2006/main">
  <p:tag name="TIMING" val="|4.2|3.5|8.4"/>
</p:tagLst>
</file>

<file path=ppt/tags/tag2.xml><?xml version="1.0" encoding="utf-8"?>
<p:tagLst xmlns:p="http://schemas.openxmlformats.org/presentationml/2006/main">
  <p:tag name="TIMING" val="|0.8|7.8|7.7|4.3|4.2|32.9"/>
</p:tagLst>
</file>

<file path=ppt/tags/tag3.xml><?xml version="1.0" encoding="utf-8"?>
<p:tagLst xmlns:p="http://schemas.openxmlformats.org/presentationml/2006/main">
  <p:tag name="TIMING" val="|2.1|18|3"/>
</p:tagLst>
</file>

<file path=ppt/tags/tag4.xml><?xml version="1.0" encoding="utf-8"?>
<p:tagLst xmlns:p="http://schemas.openxmlformats.org/presentationml/2006/main">
  <p:tag name="TIMING" val="|1.4|2.2|1.9"/>
</p:tagLst>
</file>

<file path=ppt/tags/tag5.xml><?xml version="1.0" encoding="utf-8"?>
<p:tagLst xmlns:p="http://schemas.openxmlformats.org/presentationml/2006/main">
  <p:tag name="TIMING" val="|2.1|2|19.7|1.6|10.5|9.9"/>
</p:tagLst>
</file>

<file path=ppt/tags/tag6.xml><?xml version="1.0" encoding="utf-8"?>
<p:tagLst xmlns:p="http://schemas.openxmlformats.org/presentationml/2006/main">
  <p:tag name="TIMING" val="|2.2|9.9|2.2|5.4"/>
</p:tagLst>
</file>

<file path=ppt/tags/tag7.xml><?xml version="1.0" encoding="utf-8"?>
<p:tagLst xmlns:p="http://schemas.openxmlformats.org/presentationml/2006/main">
  <p:tag name="TIMING" val="|6.5|4.3"/>
</p:tagLst>
</file>

<file path=ppt/tags/tag8.xml><?xml version="1.0" encoding="utf-8"?>
<p:tagLst xmlns:p="http://schemas.openxmlformats.org/presentationml/2006/main">
  <p:tag name="TIMING" val="|4.2"/>
</p:tagLst>
</file>

<file path=ppt/tags/tag9.xml><?xml version="1.0" encoding="utf-8"?>
<p:tagLst xmlns:p="http://schemas.openxmlformats.org/presentationml/2006/main">
  <p:tag name="TIMING" val="|2.2|28.4|2.9|28.7|5.8|3|6.2"/>
</p:tagLst>
</file>

<file path=ppt/tags/tag10.xml><?xml version="1.0" encoding="utf-8"?>
<p:tagLst xmlns:p="http://schemas.openxmlformats.org/presentationml/2006/main">
  <p:tag name="TIMING" val="|7.1|11.8|6.7"/>
</p:tagLst>
</file>

<file path=ppt/tags/tag11.xml><?xml version="1.0" encoding="utf-8"?>
<p:tagLst xmlns:p="http://schemas.openxmlformats.org/presentationml/2006/main">
  <p:tag name="TIMING" val="|1.3|17.4"/>
</p:tagLst>
</file>

<file path=ppt/tags/tag12.xml><?xml version="1.0" encoding="utf-8"?>
<p:tagLst xmlns:p="http://schemas.openxmlformats.org/presentationml/2006/main">
  <p:tag name="COMMONDATA" val="eyJoZGlkIjoiOTI0OWQxZGJjNDE2MzIxNDlmMGQ4ZDUyYzcyZTE1MzkifQ=="/>
  <p:tag name="KSO_WPP_MARK_KEY" val="948a1680-47dd-4ff1-8de9-8c25e4fc3f17"/>
  <p:tag name="commondata" val="eyJoZGlkIjoiMDUyNTk2M2IyMzU4MzVkNTcwMTc5ZTNjMDhlZjc2NjkifQ=="/>
</p:tagLst>
</file>

<file path=ppt/theme/theme1.xml><?xml version="1.0" encoding="utf-8"?>
<a:theme xmlns:a="http://schemas.openxmlformats.org/drawingml/2006/main" name="Blank Presentation">
  <a:themeElements>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fontScheme name="Blank Presentation">
      <a:majorFont>
        <a:latin typeface="Arial"/>
        <a:ea typeface="楷体_GB2312"/>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lnSpc>
            <a:spcPct val="90000"/>
          </a:lnSpc>
          <a:spcBef>
            <a:spcPct val="50000"/>
          </a:spcBef>
          <a:spcAft>
            <a:spcPct val="0"/>
          </a:spcAft>
          <a:buClrTx/>
          <a:buSzTx/>
          <a:buFontTx/>
          <a:buChar char="•"/>
          <a:defRPr kumimoji="0" lang="en-US" sz="4000" b="1" i="0" u="none" strike="noStrike" cap="none" normalizeH="0" baseline="0" smtClean="0">
            <a:ln>
              <a:noFill/>
            </a:ln>
            <a:solidFill>
              <a:srgbClr val="0000FF"/>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lnSpc>
            <a:spcPct val="90000"/>
          </a:lnSpc>
          <a:spcBef>
            <a:spcPct val="50000"/>
          </a:spcBef>
          <a:spcAft>
            <a:spcPct val="0"/>
          </a:spcAft>
          <a:buClrTx/>
          <a:buSzTx/>
          <a:buFontTx/>
          <a:buChar char="•"/>
          <a:defRPr kumimoji="0" lang="en-US" sz="4000" b="1" i="0" u="none" strike="noStrike" cap="none" normalizeH="0" baseline="0" smtClean="0">
            <a:ln>
              <a:noFill/>
            </a:ln>
            <a:solidFill>
              <a:srgbClr val="0000FF"/>
            </a:solidFill>
            <a:effectLst/>
            <a:latin typeface="Arial" panose="020B0604020202020204" pitchFamily="34" charset="0"/>
            <a:ea typeface="楷体_GB2312" pitchFamily="49" charset="-122"/>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ank Presentation">
  <a:themeElements>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fontScheme name="Blank Presentation">
      <a:majorFont>
        <a:latin typeface="Arial"/>
        <a:ea typeface="楷体_GB2312"/>
        <a:cs typeface="楷体_GB2312"/>
      </a:majorFont>
      <a:minorFont>
        <a:latin typeface="Arial"/>
        <a:ea typeface="楷体_GB2312"/>
        <a:cs typeface="楷体_GB2312"/>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db2004212gl">
  <a:themeElements>
    <a:clrScheme name="Office 主题​​ 1">
      <a:dk1>
        <a:srgbClr val="000000"/>
      </a:dk1>
      <a:lt1>
        <a:srgbClr val="FFFFFF"/>
      </a:lt1>
      <a:dk2>
        <a:srgbClr val="4B546F"/>
      </a:dk2>
      <a:lt2>
        <a:srgbClr val="C0C0C0"/>
      </a:lt2>
      <a:accent1>
        <a:srgbClr val="4987E3"/>
      </a:accent1>
      <a:accent2>
        <a:srgbClr val="D9520F"/>
      </a:accent2>
      <a:accent3>
        <a:srgbClr val="FFFFFF"/>
      </a:accent3>
      <a:accent4>
        <a:srgbClr val="000000"/>
      </a:accent4>
      <a:accent5>
        <a:srgbClr val="B1C3EF"/>
      </a:accent5>
      <a:accent6>
        <a:srgbClr val="C4490C"/>
      </a:accent6>
      <a:hlink>
        <a:srgbClr val="36A1B6"/>
      </a:hlink>
      <a:folHlink>
        <a:srgbClr val="9CC769"/>
      </a:folHlink>
    </a:clrScheme>
    <a:fontScheme name="Office 主题​​">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Office 主题​​ 1">
        <a:dk1>
          <a:srgbClr val="000000"/>
        </a:dk1>
        <a:lt1>
          <a:srgbClr val="FFFFFF"/>
        </a:lt1>
        <a:dk2>
          <a:srgbClr val="4B546F"/>
        </a:dk2>
        <a:lt2>
          <a:srgbClr val="C0C0C0"/>
        </a:lt2>
        <a:accent1>
          <a:srgbClr val="4987E3"/>
        </a:accent1>
        <a:accent2>
          <a:srgbClr val="D9520F"/>
        </a:accent2>
        <a:accent3>
          <a:srgbClr val="FFFFFF"/>
        </a:accent3>
        <a:accent4>
          <a:srgbClr val="000000"/>
        </a:accent4>
        <a:accent5>
          <a:srgbClr val="B1C3EF"/>
        </a:accent5>
        <a:accent6>
          <a:srgbClr val="C4490C"/>
        </a:accent6>
        <a:hlink>
          <a:srgbClr val="36A1B6"/>
        </a:hlink>
        <a:folHlink>
          <a:srgbClr val="9CC769"/>
        </a:folHlink>
      </a:clrScheme>
      <a:clrMap bg1="lt1" tx1="dk1" bg2="lt2" tx2="dk2" accent1="accent1" accent2="accent2" accent3="accent3" accent4="accent4" accent5="accent5" accent6="accent6" hlink="hlink" folHlink="folHlink"/>
    </a:extraClrScheme>
    <a:extraClrScheme>
      <a:clrScheme name="Office 主题​​ 2">
        <a:dk1>
          <a:srgbClr val="000000"/>
        </a:dk1>
        <a:lt1>
          <a:srgbClr val="FFFFFF"/>
        </a:lt1>
        <a:dk2>
          <a:srgbClr val="135377"/>
        </a:dk2>
        <a:lt2>
          <a:srgbClr val="969696"/>
        </a:lt2>
        <a:accent1>
          <a:srgbClr val="2AA08A"/>
        </a:accent1>
        <a:accent2>
          <a:srgbClr val="9C88E6"/>
        </a:accent2>
        <a:accent3>
          <a:srgbClr val="FFFFFF"/>
        </a:accent3>
        <a:accent4>
          <a:srgbClr val="000000"/>
        </a:accent4>
        <a:accent5>
          <a:srgbClr val="ACCDC4"/>
        </a:accent5>
        <a:accent6>
          <a:srgbClr val="8D7BD0"/>
        </a:accent6>
        <a:hlink>
          <a:srgbClr val="7D96D3"/>
        </a:hlink>
        <a:folHlink>
          <a:srgbClr val="DEDB70"/>
        </a:folHlink>
      </a:clrScheme>
      <a:clrMap bg1="lt1" tx1="dk1" bg2="lt2" tx2="dk2" accent1="accent1" accent2="accent2" accent3="accent3" accent4="accent4" accent5="accent5" accent6="accent6" hlink="hlink" folHlink="folHlink"/>
    </a:extraClrScheme>
    <a:extraClrScheme>
      <a:clrScheme name="Office 主题​​ 3">
        <a:dk1>
          <a:srgbClr val="000000"/>
        </a:dk1>
        <a:lt1>
          <a:srgbClr val="FFFFFF"/>
        </a:lt1>
        <a:dk2>
          <a:srgbClr val="351155"/>
        </a:dk2>
        <a:lt2>
          <a:srgbClr val="969696"/>
        </a:lt2>
        <a:accent1>
          <a:srgbClr val="117AC1"/>
        </a:accent1>
        <a:accent2>
          <a:srgbClr val="38B890"/>
        </a:accent2>
        <a:accent3>
          <a:srgbClr val="FFFFFF"/>
        </a:accent3>
        <a:accent4>
          <a:srgbClr val="000000"/>
        </a:accent4>
        <a:accent5>
          <a:srgbClr val="AABEDD"/>
        </a:accent5>
        <a:accent6>
          <a:srgbClr val="32A682"/>
        </a:accent6>
        <a:hlink>
          <a:srgbClr val="D17FB6"/>
        </a:hlink>
        <a:folHlink>
          <a:srgbClr val="E398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15895</Words>
  <Application>WPS 演示</Application>
  <PresentationFormat>全屏显示(4:3)</PresentationFormat>
  <Paragraphs>2148</Paragraphs>
  <Slides>111</Slides>
  <Notes>27</Notes>
  <HiddenSlides>0</HiddenSlides>
  <MMClips>0</MMClips>
  <ScaleCrop>false</ScaleCrop>
  <HeadingPairs>
    <vt:vector size="8" baseType="variant">
      <vt:variant>
        <vt:lpstr>已用的字体</vt:lpstr>
      </vt:variant>
      <vt:variant>
        <vt:i4>27</vt:i4>
      </vt:variant>
      <vt:variant>
        <vt:lpstr>主题</vt:lpstr>
      </vt:variant>
      <vt:variant>
        <vt:i4>3</vt:i4>
      </vt:variant>
      <vt:variant>
        <vt:lpstr>嵌入 OLE 服务器</vt:lpstr>
      </vt:variant>
      <vt:variant>
        <vt:i4>20</vt:i4>
      </vt:variant>
      <vt:variant>
        <vt:lpstr>幻灯片标题</vt:lpstr>
      </vt:variant>
      <vt:variant>
        <vt:i4>111</vt:i4>
      </vt:variant>
    </vt:vector>
  </HeadingPairs>
  <TitlesOfParts>
    <vt:vector size="161" baseType="lpstr">
      <vt:lpstr>Arial</vt:lpstr>
      <vt:lpstr>宋体</vt:lpstr>
      <vt:lpstr>Wingdings</vt:lpstr>
      <vt:lpstr>楷体_GB2312</vt:lpstr>
      <vt:lpstr>新宋体</vt:lpstr>
      <vt:lpstr>楷体_GB2312</vt:lpstr>
      <vt:lpstr>Times</vt:lpstr>
      <vt:lpstr>楷体_GB2312</vt:lpstr>
      <vt:lpstr>Times New Roman</vt:lpstr>
      <vt:lpstr>Arial</vt:lpstr>
      <vt:lpstr>Times</vt:lpstr>
      <vt:lpstr>Symbol</vt:lpstr>
      <vt:lpstr>微软雅黑</vt:lpstr>
      <vt:lpstr>Arial Unicode MS</vt:lpstr>
      <vt:lpstr>黑体</vt:lpstr>
      <vt:lpstr>Symbol</vt:lpstr>
      <vt:lpstr>华文楷体</vt:lpstr>
      <vt:lpstr>仿宋体</vt:lpstr>
      <vt:lpstr>Wingdings</vt:lpstr>
      <vt:lpstr>Calibri</vt:lpstr>
      <vt:lpstr>方正舒体</vt:lpstr>
      <vt:lpstr>华文新魏</vt:lpstr>
      <vt:lpstr>Tahoma</vt:lpstr>
      <vt:lpstr>华文行楷</vt:lpstr>
      <vt:lpstr>Times New Roman</vt:lpstr>
      <vt:lpstr>楷体</vt:lpstr>
      <vt:lpstr>仿宋</vt:lpstr>
      <vt:lpstr>Blank Presentation</vt:lpstr>
      <vt:lpstr>1_Blank Presentation</vt:lpstr>
      <vt:lpstr>cdb2004212gl</vt:lpstr>
      <vt:lpstr>Word.Document.8</vt:lpstr>
      <vt:lpstr>Equation.DSMT4</vt:lpstr>
      <vt:lpstr>Equation.3</vt:lpstr>
      <vt:lpstr>Equation.3</vt:lpstr>
      <vt:lpstr>Equation.3</vt:lpstr>
      <vt:lpstr>Equation.3</vt:lpstr>
      <vt:lpstr>Equation.3</vt:lpstr>
      <vt:lpstr>Equation.3</vt:lpstr>
      <vt:lpstr>Equation.3</vt:lpstr>
      <vt:lpstr>Equation.3</vt:lpstr>
      <vt:lpstr>Equation.3</vt:lpstr>
      <vt:lpstr>Word.Picture.8</vt:lpstr>
      <vt:lpstr>Equation.3</vt:lpstr>
      <vt:lpstr>Equation.3</vt:lpstr>
      <vt:lpstr>Equation.3</vt:lpstr>
      <vt:lpstr>Equation.3</vt:lpstr>
      <vt:lpstr>Equation.3</vt:lpstr>
      <vt:lpstr>Equation.3</vt:lpstr>
      <vt:lpstr>Equation.3</vt:lpstr>
      <vt:lpstr>Equation.3</vt:lpstr>
      <vt:lpstr>无锡高架桥侧翻事件</vt:lpstr>
      <vt:lpstr>无锡高架桥侧翻事件</vt:lpstr>
      <vt:lpstr>类似事故之一</vt:lpstr>
      <vt:lpstr>类似事故之二</vt:lpstr>
      <vt:lpstr>类似事故之三</vt:lpstr>
      <vt:lpstr>无锡高架桥侧翻事件</vt:lpstr>
      <vt:lpstr>无锡高架桥侧翻事件</vt:lpstr>
      <vt:lpstr>PowerPoint 演示文稿</vt:lpstr>
      <vt:lpstr>本讲内容</vt:lpstr>
      <vt:lpstr>进行风险与不确定性分析的必要性</vt:lpstr>
      <vt:lpstr>本讲内容</vt:lpstr>
      <vt:lpstr>（一）盈亏平衡分析</vt:lpstr>
      <vt:lpstr>1. 单方案盈亏平衡分析</vt:lpstr>
      <vt:lpstr>1. 单方案盈亏平衡分析</vt:lpstr>
      <vt:lpstr>1. 单方案盈亏平衡分析</vt:lpstr>
      <vt:lpstr>清华园里的煎饼摊…</vt:lpstr>
      <vt:lpstr>清华园里的煎饼摊…</vt:lpstr>
      <vt:lpstr>2. 互斥方案的盈亏平衡分析</vt:lpstr>
      <vt:lpstr>2. 互斥方案的盈亏平衡分析</vt:lpstr>
      <vt:lpstr>盈亏平衡分析——图解法</vt:lpstr>
      <vt:lpstr>例子:</vt:lpstr>
      <vt:lpstr>计算</vt:lpstr>
      <vt:lpstr>内容回顾</vt:lpstr>
      <vt:lpstr>（二）敏感性分析</vt:lpstr>
      <vt:lpstr>敏感性分析目的</vt:lpstr>
      <vt:lpstr>敏感性分析步骤</vt:lpstr>
      <vt:lpstr>敏感性分析图</vt:lpstr>
      <vt:lpstr>敏感性评价</vt:lpstr>
      <vt:lpstr>1. 单因素敏感性分析实例</vt:lpstr>
      <vt:lpstr>1. 单因素敏感性分析实例</vt:lpstr>
      <vt:lpstr>敏感性分析例题</vt:lpstr>
      <vt:lpstr>敏感性分析例题</vt:lpstr>
      <vt:lpstr>敏感性分析例题</vt:lpstr>
      <vt:lpstr>敏感性分析例题</vt:lpstr>
      <vt:lpstr>单因素敏感性分析的局限</vt:lpstr>
      <vt:lpstr>2. 多因素敏感性分析</vt:lpstr>
      <vt:lpstr>2. 多因素敏感性分析实例</vt:lpstr>
      <vt:lpstr>更直观的图示法</vt:lpstr>
      <vt:lpstr> 公路项目财务敏感性分析 </vt:lpstr>
      <vt:lpstr>（三）风险分析</vt:lpstr>
      <vt:lpstr>1. 风险测度</vt:lpstr>
      <vt:lpstr>(1) 解析法</vt:lpstr>
      <vt:lpstr>(2) 图示法</vt:lpstr>
      <vt:lpstr>概率树分析 </vt:lpstr>
      <vt:lpstr>概率树分析步骤</vt:lpstr>
      <vt:lpstr>概率树分析步骤</vt:lpstr>
      <vt:lpstr>概率树分析 </vt:lpstr>
      <vt:lpstr>Delphi Technique</vt:lpstr>
      <vt:lpstr>PowerPoint 演示文稿</vt:lpstr>
      <vt:lpstr>PowerPoint 演示文稿</vt:lpstr>
      <vt:lpstr>PowerPoint 演示文稿</vt:lpstr>
      <vt:lpstr>Probability and impact matrix</vt:lpstr>
      <vt:lpstr>PowerPoint 演示文稿</vt:lpstr>
      <vt:lpstr>PowerPoint 演示文稿</vt:lpstr>
      <vt:lpstr>PowerPoint 演示文稿</vt:lpstr>
      <vt:lpstr>EMV and Decision Tree</vt:lpstr>
      <vt:lpstr>Possible Decisions Using Expected Monetary Value (EMV)</vt:lpstr>
      <vt:lpstr>Value of Decisions</vt:lpstr>
      <vt:lpstr>PowerPoint 演示文稿</vt:lpstr>
      <vt:lpstr>(3) 模拟法</vt:lpstr>
      <vt:lpstr>模拟法的实施步骤</vt:lpstr>
      <vt:lpstr>模拟法的例子</vt:lpstr>
      <vt:lpstr>Sample Monte Carlo simulation results for project schedule</vt:lpstr>
      <vt:lpstr>Sample Monte Carlo simulations results for project costs</vt:lpstr>
      <vt:lpstr>2. 风险决策</vt:lpstr>
      <vt:lpstr>选择哪个项目?</vt:lpstr>
      <vt:lpstr>风险决策的准则</vt:lpstr>
      <vt:lpstr>某产品生产的收益（单位：万元）</vt:lpstr>
      <vt:lpstr>PowerPoint 演示文稿</vt:lpstr>
      <vt:lpstr>PowerPoint 演示文稿</vt:lpstr>
      <vt:lpstr>PowerPoint 演示文稿</vt:lpstr>
      <vt:lpstr>PowerPoint 演示文稿</vt:lpstr>
      <vt:lpstr>PowerPoint 演示文稿</vt:lpstr>
      <vt:lpstr>风险</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项目风险</vt:lpstr>
      <vt:lpstr> 国内水电项目：业主风险</vt:lpstr>
      <vt:lpstr> 国内水电项目： 承包商风险</vt:lpstr>
      <vt:lpstr>PowerPoint 演示文稿</vt:lpstr>
      <vt:lpstr>PowerPoint 演示文稿</vt:lpstr>
      <vt:lpstr>斐济南德瑞瓦图项目概况</vt:lpstr>
      <vt:lpstr>采购风险</vt:lpstr>
      <vt:lpstr>采购风险应对措施</vt:lpstr>
      <vt:lpstr>采购风险应对措施</vt:lpstr>
      <vt:lpstr>设计风险</vt:lpstr>
      <vt:lpstr>设计风险应对措施</vt:lpstr>
      <vt:lpstr>设计风险应对措施</vt:lpstr>
      <vt:lpstr>承包商与业主、咨询工程师 合作关系的重要性</vt:lpstr>
      <vt:lpstr>承包商-业主、咨询工程师</vt:lpstr>
      <vt:lpstr>承包商与HSE相关方 合作关系的重要性</vt:lpstr>
      <vt:lpstr>承包商-HSE相关方</vt:lpstr>
      <vt:lpstr>风险管理策略</vt:lpstr>
      <vt:lpstr>PowerPoint 演示文稿</vt:lpstr>
      <vt:lpstr>PowerPoint 演示文稿</vt:lpstr>
      <vt:lpstr>PowerPoint 演示文稿</vt:lpstr>
      <vt:lpstr>小结：风险与不确定性分析方法 </vt:lpstr>
      <vt:lpstr>PowerPoint 演示文稿</vt:lpstr>
    </vt:vector>
  </TitlesOfParts>
  <Company>KAGAN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LESLIE KAGAN</dc:creator>
  <cp:lastModifiedBy>飞光</cp:lastModifiedBy>
  <cp:revision>1965</cp:revision>
  <dcterms:created xsi:type="dcterms:W3CDTF">2006-03-30T18:33:00Z</dcterms:created>
  <dcterms:modified xsi:type="dcterms:W3CDTF">2023-11-09T01:31:27Z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B346550FD8FA4AA086F7E6F3733C9DC1</vt:lpwstr>
  </property>
  <property fmtid="{D5CDD505-2E9C-101B-9397-08002B2CF9AE}" pid="3" name="KSOProductBuildVer">
    <vt:lpwstr>2052-12.1.0.15712</vt:lpwstr>
  </property>
</Properties>
</file>