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256" r:id="rId2"/>
    <p:sldId id="395" r:id="rId3"/>
    <p:sldId id="420" r:id="rId4"/>
    <p:sldId id="421" r:id="rId5"/>
    <p:sldId id="422" r:id="rId6"/>
    <p:sldId id="406" r:id="rId7"/>
    <p:sldId id="424" r:id="rId8"/>
    <p:sldId id="425" r:id="rId9"/>
    <p:sldId id="426" r:id="rId10"/>
    <p:sldId id="423" r:id="rId11"/>
    <p:sldId id="430" r:id="rId12"/>
    <p:sldId id="427" r:id="rId13"/>
    <p:sldId id="428" r:id="rId14"/>
    <p:sldId id="429" r:id="rId15"/>
    <p:sldId id="398" r:id="rId16"/>
    <p:sldId id="431" r:id="rId17"/>
    <p:sldId id="432" r:id="rId18"/>
    <p:sldId id="433" r:id="rId19"/>
    <p:sldId id="434" r:id="rId20"/>
    <p:sldId id="435" r:id="rId21"/>
    <p:sldId id="436" r:id="rId22"/>
    <p:sldId id="437" r:id="rId23"/>
    <p:sldId id="438" r:id="rId24"/>
    <p:sldId id="440" r:id="rId25"/>
    <p:sldId id="441" r:id="rId26"/>
    <p:sldId id="439" r:id="rId27"/>
    <p:sldId id="442" r:id="rId28"/>
    <p:sldId id="445" r:id="rId29"/>
    <p:sldId id="444" r:id="rId30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51">
          <p15:clr>
            <a:srgbClr val="A4A3A4"/>
          </p15:clr>
        </p15:guide>
        <p15:guide id="2" orient="horz" pos="2528">
          <p15:clr>
            <a:srgbClr val="A4A3A4"/>
          </p15:clr>
        </p15:guide>
        <p15:guide id="3" pos="4001">
          <p15:clr>
            <a:srgbClr val="A4A3A4"/>
          </p15:clr>
        </p15:guide>
        <p15:guide id="4" pos="357">
          <p15:clr>
            <a:srgbClr val="A4A3A4"/>
          </p15:clr>
        </p15:guide>
        <p15:guide id="5" pos="2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99FF"/>
    <a:srgbClr val="66FFFF"/>
    <a:srgbClr val="0000FF"/>
    <a:srgbClr val="E1B7B7"/>
    <a:srgbClr val="FFFFFF"/>
    <a:srgbClr val="CCECFF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7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-1325" y="-58"/>
      </p:cViewPr>
      <p:guideLst>
        <p:guide orient="horz" pos="551"/>
        <p:guide orient="horz" pos="2528"/>
        <p:guide pos="4001"/>
        <p:guide pos="357"/>
        <p:guide pos="2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B6DC7AD1-FD3E-4DE2-B23B-664ABC7C72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33700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200" b="0"/>
            </a:lvl1pPr>
          </a:lstStyle>
          <a:p>
            <a:pPr>
              <a:defRPr/>
            </a:pPr>
            <a:fld id="{38A2DA4E-AD68-4513-A481-83364F3563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7691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7 w 4128"/>
              <a:gd name="T1" fmla="*/ 2147483647 h 479"/>
              <a:gd name="T2" fmla="*/ 2147483647 w 4128"/>
              <a:gd name="T3" fmla="*/ 2147483647 h 479"/>
              <a:gd name="T4" fmla="*/ 2147483647 w 4128"/>
              <a:gd name="T5" fmla="*/ 2147483647 h 479"/>
              <a:gd name="T6" fmla="*/ 0 w 4128"/>
              <a:gd name="T7" fmla="*/ 2147483647 h 479"/>
              <a:gd name="T8" fmla="*/ 2147483647 w 4128"/>
              <a:gd name="T9" fmla="*/ 2147483647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730C269D-43F7-4899-927B-7683052AF1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313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C910D-82F3-4EBC-8CC9-3028DA15BA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765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79C9A-4F1E-4EF3-B523-61B3E1EC82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21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2A8D8-46A2-44CE-8136-DEA0FC7C2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7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27686-983F-4A97-8714-7AE477F937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334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A449D-D060-4FAA-BDD3-9AAB5DF8B1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622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071EA-BD83-41E8-8AAD-271300901B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90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73A11-AADD-4E96-8308-B71377B16D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64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6982B-79ED-40F4-AE32-254CC4B137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1580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C5F7F-A5F4-4785-ABFB-78A27026C6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818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9E266-64C5-4646-A53D-14CAD7E638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712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25EB136-EE57-4B8B-BCF2-AB1936B5DD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DC85C7F-E489-49B2-AFDF-7ACB4AD81EF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350" y="1530350"/>
            <a:ext cx="3087688" cy="159385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本讲内容：</a:t>
            </a:r>
          </a:p>
          <a:p>
            <a:pPr eaLnBrk="1" hangingPunct="1">
              <a:buClr>
                <a:schemeClr val="tx1"/>
              </a:buClr>
              <a:buFontTx/>
              <a:buChar char="•"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视图</a:t>
            </a:r>
          </a:p>
          <a:p>
            <a:pPr eaLnBrk="1" hangingPunct="1">
              <a:buClr>
                <a:schemeClr val="tx1"/>
              </a:buClr>
              <a:buFontTx/>
              <a:buChar char="•"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剖视图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987925" y="1525588"/>
            <a:ext cx="3178175" cy="973137"/>
          </a:xfrm>
          <a:prstGeom prst="rect">
            <a:avLst/>
          </a:prstGeom>
          <a:noFill/>
          <a:ln w="28575">
            <a:solidFill>
              <a:srgbClr val="FFFFFF">
                <a:alpha val="50195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（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P.215-227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5075238" y="3913188"/>
            <a:ext cx="366553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P.41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 </a:t>
            </a:r>
            <a:endParaRPr lang="en-US" altLang="zh-CN" sz="24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P.42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1,2,3,4,5,6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P.43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7,9,10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P.44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11,12,13,14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487363" y="3895725"/>
            <a:ext cx="3836987" cy="2068513"/>
          </a:xfrm>
          <a:prstGeom prst="rect">
            <a:avLst/>
          </a:prstGeom>
          <a:noFill/>
          <a:ln w="28575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下讲内容</a:t>
            </a: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P.228-242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其他剖视图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断面图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规定画法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198438"/>
            <a:ext cx="9144000" cy="928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 </a:t>
            </a: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第十讲    机件的表达方法 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(1)</a:t>
            </a:r>
            <a:r>
              <a:rPr lang="en-US" altLang="zh-CN" sz="4800" dirty="0">
                <a:solidFill>
                  <a:srgbClr val="FF0000"/>
                </a:solidFill>
              </a:rPr>
              <a:t>            </a:t>
            </a:r>
            <a:endParaRPr lang="en-US" altLang="zh-CN" sz="4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C2C76C1-B27D-4066-BC30-52D5FC73A04F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169863" y="125413"/>
            <a:ext cx="879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12</a:t>
            </a:r>
            <a:r>
              <a:rPr lang="zh-CN" altLang="en-US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机件的表达方法</a:t>
            </a:r>
          </a:p>
        </p:txBody>
      </p:sp>
      <p:sp>
        <p:nvSpPr>
          <p:cNvPr id="4100" name="Text Box 68"/>
          <p:cNvSpPr txBox="1">
            <a:spLocks noChangeArrowheads="1"/>
          </p:cNvSpPr>
          <p:nvPr/>
        </p:nvSpPr>
        <p:spPr bwMode="auto">
          <a:xfrm>
            <a:off x="358775" y="790575"/>
            <a:ext cx="8785225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§12.1 </a:t>
            </a:r>
            <a:r>
              <a:rPr lang="zh-CN" altLang="en-US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视图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一</a:t>
            </a:r>
            <a:r>
              <a:rPr lang="en-US" altLang="zh-CN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基本视图 （六面视图）</a:t>
            </a:r>
          </a:p>
        </p:txBody>
      </p:sp>
      <p:sp>
        <p:nvSpPr>
          <p:cNvPr id="4101" name="Rectangle 69"/>
          <p:cNvSpPr>
            <a:spLocks noChangeArrowheads="1"/>
          </p:cNvSpPr>
          <p:nvPr/>
        </p:nvSpPr>
        <p:spPr bwMode="auto">
          <a:xfrm>
            <a:off x="1143000" y="381000"/>
            <a:ext cx="61722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76200">
                <a:pattFill prst="trellis">
                  <a:fgClr>
                    <a:srgbClr val="FF3300"/>
                  </a:fgClr>
                  <a:bgClr>
                    <a:srgbClr val="FFCC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>
              <a:solidFill>
                <a:srgbClr val="FF3300"/>
              </a:solidFill>
              <a:latin typeface="宋体" pitchFamily="2" charset="-122"/>
            </a:endParaRPr>
          </a:p>
        </p:txBody>
      </p:sp>
      <p:sp>
        <p:nvSpPr>
          <p:cNvPr id="158791" name="Text Box 71"/>
          <p:cNvSpPr txBox="1">
            <a:spLocks noChangeArrowheads="1"/>
          </p:cNvSpPr>
          <p:nvPr/>
        </p:nvSpPr>
        <p:spPr bwMode="auto">
          <a:xfrm>
            <a:off x="5932488" y="3032125"/>
            <a:ext cx="177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右视图 </a:t>
            </a:r>
          </a:p>
        </p:txBody>
      </p:sp>
      <p:sp>
        <p:nvSpPr>
          <p:cNvPr id="158792" name="Text Box 72"/>
          <p:cNvSpPr txBox="1">
            <a:spLocks noChangeArrowheads="1"/>
          </p:cNvSpPr>
          <p:nvPr/>
        </p:nvSpPr>
        <p:spPr bwMode="auto">
          <a:xfrm>
            <a:off x="5942013" y="1660525"/>
            <a:ext cx="1778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主视图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俯视图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左视图</a:t>
            </a:r>
          </a:p>
        </p:txBody>
      </p:sp>
      <p:sp>
        <p:nvSpPr>
          <p:cNvPr id="158793" name="Text Box 73"/>
          <p:cNvSpPr txBox="1">
            <a:spLocks noChangeArrowheads="1"/>
          </p:cNvSpPr>
          <p:nvPr/>
        </p:nvSpPr>
        <p:spPr bwMode="auto">
          <a:xfrm>
            <a:off x="5922963" y="4860925"/>
            <a:ext cx="197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后视图</a:t>
            </a:r>
          </a:p>
        </p:txBody>
      </p:sp>
      <p:sp>
        <p:nvSpPr>
          <p:cNvPr id="158794" name="Text Box 74"/>
          <p:cNvSpPr txBox="1">
            <a:spLocks noChangeArrowheads="1"/>
          </p:cNvSpPr>
          <p:nvPr/>
        </p:nvSpPr>
        <p:spPr bwMode="auto">
          <a:xfrm>
            <a:off x="5949950" y="3951288"/>
            <a:ext cx="1831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仰视图</a:t>
            </a:r>
          </a:p>
        </p:txBody>
      </p:sp>
      <p:sp>
        <p:nvSpPr>
          <p:cNvPr id="158796" name="Text Box 76"/>
          <p:cNvSpPr txBox="1">
            <a:spLocks noChangeArrowheads="1"/>
          </p:cNvSpPr>
          <p:nvPr/>
        </p:nvSpPr>
        <p:spPr bwMode="auto">
          <a:xfrm>
            <a:off x="6110288" y="3443288"/>
            <a:ext cx="2874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从右向左投射</a:t>
            </a:r>
          </a:p>
        </p:txBody>
      </p:sp>
      <p:sp>
        <p:nvSpPr>
          <p:cNvPr id="158797" name="Text Box 77"/>
          <p:cNvSpPr txBox="1">
            <a:spLocks noChangeArrowheads="1"/>
          </p:cNvSpPr>
          <p:nvPr/>
        </p:nvSpPr>
        <p:spPr bwMode="auto">
          <a:xfrm>
            <a:off x="6281738" y="4370388"/>
            <a:ext cx="2622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从下向上投射</a:t>
            </a:r>
          </a:p>
        </p:txBody>
      </p:sp>
      <p:sp>
        <p:nvSpPr>
          <p:cNvPr id="158798" name="Text Box 78"/>
          <p:cNvSpPr txBox="1">
            <a:spLocks noChangeArrowheads="1"/>
          </p:cNvSpPr>
          <p:nvPr/>
        </p:nvSpPr>
        <p:spPr bwMode="auto">
          <a:xfrm>
            <a:off x="6270625" y="5297488"/>
            <a:ext cx="2713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从后向前投射</a:t>
            </a:r>
          </a:p>
        </p:txBody>
      </p:sp>
      <p:grpSp>
        <p:nvGrpSpPr>
          <p:cNvPr id="158801" name="Group 81"/>
          <p:cNvGrpSpPr>
            <a:grpSpLocks/>
          </p:cNvGrpSpPr>
          <p:nvPr/>
        </p:nvGrpSpPr>
        <p:grpSpPr bwMode="auto">
          <a:xfrm>
            <a:off x="647700" y="2409825"/>
            <a:ext cx="4756150" cy="3563938"/>
            <a:chOff x="385" y="1823"/>
            <a:chExt cx="2996" cy="2245"/>
          </a:xfrm>
        </p:grpSpPr>
        <p:sp>
          <p:nvSpPr>
            <p:cNvPr id="4156" name="Freeform 82"/>
            <p:cNvSpPr>
              <a:spLocks/>
            </p:cNvSpPr>
            <p:nvPr/>
          </p:nvSpPr>
          <p:spPr bwMode="auto">
            <a:xfrm>
              <a:off x="385" y="3071"/>
              <a:ext cx="2996" cy="973"/>
            </a:xfrm>
            <a:custGeom>
              <a:avLst/>
              <a:gdLst>
                <a:gd name="T0" fmla="*/ 0 w 2522"/>
                <a:gd name="T1" fmla="*/ 0 h 816"/>
                <a:gd name="T2" fmla="*/ 2851 w 2522"/>
                <a:gd name="T3" fmla="*/ 0 h 816"/>
                <a:gd name="T4" fmla="*/ 4228 w 2522"/>
                <a:gd name="T5" fmla="*/ 1383 h 816"/>
                <a:gd name="T6" fmla="*/ 1372 w 2522"/>
                <a:gd name="T7" fmla="*/ 1377 h 816"/>
                <a:gd name="T8" fmla="*/ 0 w 2522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2" h="816">
                  <a:moveTo>
                    <a:pt x="0" y="0"/>
                  </a:moveTo>
                  <a:lnTo>
                    <a:pt x="1700" y="0"/>
                  </a:lnTo>
                  <a:lnTo>
                    <a:pt x="2522" y="816"/>
                  </a:lnTo>
                  <a:lnTo>
                    <a:pt x="818" y="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7" name="Freeform 83"/>
            <p:cNvSpPr>
              <a:spLocks/>
            </p:cNvSpPr>
            <p:nvPr/>
          </p:nvSpPr>
          <p:spPr bwMode="auto">
            <a:xfrm>
              <a:off x="2403" y="1823"/>
              <a:ext cx="978" cy="2221"/>
            </a:xfrm>
            <a:custGeom>
              <a:avLst/>
              <a:gdLst>
                <a:gd name="T0" fmla="*/ 0 w 813"/>
                <a:gd name="T1" fmla="*/ 1768 h 1868"/>
                <a:gd name="T2" fmla="*/ 1415 w 813"/>
                <a:gd name="T3" fmla="*/ 3140 h 1868"/>
                <a:gd name="T4" fmla="*/ 1415 w 813"/>
                <a:gd name="T5" fmla="*/ 1367 h 1868"/>
                <a:gd name="T6" fmla="*/ 0 w 813"/>
                <a:gd name="T7" fmla="*/ 0 h 1868"/>
                <a:gd name="T8" fmla="*/ 0 w 813"/>
                <a:gd name="T9" fmla="*/ 1768 h 1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3" h="1868">
                  <a:moveTo>
                    <a:pt x="0" y="1052"/>
                  </a:moveTo>
                  <a:lnTo>
                    <a:pt x="813" y="1868"/>
                  </a:lnTo>
                  <a:lnTo>
                    <a:pt x="813" y="813"/>
                  </a:lnTo>
                  <a:lnTo>
                    <a:pt x="0" y="0"/>
                  </a:lnTo>
                  <a:lnTo>
                    <a:pt x="0" y="1052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8" name="Rectangle 84"/>
            <p:cNvSpPr>
              <a:spLocks noChangeArrowheads="1"/>
            </p:cNvSpPr>
            <p:nvPr/>
          </p:nvSpPr>
          <p:spPr bwMode="auto">
            <a:xfrm>
              <a:off x="385" y="1830"/>
              <a:ext cx="2019" cy="124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159" name="Text Box 85"/>
            <p:cNvSpPr txBox="1">
              <a:spLocks noChangeArrowheads="1"/>
            </p:cNvSpPr>
            <p:nvPr/>
          </p:nvSpPr>
          <p:spPr bwMode="auto">
            <a:xfrm>
              <a:off x="456" y="182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宋体" pitchFamily="2" charset="-122"/>
                </a:rPr>
                <a:t>V</a:t>
              </a:r>
              <a:endParaRPr lang="en-US" altLang="zh-CN" sz="2800"/>
            </a:p>
          </p:txBody>
        </p:sp>
        <p:sp>
          <p:nvSpPr>
            <p:cNvPr id="4160" name="Text Box 86"/>
            <p:cNvSpPr txBox="1">
              <a:spLocks noChangeArrowheads="1"/>
            </p:cNvSpPr>
            <p:nvPr/>
          </p:nvSpPr>
          <p:spPr bwMode="auto">
            <a:xfrm rot="-32410">
              <a:off x="3014" y="2671"/>
              <a:ext cx="3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宋体" pitchFamily="2" charset="-122"/>
                </a:rPr>
                <a:t>W</a:t>
              </a:r>
              <a:endParaRPr lang="en-US" altLang="zh-CN" sz="2800"/>
            </a:p>
          </p:txBody>
        </p:sp>
        <p:sp>
          <p:nvSpPr>
            <p:cNvPr id="4161" name="Text Box 87"/>
            <p:cNvSpPr txBox="1">
              <a:spLocks noChangeArrowheads="1"/>
            </p:cNvSpPr>
            <p:nvPr/>
          </p:nvSpPr>
          <p:spPr bwMode="auto">
            <a:xfrm rot="-20334">
              <a:off x="1333" y="3741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宋体" pitchFamily="2" charset="-122"/>
                </a:rPr>
                <a:t>H</a:t>
              </a:r>
              <a:endParaRPr lang="en-US" altLang="zh-CN" sz="2800"/>
            </a:p>
          </p:txBody>
        </p:sp>
        <p:grpSp>
          <p:nvGrpSpPr>
            <p:cNvPr id="4162" name="Group 88"/>
            <p:cNvGrpSpPr>
              <a:grpSpLocks/>
            </p:cNvGrpSpPr>
            <p:nvPr/>
          </p:nvGrpSpPr>
          <p:grpSpPr bwMode="auto">
            <a:xfrm>
              <a:off x="991" y="3325"/>
              <a:ext cx="1271" cy="332"/>
              <a:chOff x="1366" y="2518"/>
              <a:chExt cx="1075" cy="281"/>
            </a:xfrm>
          </p:grpSpPr>
          <p:sp>
            <p:nvSpPr>
              <p:cNvPr id="4187" name="Line 89"/>
              <p:cNvSpPr>
                <a:spLocks noChangeShapeType="1"/>
              </p:cNvSpPr>
              <p:nvPr/>
            </p:nvSpPr>
            <p:spPr bwMode="auto">
              <a:xfrm>
                <a:off x="1366" y="2518"/>
                <a:ext cx="7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8" name="Line 90"/>
              <p:cNvSpPr>
                <a:spLocks noChangeShapeType="1"/>
              </p:cNvSpPr>
              <p:nvPr/>
            </p:nvSpPr>
            <p:spPr bwMode="auto">
              <a:xfrm>
                <a:off x="1648" y="2792"/>
                <a:ext cx="79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9" name="Freeform 91"/>
              <p:cNvSpPr>
                <a:spLocks/>
              </p:cNvSpPr>
              <p:nvPr/>
            </p:nvSpPr>
            <p:spPr bwMode="auto">
              <a:xfrm>
                <a:off x="2165" y="2519"/>
                <a:ext cx="272" cy="273"/>
              </a:xfrm>
              <a:custGeom>
                <a:avLst/>
                <a:gdLst>
                  <a:gd name="T0" fmla="*/ 0 w 272"/>
                  <a:gd name="T1" fmla="*/ 0 h 273"/>
                  <a:gd name="T2" fmla="*/ 272 w 272"/>
                  <a:gd name="T3" fmla="*/ 273 h 27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0" name="Line 92"/>
              <p:cNvSpPr>
                <a:spLocks noChangeShapeType="1"/>
              </p:cNvSpPr>
              <p:nvPr/>
            </p:nvSpPr>
            <p:spPr bwMode="auto">
              <a:xfrm>
                <a:off x="1742" y="2576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1" name="Freeform 93"/>
              <p:cNvSpPr>
                <a:spLocks/>
              </p:cNvSpPr>
              <p:nvPr/>
            </p:nvSpPr>
            <p:spPr bwMode="auto">
              <a:xfrm>
                <a:off x="1837" y="2520"/>
                <a:ext cx="59" cy="58"/>
              </a:xfrm>
              <a:custGeom>
                <a:avLst/>
                <a:gdLst>
                  <a:gd name="T0" fmla="*/ 0 w 75"/>
                  <a:gd name="T1" fmla="*/ 0 h 74"/>
                  <a:gd name="T2" fmla="*/ 36 w 75"/>
                  <a:gd name="T3" fmla="*/ 35 h 7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2" name="Freeform 94"/>
              <p:cNvSpPr>
                <a:spLocks/>
              </p:cNvSpPr>
              <p:nvPr/>
            </p:nvSpPr>
            <p:spPr bwMode="auto">
              <a:xfrm>
                <a:off x="1693" y="2520"/>
                <a:ext cx="59" cy="58"/>
              </a:xfrm>
              <a:custGeom>
                <a:avLst/>
                <a:gdLst>
                  <a:gd name="T0" fmla="*/ 0 w 75"/>
                  <a:gd name="T1" fmla="*/ 0 h 74"/>
                  <a:gd name="T2" fmla="*/ 36 w 75"/>
                  <a:gd name="T3" fmla="*/ 35 h 7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3" name="Freeform 95"/>
              <p:cNvSpPr>
                <a:spLocks/>
              </p:cNvSpPr>
              <p:nvPr/>
            </p:nvSpPr>
            <p:spPr bwMode="auto">
              <a:xfrm>
                <a:off x="1377" y="2526"/>
                <a:ext cx="274" cy="273"/>
              </a:xfrm>
              <a:custGeom>
                <a:avLst/>
                <a:gdLst>
                  <a:gd name="T0" fmla="*/ 0 w 272"/>
                  <a:gd name="T1" fmla="*/ 0 h 273"/>
                  <a:gd name="T2" fmla="*/ 278 w 272"/>
                  <a:gd name="T3" fmla="*/ 273 h 27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63" name="Group 96"/>
            <p:cNvGrpSpPr>
              <a:grpSpLocks/>
            </p:cNvGrpSpPr>
            <p:nvPr/>
          </p:nvGrpSpPr>
          <p:grpSpPr bwMode="auto">
            <a:xfrm>
              <a:off x="2658" y="2383"/>
              <a:ext cx="324" cy="667"/>
              <a:chOff x="2776" y="1721"/>
              <a:chExt cx="274" cy="565"/>
            </a:xfrm>
          </p:grpSpPr>
          <p:sp>
            <p:nvSpPr>
              <p:cNvPr id="4180" name="Freeform 97"/>
              <p:cNvSpPr>
                <a:spLocks/>
              </p:cNvSpPr>
              <p:nvPr/>
            </p:nvSpPr>
            <p:spPr bwMode="auto">
              <a:xfrm>
                <a:off x="2776" y="1912"/>
                <a:ext cx="272" cy="272"/>
              </a:xfrm>
              <a:custGeom>
                <a:avLst/>
                <a:gdLst>
                  <a:gd name="T0" fmla="*/ 0 w 272"/>
                  <a:gd name="T1" fmla="*/ 0 h 272"/>
                  <a:gd name="T2" fmla="*/ 272 w 272"/>
                  <a:gd name="T3" fmla="*/ 272 h 27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2" h="272">
                    <a:moveTo>
                      <a:pt x="0" y="0"/>
                    </a:moveTo>
                    <a:lnTo>
                      <a:pt x="272" y="272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81" name="Line 98"/>
              <p:cNvSpPr>
                <a:spLocks noChangeShapeType="1"/>
              </p:cNvSpPr>
              <p:nvPr/>
            </p:nvSpPr>
            <p:spPr bwMode="auto">
              <a:xfrm>
                <a:off x="2778" y="1721"/>
                <a:ext cx="0" cy="2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2" name="Line 99"/>
              <p:cNvSpPr>
                <a:spLocks noChangeShapeType="1"/>
              </p:cNvSpPr>
              <p:nvPr/>
            </p:nvSpPr>
            <p:spPr bwMode="auto">
              <a:xfrm>
                <a:off x="2851" y="1788"/>
                <a:ext cx="0" cy="1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3" name="Line 100"/>
              <p:cNvSpPr>
                <a:spLocks noChangeShapeType="1"/>
              </p:cNvSpPr>
              <p:nvPr/>
            </p:nvSpPr>
            <p:spPr bwMode="auto">
              <a:xfrm>
                <a:off x="2787" y="1728"/>
                <a:ext cx="64" cy="6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4" name="Line 101"/>
              <p:cNvSpPr>
                <a:spLocks noChangeShapeType="1"/>
              </p:cNvSpPr>
              <p:nvPr/>
            </p:nvSpPr>
            <p:spPr bwMode="auto">
              <a:xfrm flipV="1">
                <a:off x="3050" y="2184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5" name="Freeform 102"/>
              <p:cNvSpPr>
                <a:spLocks/>
              </p:cNvSpPr>
              <p:nvPr/>
            </p:nvSpPr>
            <p:spPr bwMode="auto">
              <a:xfrm>
                <a:off x="2776" y="1776"/>
                <a:ext cx="75" cy="71"/>
              </a:xfrm>
              <a:custGeom>
                <a:avLst/>
                <a:gdLst>
                  <a:gd name="T0" fmla="*/ 0 w 75"/>
                  <a:gd name="T1" fmla="*/ 0 h 71"/>
                  <a:gd name="T2" fmla="*/ 75 w 75"/>
                  <a:gd name="T3" fmla="*/ 71 h 7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5" h="71">
                    <a:moveTo>
                      <a:pt x="0" y="0"/>
                    </a:moveTo>
                    <a:lnTo>
                      <a:pt x="75" y="7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6" name="Line 103"/>
              <p:cNvSpPr>
                <a:spLocks noChangeShapeType="1"/>
              </p:cNvSpPr>
              <p:nvPr/>
            </p:nvSpPr>
            <p:spPr bwMode="auto">
              <a:xfrm>
                <a:off x="2776" y="2008"/>
                <a:ext cx="272" cy="2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64" name="Group 104"/>
            <p:cNvGrpSpPr>
              <a:grpSpLocks/>
            </p:cNvGrpSpPr>
            <p:nvPr/>
          </p:nvGrpSpPr>
          <p:grpSpPr bwMode="auto">
            <a:xfrm>
              <a:off x="744" y="2103"/>
              <a:ext cx="935" cy="355"/>
              <a:chOff x="744" y="1828"/>
              <a:chExt cx="935" cy="355"/>
            </a:xfrm>
          </p:grpSpPr>
          <p:sp>
            <p:nvSpPr>
              <p:cNvPr id="4173" name="Line 105"/>
              <p:cNvSpPr>
                <a:spLocks noChangeShapeType="1"/>
              </p:cNvSpPr>
              <p:nvPr/>
            </p:nvSpPr>
            <p:spPr bwMode="auto">
              <a:xfrm flipV="1">
                <a:off x="1113" y="1933"/>
                <a:ext cx="0" cy="1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4" name="Freeform 106"/>
              <p:cNvSpPr>
                <a:spLocks/>
              </p:cNvSpPr>
              <p:nvPr/>
            </p:nvSpPr>
            <p:spPr bwMode="auto">
              <a:xfrm>
                <a:off x="1123" y="1828"/>
                <a:ext cx="169" cy="106"/>
              </a:xfrm>
              <a:custGeom>
                <a:avLst/>
                <a:gdLst>
                  <a:gd name="T0" fmla="*/ 0 w 144"/>
                  <a:gd name="T1" fmla="*/ 266 h 67"/>
                  <a:gd name="T2" fmla="*/ 232 w 144"/>
                  <a:gd name="T3" fmla="*/ 0 h 6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4" h="67">
                    <a:moveTo>
                      <a:pt x="0" y="67"/>
                    </a:moveTo>
                    <a:lnTo>
                      <a:pt x="144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5" name="Line 107"/>
              <p:cNvSpPr>
                <a:spLocks noChangeShapeType="1"/>
              </p:cNvSpPr>
              <p:nvPr/>
            </p:nvSpPr>
            <p:spPr bwMode="auto">
              <a:xfrm flipH="1">
                <a:off x="744" y="2182"/>
                <a:ext cx="9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6" name="Line 108"/>
              <p:cNvSpPr>
                <a:spLocks noChangeShapeType="1"/>
              </p:cNvSpPr>
              <p:nvPr/>
            </p:nvSpPr>
            <p:spPr bwMode="auto">
              <a:xfrm flipV="1">
                <a:off x="1666" y="1832"/>
                <a:ext cx="0" cy="35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7" name="Line 109"/>
              <p:cNvSpPr>
                <a:spLocks noChangeShapeType="1"/>
              </p:cNvSpPr>
              <p:nvPr/>
            </p:nvSpPr>
            <p:spPr bwMode="auto">
              <a:xfrm flipH="1">
                <a:off x="1292" y="1832"/>
                <a:ext cx="36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8" name="Freeform 110"/>
              <p:cNvSpPr>
                <a:spLocks/>
              </p:cNvSpPr>
              <p:nvPr/>
            </p:nvSpPr>
            <p:spPr bwMode="auto">
              <a:xfrm>
                <a:off x="745" y="2076"/>
                <a:ext cx="929" cy="1"/>
              </a:xfrm>
              <a:custGeom>
                <a:avLst/>
                <a:gdLst>
                  <a:gd name="T0" fmla="*/ 0 w 786"/>
                  <a:gd name="T1" fmla="*/ 0 h 1"/>
                  <a:gd name="T2" fmla="*/ 1298 w 78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6" h="1">
                    <a:moveTo>
                      <a:pt x="0" y="0"/>
                    </a:moveTo>
                    <a:lnTo>
                      <a:pt x="7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9" name="Line 111"/>
              <p:cNvSpPr>
                <a:spLocks noChangeShapeType="1"/>
              </p:cNvSpPr>
              <p:nvPr/>
            </p:nvSpPr>
            <p:spPr bwMode="auto">
              <a:xfrm>
                <a:off x="748" y="2069"/>
                <a:ext cx="0" cy="1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65" name="Group 112"/>
            <p:cNvGrpSpPr>
              <a:grpSpLocks/>
            </p:cNvGrpSpPr>
            <p:nvPr/>
          </p:nvGrpSpPr>
          <p:grpSpPr bwMode="auto">
            <a:xfrm>
              <a:off x="996" y="2364"/>
              <a:ext cx="1254" cy="672"/>
              <a:chOff x="996" y="2364"/>
              <a:chExt cx="1254" cy="672"/>
            </a:xfrm>
          </p:grpSpPr>
          <p:sp>
            <p:nvSpPr>
              <p:cNvPr id="4166" name="Freeform 113"/>
              <p:cNvSpPr>
                <a:spLocks/>
              </p:cNvSpPr>
              <p:nvPr/>
            </p:nvSpPr>
            <p:spPr bwMode="auto">
              <a:xfrm>
                <a:off x="1320" y="2916"/>
                <a:ext cx="930" cy="120"/>
              </a:xfrm>
              <a:custGeom>
                <a:avLst/>
                <a:gdLst>
                  <a:gd name="T0" fmla="*/ 0 w 930"/>
                  <a:gd name="T1" fmla="*/ 6 h 120"/>
                  <a:gd name="T2" fmla="*/ 930 w 930"/>
                  <a:gd name="T3" fmla="*/ 0 h 120"/>
                  <a:gd name="T4" fmla="*/ 930 w 930"/>
                  <a:gd name="T5" fmla="*/ 114 h 120"/>
                  <a:gd name="T6" fmla="*/ 0 w 930"/>
                  <a:gd name="T7" fmla="*/ 120 h 120"/>
                  <a:gd name="T8" fmla="*/ 0 w 930"/>
                  <a:gd name="T9" fmla="*/ 6 h 1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30" h="120">
                    <a:moveTo>
                      <a:pt x="0" y="6"/>
                    </a:moveTo>
                    <a:lnTo>
                      <a:pt x="930" y="0"/>
                    </a:lnTo>
                    <a:lnTo>
                      <a:pt x="930" y="114"/>
                    </a:lnTo>
                    <a:lnTo>
                      <a:pt x="0" y="120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0000"/>
                  </a:gs>
                  <a:gs pos="50000">
                    <a:srgbClr val="FF0000"/>
                  </a:gs>
                  <a:gs pos="100000">
                    <a:srgbClr val="CC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7" name="Freeform 114"/>
              <p:cNvSpPr>
                <a:spLocks/>
              </p:cNvSpPr>
              <p:nvPr/>
            </p:nvSpPr>
            <p:spPr bwMode="auto">
              <a:xfrm>
                <a:off x="996" y="2586"/>
                <a:ext cx="330" cy="450"/>
              </a:xfrm>
              <a:custGeom>
                <a:avLst/>
                <a:gdLst>
                  <a:gd name="T0" fmla="*/ 0 w 330"/>
                  <a:gd name="T1" fmla="*/ 0 h 450"/>
                  <a:gd name="T2" fmla="*/ 0 w 330"/>
                  <a:gd name="T3" fmla="*/ 126 h 450"/>
                  <a:gd name="T4" fmla="*/ 324 w 330"/>
                  <a:gd name="T5" fmla="*/ 450 h 450"/>
                  <a:gd name="T6" fmla="*/ 330 w 330"/>
                  <a:gd name="T7" fmla="*/ 336 h 450"/>
                  <a:gd name="T8" fmla="*/ 0 w 330"/>
                  <a:gd name="T9" fmla="*/ 0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0" h="450">
                    <a:moveTo>
                      <a:pt x="0" y="0"/>
                    </a:moveTo>
                    <a:lnTo>
                      <a:pt x="0" y="126"/>
                    </a:lnTo>
                    <a:lnTo>
                      <a:pt x="324" y="450"/>
                    </a:lnTo>
                    <a:lnTo>
                      <a:pt x="330" y="33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B0000"/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8" name="Freeform 115"/>
              <p:cNvSpPr>
                <a:spLocks/>
              </p:cNvSpPr>
              <p:nvPr/>
            </p:nvSpPr>
            <p:spPr bwMode="auto">
              <a:xfrm>
                <a:off x="1368" y="2442"/>
                <a:ext cx="80" cy="234"/>
              </a:xfrm>
              <a:custGeom>
                <a:avLst/>
                <a:gdLst>
                  <a:gd name="T0" fmla="*/ 0 w 80"/>
                  <a:gd name="T1" fmla="*/ 0 h 234"/>
                  <a:gd name="T2" fmla="*/ 0 w 80"/>
                  <a:gd name="T3" fmla="*/ 162 h 234"/>
                  <a:gd name="T4" fmla="*/ 78 w 80"/>
                  <a:gd name="T5" fmla="*/ 234 h 234"/>
                  <a:gd name="T6" fmla="*/ 80 w 80"/>
                  <a:gd name="T7" fmla="*/ 78 h 234"/>
                  <a:gd name="T8" fmla="*/ 0 w 80"/>
                  <a:gd name="T9" fmla="*/ 0 h 2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234">
                    <a:moveTo>
                      <a:pt x="0" y="0"/>
                    </a:moveTo>
                    <a:lnTo>
                      <a:pt x="0" y="162"/>
                    </a:lnTo>
                    <a:lnTo>
                      <a:pt x="78" y="234"/>
                    </a:lnTo>
                    <a:lnTo>
                      <a:pt x="80" y="7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00000"/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9" name="Freeform 116"/>
              <p:cNvSpPr>
                <a:spLocks/>
              </p:cNvSpPr>
              <p:nvPr/>
            </p:nvSpPr>
            <p:spPr bwMode="auto">
              <a:xfrm>
                <a:off x="1374" y="2364"/>
                <a:ext cx="232" cy="156"/>
              </a:xfrm>
              <a:custGeom>
                <a:avLst/>
                <a:gdLst>
                  <a:gd name="T0" fmla="*/ 0 w 232"/>
                  <a:gd name="T1" fmla="*/ 90 h 156"/>
                  <a:gd name="T2" fmla="*/ 162 w 232"/>
                  <a:gd name="T3" fmla="*/ 0 h 156"/>
                  <a:gd name="T4" fmla="*/ 232 w 232"/>
                  <a:gd name="T5" fmla="*/ 77 h 156"/>
                  <a:gd name="T6" fmla="*/ 74 w 232"/>
                  <a:gd name="T7" fmla="*/ 156 h 156"/>
                  <a:gd name="T8" fmla="*/ 0 w 232"/>
                  <a:gd name="T9" fmla="*/ 90 h 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2" h="156">
                    <a:moveTo>
                      <a:pt x="0" y="90"/>
                    </a:moveTo>
                    <a:lnTo>
                      <a:pt x="162" y="0"/>
                    </a:lnTo>
                    <a:lnTo>
                      <a:pt x="232" y="77"/>
                    </a:lnTo>
                    <a:lnTo>
                      <a:pt x="74" y="156"/>
                    </a:lnTo>
                    <a:lnTo>
                      <a:pt x="0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0000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0" name="Freeform 117"/>
              <p:cNvSpPr>
                <a:spLocks/>
              </p:cNvSpPr>
              <p:nvPr/>
            </p:nvSpPr>
            <p:spPr bwMode="auto">
              <a:xfrm>
                <a:off x="1539" y="2366"/>
                <a:ext cx="482" cy="85"/>
              </a:xfrm>
              <a:custGeom>
                <a:avLst/>
                <a:gdLst>
                  <a:gd name="T0" fmla="*/ 0 w 408"/>
                  <a:gd name="T1" fmla="*/ 0 h 72"/>
                  <a:gd name="T2" fmla="*/ 554 w 408"/>
                  <a:gd name="T3" fmla="*/ 0 h 72"/>
                  <a:gd name="T4" fmla="*/ 672 w 408"/>
                  <a:gd name="T5" fmla="*/ 118 h 72"/>
                  <a:gd name="T6" fmla="*/ 87 w 408"/>
                  <a:gd name="T7" fmla="*/ 118 h 72"/>
                  <a:gd name="T8" fmla="*/ 0 w 408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8" h="72">
                    <a:moveTo>
                      <a:pt x="0" y="0"/>
                    </a:moveTo>
                    <a:lnTo>
                      <a:pt x="336" y="0"/>
                    </a:lnTo>
                    <a:lnTo>
                      <a:pt x="408" y="72"/>
                    </a:lnTo>
                    <a:lnTo>
                      <a:pt x="53" y="7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900000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1" name="Freeform 118"/>
              <p:cNvSpPr>
                <a:spLocks/>
              </p:cNvSpPr>
              <p:nvPr/>
            </p:nvSpPr>
            <p:spPr bwMode="auto">
              <a:xfrm>
                <a:off x="1446" y="2435"/>
                <a:ext cx="563" cy="249"/>
              </a:xfrm>
              <a:custGeom>
                <a:avLst/>
                <a:gdLst>
                  <a:gd name="T0" fmla="*/ 0 w 563"/>
                  <a:gd name="T1" fmla="*/ 85 h 249"/>
                  <a:gd name="T2" fmla="*/ 0 w 563"/>
                  <a:gd name="T3" fmla="*/ 241 h 249"/>
                  <a:gd name="T4" fmla="*/ 563 w 563"/>
                  <a:gd name="T5" fmla="*/ 249 h 249"/>
                  <a:gd name="T6" fmla="*/ 563 w 563"/>
                  <a:gd name="T7" fmla="*/ 0 h 249"/>
                  <a:gd name="T8" fmla="*/ 156 w 563"/>
                  <a:gd name="T9" fmla="*/ 0 h 249"/>
                  <a:gd name="T10" fmla="*/ 0 w 563"/>
                  <a:gd name="T11" fmla="*/ 85 h 2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3" h="249">
                    <a:moveTo>
                      <a:pt x="0" y="85"/>
                    </a:moveTo>
                    <a:lnTo>
                      <a:pt x="0" y="241"/>
                    </a:lnTo>
                    <a:lnTo>
                      <a:pt x="563" y="249"/>
                    </a:lnTo>
                    <a:lnTo>
                      <a:pt x="563" y="0"/>
                    </a:lnTo>
                    <a:lnTo>
                      <a:pt x="156" y="0"/>
                    </a:lnTo>
                    <a:lnTo>
                      <a:pt x="0" y="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96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2" name="Freeform 119"/>
              <p:cNvSpPr>
                <a:spLocks/>
              </p:cNvSpPr>
              <p:nvPr/>
            </p:nvSpPr>
            <p:spPr bwMode="auto">
              <a:xfrm>
                <a:off x="1000" y="2598"/>
                <a:ext cx="1247" cy="330"/>
              </a:xfrm>
              <a:custGeom>
                <a:avLst/>
                <a:gdLst>
                  <a:gd name="T0" fmla="*/ 374 w 1247"/>
                  <a:gd name="T1" fmla="*/ 0 h 330"/>
                  <a:gd name="T2" fmla="*/ 452 w 1247"/>
                  <a:gd name="T3" fmla="*/ 78 h 330"/>
                  <a:gd name="T4" fmla="*/ 1004 w 1247"/>
                  <a:gd name="T5" fmla="*/ 78 h 330"/>
                  <a:gd name="T6" fmla="*/ 1247 w 1247"/>
                  <a:gd name="T7" fmla="*/ 323 h 330"/>
                  <a:gd name="T8" fmla="*/ 326 w 1247"/>
                  <a:gd name="T9" fmla="*/ 330 h 330"/>
                  <a:gd name="T10" fmla="*/ 0 w 1247"/>
                  <a:gd name="T11" fmla="*/ 1 h 330"/>
                  <a:gd name="T12" fmla="*/ 374 w 1247"/>
                  <a:gd name="T13" fmla="*/ 0 h 3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47" h="330">
                    <a:moveTo>
                      <a:pt x="374" y="0"/>
                    </a:moveTo>
                    <a:lnTo>
                      <a:pt x="452" y="78"/>
                    </a:lnTo>
                    <a:lnTo>
                      <a:pt x="1004" y="78"/>
                    </a:lnTo>
                    <a:lnTo>
                      <a:pt x="1247" y="323"/>
                    </a:lnTo>
                    <a:lnTo>
                      <a:pt x="326" y="330"/>
                    </a:lnTo>
                    <a:lnTo>
                      <a:pt x="0" y="1"/>
                    </a:lnTo>
                    <a:lnTo>
                      <a:pt x="3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A0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58840" name="Group 120"/>
          <p:cNvGrpSpPr>
            <a:grpSpLocks/>
          </p:cNvGrpSpPr>
          <p:nvPr/>
        </p:nvGrpSpPr>
        <p:grpSpPr bwMode="auto">
          <a:xfrm>
            <a:off x="1614488" y="2816225"/>
            <a:ext cx="2011362" cy="1336675"/>
            <a:chOff x="1368" y="1464"/>
            <a:chExt cx="1072" cy="712"/>
          </a:xfrm>
        </p:grpSpPr>
        <p:sp>
          <p:nvSpPr>
            <p:cNvPr id="4152" name="Line 121"/>
            <p:cNvSpPr>
              <a:spLocks noChangeShapeType="1"/>
            </p:cNvSpPr>
            <p:nvPr/>
          </p:nvSpPr>
          <p:spPr bwMode="auto">
            <a:xfrm flipV="1">
              <a:off x="1368" y="1480"/>
              <a:ext cx="0" cy="42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53" name="Line 122"/>
            <p:cNvSpPr>
              <a:spLocks noChangeShapeType="1"/>
            </p:cNvSpPr>
            <p:nvPr/>
          </p:nvSpPr>
          <p:spPr bwMode="auto">
            <a:xfrm flipV="1">
              <a:off x="1648" y="1744"/>
              <a:ext cx="0" cy="42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54" name="Line 123"/>
            <p:cNvSpPr>
              <a:spLocks noChangeShapeType="1"/>
            </p:cNvSpPr>
            <p:nvPr/>
          </p:nvSpPr>
          <p:spPr bwMode="auto">
            <a:xfrm flipV="1">
              <a:off x="2440" y="1744"/>
              <a:ext cx="0" cy="43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55" name="Line 124"/>
            <p:cNvSpPr>
              <a:spLocks noChangeShapeType="1"/>
            </p:cNvSpPr>
            <p:nvPr/>
          </p:nvSpPr>
          <p:spPr bwMode="auto">
            <a:xfrm flipV="1">
              <a:off x="2160" y="1464"/>
              <a:ext cx="0" cy="2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845" name="Freeform 125"/>
          <p:cNvSpPr>
            <a:spLocks/>
          </p:cNvSpPr>
          <p:nvPr/>
        </p:nvSpPr>
        <p:spPr bwMode="auto">
          <a:xfrm>
            <a:off x="668338" y="2420938"/>
            <a:ext cx="4756150" cy="1527175"/>
          </a:xfrm>
          <a:custGeom>
            <a:avLst/>
            <a:gdLst>
              <a:gd name="T0" fmla="*/ 0 w 2522"/>
              <a:gd name="T1" fmla="*/ 0 h 816"/>
              <a:gd name="T2" fmla="*/ 2147483647 w 2522"/>
              <a:gd name="T3" fmla="*/ 0 h 816"/>
              <a:gd name="T4" fmla="*/ 2147483647 w 2522"/>
              <a:gd name="T5" fmla="*/ 2147483647 h 816"/>
              <a:gd name="T6" fmla="*/ 2147483647 w 2522"/>
              <a:gd name="T7" fmla="*/ 2147483647 h 816"/>
              <a:gd name="T8" fmla="*/ 0 w 2522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2" h="816">
                <a:moveTo>
                  <a:pt x="0" y="0"/>
                </a:moveTo>
                <a:lnTo>
                  <a:pt x="1700" y="0"/>
                </a:lnTo>
                <a:lnTo>
                  <a:pt x="2522" y="816"/>
                </a:lnTo>
                <a:lnTo>
                  <a:pt x="818" y="813"/>
                </a:lnTo>
                <a:lnTo>
                  <a:pt x="0" y="0"/>
                </a:lnTo>
                <a:close/>
              </a:path>
            </a:pathLst>
          </a:custGeom>
          <a:solidFill>
            <a:srgbClr val="66FFCC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8846" name="Group 126"/>
          <p:cNvGrpSpPr>
            <a:grpSpLocks/>
          </p:cNvGrpSpPr>
          <p:nvPr/>
        </p:nvGrpSpPr>
        <p:grpSpPr bwMode="auto">
          <a:xfrm>
            <a:off x="1597025" y="2854325"/>
            <a:ext cx="2016125" cy="527050"/>
            <a:chOff x="1366" y="1478"/>
            <a:chExt cx="1075" cy="281"/>
          </a:xfrm>
        </p:grpSpPr>
        <p:sp>
          <p:nvSpPr>
            <p:cNvPr id="4145" name="Line 127"/>
            <p:cNvSpPr>
              <a:spLocks noChangeShapeType="1"/>
            </p:cNvSpPr>
            <p:nvPr/>
          </p:nvSpPr>
          <p:spPr bwMode="auto">
            <a:xfrm>
              <a:off x="1366" y="1478"/>
              <a:ext cx="7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6" name="Line 128"/>
            <p:cNvSpPr>
              <a:spLocks noChangeShapeType="1"/>
            </p:cNvSpPr>
            <p:nvPr/>
          </p:nvSpPr>
          <p:spPr bwMode="auto">
            <a:xfrm>
              <a:off x="1648" y="1752"/>
              <a:ext cx="7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7" name="Freeform 129"/>
            <p:cNvSpPr>
              <a:spLocks/>
            </p:cNvSpPr>
            <p:nvPr/>
          </p:nvSpPr>
          <p:spPr bwMode="auto">
            <a:xfrm>
              <a:off x="2165" y="1479"/>
              <a:ext cx="272" cy="273"/>
            </a:xfrm>
            <a:custGeom>
              <a:avLst/>
              <a:gdLst>
                <a:gd name="T0" fmla="*/ 0 w 272"/>
                <a:gd name="T1" fmla="*/ 0 h 273"/>
                <a:gd name="T2" fmla="*/ 272 w 272"/>
                <a:gd name="T3" fmla="*/ 273 h 27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2" h="273">
                  <a:moveTo>
                    <a:pt x="0" y="0"/>
                  </a:moveTo>
                  <a:lnTo>
                    <a:pt x="272" y="27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8" name="Line 130"/>
            <p:cNvSpPr>
              <a:spLocks noChangeShapeType="1"/>
            </p:cNvSpPr>
            <p:nvPr/>
          </p:nvSpPr>
          <p:spPr bwMode="auto">
            <a:xfrm>
              <a:off x="1742" y="153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9" name="Freeform 131"/>
            <p:cNvSpPr>
              <a:spLocks/>
            </p:cNvSpPr>
            <p:nvPr/>
          </p:nvSpPr>
          <p:spPr bwMode="auto">
            <a:xfrm>
              <a:off x="1837" y="1480"/>
              <a:ext cx="59" cy="58"/>
            </a:xfrm>
            <a:custGeom>
              <a:avLst/>
              <a:gdLst>
                <a:gd name="T0" fmla="*/ 0 w 75"/>
                <a:gd name="T1" fmla="*/ 0 h 74"/>
                <a:gd name="T2" fmla="*/ 36 w 75"/>
                <a:gd name="T3" fmla="*/ 35 h 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" h="74">
                  <a:moveTo>
                    <a:pt x="0" y="0"/>
                  </a:moveTo>
                  <a:lnTo>
                    <a:pt x="75" y="7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0" name="Freeform 132"/>
            <p:cNvSpPr>
              <a:spLocks/>
            </p:cNvSpPr>
            <p:nvPr/>
          </p:nvSpPr>
          <p:spPr bwMode="auto">
            <a:xfrm>
              <a:off x="1693" y="1480"/>
              <a:ext cx="59" cy="58"/>
            </a:xfrm>
            <a:custGeom>
              <a:avLst/>
              <a:gdLst>
                <a:gd name="T0" fmla="*/ 0 w 75"/>
                <a:gd name="T1" fmla="*/ 0 h 74"/>
                <a:gd name="T2" fmla="*/ 36 w 75"/>
                <a:gd name="T3" fmla="*/ 35 h 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" h="74">
                  <a:moveTo>
                    <a:pt x="0" y="0"/>
                  </a:moveTo>
                  <a:lnTo>
                    <a:pt x="75" y="7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1" name="Freeform 133"/>
            <p:cNvSpPr>
              <a:spLocks/>
            </p:cNvSpPr>
            <p:nvPr/>
          </p:nvSpPr>
          <p:spPr bwMode="auto">
            <a:xfrm>
              <a:off x="1377" y="1486"/>
              <a:ext cx="274" cy="273"/>
            </a:xfrm>
            <a:custGeom>
              <a:avLst/>
              <a:gdLst>
                <a:gd name="T0" fmla="*/ 0 w 272"/>
                <a:gd name="T1" fmla="*/ 0 h 273"/>
                <a:gd name="T2" fmla="*/ 278 w 272"/>
                <a:gd name="T3" fmla="*/ 273 h 27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2" h="273">
                  <a:moveTo>
                    <a:pt x="0" y="0"/>
                  </a:moveTo>
                  <a:lnTo>
                    <a:pt x="272" y="27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8854" name="Group 134"/>
          <p:cNvGrpSpPr>
            <a:grpSpLocks/>
          </p:cNvGrpSpPr>
          <p:nvPr/>
        </p:nvGrpSpPr>
        <p:grpSpPr bwMode="auto">
          <a:xfrm>
            <a:off x="1044575" y="3297238"/>
            <a:ext cx="1560513" cy="1035050"/>
            <a:chOff x="1064" y="1720"/>
            <a:chExt cx="832" cy="552"/>
          </a:xfrm>
        </p:grpSpPr>
        <p:sp>
          <p:nvSpPr>
            <p:cNvPr id="4140" name="Line 135"/>
            <p:cNvSpPr>
              <a:spLocks noChangeShapeType="1"/>
            </p:cNvSpPr>
            <p:nvPr/>
          </p:nvSpPr>
          <p:spPr bwMode="auto">
            <a:xfrm flipH="1">
              <a:off x="1328" y="2272"/>
              <a:ext cx="32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1" name="Line 136"/>
            <p:cNvSpPr>
              <a:spLocks noChangeShapeType="1"/>
            </p:cNvSpPr>
            <p:nvPr/>
          </p:nvSpPr>
          <p:spPr bwMode="auto">
            <a:xfrm flipH="1">
              <a:off x="1336" y="2184"/>
              <a:ext cx="32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2" name="Line 137"/>
            <p:cNvSpPr>
              <a:spLocks noChangeShapeType="1"/>
            </p:cNvSpPr>
            <p:nvPr/>
          </p:nvSpPr>
          <p:spPr bwMode="auto">
            <a:xfrm flipH="1">
              <a:off x="1064" y="1720"/>
              <a:ext cx="7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3" name="Line 138"/>
            <p:cNvSpPr>
              <a:spLocks noChangeShapeType="1"/>
            </p:cNvSpPr>
            <p:nvPr/>
          </p:nvSpPr>
          <p:spPr bwMode="auto">
            <a:xfrm flipH="1">
              <a:off x="1128" y="1776"/>
              <a:ext cx="7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4" name="Line 139"/>
            <p:cNvSpPr>
              <a:spLocks noChangeShapeType="1"/>
            </p:cNvSpPr>
            <p:nvPr/>
          </p:nvSpPr>
          <p:spPr bwMode="auto">
            <a:xfrm flipH="1">
              <a:off x="1128" y="1968"/>
              <a:ext cx="63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860" name="Freeform 140"/>
          <p:cNvSpPr>
            <a:spLocks/>
          </p:cNvSpPr>
          <p:nvPr/>
        </p:nvSpPr>
        <p:spPr bwMode="auto">
          <a:xfrm>
            <a:off x="646113" y="2420938"/>
            <a:ext cx="1552575" cy="3519487"/>
          </a:xfrm>
          <a:custGeom>
            <a:avLst/>
            <a:gdLst>
              <a:gd name="T0" fmla="*/ 0 w 813"/>
              <a:gd name="T1" fmla="*/ 2147483647 h 1868"/>
              <a:gd name="T2" fmla="*/ 2147483647 w 813"/>
              <a:gd name="T3" fmla="*/ 2147483647 h 1868"/>
              <a:gd name="T4" fmla="*/ 2147483647 w 813"/>
              <a:gd name="T5" fmla="*/ 2147483647 h 1868"/>
              <a:gd name="T6" fmla="*/ 0 w 813"/>
              <a:gd name="T7" fmla="*/ 0 h 1868"/>
              <a:gd name="T8" fmla="*/ 0 w 813"/>
              <a:gd name="T9" fmla="*/ 2147483647 h 18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3" h="1868">
                <a:moveTo>
                  <a:pt x="0" y="1052"/>
                </a:moveTo>
                <a:lnTo>
                  <a:pt x="813" y="1868"/>
                </a:lnTo>
                <a:lnTo>
                  <a:pt x="813" y="813"/>
                </a:lnTo>
                <a:lnTo>
                  <a:pt x="0" y="0"/>
                </a:lnTo>
                <a:lnTo>
                  <a:pt x="0" y="1052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8861" name="Group 141"/>
          <p:cNvGrpSpPr>
            <a:grpSpLocks/>
          </p:cNvGrpSpPr>
          <p:nvPr/>
        </p:nvGrpSpPr>
        <p:grpSpPr bwMode="auto">
          <a:xfrm>
            <a:off x="1041400" y="3281363"/>
            <a:ext cx="512763" cy="1077912"/>
            <a:chOff x="634" y="2097"/>
            <a:chExt cx="323" cy="679"/>
          </a:xfrm>
        </p:grpSpPr>
        <p:sp>
          <p:nvSpPr>
            <p:cNvPr id="4132" name="Freeform 142"/>
            <p:cNvSpPr>
              <a:spLocks/>
            </p:cNvSpPr>
            <p:nvPr/>
          </p:nvSpPr>
          <p:spPr bwMode="auto">
            <a:xfrm>
              <a:off x="720" y="2419"/>
              <a:ext cx="237" cy="236"/>
            </a:xfrm>
            <a:custGeom>
              <a:avLst/>
              <a:gdLst>
                <a:gd name="T0" fmla="*/ 0 w 200"/>
                <a:gd name="T1" fmla="*/ 0 h 200"/>
                <a:gd name="T2" fmla="*/ 333 w 200"/>
                <a:gd name="T3" fmla="*/ 328 h 2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" h="200">
                  <a:moveTo>
                    <a:pt x="0" y="0"/>
                  </a:moveTo>
                  <a:lnTo>
                    <a:pt x="200" y="20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3" name="Line 143"/>
            <p:cNvSpPr>
              <a:spLocks noChangeShapeType="1"/>
            </p:cNvSpPr>
            <p:nvPr/>
          </p:nvSpPr>
          <p:spPr bwMode="auto">
            <a:xfrm>
              <a:off x="637" y="2108"/>
              <a:ext cx="0" cy="3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4" name="Line 144"/>
            <p:cNvSpPr>
              <a:spLocks noChangeShapeType="1"/>
            </p:cNvSpPr>
            <p:nvPr/>
          </p:nvSpPr>
          <p:spPr bwMode="auto">
            <a:xfrm>
              <a:off x="723" y="2198"/>
              <a:ext cx="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5" name="Line 145"/>
            <p:cNvSpPr>
              <a:spLocks noChangeShapeType="1"/>
            </p:cNvSpPr>
            <p:nvPr/>
          </p:nvSpPr>
          <p:spPr bwMode="auto">
            <a:xfrm flipV="1">
              <a:off x="948" y="2655"/>
              <a:ext cx="0" cy="12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6" name="Line 146"/>
            <p:cNvSpPr>
              <a:spLocks noChangeShapeType="1"/>
            </p:cNvSpPr>
            <p:nvPr/>
          </p:nvSpPr>
          <p:spPr bwMode="auto">
            <a:xfrm>
              <a:off x="634" y="2447"/>
              <a:ext cx="323" cy="3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7" name="Line 147"/>
            <p:cNvSpPr>
              <a:spLocks noChangeShapeType="1"/>
            </p:cNvSpPr>
            <p:nvPr/>
          </p:nvSpPr>
          <p:spPr bwMode="auto">
            <a:xfrm flipH="1" flipV="1">
              <a:off x="634" y="2334"/>
              <a:ext cx="95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8" name="Line 148"/>
            <p:cNvSpPr>
              <a:spLocks noChangeShapeType="1"/>
            </p:cNvSpPr>
            <p:nvPr/>
          </p:nvSpPr>
          <p:spPr bwMode="auto">
            <a:xfrm flipH="1" flipV="1">
              <a:off x="636" y="2173"/>
              <a:ext cx="95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9" name="Line 149"/>
            <p:cNvSpPr>
              <a:spLocks noChangeShapeType="1"/>
            </p:cNvSpPr>
            <p:nvPr/>
          </p:nvSpPr>
          <p:spPr bwMode="auto">
            <a:xfrm flipH="1" flipV="1">
              <a:off x="636" y="2097"/>
              <a:ext cx="95" cy="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8870" name="Group 150"/>
          <p:cNvGrpSpPr>
            <a:grpSpLocks/>
          </p:cNvGrpSpPr>
          <p:nvPr/>
        </p:nvGrpSpPr>
        <p:grpSpPr bwMode="auto">
          <a:xfrm>
            <a:off x="2068513" y="3417888"/>
            <a:ext cx="2162175" cy="1574800"/>
            <a:chOff x="1616" y="1784"/>
            <a:chExt cx="1152" cy="840"/>
          </a:xfrm>
        </p:grpSpPr>
        <p:sp>
          <p:nvSpPr>
            <p:cNvPr id="4127" name="Line 151"/>
            <p:cNvSpPr>
              <a:spLocks noChangeShapeType="1"/>
            </p:cNvSpPr>
            <p:nvPr/>
          </p:nvSpPr>
          <p:spPr bwMode="auto">
            <a:xfrm>
              <a:off x="2432" y="2280"/>
              <a:ext cx="320" cy="32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8" name="Line 152"/>
            <p:cNvSpPr>
              <a:spLocks noChangeShapeType="1"/>
            </p:cNvSpPr>
            <p:nvPr/>
          </p:nvSpPr>
          <p:spPr bwMode="auto">
            <a:xfrm>
              <a:off x="1616" y="2240"/>
              <a:ext cx="384" cy="3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9" name="Line 153"/>
            <p:cNvSpPr>
              <a:spLocks noChangeShapeType="1"/>
            </p:cNvSpPr>
            <p:nvPr/>
          </p:nvSpPr>
          <p:spPr bwMode="auto">
            <a:xfrm>
              <a:off x="1648" y="2184"/>
              <a:ext cx="352" cy="35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0" name="Line 154"/>
            <p:cNvSpPr>
              <a:spLocks noChangeShapeType="1"/>
            </p:cNvSpPr>
            <p:nvPr/>
          </p:nvSpPr>
          <p:spPr bwMode="auto">
            <a:xfrm>
              <a:off x="2232" y="1784"/>
              <a:ext cx="536" cy="5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1" name="Line 155"/>
            <p:cNvSpPr>
              <a:spLocks noChangeShapeType="1"/>
            </p:cNvSpPr>
            <p:nvPr/>
          </p:nvSpPr>
          <p:spPr bwMode="auto">
            <a:xfrm>
              <a:off x="1752" y="1840"/>
              <a:ext cx="568" cy="56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876" name="Rectangle 156"/>
          <p:cNvSpPr>
            <a:spLocks noChangeArrowheads="1"/>
          </p:cNvSpPr>
          <p:nvPr/>
        </p:nvSpPr>
        <p:spPr bwMode="auto">
          <a:xfrm>
            <a:off x="2209800" y="3938588"/>
            <a:ext cx="3194050" cy="1982787"/>
          </a:xfrm>
          <a:prstGeom prst="rect">
            <a:avLst/>
          </a:prstGeom>
          <a:solidFill>
            <a:srgbClr val="FF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58877" name="Group 157"/>
          <p:cNvGrpSpPr>
            <a:grpSpLocks/>
          </p:cNvGrpSpPr>
          <p:nvPr/>
        </p:nvGrpSpPr>
        <p:grpSpPr bwMode="auto">
          <a:xfrm>
            <a:off x="2779713" y="4408488"/>
            <a:ext cx="1484312" cy="563562"/>
            <a:chOff x="1728" y="2811"/>
            <a:chExt cx="935" cy="355"/>
          </a:xfrm>
        </p:grpSpPr>
        <p:sp>
          <p:nvSpPr>
            <p:cNvPr id="4119" name="Line 158"/>
            <p:cNvSpPr>
              <a:spLocks noChangeShapeType="1"/>
            </p:cNvSpPr>
            <p:nvPr/>
          </p:nvSpPr>
          <p:spPr bwMode="auto">
            <a:xfrm flipV="1">
              <a:off x="2106" y="2916"/>
              <a:ext cx="0" cy="1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0" name="Freeform 159"/>
            <p:cNvSpPr>
              <a:spLocks/>
            </p:cNvSpPr>
            <p:nvPr/>
          </p:nvSpPr>
          <p:spPr bwMode="auto">
            <a:xfrm>
              <a:off x="2107" y="2811"/>
              <a:ext cx="169" cy="106"/>
            </a:xfrm>
            <a:custGeom>
              <a:avLst/>
              <a:gdLst>
                <a:gd name="T0" fmla="*/ 0 w 144"/>
                <a:gd name="T1" fmla="*/ 266 h 67"/>
                <a:gd name="T2" fmla="*/ 232 w 144"/>
                <a:gd name="T3" fmla="*/ 0 h 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4" h="67">
                  <a:moveTo>
                    <a:pt x="0" y="67"/>
                  </a:moveTo>
                  <a:lnTo>
                    <a:pt x="144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1" name="Line 160"/>
            <p:cNvSpPr>
              <a:spLocks noChangeShapeType="1"/>
            </p:cNvSpPr>
            <p:nvPr/>
          </p:nvSpPr>
          <p:spPr bwMode="auto">
            <a:xfrm flipH="1">
              <a:off x="1728" y="3166"/>
              <a:ext cx="9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2" name="Line 161"/>
            <p:cNvSpPr>
              <a:spLocks noChangeShapeType="1"/>
            </p:cNvSpPr>
            <p:nvPr/>
          </p:nvSpPr>
          <p:spPr bwMode="auto">
            <a:xfrm flipV="1">
              <a:off x="2650" y="2811"/>
              <a:ext cx="0" cy="3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Line 162"/>
            <p:cNvSpPr>
              <a:spLocks noChangeShapeType="1"/>
            </p:cNvSpPr>
            <p:nvPr/>
          </p:nvSpPr>
          <p:spPr bwMode="auto">
            <a:xfrm flipH="1">
              <a:off x="2276" y="2815"/>
              <a:ext cx="3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163"/>
            <p:cNvSpPr>
              <a:spLocks noChangeShapeType="1"/>
            </p:cNvSpPr>
            <p:nvPr/>
          </p:nvSpPr>
          <p:spPr bwMode="auto">
            <a:xfrm>
              <a:off x="1732" y="3052"/>
              <a:ext cx="0" cy="1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5" name="Line 164"/>
            <p:cNvSpPr>
              <a:spLocks noChangeShapeType="1"/>
            </p:cNvSpPr>
            <p:nvPr/>
          </p:nvSpPr>
          <p:spPr bwMode="auto">
            <a:xfrm>
              <a:off x="1732" y="3052"/>
              <a:ext cx="37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6" name="Line 165"/>
            <p:cNvSpPr>
              <a:spLocks noChangeShapeType="1"/>
            </p:cNvSpPr>
            <p:nvPr/>
          </p:nvSpPr>
          <p:spPr bwMode="auto">
            <a:xfrm>
              <a:off x="2100" y="3043"/>
              <a:ext cx="54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5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8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8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8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8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8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8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8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8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8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8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8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8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58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15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58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5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5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15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58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5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91" grpId="0" build="p" autoUpdateAnimBg="0"/>
      <p:bldP spid="158792" grpId="0" autoUpdateAnimBg="0"/>
      <p:bldP spid="158793" grpId="0" autoUpdateAnimBg="0"/>
      <p:bldP spid="158794" grpId="0" autoUpdateAnimBg="0"/>
      <p:bldP spid="158796" grpId="0" autoUpdateAnimBg="0"/>
      <p:bldP spid="158797" grpId="0" autoUpdateAnimBg="0"/>
      <p:bldP spid="158798" grpId="0" autoUpdateAnimBg="0"/>
      <p:bldP spid="158845" grpId="0" animBg="1"/>
      <p:bldP spid="158860" grpId="0" animBg="1"/>
      <p:bldP spid="15887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EE4247D-C74A-4718-A9D9-9B37376CEC63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199685" name="Group 5"/>
          <p:cNvGrpSpPr>
            <a:grpSpLocks/>
          </p:cNvGrpSpPr>
          <p:nvPr/>
        </p:nvGrpSpPr>
        <p:grpSpPr bwMode="auto">
          <a:xfrm>
            <a:off x="563563" y="590550"/>
            <a:ext cx="7683500" cy="4849813"/>
            <a:chOff x="416" y="600"/>
            <a:chExt cx="4800" cy="3055"/>
          </a:xfrm>
        </p:grpSpPr>
        <p:sp>
          <p:nvSpPr>
            <p:cNvPr id="5124" name="Freeform 6"/>
            <p:cNvSpPr>
              <a:spLocks/>
            </p:cNvSpPr>
            <p:nvPr/>
          </p:nvSpPr>
          <p:spPr bwMode="auto">
            <a:xfrm>
              <a:off x="4165" y="1783"/>
              <a:ext cx="864" cy="1872"/>
            </a:xfrm>
            <a:custGeom>
              <a:avLst/>
              <a:gdLst>
                <a:gd name="T0" fmla="*/ 0 w 864"/>
                <a:gd name="T1" fmla="*/ 0 h 1872"/>
                <a:gd name="T2" fmla="*/ 864 w 864"/>
                <a:gd name="T3" fmla="*/ 864 h 1872"/>
                <a:gd name="T4" fmla="*/ 864 w 864"/>
                <a:gd name="T5" fmla="*/ 1872 h 1872"/>
                <a:gd name="T6" fmla="*/ 0 w 864"/>
                <a:gd name="T7" fmla="*/ 1008 h 1872"/>
                <a:gd name="T8" fmla="*/ 0 w 864"/>
                <a:gd name="T9" fmla="*/ 0 h 1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4" h="1872">
                  <a:moveTo>
                    <a:pt x="0" y="0"/>
                  </a:moveTo>
                  <a:lnTo>
                    <a:pt x="864" y="864"/>
                  </a:lnTo>
                  <a:lnTo>
                    <a:pt x="864" y="1872"/>
                  </a:lnTo>
                  <a:lnTo>
                    <a:pt x="0" y="1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" name="Freeform 7"/>
            <p:cNvSpPr>
              <a:spLocks/>
            </p:cNvSpPr>
            <p:nvPr/>
          </p:nvSpPr>
          <p:spPr bwMode="auto">
            <a:xfrm>
              <a:off x="4264" y="2744"/>
              <a:ext cx="570" cy="567"/>
            </a:xfrm>
            <a:custGeom>
              <a:avLst/>
              <a:gdLst>
                <a:gd name="T0" fmla="*/ 0 w 570"/>
                <a:gd name="T1" fmla="*/ 0 h 567"/>
                <a:gd name="T2" fmla="*/ 570 w 570"/>
                <a:gd name="T3" fmla="*/ 567 h 5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0" h="567">
                  <a:moveTo>
                    <a:pt x="0" y="0"/>
                  </a:moveTo>
                  <a:lnTo>
                    <a:pt x="570" y="56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6" name="Rectangle 8"/>
            <p:cNvSpPr>
              <a:spLocks noChangeArrowheads="1"/>
            </p:cNvSpPr>
            <p:nvPr/>
          </p:nvSpPr>
          <p:spPr bwMode="auto">
            <a:xfrm>
              <a:off x="1526" y="1495"/>
              <a:ext cx="1439" cy="1006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127" name="Freeform 9"/>
            <p:cNvSpPr>
              <a:spLocks/>
            </p:cNvSpPr>
            <p:nvPr/>
          </p:nvSpPr>
          <p:spPr bwMode="auto">
            <a:xfrm>
              <a:off x="1525" y="808"/>
              <a:ext cx="2514" cy="690"/>
            </a:xfrm>
            <a:custGeom>
              <a:avLst/>
              <a:gdLst>
                <a:gd name="T0" fmla="*/ 0 w 2514"/>
                <a:gd name="T1" fmla="*/ 690 h 690"/>
                <a:gd name="T2" fmla="*/ 1134 w 2514"/>
                <a:gd name="T3" fmla="*/ 0 h 690"/>
                <a:gd name="T4" fmla="*/ 2514 w 2514"/>
                <a:gd name="T5" fmla="*/ 0 h 690"/>
                <a:gd name="T6" fmla="*/ 1440 w 2514"/>
                <a:gd name="T7" fmla="*/ 690 h 690"/>
                <a:gd name="T8" fmla="*/ 0 w 2514"/>
                <a:gd name="T9" fmla="*/ 690 h 6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14" h="690">
                  <a:moveTo>
                    <a:pt x="0" y="690"/>
                  </a:moveTo>
                  <a:lnTo>
                    <a:pt x="1134" y="0"/>
                  </a:lnTo>
                  <a:lnTo>
                    <a:pt x="2514" y="0"/>
                  </a:lnTo>
                  <a:lnTo>
                    <a:pt x="1440" y="690"/>
                  </a:lnTo>
                  <a:lnTo>
                    <a:pt x="0" y="690"/>
                  </a:lnTo>
                  <a:close/>
                </a:path>
              </a:pathLst>
            </a:custGeom>
            <a:solidFill>
              <a:srgbClr val="66FF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8" name="Freeform 10"/>
            <p:cNvSpPr>
              <a:spLocks/>
            </p:cNvSpPr>
            <p:nvPr/>
          </p:nvSpPr>
          <p:spPr bwMode="auto">
            <a:xfrm>
              <a:off x="1525" y="2503"/>
              <a:ext cx="2304" cy="871"/>
            </a:xfrm>
            <a:custGeom>
              <a:avLst/>
              <a:gdLst>
                <a:gd name="T0" fmla="*/ 0 w 2304"/>
                <a:gd name="T1" fmla="*/ 0 h 871"/>
                <a:gd name="T2" fmla="*/ 864 w 2304"/>
                <a:gd name="T3" fmla="*/ 871 h 871"/>
                <a:gd name="T4" fmla="*/ 2304 w 2304"/>
                <a:gd name="T5" fmla="*/ 871 h 871"/>
                <a:gd name="T6" fmla="*/ 1434 w 2304"/>
                <a:gd name="T7" fmla="*/ 1 h 871"/>
                <a:gd name="T8" fmla="*/ 0 w 2304"/>
                <a:gd name="T9" fmla="*/ 0 h 8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04" h="871">
                  <a:moveTo>
                    <a:pt x="0" y="0"/>
                  </a:moveTo>
                  <a:lnTo>
                    <a:pt x="864" y="871"/>
                  </a:lnTo>
                  <a:lnTo>
                    <a:pt x="2304" y="871"/>
                  </a:lnTo>
                  <a:lnTo>
                    <a:pt x="1434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FF99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9" name="Freeform 11"/>
            <p:cNvSpPr>
              <a:spLocks/>
            </p:cNvSpPr>
            <p:nvPr/>
          </p:nvSpPr>
          <p:spPr bwMode="auto">
            <a:xfrm>
              <a:off x="484" y="1495"/>
              <a:ext cx="1041" cy="1459"/>
            </a:xfrm>
            <a:custGeom>
              <a:avLst/>
              <a:gdLst>
                <a:gd name="T0" fmla="*/ 1041 w 1041"/>
                <a:gd name="T1" fmla="*/ 0 h 1459"/>
                <a:gd name="T2" fmla="*/ 0 w 1041"/>
                <a:gd name="T3" fmla="*/ 469 h 1459"/>
                <a:gd name="T4" fmla="*/ 0 w 1041"/>
                <a:gd name="T5" fmla="*/ 1459 h 1459"/>
                <a:gd name="T6" fmla="*/ 1041 w 1041"/>
                <a:gd name="T7" fmla="*/ 1008 h 1459"/>
                <a:gd name="T8" fmla="*/ 1041 w 1041"/>
                <a:gd name="T9" fmla="*/ 0 h 14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1" h="1459">
                  <a:moveTo>
                    <a:pt x="1041" y="0"/>
                  </a:moveTo>
                  <a:lnTo>
                    <a:pt x="0" y="469"/>
                  </a:lnTo>
                  <a:lnTo>
                    <a:pt x="0" y="1459"/>
                  </a:lnTo>
                  <a:lnTo>
                    <a:pt x="1041" y="1008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FFFFC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" name="Freeform 12"/>
            <p:cNvSpPr>
              <a:spLocks/>
            </p:cNvSpPr>
            <p:nvPr/>
          </p:nvSpPr>
          <p:spPr bwMode="auto">
            <a:xfrm>
              <a:off x="2965" y="1495"/>
              <a:ext cx="1200" cy="1296"/>
            </a:xfrm>
            <a:custGeom>
              <a:avLst/>
              <a:gdLst>
                <a:gd name="T0" fmla="*/ 0 w 1200"/>
                <a:gd name="T1" fmla="*/ 0 h 1296"/>
                <a:gd name="T2" fmla="*/ 1200 w 1200"/>
                <a:gd name="T3" fmla="*/ 288 h 1296"/>
                <a:gd name="T4" fmla="*/ 1200 w 1200"/>
                <a:gd name="T5" fmla="*/ 1296 h 1296"/>
                <a:gd name="T6" fmla="*/ 0 w 1200"/>
                <a:gd name="T7" fmla="*/ 1008 h 1296"/>
                <a:gd name="T8" fmla="*/ 0 w 1200"/>
                <a:gd name="T9" fmla="*/ 0 h 1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0" h="1296">
                  <a:moveTo>
                    <a:pt x="0" y="0"/>
                  </a:moveTo>
                  <a:lnTo>
                    <a:pt x="1200" y="288"/>
                  </a:lnTo>
                  <a:lnTo>
                    <a:pt x="1200" y="1296"/>
                  </a:lnTo>
                  <a:lnTo>
                    <a:pt x="0" y="1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1" name="Rectangle 13"/>
            <p:cNvSpPr>
              <a:spLocks noChangeArrowheads="1"/>
            </p:cNvSpPr>
            <p:nvPr/>
          </p:nvSpPr>
          <p:spPr bwMode="auto">
            <a:xfrm>
              <a:off x="1765" y="2167"/>
              <a:ext cx="912" cy="1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132" name="Freeform 14"/>
            <p:cNvSpPr>
              <a:spLocks/>
            </p:cNvSpPr>
            <p:nvPr/>
          </p:nvSpPr>
          <p:spPr bwMode="auto">
            <a:xfrm>
              <a:off x="2299" y="1889"/>
              <a:ext cx="375" cy="1"/>
            </a:xfrm>
            <a:custGeom>
              <a:avLst/>
              <a:gdLst>
                <a:gd name="T0" fmla="*/ 375 w 375"/>
                <a:gd name="T1" fmla="*/ 0 h 1"/>
                <a:gd name="T2" fmla="*/ 0 w 37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5" h="1">
                  <a:moveTo>
                    <a:pt x="375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3" name="Line 15"/>
            <p:cNvSpPr>
              <a:spLocks noChangeShapeType="1"/>
            </p:cNvSpPr>
            <p:nvPr/>
          </p:nvSpPr>
          <p:spPr bwMode="auto">
            <a:xfrm flipV="1">
              <a:off x="2101" y="1975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4" name="Freeform 16"/>
            <p:cNvSpPr>
              <a:spLocks/>
            </p:cNvSpPr>
            <p:nvPr/>
          </p:nvSpPr>
          <p:spPr bwMode="auto">
            <a:xfrm>
              <a:off x="2101" y="1889"/>
              <a:ext cx="213" cy="86"/>
            </a:xfrm>
            <a:custGeom>
              <a:avLst/>
              <a:gdLst>
                <a:gd name="T0" fmla="*/ 0 w 213"/>
                <a:gd name="T1" fmla="*/ 86 h 86"/>
                <a:gd name="T2" fmla="*/ 213 w 213"/>
                <a:gd name="T3" fmla="*/ 0 h 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3" h="86">
                  <a:moveTo>
                    <a:pt x="0" y="86"/>
                  </a:moveTo>
                  <a:lnTo>
                    <a:pt x="21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5" name="Line 17"/>
            <p:cNvSpPr>
              <a:spLocks noChangeShapeType="1"/>
            </p:cNvSpPr>
            <p:nvPr/>
          </p:nvSpPr>
          <p:spPr bwMode="auto">
            <a:xfrm flipV="1">
              <a:off x="2677" y="1889"/>
              <a:ext cx="0" cy="2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6" name="Freeform 18"/>
            <p:cNvSpPr>
              <a:spLocks/>
            </p:cNvSpPr>
            <p:nvPr/>
          </p:nvSpPr>
          <p:spPr bwMode="auto">
            <a:xfrm>
              <a:off x="3214" y="2399"/>
              <a:ext cx="626" cy="153"/>
            </a:xfrm>
            <a:custGeom>
              <a:avLst/>
              <a:gdLst>
                <a:gd name="T0" fmla="*/ 0 w 626"/>
                <a:gd name="T1" fmla="*/ 0 h 153"/>
                <a:gd name="T2" fmla="*/ 626 w 626"/>
                <a:gd name="T3" fmla="*/ 153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6" h="153">
                  <a:moveTo>
                    <a:pt x="0" y="0"/>
                  </a:moveTo>
                  <a:lnTo>
                    <a:pt x="626" y="15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7" name="Freeform 19"/>
            <p:cNvSpPr>
              <a:spLocks/>
            </p:cNvSpPr>
            <p:nvPr/>
          </p:nvSpPr>
          <p:spPr bwMode="auto">
            <a:xfrm>
              <a:off x="3829" y="2414"/>
              <a:ext cx="1" cy="140"/>
            </a:xfrm>
            <a:custGeom>
              <a:avLst/>
              <a:gdLst>
                <a:gd name="T0" fmla="*/ 0 w 1"/>
                <a:gd name="T1" fmla="*/ 140 h 140"/>
                <a:gd name="T2" fmla="*/ 0 w 1"/>
                <a:gd name="T3" fmla="*/ 0 h 1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0">
                  <a:moveTo>
                    <a:pt x="0" y="14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8" name="Freeform 20"/>
            <p:cNvSpPr>
              <a:spLocks/>
            </p:cNvSpPr>
            <p:nvPr/>
          </p:nvSpPr>
          <p:spPr bwMode="auto">
            <a:xfrm>
              <a:off x="3214" y="1934"/>
              <a:ext cx="1" cy="465"/>
            </a:xfrm>
            <a:custGeom>
              <a:avLst/>
              <a:gdLst>
                <a:gd name="T0" fmla="*/ 0 w 1"/>
                <a:gd name="T1" fmla="*/ 465 h 465"/>
                <a:gd name="T2" fmla="*/ 0 w 1"/>
                <a:gd name="T3" fmla="*/ 0 h 4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65">
                  <a:moveTo>
                    <a:pt x="0" y="46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9" name="Freeform 21"/>
            <p:cNvSpPr>
              <a:spLocks/>
            </p:cNvSpPr>
            <p:nvPr/>
          </p:nvSpPr>
          <p:spPr bwMode="auto">
            <a:xfrm>
              <a:off x="3214" y="2249"/>
              <a:ext cx="615" cy="165"/>
            </a:xfrm>
            <a:custGeom>
              <a:avLst/>
              <a:gdLst>
                <a:gd name="T0" fmla="*/ 0 w 615"/>
                <a:gd name="T1" fmla="*/ 0 h 165"/>
                <a:gd name="T2" fmla="*/ 615 w 615"/>
                <a:gd name="T3" fmla="*/ 165 h 1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5" h="165">
                  <a:moveTo>
                    <a:pt x="0" y="0"/>
                  </a:moveTo>
                  <a:lnTo>
                    <a:pt x="615" y="16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0" name="Freeform 22"/>
            <p:cNvSpPr>
              <a:spLocks/>
            </p:cNvSpPr>
            <p:nvPr/>
          </p:nvSpPr>
          <p:spPr bwMode="auto">
            <a:xfrm>
              <a:off x="3394" y="1979"/>
              <a:ext cx="1" cy="315"/>
            </a:xfrm>
            <a:custGeom>
              <a:avLst/>
              <a:gdLst>
                <a:gd name="T0" fmla="*/ 0 w 1"/>
                <a:gd name="T1" fmla="*/ 315 h 315"/>
                <a:gd name="T2" fmla="*/ 0 w 1"/>
                <a:gd name="T3" fmla="*/ 0 h 3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5">
                  <a:moveTo>
                    <a:pt x="0" y="31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1" name="Freeform 23"/>
            <p:cNvSpPr>
              <a:spLocks/>
            </p:cNvSpPr>
            <p:nvPr/>
          </p:nvSpPr>
          <p:spPr bwMode="auto">
            <a:xfrm>
              <a:off x="3214" y="1934"/>
              <a:ext cx="183" cy="41"/>
            </a:xfrm>
            <a:custGeom>
              <a:avLst/>
              <a:gdLst>
                <a:gd name="T0" fmla="*/ 0 w 183"/>
                <a:gd name="T1" fmla="*/ 0 h 41"/>
                <a:gd name="T2" fmla="*/ 183 w 183"/>
                <a:gd name="T3" fmla="*/ 41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41">
                  <a:moveTo>
                    <a:pt x="0" y="0"/>
                  </a:moveTo>
                  <a:lnTo>
                    <a:pt x="183" y="4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2" name="Freeform 24"/>
            <p:cNvSpPr>
              <a:spLocks/>
            </p:cNvSpPr>
            <p:nvPr/>
          </p:nvSpPr>
          <p:spPr bwMode="auto">
            <a:xfrm>
              <a:off x="3214" y="2054"/>
              <a:ext cx="180" cy="45"/>
            </a:xfrm>
            <a:custGeom>
              <a:avLst/>
              <a:gdLst>
                <a:gd name="T0" fmla="*/ 0 w 180"/>
                <a:gd name="T1" fmla="*/ 0 h 45"/>
                <a:gd name="T2" fmla="*/ 180 w 180"/>
                <a:gd name="T3" fmla="*/ 45 h 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0" h="45">
                  <a:moveTo>
                    <a:pt x="0" y="0"/>
                  </a:moveTo>
                  <a:lnTo>
                    <a:pt x="180" y="4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3" name="Freeform 25"/>
            <p:cNvSpPr>
              <a:spLocks/>
            </p:cNvSpPr>
            <p:nvPr/>
          </p:nvSpPr>
          <p:spPr bwMode="auto">
            <a:xfrm>
              <a:off x="1234" y="1964"/>
              <a:ext cx="1" cy="510"/>
            </a:xfrm>
            <a:custGeom>
              <a:avLst/>
              <a:gdLst>
                <a:gd name="T0" fmla="*/ 0 w 1"/>
                <a:gd name="T1" fmla="*/ 0 h 510"/>
                <a:gd name="T2" fmla="*/ 0 w 1"/>
                <a:gd name="T3" fmla="*/ 510 h 5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10">
                  <a:moveTo>
                    <a:pt x="0" y="0"/>
                  </a:moveTo>
                  <a:lnTo>
                    <a:pt x="0" y="5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4" name="Freeform 26"/>
            <p:cNvSpPr>
              <a:spLocks/>
            </p:cNvSpPr>
            <p:nvPr/>
          </p:nvSpPr>
          <p:spPr bwMode="auto">
            <a:xfrm>
              <a:off x="711" y="2455"/>
              <a:ext cx="526" cy="267"/>
            </a:xfrm>
            <a:custGeom>
              <a:avLst/>
              <a:gdLst>
                <a:gd name="T0" fmla="*/ 526 w 526"/>
                <a:gd name="T1" fmla="*/ 0 h 267"/>
                <a:gd name="T2" fmla="*/ 0 w 526"/>
                <a:gd name="T3" fmla="*/ 267 h 2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6" h="267">
                  <a:moveTo>
                    <a:pt x="526" y="0"/>
                  </a:moveTo>
                  <a:lnTo>
                    <a:pt x="0" y="26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5" name="Freeform 27"/>
            <p:cNvSpPr>
              <a:spLocks/>
            </p:cNvSpPr>
            <p:nvPr/>
          </p:nvSpPr>
          <p:spPr bwMode="auto">
            <a:xfrm>
              <a:off x="1067" y="1964"/>
              <a:ext cx="167" cy="92"/>
            </a:xfrm>
            <a:custGeom>
              <a:avLst/>
              <a:gdLst>
                <a:gd name="T0" fmla="*/ 167 w 167"/>
                <a:gd name="T1" fmla="*/ 0 h 92"/>
                <a:gd name="T2" fmla="*/ 0 w 167"/>
                <a:gd name="T3" fmla="*/ 92 h 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7" h="92">
                  <a:moveTo>
                    <a:pt x="167" y="0"/>
                  </a:moveTo>
                  <a:lnTo>
                    <a:pt x="0" y="9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6" name="Freeform 28"/>
            <p:cNvSpPr>
              <a:spLocks/>
            </p:cNvSpPr>
            <p:nvPr/>
          </p:nvSpPr>
          <p:spPr bwMode="auto">
            <a:xfrm>
              <a:off x="1069" y="2064"/>
              <a:ext cx="3" cy="335"/>
            </a:xfrm>
            <a:custGeom>
              <a:avLst/>
              <a:gdLst>
                <a:gd name="T0" fmla="*/ 3 w 3"/>
                <a:gd name="T1" fmla="*/ 0 h 335"/>
                <a:gd name="T2" fmla="*/ 0 w 3"/>
                <a:gd name="T3" fmla="*/ 335 h 3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35">
                  <a:moveTo>
                    <a:pt x="3" y="0"/>
                  </a:moveTo>
                  <a:lnTo>
                    <a:pt x="0" y="33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7" name="Freeform 29"/>
            <p:cNvSpPr>
              <a:spLocks/>
            </p:cNvSpPr>
            <p:nvPr/>
          </p:nvSpPr>
          <p:spPr bwMode="auto">
            <a:xfrm>
              <a:off x="711" y="2384"/>
              <a:ext cx="361" cy="183"/>
            </a:xfrm>
            <a:custGeom>
              <a:avLst/>
              <a:gdLst>
                <a:gd name="T0" fmla="*/ 361 w 361"/>
                <a:gd name="T1" fmla="*/ 0 h 183"/>
                <a:gd name="T2" fmla="*/ 0 w 36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1" h="183">
                  <a:moveTo>
                    <a:pt x="361" y="0"/>
                  </a:moveTo>
                  <a:lnTo>
                    <a:pt x="0" y="18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Freeform 30"/>
            <p:cNvSpPr>
              <a:spLocks/>
            </p:cNvSpPr>
            <p:nvPr/>
          </p:nvSpPr>
          <p:spPr bwMode="auto">
            <a:xfrm>
              <a:off x="711" y="2567"/>
              <a:ext cx="1" cy="161"/>
            </a:xfrm>
            <a:custGeom>
              <a:avLst/>
              <a:gdLst>
                <a:gd name="T0" fmla="*/ 0 w 1"/>
                <a:gd name="T1" fmla="*/ 0 h 161"/>
                <a:gd name="T2" fmla="*/ 1 w 1"/>
                <a:gd name="T3" fmla="*/ 161 h 1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1">
                  <a:moveTo>
                    <a:pt x="0" y="0"/>
                  </a:moveTo>
                  <a:lnTo>
                    <a:pt x="1" y="16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9" name="Freeform 31"/>
            <p:cNvSpPr>
              <a:spLocks/>
            </p:cNvSpPr>
            <p:nvPr/>
          </p:nvSpPr>
          <p:spPr bwMode="auto">
            <a:xfrm>
              <a:off x="1088" y="2309"/>
              <a:ext cx="161" cy="67"/>
            </a:xfrm>
            <a:custGeom>
              <a:avLst/>
              <a:gdLst>
                <a:gd name="T0" fmla="*/ 0 w 161"/>
                <a:gd name="T1" fmla="*/ 67 h 67"/>
                <a:gd name="T2" fmla="*/ 161 w 161"/>
                <a:gd name="T3" fmla="*/ 0 h 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1" h="67">
                  <a:moveTo>
                    <a:pt x="0" y="67"/>
                  </a:moveTo>
                  <a:lnTo>
                    <a:pt x="16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" name="Freeform 32"/>
            <p:cNvSpPr>
              <a:spLocks/>
            </p:cNvSpPr>
            <p:nvPr/>
          </p:nvSpPr>
          <p:spPr bwMode="auto">
            <a:xfrm>
              <a:off x="1069" y="2114"/>
              <a:ext cx="165" cy="60"/>
            </a:xfrm>
            <a:custGeom>
              <a:avLst/>
              <a:gdLst>
                <a:gd name="T0" fmla="*/ 0 w 165"/>
                <a:gd name="T1" fmla="*/ 60 h 60"/>
                <a:gd name="T2" fmla="*/ 165 w 165"/>
                <a:gd name="T3" fmla="*/ 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5" h="60">
                  <a:moveTo>
                    <a:pt x="0" y="60"/>
                  </a:moveTo>
                  <a:lnTo>
                    <a:pt x="16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Freeform 33"/>
            <p:cNvSpPr>
              <a:spLocks/>
            </p:cNvSpPr>
            <p:nvPr/>
          </p:nvSpPr>
          <p:spPr bwMode="auto">
            <a:xfrm>
              <a:off x="1909" y="2654"/>
              <a:ext cx="930" cy="1"/>
            </a:xfrm>
            <a:custGeom>
              <a:avLst/>
              <a:gdLst>
                <a:gd name="T0" fmla="*/ 0 w 930"/>
                <a:gd name="T1" fmla="*/ 0 h 1"/>
                <a:gd name="T2" fmla="*/ 930 w 93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0" h="1">
                  <a:moveTo>
                    <a:pt x="0" y="0"/>
                  </a:moveTo>
                  <a:lnTo>
                    <a:pt x="93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Freeform 34"/>
            <p:cNvSpPr>
              <a:spLocks/>
            </p:cNvSpPr>
            <p:nvPr/>
          </p:nvSpPr>
          <p:spPr bwMode="auto">
            <a:xfrm>
              <a:off x="2320" y="3074"/>
              <a:ext cx="939" cy="6"/>
            </a:xfrm>
            <a:custGeom>
              <a:avLst/>
              <a:gdLst>
                <a:gd name="T0" fmla="*/ 0 w 939"/>
                <a:gd name="T1" fmla="*/ 6 h 6"/>
                <a:gd name="T2" fmla="*/ 939 w 939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9" h="6">
                  <a:moveTo>
                    <a:pt x="0" y="6"/>
                  </a:moveTo>
                  <a:lnTo>
                    <a:pt x="93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Freeform 35"/>
            <p:cNvSpPr>
              <a:spLocks/>
            </p:cNvSpPr>
            <p:nvPr/>
          </p:nvSpPr>
          <p:spPr bwMode="auto">
            <a:xfrm>
              <a:off x="2839" y="2654"/>
              <a:ext cx="422" cy="420"/>
            </a:xfrm>
            <a:custGeom>
              <a:avLst/>
              <a:gdLst>
                <a:gd name="T0" fmla="*/ 0 w 422"/>
                <a:gd name="T1" fmla="*/ 0 h 420"/>
                <a:gd name="T2" fmla="*/ 422 w 422"/>
                <a:gd name="T3" fmla="*/ 420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420">
                  <a:moveTo>
                    <a:pt x="0" y="0"/>
                  </a:moveTo>
                  <a:lnTo>
                    <a:pt x="422" y="4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Freeform 36"/>
            <p:cNvSpPr>
              <a:spLocks/>
            </p:cNvSpPr>
            <p:nvPr/>
          </p:nvSpPr>
          <p:spPr bwMode="auto">
            <a:xfrm>
              <a:off x="2389" y="2789"/>
              <a:ext cx="578" cy="2"/>
            </a:xfrm>
            <a:custGeom>
              <a:avLst/>
              <a:gdLst>
                <a:gd name="T0" fmla="*/ 0 w 578"/>
                <a:gd name="T1" fmla="*/ 2 h 2"/>
                <a:gd name="T2" fmla="*/ 578 w 578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8" h="2">
                  <a:moveTo>
                    <a:pt x="0" y="2"/>
                  </a:moveTo>
                  <a:lnTo>
                    <a:pt x="57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Freeform 37"/>
            <p:cNvSpPr>
              <a:spLocks/>
            </p:cNvSpPr>
            <p:nvPr/>
          </p:nvSpPr>
          <p:spPr bwMode="auto">
            <a:xfrm>
              <a:off x="1900" y="2645"/>
              <a:ext cx="428" cy="435"/>
            </a:xfrm>
            <a:custGeom>
              <a:avLst/>
              <a:gdLst>
                <a:gd name="T0" fmla="*/ 0 w 428"/>
                <a:gd name="T1" fmla="*/ 0 h 435"/>
                <a:gd name="T2" fmla="*/ 428 w 428"/>
                <a:gd name="T3" fmla="*/ 435 h 4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8" h="435">
                  <a:moveTo>
                    <a:pt x="0" y="0"/>
                  </a:moveTo>
                  <a:lnTo>
                    <a:pt x="428" y="43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Freeform 38"/>
            <p:cNvSpPr>
              <a:spLocks/>
            </p:cNvSpPr>
            <p:nvPr/>
          </p:nvSpPr>
          <p:spPr bwMode="auto">
            <a:xfrm>
              <a:off x="2248" y="2648"/>
              <a:ext cx="144" cy="144"/>
            </a:xfrm>
            <a:custGeom>
              <a:avLst/>
              <a:gdLst>
                <a:gd name="T0" fmla="*/ 144 w 144"/>
                <a:gd name="T1" fmla="*/ 144 h 144"/>
                <a:gd name="T2" fmla="*/ 0 w 144"/>
                <a:gd name="T3" fmla="*/ 0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4" h="144">
                  <a:moveTo>
                    <a:pt x="144" y="144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Freeform 39"/>
            <p:cNvSpPr>
              <a:spLocks/>
            </p:cNvSpPr>
            <p:nvPr/>
          </p:nvSpPr>
          <p:spPr bwMode="auto">
            <a:xfrm>
              <a:off x="2456" y="2645"/>
              <a:ext cx="144" cy="144"/>
            </a:xfrm>
            <a:custGeom>
              <a:avLst/>
              <a:gdLst>
                <a:gd name="T0" fmla="*/ 0 w 144"/>
                <a:gd name="T1" fmla="*/ 0 h 144"/>
                <a:gd name="T2" fmla="*/ 144 w 144"/>
                <a:gd name="T3" fmla="*/ 144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4" h="144">
                  <a:moveTo>
                    <a:pt x="0" y="0"/>
                  </a:moveTo>
                  <a:lnTo>
                    <a:pt x="144" y="14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8" name="Line 40"/>
            <p:cNvSpPr>
              <a:spLocks noChangeShapeType="1"/>
            </p:cNvSpPr>
            <p:nvPr/>
          </p:nvSpPr>
          <p:spPr bwMode="auto">
            <a:xfrm>
              <a:off x="1957" y="1399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9" name="Line 41"/>
            <p:cNvSpPr>
              <a:spLocks noChangeShapeType="1"/>
            </p:cNvSpPr>
            <p:nvPr/>
          </p:nvSpPr>
          <p:spPr bwMode="auto">
            <a:xfrm>
              <a:off x="2533" y="1063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0" name="Freeform 42"/>
            <p:cNvSpPr>
              <a:spLocks/>
            </p:cNvSpPr>
            <p:nvPr/>
          </p:nvSpPr>
          <p:spPr bwMode="auto">
            <a:xfrm>
              <a:off x="1957" y="1056"/>
              <a:ext cx="577" cy="343"/>
            </a:xfrm>
            <a:custGeom>
              <a:avLst/>
              <a:gdLst>
                <a:gd name="T0" fmla="*/ 0 w 577"/>
                <a:gd name="T1" fmla="*/ 343 h 343"/>
                <a:gd name="T2" fmla="*/ 577 w 577"/>
                <a:gd name="T3" fmla="*/ 0 h 3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7" h="343">
                  <a:moveTo>
                    <a:pt x="0" y="343"/>
                  </a:moveTo>
                  <a:lnTo>
                    <a:pt x="57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" name="Freeform 43"/>
            <p:cNvSpPr>
              <a:spLocks/>
            </p:cNvSpPr>
            <p:nvPr/>
          </p:nvSpPr>
          <p:spPr bwMode="auto">
            <a:xfrm>
              <a:off x="2821" y="1063"/>
              <a:ext cx="558" cy="336"/>
            </a:xfrm>
            <a:custGeom>
              <a:avLst/>
              <a:gdLst>
                <a:gd name="T0" fmla="*/ 0 w 558"/>
                <a:gd name="T1" fmla="*/ 336 h 336"/>
                <a:gd name="T2" fmla="*/ 558 w 558"/>
                <a:gd name="T3" fmla="*/ 0 h 3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8" h="336">
                  <a:moveTo>
                    <a:pt x="0" y="336"/>
                  </a:moveTo>
                  <a:lnTo>
                    <a:pt x="55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2" name="Freeform 44"/>
            <p:cNvSpPr>
              <a:spLocks/>
            </p:cNvSpPr>
            <p:nvPr/>
          </p:nvSpPr>
          <p:spPr bwMode="auto">
            <a:xfrm>
              <a:off x="2488" y="1264"/>
              <a:ext cx="531" cy="9"/>
            </a:xfrm>
            <a:custGeom>
              <a:avLst/>
              <a:gdLst>
                <a:gd name="T0" fmla="*/ 0 w 531"/>
                <a:gd name="T1" fmla="*/ 0 h 9"/>
                <a:gd name="T2" fmla="*/ 531 w 531"/>
                <a:gd name="T3" fmla="*/ 9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1" h="9">
                  <a:moveTo>
                    <a:pt x="0" y="0"/>
                  </a:moveTo>
                  <a:lnTo>
                    <a:pt x="531" y="9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3" name="Freeform 45"/>
            <p:cNvSpPr>
              <a:spLocks/>
            </p:cNvSpPr>
            <p:nvPr/>
          </p:nvSpPr>
          <p:spPr bwMode="auto">
            <a:xfrm>
              <a:off x="2269" y="1265"/>
              <a:ext cx="216" cy="126"/>
            </a:xfrm>
            <a:custGeom>
              <a:avLst/>
              <a:gdLst>
                <a:gd name="T0" fmla="*/ 216 w 216"/>
                <a:gd name="T1" fmla="*/ 0 h 126"/>
                <a:gd name="T2" fmla="*/ 0 w 216"/>
                <a:gd name="T3" fmla="*/ 126 h 1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6" h="126">
                  <a:moveTo>
                    <a:pt x="216" y="0"/>
                  </a:moveTo>
                  <a:lnTo>
                    <a:pt x="0" y="12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4" name="Freeform 46"/>
            <p:cNvSpPr>
              <a:spLocks/>
            </p:cNvSpPr>
            <p:nvPr/>
          </p:nvSpPr>
          <p:spPr bwMode="auto">
            <a:xfrm>
              <a:off x="2485" y="1273"/>
              <a:ext cx="219" cy="126"/>
            </a:xfrm>
            <a:custGeom>
              <a:avLst/>
              <a:gdLst>
                <a:gd name="T0" fmla="*/ 219 w 219"/>
                <a:gd name="T1" fmla="*/ 0 h 126"/>
                <a:gd name="T2" fmla="*/ 0 w 219"/>
                <a:gd name="T3" fmla="*/ 126 h 1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9" h="126">
                  <a:moveTo>
                    <a:pt x="219" y="0"/>
                  </a:moveTo>
                  <a:lnTo>
                    <a:pt x="0" y="12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5" name="Freeform 47"/>
            <p:cNvSpPr>
              <a:spLocks/>
            </p:cNvSpPr>
            <p:nvPr/>
          </p:nvSpPr>
          <p:spPr bwMode="auto">
            <a:xfrm>
              <a:off x="4256" y="2267"/>
              <a:ext cx="1" cy="485"/>
            </a:xfrm>
            <a:custGeom>
              <a:avLst/>
              <a:gdLst>
                <a:gd name="T0" fmla="*/ 0 w 1"/>
                <a:gd name="T1" fmla="*/ 0 h 485"/>
                <a:gd name="T2" fmla="*/ 0 w 1"/>
                <a:gd name="T3" fmla="*/ 485 h 4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85">
                  <a:moveTo>
                    <a:pt x="0" y="0"/>
                  </a:moveTo>
                  <a:lnTo>
                    <a:pt x="0" y="485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Line 48"/>
            <p:cNvSpPr>
              <a:spLocks noChangeShapeType="1"/>
            </p:cNvSpPr>
            <p:nvPr/>
          </p:nvSpPr>
          <p:spPr bwMode="auto">
            <a:xfrm flipV="1">
              <a:off x="4830" y="3127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7" name="Line 49"/>
            <p:cNvSpPr>
              <a:spLocks noChangeShapeType="1"/>
            </p:cNvSpPr>
            <p:nvPr/>
          </p:nvSpPr>
          <p:spPr bwMode="auto">
            <a:xfrm flipH="1" flipV="1">
              <a:off x="4645" y="2935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8" name="Line 50"/>
            <p:cNvSpPr>
              <a:spLocks noChangeShapeType="1"/>
            </p:cNvSpPr>
            <p:nvPr/>
          </p:nvSpPr>
          <p:spPr bwMode="auto">
            <a:xfrm flipV="1">
              <a:off x="4645" y="2743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9" name="Freeform 51"/>
            <p:cNvSpPr>
              <a:spLocks/>
            </p:cNvSpPr>
            <p:nvPr/>
          </p:nvSpPr>
          <p:spPr bwMode="auto">
            <a:xfrm>
              <a:off x="4534" y="2534"/>
              <a:ext cx="111" cy="209"/>
            </a:xfrm>
            <a:custGeom>
              <a:avLst/>
              <a:gdLst>
                <a:gd name="T0" fmla="*/ 111 w 111"/>
                <a:gd name="T1" fmla="*/ 209 h 209"/>
                <a:gd name="T2" fmla="*/ 0 w 111"/>
                <a:gd name="T3" fmla="*/ 0 h 2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1" h="209">
                  <a:moveTo>
                    <a:pt x="111" y="209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0" name="Freeform 52"/>
            <p:cNvSpPr>
              <a:spLocks/>
            </p:cNvSpPr>
            <p:nvPr/>
          </p:nvSpPr>
          <p:spPr bwMode="auto">
            <a:xfrm>
              <a:off x="4256" y="2256"/>
              <a:ext cx="285" cy="289"/>
            </a:xfrm>
            <a:custGeom>
              <a:avLst/>
              <a:gdLst>
                <a:gd name="T0" fmla="*/ 0 w 285"/>
                <a:gd name="T1" fmla="*/ 0 h 289"/>
                <a:gd name="T2" fmla="*/ 285 w 285"/>
                <a:gd name="T3" fmla="*/ 289 h 28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5" h="289">
                  <a:moveTo>
                    <a:pt x="0" y="0"/>
                  </a:moveTo>
                  <a:lnTo>
                    <a:pt x="285" y="28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" name="Text Box 53"/>
            <p:cNvSpPr txBox="1">
              <a:spLocks noChangeArrowheads="1"/>
            </p:cNvSpPr>
            <p:nvPr/>
          </p:nvSpPr>
          <p:spPr bwMode="auto">
            <a:xfrm>
              <a:off x="1477" y="1466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主视</a:t>
              </a:r>
            </a:p>
          </p:txBody>
        </p:sp>
        <p:sp>
          <p:nvSpPr>
            <p:cNvPr id="5172" name="Text Box 54"/>
            <p:cNvSpPr txBox="1">
              <a:spLocks noChangeArrowheads="1"/>
            </p:cNvSpPr>
            <p:nvPr/>
          </p:nvSpPr>
          <p:spPr bwMode="auto">
            <a:xfrm>
              <a:off x="2374" y="3132"/>
              <a:ext cx="4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俯视</a:t>
              </a:r>
            </a:p>
          </p:txBody>
        </p:sp>
        <p:sp>
          <p:nvSpPr>
            <p:cNvPr id="5173" name="Text Box 55"/>
            <p:cNvSpPr txBox="1">
              <a:spLocks noChangeArrowheads="1"/>
            </p:cNvSpPr>
            <p:nvPr/>
          </p:nvSpPr>
          <p:spPr bwMode="auto">
            <a:xfrm rot="834316">
              <a:off x="3745" y="1706"/>
              <a:ext cx="4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左视</a:t>
              </a:r>
            </a:p>
          </p:txBody>
        </p:sp>
        <p:sp>
          <p:nvSpPr>
            <p:cNvPr id="5174" name="Text Box 56"/>
            <p:cNvSpPr txBox="1">
              <a:spLocks noChangeArrowheads="1"/>
            </p:cNvSpPr>
            <p:nvPr/>
          </p:nvSpPr>
          <p:spPr bwMode="auto">
            <a:xfrm rot="-1241088">
              <a:off x="469" y="1850"/>
              <a:ext cx="5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右视</a:t>
              </a:r>
            </a:p>
          </p:txBody>
        </p:sp>
        <p:sp>
          <p:nvSpPr>
            <p:cNvPr id="5175" name="Text Box 57"/>
            <p:cNvSpPr txBox="1">
              <a:spLocks noChangeArrowheads="1"/>
            </p:cNvSpPr>
            <p:nvPr/>
          </p:nvSpPr>
          <p:spPr bwMode="auto">
            <a:xfrm rot="2583551">
              <a:off x="4469" y="248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后视</a:t>
              </a:r>
            </a:p>
          </p:txBody>
        </p:sp>
        <p:sp>
          <p:nvSpPr>
            <p:cNvPr id="5176" name="Text Box 58"/>
            <p:cNvSpPr txBox="1">
              <a:spLocks noChangeArrowheads="1"/>
            </p:cNvSpPr>
            <p:nvPr/>
          </p:nvSpPr>
          <p:spPr bwMode="auto">
            <a:xfrm>
              <a:off x="3253" y="794"/>
              <a:ext cx="5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仰视</a:t>
              </a:r>
            </a:p>
          </p:txBody>
        </p:sp>
        <p:sp>
          <p:nvSpPr>
            <p:cNvPr id="5177" name="Freeform 59"/>
            <p:cNvSpPr>
              <a:spLocks/>
            </p:cNvSpPr>
            <p:nvPr/>
          </p:nvSpPr>
          <p:spPr bwMode="auto">
            <a:xfrm>
              <a:off x="416" y="1736"/>
              <a:ext cx="69" cy="229"/>
            </a:xfrm>
            <a:custGeom>
              <a:avLst/>
              <a:gdLst>
                <a:gd name="T0" fmla="*/ 69 w 69"/>
                <a:gd name="T1" fmla="*/ 229 h 229"/>
                <a:gd name="T2" fmla="*/ 16 w 69"/>
                <a:gd name="T3" fmla="*/ 144 h 229"/>
                <a:gd name="T4" fmla="*/ 0 w 69"/>
                <a:gd name="T5" fmla="*/ 0 h 2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229">
                  <a:moveTo>
                    <a:pt x="69" y="229"/>
                  </a:moveTo>
                  <a:lnTo>
                    <a:pt x="16" y="14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8" name="Freeform 60"/>
            <p:cNvSpPr>
              <a:spLocks/>
            </p:cNvSpPr>
            <p:nvPr/>
          </p:nvSpPr>
          <p:spPr bwMode="auto">
            <a:xfrm>
              <a:off x="3831" y="600"/>
              <a:ext cx="209" cy="209"/>
            </a:xfrm>
            <a:custGeom>
              <a:avLst/>
              <a:gdLst>
                <a:gd name="T0" fmla="*/ 209 w 209"/>
                <a:gd name="T1" fmla="*/ 209 h 209"/>
                <a:gd name="T2" fmla="*/ 137 w 209"/>
                <a:gd name="T3" fmla="*/ 112 h 209"/>
                <a:gd name="T4" fmla="*/ 0 w 209"/>
                <a:gd name="T5" fmla="*/ 0 h 2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9" h="209">
                  <a:moveTo>
                    <a:pt x="209" y="209"/>
                  </a:moveTo>
                  <a:lnTo>
                    <a:pt x="137" y="1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9" name="Freeform 61"/>
            <p:cNvSpPr>
              <a:spLocks/>
            </p:cNvSpPr>
            <p:nvPr/>
          </p:nvSpPr>
          <p:spPr bwMode="auto">
            <a:xfrm>
              <a:off x="2192" y="3374"/>
              <a:ext cx="197" cy="170"/>
            </a:xfrm>
            <a:custGeom>
              <a:avLst/>
              <a:gdLst>
                <a:gd name="T0" fmla="*/ 197 w 197"/>
                <a:gd name="T1" fmla="*/ 0 h 170"/>
                <a:gd name="T2" fmla="*/ 136 w 197"/>
                <a:gd name="T3" fmla="*/ 90 h 170"/>
                <a:gd name="T4" fmla="*/ 0 w 197"/>
                <a:gd name="T5" fmla="*/ 170 h 1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7" h="170">
                  <a:moveTo>
                    <a:pt x="197" y="0"/>
                  </a:moveTo>
                  <a:lnTo>
                    <a:pt x="136" y="90"/>
                  </a:lnTo>
                  <a:lnTo>
                    <a:pt x="0" y="1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0" name="Freeform 62"/>
            <p:cNvSpPr>
              <a:spLocks/>
            </p:cNvSpPr>
            <p:nvPr/>
          </p:nvSpPr>
          <p:spPr bwMode="auto">
            <a:xfrm>
              <a:off x="4157" y="1520"/>
              <a:ext cx="99" cy="253"/>
            </a:xfrm>
            <a:custGeom>
              <a:avLst/>
              <a:gdLst>
                <a:gd name="T0" fmla="*/ 0 w 99"/>
                <a:gd name="T1" fmla="*/ 253 h 253"/>
                <a:gd name="T2" fmla="*/ 59 w 99"/>
                <a:gd name="T3" fmla="*/ 184 h 253"/>
                <a:gd name="T4" fmla="*/ 91 w 99"/>
                <a:gd name="T5" fmla="*/ 96 h 253"/>
                <a:gd name="T6" fmla="*/ 99 w 99"/>
                <a:gd name="T7" fmla="*/ 0 h 2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9" h="253">
                  <a:moveTo>
                    <a:pt x="0" y="253"/>
                  </a:moveTo>
                  <a:lnTo>
                    <a:pt x="59" y="184"/>
                  </a:lnTo>
                  <a:lnTo>
                    <a:pt x="91" y="96"/>
                  </a:lnTo>
                  <a:lnTo>
                    <a:pt x="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1" name="Freeform 63"/>
            <p:cNvSpPr>
              <a:spLocks/>
            </p:cNvSpPr>
            <p:nvPr/>
          </p:nvSpPr>
          <p:spPr bwMode="auto">
            <a:xfrm>
              <a:off x="5029" y="2472"/>
              <a:ext cx="187" cy="176"/>
            </a:xfrm>
            <a:custGeom>
              <a:avLst/>
              <a:gdLst>
                <a:gd name="T0" fmla="*/ 0 w 187"/>
                <a:gd name="T1" fmla="*/ 176 h 176"/>
                <a:gd name="T2" fmla="*/ 107 w 187"/>
                <a:gd name="T3" fmla="*/ 104 h 176"/>
                <a:gd name="T4" fmla="*/ 187 w 187"/>
                <a:gd name="T5" fmla="*/ 0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7" h="176">
                  <a:moveTo>
                    <a:pt x="0" y="176"/>
                  </a:moveTo>
                  <a:lnTo>
                    <a:pt x="107" y="104"/>
                  </a:lnTo>
                  <a:lnTo>
                    <a:pt x="18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2" name="Freeform 64"/>
            <p:cNvSpPr>
              <a:spLocks/>
            </p:cNvSpPr>
            <p:nvPr/>
          </p:nvSpPr>
          <p:spPr bwMode="auto">
            <a:xfrm>
              <a:off x="4251" y="2535"/>
              <a:ext cx="365" cy="377"/>
            </a:xfrm>
            <a:custGeom>
              <a:avLst/>
              <a:gdLst>
                <a:gd name="T0" fmla="*/ 365 w 365"/>
                <a:gd name="T1" fmla="*/ 377 h 377"/>
                <a:gd name="T2" fmla="*/ 0 w 365"/>
                <a:gd name="T3" fmla="*/ 0 h 3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5" h="377">
                  <a:moveTo>
                    <a:pt x="365" y="377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F7993B9-E544-46D7-9CD1-BF492A9A688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00766" name="Group 62"/>
          <p:cNvGrpSpPr>
            <a:grpSpLocks/>
          </p:cNvGrpSpPr>
          <p:nvPr/>
        </p:nvGrpSpPr>
        <p:grpSpPr bwMode="auto">
          <a:xfrm>
            <a:off x="1287463" y="950913"/>
            <a:ext cx="4829175" cy="3359150"/>
            <a:chOff x="698" y="486"/>
            <a:chExt cx="3042" cy="2116"/>
          </a:xfrm>
        </p:grpSpPr>
        <p:sp>
          <p:nvSpPr>
            <p:cNvPr id="6243" name="Arc 63"/>
            <p:cNvSpPr>
              <a:spLocks/>
            </p:cNvSpPr>
            <p:nvPr/>
          </p:nvSpPr>
          <p:spPr bwMode="auto">
            <a:xfrm flipV="1">
              <a:off x="2726" y="1772"/>
              <a:ext cx="309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4" name="Arc 64"/>
            <p:cNvSpPr>
              <a:spLocks/>
            </p:cNvSpPr>
            <p:nvPr/>
          </p:nvSpPr>
          <p:spPr bwMode="auto">
            <a:xfrm flipV="1">
              <a:off x="2726" y="1772"/>
              <a:ext cx="1014" cy="830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1 h 21600"/>
                <a:gd name="T4" fmla="*/ 0 w 21600"/>
                <a:gd name="T5" fmla="*/ 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5" name="Arc 65"/>
            <p:cNvSpPr>
              <a:spLocks/>
            </p:cNvSpPr>
            <p:nvPr/>
          </p:nvSpPr>
          <p:spPr bwMode="auto">
            <a:xfrm flipH="1" flipV="1">
              <a:off x="1403" y="1772"/>
              <a:ext cx="309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6" name="Arc 66"/>
            <p:cNvSpPr>
              <a:spLocks/>
            </p:cNvSpPr>
            <p:nvPr/>
          </p:nvSpPr>
          <p:spPr bwMode="auto">
            <a:xfrm flipH="1" flipV="1">
              <a:off x="698" y="1772"/>
              <a:ext cx="1014" cy="830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1 h 21600"/>
                <a:gd name="T4" fmla="*/ 0 w 21600"/>
                <a:gd name="T5" fmla="*/ 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" name="Line 67"/>
            <p:cNvSpPr>
              <a:spLocks noChangeShapeType="1"/>
            </p:cNvSpPr>
            <p:nvPr/>
          </p:nvSpPr>
          <p:spPr bwMode="auto">
            <a:xfrm>
              <a:off x="3740" y="1316"/>
              <a:ext cx="0" cy="45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" name="Line 68"/>
            <p:cNvSpPr>
              <a:spLocks noChangeShapeType="1"/>
            </p:cNvSpPr>
            <p:nvPr/>
          </p:nvSpPr>
          <p:spPr bwMode="auto">
            <a:xfrm flipV="1">
              <a:off x="698" y="1316"/>
              <a:ext cx="0" cy="45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" name="Arc 69"/>
            <p:cNvSpPr>
              <a:spLocks/>
            </p:cNvSpPr>
            <p:nvPr/>
          </p:nvSpPr>
          <p:spPr bwMode="auto">
            <a:xfrm>
              <a:off x="2726" y="1067"/>
              <a:ext cx="309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" name="Arc 70"/>
            <p:cNvSpPr>
              <a:spLocks/>
            </p:cNvSpPr>
            <p:nvPr/>
          </p:nvSpPr>
          <p:spPr bwMode="auto">
            <a:xfrm flipH="1">
              <a:off x="1403" y="1067"/>
              <a:ext cx="309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" name="Arc 71"/>
            <p:cNvSpPr>
              <a:spLocks/>
            </p:cNvSpPr>
            <p:nvPr/>
          </p:nvSpPr>
          <p:spPr bwMode="auto">
            <a:xfrm>
              <a:off x="2726" y="486"/>
              <a:ext cx="1014" cy="830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1 h 21600"/>
                <a:gd name="T4" fmla="*/ 0 w 21600"/>
                <a:gd name="T5" fmla="*/ 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" name="Arc 72"/>
            <p:cNvSpPr>
              <a:spLocks/>
            </p:cNvSpPr>
            <p:nvPr/>
          </p:nvSpPr>
          <p:spPr bwMode="auto">
            <a:xfrm flipH="1">
              <a:off x="698" y="486"/>
              <a:ext cx="1014" cy="830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1 h 21600"/>
                <a:gd name="T4" fmla="*/ 0 w 21600"/>
                <a:gd name="T5" fmla="*/ 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0777" name="Text Box 73"/>
          <p:cNvSpPr txBox="1">
            <a:spLocks noChangeArrowheads="1"/>
          </p:cNvSpPr>
          <p:nvPr/>
        </p:nvSpPr>
        <p:spPr bwMode="auto">
          <a:xfrm>
            <a:off x="1362075" y="5589588"/>
            <a:ext cx="75819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除后视图外，靠近主视图的一边是物体的后面，远离主视图的 一边是物体的前面。</a:t>
            </a:r>
          </a:p>
        </p:txBody>
      </p:sp>
      <p:sp>
        <p:nvSpPr>
          <p:cNvPr id="200778" name="Text Box 74"/>
          <p:cNvSpPr txBox="1">
            <a:spLocks noChangeArrowheads="1"/>
          </p:cNvSpPr>
          <p:nvPr/>
        </p:nvSpPr>
        <p:spPr bwMode="auto">
          <a:xfrm>
            <a:off x="406400" y="169863"/>
            <a:ext cx="56213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六面视图的投影对应关系</a:t>
            </a:r>
          </a:p>
        </p:txBody>
      </p:sp>
      <p:grpSp>
        <p:nvGrpSpPr>
          <p:cNvPr id="200779" name="Group 75"/>
          <p:cNvGrpSpPr>
            <a:grpSpLocks/>
          </p:cNvGrpSpPr>
          <p:nvPr/>
        </p:nvGrpSpPr>
        <p:grpSpPr bwMode="auto">
          <a:xfrm>
            <a:off x="2909888" y="1846263"/>
            <a:ext cx="1612900" cy="2859087"/>
            <a:chOff x="1720" y="1050"/>
            <a:chExt cx="1016" cy="1801"/>
          </a:xfrm>
        </p:grpSpPr>
        <p:sp>
          <p:nvSpPr>
            <p:cNvPr id="6241" name="Freeform 76"/>
            <p:cNvSpPr>
              <a:spLocks/>
            </p:cNvSpPr>
            <p:nvPr/>
          </p:nvSpPr>
          <p:spPr bwMode="auto">
            <a:xfrm>
              <a:off x="1720" y="1050"/>
              <a:ext cx="1" cy="1801"/>
            </a:xfrm>
            <a:custGeom>
              <a:avLst/>
              <a:gdLst>
                <a:gd name="T0" fmla="*/ 0 w 1"/>
                <a:gd name="T1" fmla="*/ 0 h 1801"/>
                <a:gd name="T2" fmla="*/ 0 w 1"/>
                <a:gd name="T3" fmla="*/ 1801 h 18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01">
                  <a:moveTo>
                    <a:pt x="0" y="0"/>
                  </a:moveTo>
                  <a:lnTo>
                    <a:pt x="0" y="180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2" name="Freeform 77"/>
            <p:cNvSpPr>
              <a:spLocks/>
            </p:cNvSpPr>
            <p:nvPr/>
          </p:nvSpPr>
          <p:spPr bwMode="auto">
            <a:xfrm>
              <a:off x="2735" y="1067"/>
              <a:ext cx="1" cy="1764"/>
            </a:xfrm>
            <a:custGeom>
              <a:avLst/>
              <a:gdLst>
                <a:gd name="T0" fmla="*/ 0 w 1"/>
                <a:gd name="T1" fmla="*/ 1318 h 2041"/>
                <a:gd name="T2" fmla="*/ 0 w 1"/>
                <a:gd name="T3" fmla="*/ 0 h 20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41">
                  <a:moveTo>
                    <a:pt x="0" y="2041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0782" name="Group 78"/>
          <p:cNvGrpSpPr>
            <a:grpSpLocks/>
          </p:cNvGrpSpPr>
          <p:nvPr/>
        </p:nvGrpSpPr>
        <p:grpSpPr bwMode="auto">
          <a:xfrm>
            <a:off x="1265238" y="2265363"/>
            <a:ext cx="7372350" cy="722312"/>
            <a:chOff x="225" y="2229"/>
            <a:chExt cx="5055" cy="526"/>
          </a:xfrm>
        </p:grpSpPr>
        <p:sp>
          <p:nvSpPr>
            <p:cNvPr id="6239" name="Freeform 79"/>
            <p:cNvSpPr>
              <a:spLocks/>
            </p:cNvSpPr>
            <p:nvPr/>
          </p:nvSpPr>
          <p:spPr bwMode="auto">
            <a:xfrm>
              <a:off x="225" y="2229"/>
              <a:ext cx="5041" cy="1"/>
            </a:xfrm>
            <a:custGeom>
              <a:avLst/>
              <a:gdLst>
                <a:gd name="T0" fmla="*/ 0 w 5041"/>
                <a:gd name="T1" fmla="*/ 0 h 1"/>
                <a:gd name="T2" fmla="*/ 5041 w 504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41" h="1">
                  <a:moveTo>
                    <a:pt x="0" y="0"/>
                  </a:moveTo>
                  <a:lnTo>
                    <a:pt x="5041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0" name="Freeform 80"/>
            <p:cNvSpPr>
              <a:spLocks/>
            </p:cNvSpPr>
            <p:nvPr/>
          </p:nvSpPr>
          <p:spPr bwMode="auto">
            <a:xfrm>
              <a:off x="254" y="2754"/>
              <a:ext cx="5026" cy="1"/>
            </a:xfrm>
            <a:custGeom>
              <a:avLst/>
              <a:gdLst>
                <a:gd name="T0" fmla="*/ 0 w 5026"/>
                <a:gd name="T1" fmla="*/ 0 h 1"/>
                <a:gd name="T2" fmla="*/ 5026 w 502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26" h="1">
                  <a:moveTo>
                    <a:pt x="0" y="0"/>
                  </a:moveTo>
                  <a:lnTo>
                    <a:pt x="5026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52" name="Line 81"/>
          <p:cNvSpPr>
            <a:spLocks noChangeShapeType="1"/>
          </p:cNvSpPr>
          <p:nvPr/>
        </p:nvSpPr>
        <p:spPr bwMode="auto">
          <a:xfrm>
            <a:off x="4997450" y="2268538"/>
            <a:ext cx="0" cy="723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Freeform 82"/>
          <p:cNvSpPr>
            <a:spLocks/>
          </p:cNvSpPr>
          <p:nvPr/>
        </p:nvSpPr>
        <p:spPr bwMode="auto">
          <a:xfrm>
            <a:off x="2906713" y="1873250"/>
            <a:ext cx="1597025" cy="1588"/>
          </a:xfrm>
          <a:custGeom>
            <a:avLst/>
            <a:gdLst>
              <a:gd name="T0" fmla="*/ 2147483647 w 1095"/>
              <a:gd name="T1" fmla="*/ 0 h 1"/>
              <a:gd name="T2" fmla="*/ 0 w 1095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95" h="1">
                <a:moveTo>
                  <a:pt x="1095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Line 83"/>
          <p:cNvSpPr>
            <a:spLocks noChangeShapeType="1"/>
          </p:cNvSpPr>
          <p:nvPr/>
        </p:nvSpPr>
        <p:spPr bwMode="auto">
          <a:xfrm>
            <a:off x="2406650" y="2268538"/>
            <a:ext cx="0" cy="723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Freeform 84"/>
          <p:cNvSpPr>
            <a:spLocks/>
          </p:cNvSpPr>
          <p:nvPr/>
        </p:nvSpPr>
        <p:spPr bwMode="auto">
          <a:xfrm>
            <a:off x="2897188" y="3387725"/>
            <a:ext cx="1606550" cy="9525"/>
          </a:xfrm>
          <a:custGeom>
            <a:avLst/>
            <a:gdLst>
              <a:gd name="T0" fmla="*/ 0 w 1101"/>
              <a:gd name="T1" fmla="*/ 0 h 7"/>
              <a:gd name="T2" fmla="*/ 2147483647 w 1101"/>
              <a:gd name="T3" fmla="*/ 2147483647 h 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101" h="7">
                <a:moveTo>
                  <a:pt x="0" y="0"/>
                </a:moveTo>
                <a:lnTo>
                  <a:pt x="1101" y="7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6" name="Line 85"/>
          <p:cNvSpPr>
            <a:spLocks noChangeShapeType="1"/>
          </p:cNvSpPr>
          <p:nvPr/>
        </p:nvSpPr>
        <p:spPr bwMode="auto">
          <a:xfrm flipH="1">
            <a:off x="2897188" y="4310063"/>
            <a:ext cx="1609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7" name="Line 86"/>
          <p:cNvSpPr>
            <a:spLocks noChangeShapeType="1"/>
          </p:cNvSpPr>
          <p:nvPr/>
        </p:nvSpPr>
        <p:spPr bwMode="auto">
          <a:xfrm>
            <a:off x="2897188" y="950913"/>
            <a:ext cx="1609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8" name="Freeform 87"/>
          <p:cNvSpPr>
            <a:spLocks/>
          </p:cNvSpPr>
          <p:nvPr/>
        </p:nvSpPr>
        <p:spPr bwMode="auto">
          <a:xfrm>
            <a:off x="2911475" y="2986088"/>
            <a:ext cx="1627188" cy="6350"/>
          </a:xfrm>
          <a:custGeom>
            <a:avLst/>
            <a:gdLst>
              <a:gd name="T0" fmla="*/ 0 w 1116"/>
              <a:gd name="T1" fmla="*/ 2147483647 h 5"/>
              <a:gd name="T2" fmla="*/ 2147483647 w 1116"/>
              <a:gd name="T3" fmla="*/ 0 h 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116" h="5">
                <a:moveTo>
                  <a:pt x="0" y="5"/>
                </a:moveTo>
                <a:lnTo>
                  <a:pt x="1116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9" name="Line 88"/>
          <p:cNvSpPr>
            <a:spLocks noChangeShapeType="1"/>
          </p:cNvSpPr>
          <p:nvPr/>
        </p:nvSpPr>
        <p:spPr bwMode="auto">
          <a:xfrm>
            <a:off x="2911475" y="2795588"/>
            <a:ext cx="1609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0" name="Freeform 89"/>
          <p:cNvSpPr>
            <a:spLocks/>
          </p:cNvSpPr>
          <p:nvPr/>
        </p:nvSpPr>
        <p:spPr bwMode="auto">
          <a:xfrm>
            <a:off x="4519613" y="2268538"/>
            <a:ext cx="3175" cy="750887"/>
          </a:xfrm>
          <a:custGeom>
            <a:avLst/>
            <a:gdLst>
              <a:gd name="T0" fmla="*/ 0 w 2"/>
              <a:gd name="T1" fmla="*/ 2147483647 h 473"/>
              <a:gd name="T2" fmla="*/ 2147483647 w 2"/>
              <a:gd name="T3" fmla="*/ 0 h 47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473">
                <a:moveTo>
                  <a:pt x="0" y="473"/>
                </a:moveTo>
                <a:lnTo>
                  <a:pt x="2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1" name="Line 90"/>
          <p:cNvSpPr>
            <a:spLocks noChangeShapeType="1"/>
          </p:cNvSpPr>
          <p:nvPr/>
        </p:nvSpPr>
        <p:spPr bwMode="auto">
          <a:xfrm flipV="1">
            <a:off x="3471863" y="2465388"/>
            <a:ext cx="0" cy="33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2" name="Line 91"/>
          <p:cNvSpPr>
            <a:spLocks noChangeShapeType="1"/>
          </p:cNvSpPr>
          <p:nvPr/>
        </p:nvSpPr>
        <p:spPr bwMode="auto">
          <a:xfrm flipH="1">
            <a:off x="3810000" y="2268538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3" name="Line 92"/>
          <p:cNvSpPr>
            <a:spLocks noChangeShapeType="1"/>
          </p:cNvSpPr>
          <p:nvPr/>
        </p:nvSpPr>
        <p:spPr bwMode="auto">
          <a:xfrm flipV="1">
            <a:off x="3471863" y="2268538"/>
            <a:ext cx="34925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64" name="Group 93"/>
          <p:cNvGrpSpPr>
            <a:grpSpLocks/>
          </p:cNvGrpSpPr>
          <p:nvPr/>
        </p:nvGrpSpPr>
        <p:grpSpPr bwMode="auto">
          <a:xfrm>
            <a:off x="2913063" y="3376613"/>
            <a:ext cx="1609725" cy="958850"/>
            <a:chOff x="1722" y="2014"/>
            <a:chExt cx="1014" cy="604"/>
          </a:xfrm>
        </p:grpSpPr>
        <p:sp>
          <p:nvSpPr>
            <p:cNvPr id="6232" name="Line 94"/>
            <p:cNvSpPr>
              <a:spLocks noChangeShapeType="1"/>
            </p:cNvSpPr>
            <p:nvPr/>
          </p:nvSpPr>
          <p:spPr bwMode="auto">
            <a:xfrm>
              <a:off x="1722" y="2021"/>
              <a:ext cx="10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3" name="Freeform 95"/>
            <p:cNvSpPr>
              <a:spLocks/>
            </p:cNvSpPr>
            <p:nvPr/>
          </p:nvSpPr>
          <p:spPr bwMode="auto">
            <a:xfrm>
              <a:off x="2734" y="2014"/>
              <a:ext cx="2" cy="604"/>
            </a:xfrm>
            <a:custGeom>
              <a:avLst/>
              <a:gdLst>
                <a:gd name="T0" fmla="*/ 2 w 2"/>
                <a:gd name="T1" fmla="*/ 0 h 604"/>
                <a:gd name="T2" fmla="*/ 0 w 2"/>
                <a:gd name="T3" fmla="*/ 604 h 60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04">
                  <a:moveTo>
                    <a:pt x="2" y="0"/>
                  </a:moveTo>
                  <a:lnTo>
                    <a:pt x="0" y="60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4" name="Line 96"/>
            <p:cNvSpPr>
              <a:spLocks noChangeShapeType="1"/>
            </p:cNvSpPr>
            <p:nvPr/>
          </p:nvSpPr>
          <p:spPr bwMode="auto">
            <a:xfrm flipH="1">
              <a:off x="1722" y="2602"/>
              <a:ext cx="10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5" name="Freeform 97"/>
            <p:cNvSpPr>
              <a:spLocks/>
            </p:cNvSpPr>
            <p:nvPr/>
          </p:nvSpPr>
          <p:spPr bwMode="auto">
            <a:xfrm>
              <a:off x="1723" y="2015"/>
              <a:ext cx="1" cy="603"/>
            </a:xfrm>
            <a:custGeom>
              <a:avLst/>
              <a:gdLst>
                <a:gd name="T0" fmla="*/ 0 w 1"/>
                <a:gd name="T1" fmla="*/ 603 h 603"/>
                <a:gd name="T2" fmla="*/ 0 w 1"/>
                <a:gd name="T3" fmla="*/ 0 h 60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03">
                  <a:moveTo>
                    <a:pt x="0" y="60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6" name="Line 98"/>
            <p:cNvSpPr>
              <a:spLocks noChangeShapeType="1"/>
            </p:cNvSpPr>
            <p:nvPr/>
          </p:nvSpPr>
          <p:spPr bwMode="auto">
            <a:xfrm>
              <a:off x="2075" y="2187"/>
              <a:ext cx="6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7" name="Line 99"/>
            <p:cNvSpPr>
              <a:spLocks noChangeShapeType="1"/>
            </p:cNvSpPr>
            <p:nvPr/>
          </p:nvSpPr>
          <p:spPr bwMode="auto">
            <a:xfrm>
              <a:off x="2075" y="2028"/>
              <a:ext cx="0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8" name="Line 100"/>
            <p:cNvSpPr>
              <a:spLocks noChangeShapeType="1"/>
            </p:cNvSpPr>
            <p:nvPr/>
          </p:nvSpPr>
          <p:spPr bwMode="auto">
            <a:xfrm>
              <a:off x="2295" y="2021"/>
              <a:ext cx="0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65" name="Freeform 101"/>
          <p:cNvSpPr>
            <a:spLocks/>
          </p:cNvSpPr>
          <p:nvPr/>
        </p:nvSpPr>
        <p:spPr bwMode="auto">
          <a:xfrm>
            <a:off x="2901950" y="1876425"/>
            <a:ext cx="1630363" cy="1588"/>
          </a:xfrm>
          <a:custGeom>
            <a:avLst/>
            <a:gdLst>
              <a:gd name="T0" fmla="*/ 0 w 1027"/>
              <a:gd name="T1" fmla="*/ 0 h 1"/>
              <a:gd name="T2" fmla="*/ 2147483647 w 1027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27" h="1">
                <a:moveTo>
                  <a:pt x="0" y="0"/>
                </a:moveTo>
                <a:lnTo>
                  <a:pt x="1027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6" name="Freeform 102"/>
          <p:cNvSpPr>
            <a:spLocks/>
          </p:cNvSpPr>
          <p:nvPr/>
        </p:nvSpPr>
        <p:spPr bwMode="auto">
          <a:xfrm>
            <a:off x="4519613" y="941388"/>
            <a:ext cx="4762" cy="946150"/>
          </a:xfrm>
          <a:custGeom>
            <a:avLst/>
            <a:gdLst>
              <a:gd name="T0" fmla="*/ 0 w 3"/>
              <a:gd name="T1" fmla="*/ 2147483647 h 596"/>
              <a:gd name="T2" fmla="*/ 2147483647 w 3"/>
              <a:gd name="T3" fmla="*/ 0 h 59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596">
                <a:moveTo>
                  <a:pt x="0" y="596"/>
                </a:moveTo>
                <a:lnTo>
                  <a:pt x="3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7" name="Line 103"/>
          <p:cNvSpPr>
            <a:spLocks noChangeShapeType="1"/>
          </p:cNvSpPr>
          <p:nvPr/>
        </p:nvSpPr>
        <p:spPr bwMode="auto">
          <a:xfrm flipH="1" flipV="1">
            <a:off x="2913063" y="950913"/>
            <a:ext cx="1609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8" name="Freeform 104"/>
          <p:cNvSpPr>
            <a:spLocks/>
          </p:cNvSpPr>
          <p:nvPr/>
        </p:nvSpPr>
        <p:spPr bwMode="auto">
          <a:xfrm>
            <a:off x="2913063" y="939800"/>
            <a:ext cx="1587" cy="947738"/>
          </a:xfrm>
          <a:custGeom>
            <a:avLst/>
            <a:gdLst>
              <a:gd name="T0" fmla="*/ 0 w 1"/>
              <a:gd name="T1" fmla="*/ 0 h 597"/>
              <a:gd name="T2" fmla="*/ 2147483647 w 1"/>
              <a:gd name="T3" fmla="*/ 2147483647 h 59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597">
                <a:moveTo>
                  <a:pt x="0" y="0"/>
                </a:moveTo>
                <a:lnTo>
                  <a:pt x="1" y="59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9" name="Line 105"/>
          <p:cNvSpPr>
            <a:spLocks noChangeShapeType="1"/>
          </p:cNvSpPr>
          <p:nvPr/>
        </p:nvSpPr>
        <p:spPr bwMode="auto">
          <a:xfrm flipV="1">
            <a:off x="3473450" y="1609725"/>
            <a:ext cx="10493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0" name="Line 106"/>
          <p:cNvSpPr>
            <a:spLocks noChangeShapeType="1"/>
          </p:cNvSpPr>
          <p:nvPr/>
        </p:nvSpPr>
        <p:spPr bwMode="auto">
          <a:xfrm flipV="1">
            <a:off x="3473450" y="1609725"/>
            <a:ext cx="0" cy="2635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1" name="Line 107"/>
          <p:cNvSpPr>
            <a:spLocks noChangeShapeType="1"/>
          </p:cNvSpPr>
          <p:nvPr/>
        </p:nvSpPr>
        <p:spPr bwMode="auto">
          <a:xfrm flipV="1">
            <a:off x="3822700" y="1609725"/>
            <a:ext cx="0" cy="2635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2" name="Freeform 108"/>
          <p:cNvSpPr>
            <a:spLocks/>
          </p:cNvSpPr>
          <p:nvPr/>
        </p:nvSpPr>
        <p:spPr bwMode="auto">
          <a:xfrm>
            <a:off x="6602413" y="2984500"/>
            <a:ext cx="1603375" cy="1588"/>
          </a:xfrm>
          <a:custGeom>
            <a:avLst/>
            <a:gdLst>
              <a:gd name="T0" fmla="*/ 2147483647 w 1010"/>
              <a:gd name="T1" fmla="*/ 0 h 1"/>
              <a:gd name="T2" fmla="*/ 0 w 1010"/>
              <a:gd name="T3" fmla="*/ 2147483647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10" h="1">
                <a:moveTo>
                  <a:pt x="1010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3" name="Freeform 109"/>
          <p:cNvSpPr>
            <a:spLocks/>
          </p:cNvSpPr>
          <p:nvPr/>
        </p:nvSpPr>
        <p:spPr bwMode="auto">
          <a:xfrm>
            <a:off x="8213725" y="2787650"/>
            <a:ext cx="1588" cy="220663"/>
          </a:xfrm>
          <a:custGeom>
            <a:avLst/>
            <a:gdLst>
              <a:gd name="T0" fmla="*/ 0 w 1"/>
              <a:gd name="T1" fmla="*/ 2147483647 h 139"/>
              <a:gd name="T2" fmla="*/ 0 w 1"/>
              <a:gd name="T3" fmla="*/ 0 h 13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39">
                <a:moveTo>
                  <a:pt x="0" y="139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4" name="Freeform 110"/>
          <p:cNvSpPr>
            <a:spLocks/>
          </p:cNvSpPr>
          <p:nvPr/>
        </p:nvSpPr>
        <p:spPr bwMode="auto">
          <a:xfrm>
            <a:off x="6565900" y="2806700"/>
            <a:ext cx="1023938" cy="1588"/>
          </a:xfrm>
          <a:custGeom>
            <a:avLst/>
            <a:gdLst>
              <a:gd name="T0" fmla="*/ 2147483647 w 645"/>
              <a:gd name="T1" fmla="*/ 0 h 1"/>
              <a:gd name="T2" fmla="*/ 0 w 645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45" h="1">
                <a:moveTo>
                  <a:pt x="645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5" name="Line 111"/>
          <p:cNvSpPr>
            <a:spLocks noChangeShapeType="1"/>
          </p:cNvSpPr>
          <p:nvPr/>
        </p:nvSpPr>
        <p:spPr bwMode="auto">
          <a:xfrm flipH="1" flipV="1">
            <a:off x="6607175" y="2268538"/>
            <a:ext cx="0" cy="723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6" name="Line 112"/>
          <p:cNvSpPr>
            <a:spLocks noChangeShapeType="1"/>
          </p:cNvSpPr>
          <p:nvPr/>
        </p:nvSpPr>
        <p:spPr bwMode="auto">
          <a:xfrm flipH="1" flipV="1">
            <a:off x="7656513" y="2465388"/>
            <a:ext cx="0" cy="33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7" name="Freeform 113"/>
          <p:cNvSpPr>
            <a:spLocks/>
          </p:cNvSpPr>
          <p:nvPr/>
        </p:nvSpPr>
        <p:spPr bwMode="auto">
          <a:xfrm>
            <a:off x="6596063" y="2268538"/>
            <a:ext cx="717550" cy="1587"/>
          </a:xfrm>
          <a:custGeom>
            <a:avLst/>
            <a:gdLst>
              <a:gd name="T0" fmla="*/ 0 w 452"/>
              <a:gd name="T1" fmla="*/ 0 h 1"/>
              <a:gd name="T2" fmla="*/ 2147483647 w 452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52" h="1">
                <a:moveTo>
                  <a:pt x="0" y="0"/>
                </a:moveTo>
                <a:lnTo>
                  <a:pt x="452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8" name="Line 114"/>
          <p:cNvSpPr>
            <a:spLocks noChangeShapeType="1"/>
          </p:cNvSpPr>
          <p:nvPr/>
        </p:nvSpPr>
        <p:spPr bwMode="auto">
          <a:xfrm flipH="1" flipV="1">
            <a:off x="7307263" y="2268538"/>
            <a:ext cx="34925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9" name="Line 115"/>
          <p:cNvSpPr>
            <a:spLocks noChangeShapeType="1"/>
          </p:cNvSpPr>
          <p:nvPr/>
        </p:nvSpPr>
        <p:spPr bwMode="auto">
          <a:xfrm>
            <a:off x="7656513" y="2795588"/>
            <a:ext cx="5603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0" name="Freeform 116"/>
          <p:cNvSpPr>
            <a:spLocks/>
          </p:cNvSpPr>
          <p:nvPr/>
        </p:nvSpPr>
        <p:spPr bwMode="auto">
          <a:xfrm>
            <a:off x="4984750" y="2974975"/>
            <a:ext cx="1136650" cy="11113"/>
          </a:xfrm>
          <a:custGeom>
            <a:avLst/>
            <a:gdLst>
              <a:gd name="T0" fmla="*/ 0 w 780"/>
              <a:gd name="T1" fmla="*/ 2147483647 h 8"/>
              <a:gd name="T2" fmla="*/ 2147483647 w 780"/>
              <a:gd name="T3" fmla="*/ 0 h 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80" h="8">
                <a:moveTo>
                  <a:pt x="0" y="8"/>
                </a:moveTo>
                <a:lnTo>
                  <a:pt x="78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1" name="Line 117"/>
          <p:cNvSpPr>
            <a:spLocks noChangeShapeType="1"/>
          </p:cNvSpPr>
          <p:nvPr/>
        </p:nvSpPr>
        <p:spPr bwMode="auto">
          <a:xfrm>
            <a:off x="4997450" y="2795588"/>
            <a:ext cx="11191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2" name="Freeform 118"/>
          <p:cNvSpPr>
            <a:spLocks/>
          </p:cNvSpPr>
          <p:nvPr/>
        </p:nvSpPr>
        <p:spPr bwMode="auto">
          <a:xfrm>
            <a:off x="6116638" y="2784475"/>
            <a:ext cx="7937" cy="217488"/>
          </a:xfrm>
          <a:custGeom>
            <a:avLst/>
            <a:gdLst>
              <a:gd name="T0" fmla="*/ 0 w 5"/>
              <a:gd name="T1" fmla="*/ 0 h 137"/>
              <a:gd name="T2" fmla="*/ 2147483647 w 5"/>
              <a:gd name="T3" fmla="*/ 2147483647 h 13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137">
                <a:moveTo>
                  <a:pt x="0" y="0"/>
                </a:moveTo>
                <a:lnTo>
                  <a:pt x="5" y="13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3" name="Line 119"/>
          <p:cNvSpPr>
            <a:spLocks noChangeShapeType="1"/>
          </p:cNvSpPr>
          <p:nvPr/>
        </p:nvSpPr>
        <p:spPr bwMode="auto">
          <a:xfrm flipV="1">
            <a:off x="4997450" y="2268538"/>
            <a:ext cx="0" cy="723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4" name="Freeform 120"/>
          <p:cNvSpPr>
            <a:spLocks/>
          </p:cNvSpPr>
          <p:nvPr/>
        </p:nvSpPr>
        <p:spPr bwMode="auto">
          <a:xfrm>
            <a:off x="4981575" y="2265363"/>
            <a:ext cx="330200" cy="3175"/>
          </a:xfrm>
          <a:custGeom>
            <a:avLst/>
            <a:gdLst>
              <a:gd name="T0" fmla="*/ 0 w 208"/>
              <a:gd name="T1" fmla="*/ 2147483647 h 2"/>
              <a:gd name="T2" fmla="*/ 2147483647 w 208"/>
              <a:gd name="T3" fmla="*/ 0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08" h="2">
                <a:moveTo>
                  <a:pt x="0" y="2"/>
                </a:moveTo>
                <a:lnTo>
                  <a:pt x="208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5" name="Freeform 121"/>
          <p:cNvSpPr>
            <a:spLocks/>
          </p:cNvSpPr>
          <p:nvPr/>
        </p:nvSpPr>
        <p:spPr bwMode="auto">
          <a:xfrm>
            <a:off x="5291138" y="2265363"/>
            <a:ext cx="1587" cy="523875"/>
          </a:xfrm>
          <a:custGeom>
            <a:avLst/>
            <a:gdLst>
              <a:gd name="T0" fmla="*/ 0 w 1"/>
              <a:gd name="T1" fmla="*/ 0 h 382"/>
              <a:gd name="T2" fmla="*/ 0 w 1"/>
              <a:gd name="T3" fmla="*/ 2147483647 h 38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382">
                <a:moveTo>
                  <a:pt x="0" y="0"/>
                </a:moveTo>
                <a:lnTo>
                  <a:pt x="0" y="38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6" name="Freeform 122"/>
          <p:cNvSpPr>
            <a:spLocks/>
          </p:cNvSpPr>
          <p:nvPr/>
        </p:nvSpPr>
        <p:spPr bwMode="auto">
          <a:xfrm>
            <a:off x="4997450" y="2460625"/>
            <a:ext cx="293688" cy="4763"/>
          </a:xfrm>
          <a:custGeom>
            <a:avLst/>
            <a:gdLst>
              <a:gd name="T0" fmla="*/ 0 w 201"/>
              <a:gd name="T1" fmla="*/ 2147483647 h 4"/>
              <a:gd name="T2" fmla="*/ 2147483647 w 201"/>
              <a:gd name="T3" fmla="*/ 0 h 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01" h="4">
                <a:moveTo>
                  <a:pt x="0" y="4"/>
                </a:moveTo>
                <a:lnTo>
                  <a:pt x="201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7" name="Line 123"/>
          <p:cNvSpPr>
            <a:spLocks noChangeShapeType="1"/>
          </p:cNvSpPr>
          <p:nvPr/>
        </p:nvSpPr>
        <p:spPr bwMode="auto">
          <a:xfrm flipH="1">
            <a:off x="1287463" y="2800350"/>
            <a:ext cx="0" cy="198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8" name="Freeform 124"/>
          <p:cNvSpPr>
            <a:spLocks/>
          </p:cNvSpPr>
          <p:nvPr/>
        </p:nvSpPr>
        <p:spPr bwMode="auto">
          <a:xfrm>
            <a:off x="1276350" y="2984500"/>
            <a:ext cx="1147763" cy="6350"/>
          </a:xfrm>
          <a:custGeom>
            <a:avLst/>
            <a:gdLst>
              <a:gd name="T0" fmla="*/ 2147483647 w 723"/>
              <a:gd name="T1" fmla="*/ 2147483647 h 4"/>
              <a:gd name="T2" fmla="*/ 0 w 723"/>
              <a:gd name="T3" fmla="*/ 0 h 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23" h="4">
                <a:moveTo>
                  <a:pt x="723" y="4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9" name="Freeform 125"/>
          <p:cNvSpPr>
            <a:spLocks/>
          </p:cNvSpPr>
          <p:nvPr/>
        </p:nvSpPr>
        <p:spPr bwMode="auto">
          <a:xfrm>
            <a:off x="1290638" y="2801938"/>
            <a:ext cx="847725" cy="1587"/>
          </a:xfrm>
          <a:custGeom>
            <a:avLst/>
            <a:gdLst>
              <a:gd name="T0" fmla="*/ 2147483647 w 582"/>
              <a:gd name="T1" fmla="*/ 2147483647 h 1"/>
              <a:gd name="T2" fmla="*/ 0 w 582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82" h="1">
                <a:moveTo>
                  <a:pt x="582" y="1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0" name="Line 126"/>
          <p:cNvSpPr>
            <a:spLocks noChangeShapeType="1"/>
          </p:cNvSpPr>
          <p:nvPr/>
        </p:nvSpPr>
        <p:spPr bwMode="auto">
          <a:xfrm flipH="1" flipV="1">
            <a:off x="2409825" y="2273300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1" name="Freeform 127"/>
          <p:cNvSpPr>
            <a:spLocks/>
          </p:cNvSpPr>
          <p:nvPr/>
        </p:nvSpPr>
        <p:spPr bwMode="auto">
          <a:xfrm>
            <a:off x="2116138" y="2268538"/>
            <a:ext cx="314325" cy="1587"/>
          </a:xfrm>
          <a:custGeom>
            <a:avLst/>
            <a:gdLst>
              <a:gd name="T0" fmla="*/ 2147483647 w 198"/>
              <a:gd name="T1" fmla="*/ 0 h 1"/>
              <a:gd name="T2" fmla="*/ 0 w 198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8" h="1">
                <a:moveTo>
                  <a:pt x="198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2" name="Freeform 128"/>
          <p:cNvSpPr>
            <a:spLocks/>
          </p:cNvSpPr>
          <p:nvPr/>
        </p:nvSpPr>
        <p:spPr bwMode="auto">
          <a:xfrm>
            <a:off x="2116138" y="2257425"/>
            <a:ext cx="3175" cy="546100"/>
          </a:xfrm>
          <a:custGeom>
            <a:avLst/>
            <a:gdLst>
              <a:gd name="T0" fmla="*/ 2147483647 w 2"/>
              <a:gd name="T1" fmla="*/ 0 h 344"/>
              <a:gd name="T2" fmla="*/ 0 w 2"/>
              <a:gd name="T3" fmla="*/ 2147483647 h 34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344">
                <a:moveTo>
                  <a:pt x="2" y="0"/>
                </a:moveTo>
                <a:lnTo>
                  <a:pt x="0" y="344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3" name="Line 129"/>
          <p:cNvSpPr>
            <a:spLocks noChangeShapeType="1"/>
          </p:cNvSpPr>
          <p:nvPr/>
        </p:nvSpPr>
        <p:spPr bwMode="auto">
          <a:xfrm flipH="1">
            <a:off x="2130425" y="2471738"/>
            <a:ext cx="279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4" name="Line 130"/>
          <p:cNvSpPr>
            <a:spLocks noChangeShapeType="1"/>
          </p:cNvSpPr>
          <p:nvPr/>
        </p:nvSpPr>
        <p:spPr bwMode="auto">
          <a:xfrm>
            <a:off x="2174875" y="2797175"/>
            <a:ext cx="2444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0835" name="Group 131"/>
          <p:cNvGrpSpPr>
            <a:grpSpLocks/>
          </p:cNvGrpSpPr>
          <p:nvPr/>
        </p:nvGrpSpPr>
        <p:grpSpPr bwMode="auto">
          <a:xfrm>
            <a:off x="2913063" y="4249738"/>
            <a:ext cx="1609725" cy="457200"/>
            <a:chOff x="1722" y="2564"/>
            <a:chExt cx="1014" cy="288"/>
          </a:xfrm>
        </p:grpSpPr>
        <p:sp>
          <p:nvSpPr>
            <p:cNvPr id="6230" name="Line 132"/>
            <p:cNvSpPr>
              <a:spLocks noChangeShapeType="1"/>
            </p:cNvSpPr>
            <p:nvPr/>
          </p:nvSpPr>
          <p:spPr bwMode="auto">
            <a:xfrm>
              <a:off x="1722" y="2801"/>
              <a:ext cx="10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1" name="Text Box 133"/>
            <p:cNvSpPr txBox="1">
              <a:spLocks noChangeArrowheads="1"/>
            </p:cNvSpPr>
            <p:nvPr/>
          </p:nvSpPr>
          <p:spPr bwMode="auto">
            <a:xfrm>
              <a:off x="2088" y="256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/>
                <a:t>长</a:t>
              </a:r>
            </a:p>
          </p:txBody>
        </p:sp>
      </p:grpSp>
      <p:grpSp>
        <p:nvGrpSpPr>
          <p:cNvPr id="200838" name="Group 134"/>
          <p:cNvGrpSpPr>
            <a:grpSpLocks/>
          </p:cNvGrpSpPr>
          <p:nvPr/>
        </p:nvGrpSpPr>
        <p:grpSpPr bwMode="auto">
          <a:xfrm>
            <a:off x="8172450" y="2260600"/>
            <a:ext cx="457200" cy="723900"/>
            <a:chOff x="5035" y="1311"/>
            <a:chExt cx="288" cy="456"/>
          </a:xfrm>
        </p:grpSpPr>
        <p:sp>
          <p:nvSpPr>
            <p:cNvPr id="6228" name="Text Box 135"/>
            <p:cNvSpPr txBox="1">
              <a:spLocks noChangeArrowheads="1"/>
            </p:cNvSpPr>
            <p:nvPr/>
          </p:nvSpPr>
          <p:spPr bwMode="auto">
            <a:xfrm rot="-5400000">
              <a:off x="5025" y="137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/>
                <a:t>高</a:t>
              </a:r>
            </a:p>
          </p:txBody>
        </p:sp>
        <p:sp>
          <p:nvSpPr>
            <p:cNvPr id="6229" name="Freeform 136"/>
            <p:cNvSpPr>
              <a:spLocks/>
            </p:cNvSpPr>
            <p:nvPr/>
          </p:nvSpPr>
          <p:spPr bwMode="auto">
            <a:xfrm>
              <a:off x="5278" y="1311"/>
              <a:ext cx="1" cy="456"/>
            </a:xfrm>
            <a:custGeom>
              <a:avLst/>
              <a:gdLst>
                <a:gd name="T0" fmla="*/ 0 w 1"/>
                <a:gd name="T1" fmla="*/ 0 h 456"/>
                <a:gd name="T2" fmla="*/ 0 w 1"/>
                <a:gd name="T3" fmla="*/ 456 h 4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56">
                  <a:moveTo>
                    <a:pt x="0" y="0"/>
                  </a:moveTo>
                  <a:lnTo>
                    <a:pt x="0" y="45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0841" name="Group 137"/>
          <p:cNvGrpSpPr>
            <a:grpSpLocks/>
          </p:cNvGrpSpPr>
          <p:nvPr/>
        </p:nvGrpSpPr>
        <p:grpSpPr bwMode="auto">
          <a:xfrm>
            <a:off x="4843463" y="1279525"/>
            <a:ext cx="784225" cy="725488"/>
            <a:chOff x="2938" y="693"/>
            <a:chExt cx="494" cy="457"/>
          </a:xfrm>
        </p:grpSpPr>
        <p:sp>
          <p:nvSpPr>
            <p:cNvPr id="6226" name="Line 138"/>
            <p:cNvSpPr>
              <a:spLocks noChangeShapeType="1"/>
            </p:cNvSpPr>
            <p:nvPr/>
          </p:nvSpPr>
          <p:spPr bwMode="auto">
            <a:xfrm flipV="1">
              <a:off x="2947" y="693"/>
              <a:ext cx="485" cy="4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7" name="Text Box 139"/>
            <p:cNvSpPr txBox="1">
              <a:spLocks noChangeArrowheads="1"/>
            </p:cNvSpPr>
            <p:nvPr/>
          </p:nvSpPr>
          <p:spPr bwMode="auto">
            <a:xfrm rot="-2731227">
              <a:off x="2928" y="71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/>
                <a:t>宽</a:t>
              </a:r>
            </a:p>
          </p:txBody>
        </p:sp>
      </p:grpSp>
      <p:sp>
        <p:nvSpPr>
          <p:cNvPr id="200844" name="Text Box 140"/>
          <p:cNvSpPr txBox="1">
            <a:spLocks noChangeArrowheads="1"/>
          </p:cNvSpPr>
          <p:nvPr/>
        </p:nvSpPr>
        <p:spPr bwMode="auto">
          <a:xfrm>
            <a:off x="1476375" y="182245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上</a:t>
            </a:r>
          </a:p>
        </p:txBody>
      </p:sp>
      <p:sp>
        <p:nvSpPr>
          <p:cNvPr id="200845" name="Text Box 141"/>
          <p:cNvSpPr txBox="1">
            <a:spLocks noChangeArrowheads="1"/>
          </p:cNvSpPr>
          <p:nvPr/>
        </p:nvSpPr>
        <p:spPr bwMode="auto">
          <a:xfrm>
            <a:off x="1489075" y="29384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下</a:t>
            </a:r>
          </a:p>
        </p:txBody>
      </p:sp>
      <p:sp>
        <p:nvSpPr>
          <p:cNvPr id="200846" name="Text Box 142"/>
          <p:cNvSpPr txBox="1">
            <a:spLocks noChangeArrowheads="1"/>
          </p:cNvSpPr>
          <p:nvPr/>
        </p:nvSpPr>
        <p:spPr bwMode="auto">
          <a:xfrm>
            <a:off x="2465388" y="42132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左</a:t>
            </a:r>
          </a:p>
        </p:txBody>
      </p:sp>
      <p:sp>
        <p:nvSpPr>
          <p:cNvPr id="200847" name="Text Box 143"/>
          <p:cNvSpPr txBox="1">
            <a:spLocks noChangeArrowheads="1"/>
          </p:cNvSpPr>
          <p:nvPr/>
        </p:nvSpPr>
        <p:spPr bwMode="auto">
          <a:xfrm>
            <a:off x="4446588" y="42132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右</a:t>
            </a:r>
          </a:p>
        </p:txBody>
      </p:sp>
      <p:grpSp>
        <p:nvGrpSpPr>
          <p:cNvPr id="200848" name="Group 144"/>
          <p:cNvGrpSpPr>
            <a:grpSpLocks/>
          </p:cNvGrpSpPr>
          <p:nvPr/>
        </p:nvGrpSpPr>
        <p:grpSpPr bwMode="auto">
          <a:xfrm>
            <a:off x="1392238" y="788988"/>
            <a:ext cx="525462" cy="457200"/>
            <a:chOff x="312" y="1153"/>
            <a:chExt cx="360" cy="333"/>
          </a:xfrm>
        </p:grpSpPr>
        <p:sp>
          <p:nvSpPr>
            <p:cNvPr id="6224" name="Line 145"/>
            <p:cNvSpPr>
              <a:spLocks noChangeShapeType="1"/>
            </p:cNvSpPr>
            <p:nvPr/>
          </p:nvSpPr>
          <p:spPr bwMode="auto">
            <a:xfrm flipH="1" flipV="1">
              <a:off x="528" y="1319"/>
              <a:ext cx="144" cy="144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 type="triangl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25" name="Text Box 146"/>
            <p:cNvSpPr txBox="1">
              <a:spLocks noChangeArrowheads="1"/>
            </p:cNvSpPr>
            <p:nvPr/>
          </p:nvSpPr>
          <p:spPr bwMode="auto">
            <a:xfrm>
              <a:off x="312" y="1153"/>
              <a:ext cx="337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</a:rPr>
                <a:t>前</a:t>
              </a:r>
            </a:p>
          </p:txBody>
        </p:sp>
      </p:grpSp>
      <p:grpSp>
        <p:nvGrpSpPr>
          <p:cNvPr id="200851" name="Group 147"/>
          <p:cNvGrpSpPr>
            <a:grpSpLocks/>
          </p:cNvGrpSpPr>
          <p:nvPr/>
        </p:nvGrpSpPr>
        <p:grpSpPr bwMode="auto">
          <a:xfrm>
            <a:off x="1952625" y="1579563"/>
            <a:ext cx="595313" cy="457200"/>
            <a:chOff x="696" y="1729"/>
            <a:chExt cx="408" cy="333"/>
          </a:xfrm>
        </p:grpSpPr>
        <p:sp>
          <p:nvSpPr>
            <p:cNvPr id="6222" name="Line 148"/>
            <p:cNvSpPr>
              <a:spLocks noChangeShapeType="1"/>
            </p:cNvSpPr>
            <p:nvPr/>
          </p:nvSpPr>
          <p:spPr bwMode="auto">
            <a:xfrm>
              <a:off x="960" y="1895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3" name="Text Box 149"/>
            <p:cNvSpPr txBox="1">
              <a:spLocks noChangeArrowheads="1"/>
            </p:cNvSpPr>
            <p:nvPr/>
          </p:nvSpPr>
          <p:spPr bwMode="auto">
            <a:xfrm>
              <a:off x="696" y="1729"/>
              <a:ext cx="337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</a:rPr>
                <a:t>后</a:t>
              </a:r>
            </a:p>
          </p:txBody>
        </p:sp>
      </p:grpSp>
      <p:sp>
        <p:nvSpPr>
          <p:cNvPr id="200854" name="Text Box 150"/>
          <p:cNvSpPr txBox="1">
            <a:spLocks noChangeArrowheads="1"/>
          </p:cNvSpPr>
          <p:nvPr/>
        </p:nvSpPr>
        <p:spPr bwMode="auto">
          <a:xfrm>
            <a:off x="6145213" y="23034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右</a:t>
            </a:r>
          </a:p>
        </p:txBody>
      </p:sp>
      <p:sp>
        <p:nvSpPr>
          <p:cNvPr id="200855" name="Text Box 151"/>
          <p:cNvSpPr txBox="1">
            <a:spLocks noChangeArrowheads="1"/>
          </p:cNvSpPr>
          <p:nvPr/>
        </p:nvSpPr>
        <p:spPr bwMode="auto">
          <a:xfrm>
            <a:off x="7607300" y="23034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左</a:t>
            </a:r>
          </a:p>
        </p:txBody>
      </p:sp>
      <p:sp>
        <p:nvSpPr>
          <p:cNvPr id="200856" name="Text Box 152"/>
          <p:cNvSpPr txBox="1">
            <a:spLocks noChangeArrowheads="1"/>
          </p:cNvSpPr>
          <p:nvPr/>
        </p:nvSpPr>
        <p:spPr bwMode="auto">
          <a:xfrm>
            <a:off x="1169988" y="4721225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度量对应关系：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三等关系</a:t>
            </a:r>
            <a:endParaRPr lang="zh-CN" altLang="en-US" sz="2800"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200857" name="Text Box 153"/>
          <p:cNvSpPr txBox="1">
            <a:spLocks noChangeArrowheads="1"/>
          </p:cNvSpPr>
          <p:nvPr/>
        </p:nvSpPr>
        <p:spPr bwMode="auto">
          <a:xfrm>
            <a:off x="1174750" y="5178425"/>
            <a:ext cx="420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 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方位对应关系：</a:t>
            </a:r>
          </a:p>
        </p:txBody>
      </p:sp>
      <p:sp>
        <p:nvSpPr>
          <p:cNvPr id="6208" name="Text Box 154"/>
          <p:cNvSpPr txBox="1">
            <a:spLocks noChangeArrowheads="1"/>
          </p:cNvSpPr>
          <p:nvPr/>
        </p:nvSpPr>
        <p:spPr bwMode="auto">
          <a:xfrm>
            <a:off x="3592513" y="2284413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主视</a:t>
            </a:r>
          </a:p>
        </p:txBody>
      </p:sp>
      <p:sp>
        <p:nvSpPr>
          <p:cNvPr id="6209" name="Rectangle 155"/>
          <p:cNvSpPr>
            <a:spLocks noChangeArrowheads="1"/>
          </p:cNvSpPr>
          <p:nvPr/>
        </p:nvSpPr>
        <p:spPr bwMode="auto">
          <a:xfrm>
            <a:off x="3314700" y="373697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俯视</a:t>
            </a:r>
          </a:p>
        </p:txBody>
      </p:sp>
      <p:sp>
        <p:nvSpPr>
          <p:cNvPr id="6210" name="Text Box 156"/>
          <p:cNvSpPr txBox="1">
            <a:spLocks noChangeArrowheads="1"/>
          </p:cNvSpPr>
          <p:nvPr/>
        </p:nvSpPr>
        <p:spPr bwMode="auto">
          <a:xfrm>
            <a:off x="3079750" y="1046163"/>
            <a:ext cx="1528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仰视</a:t>
            </a:r>
          </a:p>
        </p:txBody>
      </p:sp>
      <p:sp>
        <p:nvSpPr>
          <p:cNvPr id="6211" name="Text Box 157"/>
          <p:cNvSpPr txBox="1">
            <a:spLocks noChangeArrowheads="1"/>
          </p:cNvSpPr>
          <p:nvPr/>
        </p:nvSpPr>
        <p:spPr bwMode="auto">
          <a:xfrm>
            <a:off x="5283200" y="2284413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左视</a:t>
            </a:r>
          </a:p>
        </p:txBody>
      </p:sp>
      <p:sp>
        <p:nvSpPr>
          <p:cNvPr id="6212" name="Text Box 158"/>
          <p:cNvSpPr txBox="1">
            <a:spLocks noChangeArrowheads="1"/>
          </p:cNvSpPr>
          <p:nvPr/>
        </p:nvSpPr>
        <p:spPr bwMode="auto">
          <a:xfrm>
            <a:off x="1228725" y="2308225"/>
            <a:ext cx="982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右视</a:t>
            </a:r>
          </a:p>
        </p:txBody>
      </p:sp>
      <p:sp>
        <p:nvSpPr>
          <p:cNvPr id="6213" name="Text Box 159"/>
          <p:cNvSpPr txBox="1">
            <a:spLocks noChangeArrowheads="1"/>
          </p:cNvSpPr>
          <p:nvPr/>
        </p:nvSpPr>
        <p:spPr bwMode="auto">
          <a:xfrm>
            <a:off x="6634163" y="2308225"/>
            <a:ext cx="919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后视</a:t>
            </a:r>
          </a:p>
        </p:txBody>
      </p:sp>
      <p:grpSp>
        <p:nvGrpSpPr>
          <p:cNvPr id="200864" name="Group 160"/>
          <p:cNvGrpSpPr>
            <a:grpSpLocks/>
          </p:cNvGrpSpPr>
          <p:nvPr/>
        </p:nvGrpSpPr>
        <p:grpSpPr bwMode="auto">
          <a:xfrm>
            <a:off x="6615113" y="2973388"/>
            <a:ext cx="1609725" cy="457200"/>
            <a:chOff x="4054" y="1760"/>
            <a:chExt cx="1014" cy="288"/>
          </a:xfrm>
        </p:grpSpPr>
        <p:sp>
          <p:nvSpPr>
            <p:cNvPr id="6220" name="Line 161"/>
            <p:cNvSpPr>
              <a:spLocks noChangeShapeType="1"/>
            </p:cNvSpPr>
            <p:nvPr/>
          </p:nvSpPr>
          <p:spPr bwMode="auto">
            <a:xfrm>
              <a:off x="4054" y="1997"/>
              <a:ext cx="10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1" name="Text Box 162"/>
            <p:cNvSpPr txBox="1">
              <a:spLocks noChangeArrowheads="1"/>
            </p:cNvSpPr>
            <p:nvPr/>
          </p:nvSpPr>
          <p:spPr bwMode="auto">
            <a:xfrm>
              <a:off x="4420" y="17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/>
                <a:t>长</a:t>
              </a:r>
            </a:p>
          </p:txBody>
        </p:sp>
      </p:grpSp>
      <p:grpSp>
        <p:nvGrpSpPr>
          <p:cNvPr id="200867" name="Group 163"/>
          <p:cNvGrpSpPr>
            <a:grpSpLocks/>
          </p:cNvGrpSpPr>
          <p:nvPr/>
        </p:nvGrpSpPr>
        <p:grpSpPr bwMode="auto">
          <a:xfrm>
            <a:off x="6608763" y="2967038"/>
            <a:ext cx="1608137" cy="500062"/>
            <a:chOff x="4050" y="1756"/>
            <a:chExt cx="1013" cy="315"/>
          </a:xfrm>
        </p:grpSpPr>
        <p:sp>
          <p:nvSpPr>
            <p:cNvPr id="6218" name="Line 164"/>
            <p:cNvSpPr>
              <a:spLocks noChangeShapeType="1"/>
            </p:cNvSpPr>
            <p:nvPr/>
          </p:nvSpPr>
          <p:spPr bwMode="auto">
            <a:xfrm>
              <a:off x="4050" y="1756"/>
              <a:ext cx="0" cy="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19" name="Line 165"/>
            <p:cNvSpPr>
              <a:spLocks noChangeShapeType="1"/>
            </p:cNvSpPr>
            <p:nvPr/>
          </p:nvSpPr>
          <p:spPr bwMode="auto">
            <a:xfrm>
              <a:off x="5063" y="1756"/>
              <a:ext cx="0" cy="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216" name="Line 166"/>
          <p:cNvSpPr>
            <a:spLocks noChangeShapeType="1"/>
          </p:cNvSpPr>
          <p:nvPr/>
        </p:nvSpPr>
        <p:spPr bwMode="auto">
          <a:xfrm>
            <a:off x="2913063" y="2782888"/>
            <a:ext cx="0" cy="2190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00871" name="Picture 167" descr="叠加体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2" t="7649" r="14317" b="8377"/>
          <a:stretch>
            <a:fillRect/>
          </a:stretch>
        </p:blipFill>
        <p:spPr bwMode="auto">
          <a:xfrm>
            <a:off x="6405563" y="527050"/>
            <a:ext cx="2019300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0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0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0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0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0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0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0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0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00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20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20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20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20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0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20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00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00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77" grpId="0" autoUpdateAnimBg="0"/>
      <p:bldP spid="200778" grpId="0"/>
      <p:bldP spid="200844" grpId="0" autoUpdateAnimBg="0"/>
      <p:bldP spid="200845" grpId="0" autoUpdateAnimBg="0"/>
      <p:bldP spid="200846" grpId="0" autoUpdateAnimBg="0"/>
      <p:bldP spid="200847" grpId="0" autoUpdateAnimBg="0"/>
      <p:bldP spid="200854" grpId="0" autoUpdateAnimBg="0"/>
      <p:bldP spid="200855" grpId="0" autoUpdateAnimBg="0"/>
      <p:bldP spid="200856" grpId="0" autoUpdateAnimBg="0"/>
      <p:bldP spid="20085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F43D00F-F40E-4292-8DC9-A301BA09343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7171" name="Text Box 62"/>
          <p:cNvSpPr txBox="1">
            <a:spLocks noChangeArrowheads="1"/>
          </p:cNvSpPr>
          <p:nvPr/>
        </p:nvSpPr>
        <p:spPr bwMode="auto">
          <a:xfrm>
            <a:off x="225425" y="203200"/>
            <a:ext cx="27924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ea typeface="黑体" pitchFamily="2" charset="-122"/>
              </a:rPr>
              <a:t>二、向视图</a:t>
            </a:r>
          </a:p>
        </p:txBody>
      </p:sp>
      <p:sp>
        <p:nvSpPr>
          <p:cNvPr id="201791" name="Text Box 63"/>
          <p:cNvSpPr txBox="1">
            <a:spLocks noChangeArrowheads="1"/>
          </p:cNvSpPr>
          <p:nvPr/>
        </p:nvSpPr>
        <p:spPr bwMode="auto">
          <a:xfrm>
            <a:off x="3068638" y="376238"/>
            <a:ext cx="4816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位置可自由配置的视图</a:t>
            </a:r>
          </a:p>
        </p:txBody>
      </p:sp>
      <p:sp>
        <p:nvSpPr>
          <p:cNvPr id="201792" name="Text Box 64"/>
          <p:cNvSpPr txBox="1">
            <a:spLocks noChangeArrowheads="1"/>
          </p:cNvSpPr>
          <p:nvPr/>
        </p:nvSpPr>
        <p:spPr bwMode="auto">
          <a:xfrm>
            <a:off x="582613" y="5719763"/>
            <a:ext cx="6837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投射方向的标注要对应。</a:t>
            </a:r>
          </a:p>
        </p:txBody>
      </p:sp>
      <p:grpSp>
        <p:nvGrpSpPr>
          <p:cNvPr id="201793" name="Group 65"/>
          <p:cNvGrpSpPr>
            <a:grpSpLocks/>
          </p:cNvGrpSpPr>
          <p:nvPr/>
        </p:nvGrpSpPr>
        <p:grpSpPr bwMode="auto">
          <a:xfrm>
            <a:off x="4657725" y="1244600"/>
            <a:ext cx="3979863" cy="3090863"/>
            <a:chOff x="2968" y="778"/>
            <a:chExt cx="2507" cy="1947"/>
          </a:xfrm>
        </p:grpSpPr>
        <p:sp>
          <p:nvSpPr>
            <p:cNvPr id="7222" name="Rectangle 66"/>
            <p:cNvSpPr>
              <a:spLocks noChangeArrowheads="1"/>
            </p:cNvSpPr>
            <p:nvPr/>
          </p:nvSpPr>
          <p:spPr bwMode="auto">
            <a:xfrm>
              <a:off x="4799" y="1016"/>
              <a:ext cx="581" cy="38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223" name="Line 67"/>
            <p:cNvSpPr>
              <a:spLocks noChangeShapeType="1"/>
            </p:cNvSpPr>
            <p:nvPr/>
          </p:nvSpPr>
          <p:spPr bwMode="auto">
            <a:xfrm>
              <a:off x="5132" y="1290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4" name="Line 68"/>
            <p:cNvSpPr>
              <a:spLocks noChangeShapeType="1"/>
            </p:cNvSpPr>
            <p:nvPr/>
          </p:nvSpPr>
          <p:spPr bwMode="auto">
            <a:xfrm>
              <a:off x="5006" y="1290"/>
              <a:ext cx="0" cy="1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5" name="Rectangle 69"/>
            <p:cNvSpPr>
              <a:spLocks noChangeArrowheads="1"/>
            </p:cNvSpPr>
            <p:nvPr/>
          </p:nvSpPr>
          <p:spPr bwMode="auto">
            <a:xfrm>
              <a:off x="4102" y="1026"/>
              <a:ext cx="578" cy="38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226" name="Line 70"/>
            <p:cNvSpPr>
              <a:spLocks noChangeShapeType="1"/>
            </p:cNvSpPr>
            <p:nvPr/>
          </p:nvSpPr>
          <p:spPr bwMode="auto">
            <a:xfrm>
              <a:off x="3588" y="1987"/>
              <a:ext cx="1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7" name="Text Box 71"/>
            <p:cNvSpPr txBox="1">
              <a:spLocks noChangeArrowheads="1"/>
            </p:cNvSpPr>
            <p:nvPr/>
          </p:nvSpPr>
          <p:spPr bwMode="auto">
            <a:xfrm>
              <a:off x="2968" y="987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C</a:t>
              </a:r>
              <a:endParaRPr lang="en-US" altLang="zh-CN" sz="2000"/>
            </a:p>
          </p:txBody>
        </p:sp>
        <p:sp>
          <p:nvSpPr>
            <p:cNvPr id="7228" name="Text Box 72"/>
            <p:cNvSpPr txBox="1">
              <a:spLocks noChangeArrowheads="1"/>
            </p:cNvSpPr>
            <p:nvPr/>
          </p:nvSpPr>
          <p:spPr bwMode="auto">
            <a:xfrm>
              <a:off x="3877" y="1015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D</a:t>
              </a:r>
              <a:endParaRPr lang="en-US" altLang="zh-CN" sz="2000"/>
            </a:p>
          </p:txBody>
        </p:sp>
        <p:sp>
          <p:nvSpPr>
            <p:cNvPr id="7229" name="Text Box 73"/>
            <p:cNvSpPr txBox="1">
              <a:spLocks noChangeArrowheads="1"/>
            </p:cNvSpPr>
            <p:nvPr/>
          </p:nvSpPr>
          <p:spPr bwMode="auto">
            <a:xfrm>
              <a:off x="3371" y="1716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D</a:t>
              </a:r>
              <a:endParaRPr lang="en-US" altLang="zh-CN" sz="2000"/>
            </a:p>
          </p:txBody>
        </p:sp>
        <p:sp>
          <p:nvSpPr>
            <p:cNvPr id="7230" name="Text Box 74"/>
            <p:cNvSpPr txBox="1">
              <a:spLocks noChangeArrowheads="1"/>
            </p:cNvSpPr>
            <p:nvPr/>
          </p:nvSpPr>
          <p:spPr bwMode="auto">
            <a:xfrm>
              <a:off x="4290" y="79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7231" name="Text Box 75"/>
            <p:cNvSpPr txBox="1">
              <a:spLocks noChangeArrowheads="1"/>
            </p:cNvSpPr>
            <p:nvPr/>
          </p:nvSpPr>
          <p:spPr bwMode="auto">
            <a:xfrm>
              <a:off x="3389" y="83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7232" name="Text Box 76"/>
            <p:cNvSpPr txBox="1">
              <a:spLocks noChangeArrowheads="1"/>
            </p:cNvSpPr>
            <p:nvPr/>
          </p:nvSpPr>
          <p:spPr bwMode="auto">
            <a:xfrm>
              <a:off x="4165" y="1666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C</a:t>
              </a:r>
              <a:endParaRPr lang="en-US" altLang="zh-CN" sz="2000"/>
            </a:p>
          </p:txBody>
        </p:sp>
        <p:sp>
          <p:nvSpPr>
            <p:cNvPr id="7233" name="Line 77"/>
            <p:cNvSpPr>
              <a:spLocks noChangeShapeType="1"/>
            </p:cNvSpPr>
            <p:nvPr/>
          </p:nvSpPr>
          <p:spPr bwMode="auto">
            <a:xfrm flipV="1">
              <a:off x="5006" y="1290"/>
              <a:ext cx="3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4" name="Freeform 78"/>
            <p:cNvSpPr>
              <a:spLocks/>
            </p:cNvSpPr>
            <p:nvPr/>
          </p:nvSpPr>
          <p:spPr bwMode="auto">
            <a:xfrm>
              <a:off x="4769" y="2151"/>
              <a:ext cx="591" cy="2"/>
            </a:xfrm>
            <a:custGeom>
              <a:avLst/>
              <a:gdLst>
                <a:gd name="T0" fmla="*/ 194 w 1031"/>
                <a:gd name="T1" fmla="*/ 0 h 3"/>
                <a:gd name="T2" fmla="*/ 0 w 1031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31" h="3">
                  <a:moveTo>
                    <a:pt x="1031" y="0"/>
                  </a:moveTo>
                  <a:lnTo>
                    <a:pt x="0" y="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5" name="Freeform 79"/>
            <p:cNvSpPr>
              <a:spLocks/>
            </p:cNvSpPr>
            <p:nvPr/>
          </p:nvSpPr>
          <p:spPr bwMode="auto">
            <a:xfrm>
              <a:off x="5352" y="2069"/>
              <a:ext cx="1" cy="86"/>
            </a:xfrm>
            <a:custGeom>
              <a:avLst/>
              <a:gdLst>
                <a:gd name="T0" fmla="*/ 0 w 1"/>
                <a:gd name="T1" fmla="*/ 37 h 131"/>
                <a:gd name="T2" fmla="*/ 1 w 1"/>
                <a:gd name="T3" fmla="*/ 0 h 1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1">
                  <a:moveTo>
                    <a:pt x="0" y="131"/>
                  </a:move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6" name="Freeform 80"/>
            <p:cNvSpPr>
              <a:spLocks/>
            </p:cNvSpPr>
            <p:nvPr/>
          </p:nvSpPr>
          <p:spPr bwMode="auto">
            <a:xfrm>
              <a:off x="4775" y="2070"/>
              <a:ext cx="361" cy="4"/>
            </a:xfrm>
            <a:custGeom>
              <a:avLst/>
              <a:gdLst>
                <a:gd name="T0" fmla="*/ 361 w 361"/>
                <a:gd name="T1" fmla="*/ 0 h 4"/>
                <a:gd name="T2" fmla="*/ 0 w 361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1" h="4">
                  <a:moveTo>
                    <a:pt x="361" y="0"/>
                  </a:moveTo>
                  <a:lnTo>
                    <a:pt x="0" y="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7" name="Freeform 81"/>
            <p:cNvSpPr>
              <a:spLocks/>
            </p:cNvSpPr>
            <p:nvPr/>
          </p:nvSpPr>
          <p:spPr bwMode="auto">
            <a:xfrm>
              <a:off x="4777" y="1856"/>
              <a:ext cx="1" cy="302"/>
            </a:xfrm>
            <a:custGeom>
              <a:avLst/>
              <a:gdLst>
                <a:gd name="T0" fmla="*/ 0 w 1"/>
                <a:gd name="T1" fmla="*/ 131 h 459"/>
                <a:gd name="T2" fmla="*/ 0 w 1"/>
                <a:gd name="T3" fmla="*/ 0 h 4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59">
                  <a:moveTo>
                    <a:pt x="0" y="459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8" name="Freeform 82"/>
            <p:cNvSpPr>
              <a:spLocks/>
            </p:cNvSpPr>
            <p:nvPr/>
          </p:nvSpPr>
          <p:spPr bwMode="auto">
            <a:xfrm>
              <a:off x="5157" y="1930"/>
              <a:ext cx="0" cy="146"/>
            </a:xfrm>
            <a:custGeom>
              <a:avLst/>
              <a:gdLst>
                <a:gd name="T0" fmla="*/ 0 w 1"/>
                <a:gd name="T1" fmla="*/ 63 h 221"/>
                <a:gd name="T2" fmla="*/ 0 w 1"/>
                <a:gd name="T3" fmla="*/ 0 h 2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1">
                  <a:moveTo>
                    <a:pt x="0" y="22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9" name="Freeform 83"/>
            <p:cNvSpPr>
              <a:spLocks/>
            </p:cNvSpPr>
            <p:nvPr/>
          </p:nvSpPr>
          <p:spPr bwMode="auto">
            <a:xfrm>
              <a:off x="4773" y="1856"/>
              <a:ext cx="259" cy="0"/>
            </a:xfrm>
            <a:custGeom>
              <a:avLst/>
              <a:gdLst>
                <a:gd name="T0" fmla="*/ 0 w 452"/>
                <a:gd name="T1" fmla="*/ 0 h 1"/>
                <a:gd name="T2" fmla="*/ 85 w 45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2" h="1">
                  <a:moveTo>
                    <a:pt x="0" y="0"/>
                  </a:moveTo>
                  <a:lnTo>
                    <a:pt x="45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0" name="Line 84"/>
            <p:cNvSpPr>
              <a:spLocks noChangeShapeType="1"/>
            </p:cNvSpPr>
            <p:nvPr/>
          </p:nvSpPr>
          <p:spPr bwMode="auto">
            <a:xfrm flipH="1" flipV="1">
              <a:off x="5028" y="1855"/>
              <a:ext cx="126" cy="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1" name="Line 85"/>
            <p:cNvSpPr>
              <a:spLocks noChangeShapeType="1"/>
            </p:cNvSpPr>
            <p:nvPr/>
          </p:nvSpPr>
          <p:spPr bwMode="auto">
            <a:xfrm>
              <a:off x="5149" y="2074"/>
              <a:ext cx="2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2" name="Freeform 86"/>
            <p:cNvSpPr>
              <a:spLocks/>
            </p:cNvSpPr>
            <p:nvPr/>
          </p:nvSpPr>
          <p:spPr bwMode="auto">
            <a:xfrm>
              <a:off x="3210" y="1366"/>
              <a:ext cx="595" cy="3"/>
            </a:xfrm>
            <a:custGeom>
              <a:avLst/>
              <a:gdLst>
                <a:gd name="T0" fmla="*/ 0 w 1037"/>
                <a:gd name="T1" fmla="*/ 2 h 4"/>
                <a:gd name="T2" fmla="*/ 196 w 1037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37" h="4">
                  <a:moveTo>
                    <a:pt x="0" y="4"/>
                  </a:moveTo>
                  <a:lnTo>
                    <a:pt x="1037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3" name="Line 87"/>
            <p:cNvSpPr>
              <a:spLocks noChangeShapeType="1"/>
            </p:cNvSpPr>
            <p:nvPr/>
          </p:nvSpPr>
          <p:spPr bwMode="auto">
            <a:xfrm flipV="1">
              <a:off x="3214" y="1287"/>
              <a:ext cx="0" cy="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4" name="Line 88"/>
            <p:cNvSpPr>
              <a:spLocks noChangeShapeType="1"/>
            </p:cNvSpPr>
            <p:nvPr/>
          </p:nvSpPr>
          <p:spPr bwMode="auto">
            <a:xfrm>
              <a:off x="3214" y="1287"/>
              <a:ext cx="5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5" name="Line 89"/>
            <p:cNvSpPr>
              <a:spLocks noChangeShapeType="1"/>
            </p:cNvSpPr>
            <p:nvPr/>
          </p:nvSpPr>
          <p:spPr bwMode="auto">
            <a:xfrm flipV="1">
              <a:off x="3796" y="1064"/>
              <a:ext cx="0" cy="3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6" name="Line 90"/>
            <p:cNvSpPr>
              <a:spLocks noChangeShapeType="1"/>
            </p:cNvSpPr>
            <p:nvPr/>
          </p:nvSpPr>
          <p:spPr bwMode="auto">
            <a:xfrm flipV="1">
              <a:off x="3417" y="1150"/>
              <a:ext cx="0" cy="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7" name="Line 91"/>
            <p:cNvSpPr>
              <a:spLocks noChangeShapeType="1"/>
            </p:cNvSpPr>
            <p:nvPr/>
          </p:nvSpPr>
          <p:spPr bwMode="auto">
            <a:xfrm flipH="1">
              <a:off x="3543" y="1069"/>
              <a:ext cx="2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8" name="Line 92"/>
            <p:cNvSpPr>
              <a:spLocks noChangeShapeType="1"/>
            </p:cNvSpPr>
            <p:nvPr/>
          </p:nvSpPr>
          <p:spPr bwMode="auto">
            <a:xfrm flipV="1">
              <a:off x="3417" y="1069"/>
              <a:ext cx="126" cy="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9" name="Freeform 93"/>
            <p:cNvSpPr>
              <a:spLocks/>
            </p:cNvSpPr>
            <p:nvPr/>
          </p:nvSpPr>
          <p:spPr bwMode="auto">
            <a:xfrm>
              <a:off x="4301" y="1133"/>
              <a:ext cx="384" cy="1"/>
            </a:xfrm>
            <a:custGeom>
              <a:avLst/>
              <a:gdLst>
                <a:gd name="T0" fmla="*/ 0 w 670"/>
                <a:gd name="T1" fmla="*/ 0 h 1"/>
                <a:gd name="T2" fmla="*/ 126 w 670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70" h="1">
                  <a:moveTo>
                    <a:pt x="0" y="0"/>
                  </a:moveTo>
                  <a:lnTo>
                    <a:pt x="670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0" name="Freeform 94"/>
            <p:cNvSpPr>
              <a:spLocks/>
            </p:cNvSpPr>
            <p:nvPr/>
          </p:nvSpPr>
          <p:spPr bwMode="auto">
            <a:xfrm>
              <a:off x="4308" y="1026"/>
              <a:ext cx="1" cy="108"/>
            </a:xfrm>
            <a:custGeom>
              <a:avLst/>
              <a:gdLst>
                <a:gd name="T0" fmla="*/ 0 w 1"/>
                <a:gd name="T1" fmla="*/ 0 h 108"/>
                <a:gd name="T2" fmla="*/ 0 w 1"/>
                <a:gd name="T3" fmla="*/ 108 h 1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8">
                  <a:moveTo>
                    <a:pt x="0" y="0"/>
                  </a:moveTo>
                  <a:lnTo>
                    <a:pt x="0" y="10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1" name="Freeform 95"/>
            <p:cNvSpPr>
              <a:spLocks/>
            </p:cNvSpPr>
            <p:nvPr/>
          </p:nvSpPr>
          <p:spPr bwMode="auto">
            <a:xfrm>
              <a:off x="4432" y="1026"/>
              <a:ext cx="2" cy="107"/>
            </a:xfrm>
            <a:custGeom>
              <a:avLst/>
              <a:gdLst>
                <a:gd name="T0" fmla="*/ 2 w 2"/>
                <a:gd name="T1" fmla="*/ 0 h 107"/>
                <a:gd name="T2" fmla="*/ 0 w 2"/>
                <a:gd name="T3" fmla="*/ 107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07">
                  <a:moveTo>
                    <a:pt x="2" y="0"/>
                  </a:moveTo>
                  <a:lnTo>
                    <a:pt x="0" y="10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2" name="Freeform 96"/>
            <p:cNvSpPr>
              <a:spLocks/>
            </p:cNvSpPr>
            <p:nvPr/>
          </p:nvSpPr>
          <p:spPr bwMode="auto">
            <a:xfrm>
              <a:off x="4112" y="2180"/>
              <a:ext cx="410" cy="5"/>
            </a:xfrm>
            <a:custGeom>
              <a:avLst/>
              <a:gdLst>
                <a:gd name="T0" fmla="*/ 0 w 780"/>
                <a:gd name="T1" fmla="*/ 2 h 8"/>
                <a:gd name="T2" fmla="*/ 114 w 78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0" h="8">
                  <a:moveTo>
                    <a:pt x="0" y="8"/>
                  </a:moveTo>
                  <a:lnTo>
                    <a:pt x="78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3" name="Line 97"/>
            <p:cNvSpPr>
              <a:spLocks noChangeShapeType="1"/>
            </p:cNvSpPr>
            <p:nvPr/>
          </p:nvSpPr>
          <p:spPr bwMode="auto">
            <a:xfrm>
              <a:off x="4117" y="2106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4" name="Freeform 98"/>
            <p:cNvSpPr>
              <a:spLocks/>
            </p:cNvSpPr>
            <p:nvPr/>
          </p:nvSpPr>
          <p:spPr bwMode="auto">
            <a:xfrm>
              <a:off x="4518" y="2106"/>
              <a:ext cx="1" cy="84"/>
            </a:xfrm>
            <a:custGeom>
              <a:avLst/>
              <a:gdLst>
                <a:gd name="T0" fmla="*/ 0 w 1"/>
                <a:gd name="T1" fmla="*/ 0 h 84"/>
                <a:gd name="T2" fmla="*/ 0 w 1"/>
                <a:gd name="T3" fmla="*/ 84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4">
                  <a:moveTo>
                    <a:pt x="0" y="0"/>
                  </a:moveTo>
                  <a:lnTo>
                    <a:pt x="0" y="8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5" name="Freeform 99"/>
            <p:cNvSpPr>
              <a:spLocks/>
            </p:cNvSpPr>
            <p:nvPr/>
          </p:nvSpPr>
          <p:spPr bwMode="auto">
            <a:xfrm>
              <a:off x="4122" y="1890"/>
              <a:ext cx="1" cy="288"/>
            </a:xfrm>
            <a:custGeom>
              <a:avLst/>
              <a:gdLst>
                <a:gd name="T0" fmla="*/ 0 w 1"/>
                <a:gd name="T1" fmla="*/ 288 h 288"/>
                <a:gd name="T2" fmla="*/ 0 w 1"/>
                <a:gd name="T3" fmla="*/ 0 h 2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88">
                  <a:moveTo>
                    <a:pt x="0" y="288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6" name="Freeform 100"/>
            <p:cNvSpPr>
              <a:spLocks/>
            </p:cNvSpPr>
            <p:nvPr/>
          </p:nvSpPr>
          <p:spPr bwMode="auto">
            <a:xfrm>
              <a:off x="4112" y="1887"/>
              <a:ext cx="122" cy="1"/>
            </a:xfrm>
            <a:custGeom>
              <a:avLst/>
              <a:gdLst>
                <a:gd name="T0" fmla="*/ 0 w 122"/>
                <a:gd name="T1" fmla="*/ 0 h 1"/>
                <a:gd name="T2" fmla="*/ 122 w 122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2" h="1">
                  <a:moveTo>
                    <a:pt x="0" y="0"/>
                  </a:moveTo>
                  <a:lnTo>
                    <a:pt x="122" y="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7" name="Freeform 101"/>
            <p:cNvSpPr>
              <a:spLocks/>
            </p:cNvSpPr>
            <p:nvPr/>
          </p:nvSpPr>
          <p:spPr bwMode="auto">
            <a:xfrm>
              <a:off x="4223" y="1886"/>
              <a:ext cx="0" cy="217"/>
            </a:xfrm>
            <a:custGeom>
              <a:avLst/>
              <a:gdLst>
                <a:gd name="T0" fmla="*/ 0 w 1"/>
                <a:gd name="T1" fmla="*/ 0 h 382"/>
                <a:gd name="T2" fmla="*/ 0 w 1"/>
                <a:gd name="T3" fmla="*/ 70 h 3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82">
                  <a:moveTo>
                    <a:pt x="0" y="0"/>
                  </a:moveTo>
                  <a:lnTo>
                    <a:pt x="0" y="38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8" name="Freeform 102"/>
            <p:cNvSpPr>
              <a:spLocks/>
            </p:cNvSpPr>
            <p:nvPr/>
          </p:nvSpPr>
          <p:spPr bwMode="auto">
            <a:xfrm>
              <a:off x="4117" y="1967"/>
              <a:ext cx="106" cy="2"/>
            </a:xfrm>
            <a:custGeom>
              <a:avLst/>
              <a:gdLst>
                <a:gd name="T0" fmla="*/ 0 w 201"/>
                <a:gd name="T1" fmla="*/ 1 h 4"/>
                <a:gd name="T2" fmla="*/ 30 w 20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1" h="4">
                  <a:moveTo>
                    <a:pt x="0" y="4"/>
                  </a:moveTo>
                  <a:lnTo>
                    <a:pt x="20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9" name="Freeform 103"/>
            <p:cNvSpPr>
              <a:spLocks/>
            </p:cNvSpPr>
            <p:nvPr/>
          </p:nvSpPr>
          <p:spPr bwMode="auto">
            <a:xfrm>
              <a:off x="3285" y="2115"/>
              <a:ext cx="1" cy="91"/>
            </a:xfrm>
            <a:custGeom>
              <a:avLst/>
              <a:gdLst>
                <a:gd name="T0" fmla="*/ 0 w 1"/>
                <a:gd name="T1" fmla="*/ 0 h 138"/>
                <a:gd name="T2" fmla="*/ 0 w 1"/>
                <a:gd name="T3" fmla="*/ 40 h 1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8">
                  <a:moveTo>
                    <a:pt x="0" y="0"/>
                  </a:moveTo>
                  <a:lnTo>
                    <a:pt x="0" y="13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0" name="Freeform 104"/>
            <p:cNvSpPr>
              <a:spLocks/>
            </p:cNvSpPr>
            <p:nvPr/>
          </p:nvSpPr>
          <p:spPr bwMode="auto">
            <a:xfrm>
              <a:off x="3280" y="2195"/>
              <a:ext cx="416" cy="2"/>
            </a:xfrm>
            <a:custGeom>
              <a:avLst/>
              <a:gdLst>
                <a:gd name="T0" fmla="*/ 416 w 416"/>
                <a:gd name="T1" fmla="*/ 0 h 2"/>
                <a:gd name="T2" fmla="*/ 0 w 416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6" h="2">
                  <a:moveTo>
                    <a:pt x="416" y="0"/>
                  </a:moveTo>
                  <a:lnTo>
                    <a:pt x="0" y="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1" name="Freeform 105"/>
            <p:cNvSpPr>
              <a:spLocks/>
            </p:cNvSpPr>
            <p:nvPr/>
          </p:nvSpPr>
          <p:spPr bwMode="auto">
            <a:xfrm>
              <a:off x="3285" y="2120"/>
              <a:ext cx="306" cy="1"/>
            </a:xfrm>
            <a:custGeom>
              <a:avLst/>
              <a:gdLst>
                <a:gd name="T0" fmla="*/ 85 w 582"/>
                <a:gd name="T1" fmla="*/ 1 h 1"/>
                <a:gd name="T2" fmla="*/ 0 w 5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2" h="1">
                  <a:moveTo>
                    <a:pt x="582" y="1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2" name="Freeform 106"/>
            <p:cNvSpPr>
              <a:spLocks/>
            </p:cNvSpPr>
            <p:nvPr/>
          </p:nvSpPr>
          <p:spPr bwMode="auto">
            <a:xfrm>
              <a:off x="3690" y="1891"/>
              <a:ext cx="1" cy="311"/>
            </a:xfrm>
            <a:custGeom>
              <a:avLst/>
              <a:gdLst>
                <a:gd name="T0" fmla="*/ 0 w 1"/>
                <a:gd name="T1" fmla="*/ 311 h 311"/>
                <a:gd name="T2" fmla="*/ 0 w 1"/>
                <a:gd name="T3" fmla="*/ 0 h 3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1">
                  <a:moveTo>
                    <a:pt x="0" y="31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3" name="Freeform 107"/>
            <p:cNvSpPr>
              <a:spLocks/>
            </p:cNvSpPr>
            <p:nvPr/>
          </p:nvSpPr>
          <p:spPr bwMode="auto">
            <a:xfrm>
              <a:off x="3588" y="1896"/>
              <a:ext cx="108" cy="1"/>
            </a:xfrm>
            <a:custGeom>
              <a:avLst/>
              <a:gdLst>
                <a:gd name="T0" fmla="*/ 108 w 108"/>
                <a:gd name="T1" fmla="*/ 1 h 1"/>
                <a:gd name="T2" fmla="*/ 0 w 10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8" h="1">
                  <a:moveTo>
                    <a:pt x="108" y="1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4" name="Freeform 108"/>
            <p:cNvSpPr>
              <a:spLocks/>
            </p:cNvSpPr>
            <p:nvPr/>
          </p:nvSpPr>
          <p:spPr bwMode="auto">
            <a:xfrm>
              <a:off x="3588" y="1896"/>
              <a:ext cx="1" cy="222"/>
            </a:xfrm>
            <a:custGeom>
              <a:avLst/>
              <a:gdLst>
                <a:gd name="T0" fmla="*/ 0 w 1"/>
                <a:gd name="T1" fmla="*/ 0 h 222"/>
                <a:gd name="T2" fmla="*/ 0 w 1"/>
                <a:gd name="T3" fmla="*/ 222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2">
                  <a:moveTo>
                    <a:pt x="0" y="0"/>
                  </a:moveTo>
                  <a:lnTo>
                    <a:pt x="0" y="22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5" name="Freeform 109"/>
            <p:cNvSpPr>
              <a:spLocks/>
            </p:cNvSpPr>
            <p:nvPr/>
          </p:nvSpPr>
          <p:spPr bwMode="auto">
            <a:xfrm>
              <a:off x="3600" y="2118"/>
              <a:ext cx="86" cy="1"/>
            </a:xfrm>
            <a:custGeom>
              <a:avLst/>
              <a:gdLst>
                <a:gd name="T0" fmla="*/ 0 w 86"/>
                <a:gd name="T1" fmla="*/ 0 h 1"/>
                <a:gd name="T2" fmla="*/ 86 w 86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6" h="1">
                  <a:moveTo>
                    <a:pt x="0" y="0"/>
                  </a:moveTo>
                  <a:lnTo>
                    <a:pt x="86" y="1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6" name="Line 110"/>
            <p:cNvSpPr>
              <a:spLocks noChangeShapeType="1"/>
            </p:cNvSpPr>
            <p:nvPr/>
          </p:nvSpPr>
          <p:spPr bwMode="auto">
            <a:xfrm>
              <a:off x="3574" y="1389"/>
              <a:ext cx="0" cy="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7" name="Line 111"/>
            <p:cNvSpPr>
              <a:spLocks noChangeShapeType="1"/>
            </p:cNvSpPr>
            <p:nvPr/>
          </p:nvSpPr>
          <p:spPr bwMode="auto">
            <a:xfrm flipH="1">
              <a:off x="3817" y="1213"/>
              <a:ext cx="1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8" name="Text Box 112"/>
            <p:cNvSpPr txBox="1">
              <a:spLocks noChangeArrowheads="1"/>
            </p:cNvSpPr>
            <p:nvPr/>
          </p:nvSpPr>
          <p:spPr bwMode="auto">
            <a:xfrm>
              <a:off x="3523" y="2373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自由配置</a:t>
              </a:r>
            </a:p>
          </p:txBody>
        </p:sp>
        <p:sp>
          <p:nvSpPr>
            <p:cNvPr id="7269" name="Rectangle 113"/>
            <p:cNvSpPr>
              <a:spLocks noChangeArrowheads="1"/>
            </p:cNvSpPr>
            <p:nvPr/>
          </p:nvSpPr>
          <p:spPr bwMode="auto">
            <a:xfrm>
              <a:off x="2997" y="792"/>
              <a:ext cx="2478" cy="19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270" name="Line 114"/>
            <p:cNvSpPr>
              <a:spLocks noChangeShapeType="1"/>
            </p:cNvSpPr>
            <p:nvPr/>
          </p:nvSpPr>
          <p:spPr bwMode="auto">
            <a:xfrm>
              <a:off x="3563" y="906"/>
              <a:ext cx="0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1" name="Line 115"/>
            <p:cNvSpPr>
              <a:spLocks noChangeShapeType="1"/>
            </p:cNvSpPr>
            <p:nvPr/>
          </p:nvSpPr>
          <p:spPr bwMode="auto">
            <a:xfrm>
              <a:off x="3040" y="1191"/>
              <a:ext cx="1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2" name="Text Box 116"/>
            <p:cNvSpPr txBox="1">
              <a:spLocks noChangeArrowheads="1"/>
            </p:cNvSpPr>
            <p:nvPr/>
          </p:nvSpPr>
          <p:spPr bwMode="auto">
            <a:xfrm>
              <a:off x="3558" y="138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B</a:t>
              </a:r>
              <a:endParaRPr lang="en-US" altLang="zh-CN" sz="2000"/>
            </a:p>
          </p:txBody>
        </p:sp>
        <p:sp>
          <p:nvSpPr>
            <p:cNvPr id="7273" name="Text Box 117"/>
            <p:cNvSpPr txBox="1">
              <a:spLocks noChangeArrowheads="1"/>
            </p:cNvSpPr>
            <p:nvPr/>
          </p:nvSpPr>
          <p:spPr bwMode="auto">
            <a:xfrm>
              <a:off x="4991" y="77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B</a:t>
              </a:r>
              <a:endParaRPr lang="en-US" altLang="zh-CN" sz="2000"/>
            </a:p>
          </p:txBody>
        </p:sp>
        <p:sp>
          <p:nvSpPr>
            <p:cNvPr id="7274" name="Line 118"/>
            <p:cNvSpPr>
              <a:spLocks noChangeShapeType="1"/>
            </p:cNvSpPr>
            <p:nvPr/>
          </p:nvSpPr>
          <p:spPr bwMode="auto">
            <a:xfrm flipH="1">
              <a:off x="3716" y="2042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5" name="Text Box 119"/>
            <p:cNvSpPr txBox="1">
              <a:spLocks noChangeArrowheads="1"/>
            </p:cNvSpPr>
            <p:nvPr/>
          </p:nvSpPr>
          <p:spPr bwMode="auto">
            <a:xfrm>
              <a:off x="3712" y="180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E</a:t>
              </a:r>
              <a:endParaRPr lang="en-US" altLang="zh-CN" sz="2000"/>
            </a:p>
          </p:txBody>
        </p:sp>
        <p:sp>
          <p:nvSpPr>
            <p:cNvPr id="7276" name="Text Box 120"/>
            <p:cNvSpPr txBox="1">
              <a:spLocks noChangeArrowheads="1"/>
            </p:cNvSpPr>
            <p:nvPr/>
          </p:nvSpPr>
          <p:spPr bwMode="auto">
            <a:xfrm>
              <a:off x="4908" y="164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E</a:t>
              </a:r>
              <a:endParaRPr lang="en-US" altLang="zh-CN" sz="2000"/>
            </a:p>
          </p:txBody>
        </p:sp>
      </p:grpSp>
      <p:sp>
        <p:nvSpPr>
          <p:cNvPr id="201849" name="Text Box 121"/>
          <p:cNvSpPr txBox="1">
            <a:spLocks noChangeArrowheads="1"/>
          </p:cNvSpPr>
          <p:nvPr/>
        </p:nvSpPr>
        <p:spPr bwMode="auto">
          <a:xfrm>
            <a:off x="222250" y="4633913"/>
            <a:ext cx="8628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 1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在主视图上用箭头表示投射方向，并标注字母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,</a:t>
            </a:r>
          </a:p>
        </p:txBody>
      </p:sp>
      <p:grpSp>
        <p:nvGrpSpPr>
          <p:cNvPr id="201850" name="Group 122"/>
          <p:cNvGrpSpPr>
            <a:grpSpLocks/>
          </p:cNvGrpSpPr>
          <p:nvPr/>
        </p:nvGrpSpPr>
        <p:grpSpPr bwMode="auto">
          <a:xfrm>
            <a:off x="519113" y="1225550"/>
            <a:ext cx="3810000" cy="3089275"/>
            <a:chOff x="402" y="779"/>
            <a:chExt cx="2400" cy="1946"/>
          </a:xfrm>
        </p:grpSpPr>
        <p:sp>
          <p:nvSpPr>
            <p:cNvPr id="7178" name="Rectangle 123"/>
            <p:cNvSpPr>
              <a:spLocks noChangeArrowheads="1"/>
            </p:cNvSpPr>
            <p:nvPr/>
          </p:nvSpPr>
          <p:spPr bwMode="auto">
            <a:xfrm>
              <a:off x="912" y="888"/>
              <a:ext cx="600" cy="3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179" name="Text Box 124"/>
            <p:cNvSpPr txBox="1">
              <a:spLocks noChangeArrowheads="1"/>
            </p:cNvSpPr>
            <p:nvPr/>
          </p:nvSpPr>
          <p:spPr bwMode="auto">
            <a:xfrm>
              <a:off x="837" y="2296"/>
              <a:ext cx="1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按基本位置配置</a:t>
              </a:r>
            </a:p>
          </p:txBody>
        </p:sp>
        <p:sp>
          <p:nvSpPr>
            <p:cNvPr id="7180" name="Rectangle 125"/>
            <p:cNvSpPr>
              <a:spLocks noChangeArrowheads="1"/>
            </p:cNvSpPr>
            <p:nvPr/>
          </p:nvSpPr>
          <p:spPr bwMode="auto">
            <a:xfrm>
              <a:off x="402" y="779"/>
              <a:ext cx="2400" cy="19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181" name="Freeform 126"/>
            <p:cNvSpPr>
              <a:spLocks/>
            </p:cNvSpPr>
            <p:nvPr/>
          </p:nvSpPr>
          <p:spPr bwMode="auto">
            <a:xfrm>
              <a:off x="923" y="1653"/>
              <a:ext cx="597" cy="3"/>
            </a:xfrm>
            <a:custGeom>
              <a:avLst/>
              <a:gdLst>
                <a:gd name="T0" fmla="*/ 0 w 1116"/>
                <a:gd name="T1" fmla="*/ 1 h 5"/>
                <a:gd name="T2" fmla="*/ 171 w 1116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16" h="5">
                  <a:moveTo>
                    <a:pt x="0" y="5"/>
                  </a:moveTo>
                  <a:lnTo>
                    <a:pt x="111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2" name="Freeform 127"/>
            <p:cNvSpPr>
              <a:spLocks/>
            </p:cNvSpPr>
            <p:nvPr/>
          </p:nvSpPr>
          <p:spPr bwMode="auto">
            <a:xfrm>
              <a:off x="918" y="1578"/>
              <a:ext cx="2" cy="84"/>
            </a:xfrm>
            <a:custGeom>
              <a:avLst/>
              <a:gdLst>
                <a:gd name="T0" fmla="*/ 0 w 2"/>
                <a:gd name="T1" fmla="*/ 84 h 84"/>
                <a:gd name="T2" fmla="*/ 2 w 2"/>
                <a:gd name="T3" fmla="*/ 0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84">
                  <a:moveTo>
                    <a:pt x="0" y="84"/>
                  </a:move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3" name="Freeform 128"/>
            <p:cNvSpPr>
              <a:spLocks/>
            </p:cNvSpPr>
            <p:nvPr/>
          </p:nvSpPr>
          <p:spPr bwMode="auto">
            <a:xfrm>
              <a:off x="913" y="1571"/>
              <a:ext cx="600" cy="3"/>
            </a:xfrm>
            <a:custGeom>
              <a:avLst/>
              <a:gdLst>
                <a:gd name="T0" fmla="*/ 0 w 633"/>
                <a:gd name="T1" fmla="*/ 0 h 3"/>
                <a:gd name="T2" fmla="*/ 539 w 633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33" h="3">
                  <a:moveTo>
                    <a:pt x="0" y="0"/>
                  </a:moveTo>
                  <a:lnTo>
                    <a:pt x="633" y="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4" name="Freeform 129"/>
            <p:cNvSpPr>
              <a:spLocks/>
            </p:cNvSpPr>
            <p:nvPr/>
          </p:nvSpPr>
          <p:spPr bwMode="auto">
            <a:xfrm>
              <a:off x="1513" y="1353"/>
              <a:ext cx="1" cy="313"/>
            </a:xfrm>
            <a:custGeom>
              <a:avLst/>
              <a:gdLst>
                <a:gd name="T0" fmla="*/ 0 w 1"/>
                <a:gd name="T1" fmla="*/ 313 h 313"/>
                <a:gd name="T2" fmla="*/ 0 w 1"/>
                <a:gd name="T3" fmla="*/ 0 h 3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3">
                  <a:moveTo>
                    <a:pt x="0" y="313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5" name="Line 130"/>
            <p:cNvSpPr>
              <a:spLocks noChangeShapeType="1"/>
            </p:cNvSpPr>
            <p:nvPr/>
          </p:nvSpPr>
          <p:spPr bwMode="auto">
            <a:xfrm flipV="1">
              <a:off x="1128" y="1436"/>
              <a:ext cx="0" cy="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6" name="Freeform 131"/>
            <p:cNvSpPr>
              <a:spLocks/>
            </p:cNvSpPr>
            <p:nvPr/>
          </p:nvSpPr>
          <p:spPr bwMode="auto">
            <a:xfrm>
              <a:off x="1257" y="1353"/>
              <a:ext cx="263" cy="1"/>
            </a:xfrm>
            <a:custGeom>
              <a:avLst/>
              <a:gdLst>
                <a:gd name="T0" fmla="*/ 237 w 277"/>
                <a:gd name="T1" fmla="*/ 0 h 1"/>
                <a:gd name="T2" fmla="*/ 0 w 27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7" h="1">
                  <a:moveTo>
                    <a:pt x="277" y="0"/>
                  </a:moveTo>
                  <a:lnTo>
                    <a:pt x="0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7" name="Line 132"/>
            <p:cNvSpPr>
              <a:spLocks noChangeShapeType="1"/>
            </p:cNvSpPr>
            <p:nvPr/>
          </p:nvSpPr>
          <p:spPr bwMode="auto">
            <a:xfrm flipV="1">
              <a:off x="1128" y="1353"/>
              <a:ext cx="129" cy="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188" name="Group 133"/>
            <p:cNvGrpSpPr>
              <a:grpSpLocks/>
            </p:cNvGrpSpPr>
            <p:nvPr/>
          </p:nvGrpSpPr>
          <p:grpSpPr bwMode="auto">
            <a:xfrm>
              <a:off x="913" y="1752"/>
              <a:ext cx="597" cy="401"/>
              <a:chOff x="949" y="1752"/>
              <a:chExt cx="629" cy="401"/>
            </a:xfrm>
          </p:grpSpPr>
          <p:sp>
            <p:nvSpPr>
              <p:cNvPr id="7215" name="Line 134"/>
              <p:cNvSpPr>
                <a:spLocks noChangeShapeType="1"/>
              </p:cNvSpPr>
              <p:nvPr/>
            </p:nvSpPr>
            <p:spPr bwMode="auto">
              <a:xfrm>
                <a:off x="949" y="1759"/>
                <a:ext cx="6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6" name="Freeform 135"/>
              <p:cNvSpPr>
                <a:spLocks/>
              </p:cNvSpPr>
              <p:nvPr/>
            </p:nvSpPr>
            <p:spPr bwMode="auto">
              <a:xfrm>
                <a:off x="1571" y="1752"/>
                <a:ext cx="1" cy="401"/>
              </a:xfrm>
              <a:custGeom>
                <a:avLst/>
                <a:gdLst>
                  <a:gd name="T0" fmla="*/ 0 w 1"/>
                  <a:gd name="T1" fmla="*/ 0 h 401"/>
                  <a:gd name="T2" fmla="*/ 0 w 1"/>
                  <a:gd name="T3" fmla="*/ 401 h 4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01">
                    <a:moveTo>
                      <a:pt x="0" y="0"/>
                    </a:moveTo>
                    <a:lnTo>
                      <a:pt x="0" y="4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7" name="Freeform 136"/>
              <p:cNvSpPr>
                <a:spLocks/>
              </p:cNvSpPr>
              <p:nvPr/>
            </p:nvSpPr>
            <p:spPr bwMode="auto">
              <a:xfrm>
                <a:off x="949" y="2146"/>
                <a:ext cx="629" cy="1"/>
              </a:xfrm>
              <a:custGeom>
                <a:avLst/>
                <a:gdLst>
                  <a:gd name="T0" fmla="*/ 629 w 629"/>
                  <a:gd name="T1" fmla="*/ 0 h 1"/>
                  <a:gd name="T2" fmla="*/ 0 w 629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29" h="1">
                    <a:moveTo>
                      <a:pt x="629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8" name="Freeform 137"/>
              <p:cNvSpPr>
                <a:spLocks/>
              </p:cNvSpPr>
              <p:nvPr/>
            </p:nvSpPr>
            <p:spPr bwMode="auto">
              <a:xfrm>
                <a:off x="953" y="1753"/>
                <a:ext cx="1" cy="400"/>
              </a:xfrm>
              <a:custGeom>
                <a:avLst/>
                <a:gdLst>
                  <a:gd name="T0" fmla="*/ 0 w 1"/>
                  <a:gd name="T1" fmla="*/ 400 h 400"/>
                  <a:gd name="T2" fmla="*/ 0 w 1"/>
                  <a:gd name="T3" fmla="*/ 0 h 40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00">
                    <a:moveTo>
                      <a:pt x="0" y="40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9" name="Freeform 138"/>
              <p:cNvSpPr>
                <a:spLocks/>
              </p:cNvSpPr>
              <p:nvPr/>
            </p:nvSpPr>
            <p:spPr bwMode="auto">
              <a:xfrm>
                <a:off x="1158" y="1869"/>
                <a:ext cx="420" cy="1"/>
              </a:xfrm>
              <a:custGeom>
                <a:avLst/>
                <a:gdLst>
                  <a:gd name="T0" fmla="*/ 0 w 420"/>
                  <a:gd name="T1" fmla="*/ 0 h 1"/>
                  <a:gd name="T2" fmla="*/ 420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20" name="Line 139"/>
              <p:cNvSpPr>
                <a:spLocks noChangeShapeType="1"/>
              </p:cNvSpPr>
              <p:nvPr/>
            </p:nvSpPr>
            <p:spPr bwMode="auto">
              <a:xfrm>
                <a:off x="1165" y="1759"/>
                <a:ext cx="0" cy="1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21" name="Line 140"/>
              <p:cNvSpPr>
                <a:spLocks noChangeShapeType="1"/>
              </p:cNvSpPr>
              <p:nvPr/>
            </p:nvSpPr>
            <p:spPr bwMode="auto">
              <a:xfrm>
                <a:off x="1301" y="1759"/>
                <a:ext cx="0" cy="1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89" name="Line 141"/>
            <p:cNvSpPr>
              <a:spLocks noChangeShapeType="1"/>
            </p:cNvSpPr>
            <p:nvPr/>
          </p:nvSpPr>
          <p:spPr bwMode="auto">
            <a:xfrm flipV="1">
              <a:off x="1126" y="1165"/>
              <a:ext cx="3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0" name="Freeform 142"/>
            <p:cNvSpPr>
              <a:spLocks/>
            </p:cNvSpPr>
            <p:nvPr/>
          </p:nvSpPr>
          <p:spPr bwMode="auto">
            <a:xfrm>
              <a:off x="2158" y="1649"/>
              <a:ext cx="595" cy="1"/>
            </a:xfrm>
            <a:custGeom>
              <a:avLst/>
              <a:gdLst>
                <a:gd name="T0" fmla="*/ 171 w 1111"/>
                <a:gd name="T1" fmla="*/ 0 h 1"/>
                <a:gd name="T2" fmla="*/ 0 w 111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11" h="1">
                  <a:moveTo>
                    <a:pt x="1111" y="0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1" name="Freeform 143"/>
            <p:cNvSpPr>
              <a:spLocks/>
            </p:cNvSpPr>
            <p:nvPr/>
          </p:nvSpPr>
          <p:spPr bwMode="auto">
            <a:xfrm>
              <a:off x="2741" y="1564"/>
              <a:ext cx="1" cy="94"/>
            </a:xfrm>
            <a:custGeom>
              <a:avLst/>
              <a:gdLst>
                <a:gd name="T0" fmla="*/ 0 w 1"/>
                <a:gd name="T1" fmla="*/ 94 h 94"/>
                <a:gd name="T2" fmla="*/ 0 w 1"/>
                <a:gd name="T3" fmla="*/ 0 h 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4">
                  <a:moveTo>
                    <a:pt x="0" y="9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2" name="Freeform 144"/>
            <p:cNvSpPr>
              <a:spLocks/>
            </p:cNvSpPr>
            <p:nvPr/>
          </p:nvSpPr>
          <p:spPr bwMode="auto">
            <a:xfrm>
              <a:off x="2160" y="1568"/>
              <a:ext cx="352" cy="2"/>
            </a:xfrm>
            <a:custGeom>
              <a:avLst/>
              <a:gdLst>
                <a:gd name="T0" fmla="*/ 352 w 352"/>
                <a:gd name="T1" fmla="*/ 0 h 2"/>
                <a:gd name="T2" fmla="*/ 0 w 352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2" h="2">
                  <a:moveTo>
                    <a:pt x="352" y="0"/>
                  </a:moveTo>
                  <a:lnTo>
                    <a:pt x="0" y="2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3" name="Freeform 145"/>
            <p:cNvSpPr>
              <a:spLocks/>
            </p:cNvSpPr>
            <p:nvPr/>
          </p:nvSpPr>
          <p:spPr bwMode="auto">
            <a:xfrm>
              <a:off x="2160" y="1350"/>
              <a:ext cx="1" cy="306"/>
            </a:xfrm>
            <a:custGeom>
              <a:avLst/>
              <a:gdLst>
                <a:gd name="T0" fmla="*/ 0 w 1"/>
                <a:gd name="T1" fmla="*/ 306 h 306"/>
                <a:gd name="T2" fmla="*/ 0 w 1"/>
                <a:gd name="T3" fmla="*/ 0 h 3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06">
                  <a:moveTo>
                    <a:pt x="0" y="306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4" name="Freeform 146"/>
            <p:cNvSpPr>
              <a:spLocks/>
            </p:cNvSpPr>
            <p:nvPr/>
          </p:nvSpPr>
          <p:spPr bwMode="auto">
            <a:xfrm>
              <a:off x="2544" y="1430"/>
              <a:ext cx="1" cy="148"/>
            </a:xfrm>
            <a:custGeom>
              <a:avLst/>
              <a:gdLst>
                <a:gd name="T0" fmla="*/ 1 w 1"/>
                <a:gd name="T1" fmla="*/ 148 h 148"/>
                <a:gd name="T2" fmla="*/ 0 w 1"/>
                <a:gd name="T3" fmla="*/ 0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8">
                  <a:moveTo>
                    <a:pt x="1" y="148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5" name="Freeform 147"/>
            <p:cNvSpPr>
              <a:spLocks/>
            </p:cNvSpPr>
            <p:nvPr/>
          </p:nvSpPr>
          <p:spPr bwMode="auto">
            <a:xfrm>
              <a:off x="2160" y="1346"/>
              <a:ext cx="271" cy="3"/>
            </a:xfrm>
            <a:custGeom>
              <a:avLst/>
              <a:gdLst>
                <a:gd name="T0" fmla="*/ 0 w 286"/>
                <a:gd name="T1" fmla="*/ 3 h 3"/>
                <a:gd name="T2" fmla="*/ 244 w 28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6" h="3">
                  <a:moveTo>
                    <a:pt x="0" y="3"/>
                  </a:moveTo>
                  <a:lnTo>
                    <a:pt x="28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6" name="Line 148"/>
            <p:cNvSpPr>
              <a:spLocks noChangeShapeType="1"/>
            </p:cNvSpPr>
            <p:nvPr/>
          </p:nvSpPr>
          <p:spPr bwMode="auto">
            <a:xfrm flipH="1" flipV="1">
              <a:off x="2417" y="1349"/>
              <a:ext cx="128" cy="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7" name="Freeform 149"/>
            <p:cNvSpPr>
              <a:spLocks/>
            </p:cNvSpPr>
            <p:nvPr/>
          </p:nvSpPr>
          <p:spPr bwMode="auto">
            <a:xfrm>
              <a:off x="2541" y="1570"/>
              <a:ext cx="210" cy="1"/>
            </a:xfrm>
            <a:custGeom>
              <a:avLst/>
              <a:gdLst>
                <a:gd name="T0" fmla="*/ 0 w 221"/>
                <a:gd name="T1" fmla="*/ 1 h 1"/>
                <a:gd name="T2" fmla="*/ 190 w 22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1" h="1">
                  <a:moveTo>
                    <a:pt x="0" y="1"/>
                  </a:moveTo>
                  <a:lnTo>
                    <a:pt x="22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8" name="Freeform 150"/>
            <p:cNvSpPr>
              <a:spLocks/>
            </p:cNvSpPr>
            <p:nvPr/>
          </p:nvSpPr>
          <p:spPr bwMode="auto">
            <a:xfrm>
              <a:off x="1609" y="1648"/>
              <a:ext cx="405" cy="3"/>
            </a:xfrm>
            <a:custGeom>
              <a:avLst/>
              <a:gdLst>
                <a:gd name="T0" fmla="*/ 0 w 405"/>
                <a:gd name="T1" fmla="*/ 0 h 3"/>
                <a:gd name="T2" fmla="*/ 405 w 405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5" h="3">
                  <a:moveTo>
                    <a:pt x="0" y="0"/>
                  </a:moveTo>
                  <a:lnTo>
                    <a:pt x="405" y="3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9" name="Freeform 151"/>
            <p:cNvSpPr>
              <a:spLocks/>
            </p:cNvSpPr>
            <p:nvPr/>
          </p:nvSpPr>
          <p:spPr bwMode="auto">
            <a:xfrm>
              <a:off x="1614" y="1569"/>
              <a:ext cx="393" cy="2"/>
            </a:xfrm>
            <a:custGeom>
              <a:avLst/>
              <a:gdLst>
                <a:gd name="T0" fmla="*/ 0 w 393"/>
                <a:gd name="T1" fmla="*/ 0 h 2"/>
                <a:gd name="T2" fmla="*/ 393 w 393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3" h="2">
                  <a:moveTo>
                    <a:pt x="0" y="0"/>
                  </a:moveTo>
                  <a:lnTo>
                    <a:pt x="393" y="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0" name="Freeform 152"/>
            <p:cNvSpPr>
              <a:spLocks/>
            </p:cNvSpPr>
            <p:nvPr/>
          </p:nvSpPr>
          <p:spPr bwMode="auto">
            <a:xfrm>
              <a:off x="2010" y="1562"/>
              <a:ext cx="1" cy="94"/>
            </a:xfrm>
            <a:custGeom>
              <a:avLst/>
              <a:gdLst>
                <a:gd name="T0" fmla="*/ 0 w 1"/>
                <a:gd name="T1" fmla="*/ 0 h 94"/>
                <a:gd name="T2" fmla="*/ 0 w 1"/>
                <a:gd name="T3" fmla="*/ 94 h 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4">
                  <a:moveTo>
                    <a:pt x="0" y="0"/>
                  </a:moveTo>
                  <a:lnTo>
                    <a:pt x="0" y="9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1" name="Freeform 153"/>
            <p:cNvSpPr>
              <a:spLocks/>
            </p:cNvSpPr>
            <p:nvPr/>
          </p:nvSpPr>
          <p:spPr bwMode="auto">
            <a:xfrm>
              <a:off x="1614" y="1338"/>
              <a:ext cx="1" cy="320"/>
            </a:xfrm>
            <a:custGeom>
              <a:avLst/>
              <a:gdLst>
                <a:gd name="T0" fmla="*/ 0 w 1"/>
                <a:gd name="T1" fmla="*/ 320 h 320"/>
                <a:gd name="T2" fmla="*/ 0 w 1"/>
                <a:gd name="T3" fmla="*/ 0 h 3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20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2" name="Freeform 154"/>
            <p:cNvSpPr>
              <a:spLocks/>
            </p:cNvSpPr>
            <p:nvPr/>
          </p:nvSpPr>
          <p:spPr bwMode="auto">
            <a:xfrm>
              <a:off x="1614" y="1344"/>
              <a:ext cx="108" cy="4"/>
            </a:xfrm>
            <a:custGeom>
              <a:avLst/>
              <a:gdLst>
                <a:gd name="T0" fmla="*/ 0 w 108"/>
                <a:gd name="T1" fmla="*/ 4 h 4"/>
                <a:gd name="T2" fmla="*/ 108 w 108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8" h="4">
                  <a:moveTo>
                    <a:pt x="0" y="4"/>
                  </a:moveTo>
                  <a:lnTo>
                    <a:pt x="10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3" name="Freeform 155"/>
            <p:cNvSpPr>
              <a:spLocks/>
            </p:cNvSpPr>
            <p:nvPr/>
          </p:nvSpPr>
          <p:spPr bwMode="auto">
            <a:xfrm>
              <a:off x="1718" y="1339"/>
              <a:ext cx="1" cy="231"/>
            </a:xfrm>
            <a:custGeom>
              <a:avLst/>
              <a:gdLst>
                <a:gd name="T0" fmla="*/ 0 w 1"/>
                <a:gd name="T1" fmla="*/ 0 h 231"/>
                <a:gd name="T2" fmla="*/ 0 w 1"/>
                <a:gd name="T3" fmla="*/ 231 h 2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31">
                  <a:moveTo>
                    <a:pt x="0" y="0"/>
                  </a:moveTo>
                  <a:lnTo>
                    <a:pt x="0" y="23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4" name="Freeform 156"/>
            <p:cNvSpPr>
              <a:spLocks/>
            </p:cNvSpPr>
            <p:nvPr/>
          </p:nvSpPr>
          <p:spPr bwMode="auto">
            <a:xfrm>
              <a:off x="1614" y="1429"/>
              <a:ext cx="108" cy="2"/>
            </a:xfrm>
            <a:custGeom>
              <a:avLst/>
              <a:gdLst>
                <a:gd name="T0" fmla="*/ 0 w 201"/>
                <a:gd name="T1" fmla="*/ 1 h 4"/>
                <a:gd name="T2" fmla="*/ 31 w 20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1" h="4">
                  <a:moveTo>
                    <a:pt x="0" y="4"/>
                  </a:moveTo>
                  <a:lnTo>
                    <a:pt x="20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5" name="Freeform 157"/>
            <p:cNvSpPr>
              <a:spLocks/>
            </p:cNvSpPr>
            <p:nvPr/>
          </p:nvSpPr>
          <p:spPr bwMode="auto">
            <a:xfrm>
              <a:off x="458" y="1575"/>
              <a:ext cx="1" cy="93"/>
            </a:xfrm>
            <a:custGeom>
              <a:avLst/>
              <a:gdLst>
                <a:gd name="T0" fmla="*/ 0 w 1"/>
                <a:gd name="T1" fmla="*/ 0 h 93"/>
                <a:gd name="T2" fmla="*/ 0 w 1"/>
                <a:gd name="T3" fmla="*/ 93 h 9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3">
                  <a:moveTo>
                    <a:pt x="0" y="0"/>
                  </a:moveTo>
                  <a:lnTo>
                    <a:pt x="0" y="9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6" name="Freeform 158"/>
            <p:cNvSpPr>
              <a:spLocks/>
            </p:cNvSpPr>
            <p:nvPr/>
          </p:nvSpPr>
          <p:spPr bwMode="auto">
            <a:xfrm>
              <a:off x="458" y="1658"/>
              <a:ext cx="386" cy="1"/>
            </a:xfrm>
            <a:custGeom>
              <a:avLst/>
              <a:gdLst>
                <a:gd name="T0" fmla="*/ 386 w 386"/>
                <a:gd name="T1" fmla="*/ 0 h 1"/>
                <a:gd name="T2" fmla="*/ 0 w 38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6" h="1">
                  <a:moveTo>
                    <a:pt x="386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7" name="Freeform 159"/>
            <p:cNvSpPr>
              <a:spLocks/>
            </p:cNvSpPr>
            <p:nvPr/>
          </p:nvSpPr>
          <p:spPr bwMode="auto">
            <a:xfrm>
              <a:off x="451" y="1572"/>
              <a:ext cx="281" cy="6"/>
            </a:xfrm>
            <a:custGeom>
              <a:avLst/>
              <a:gdLst>
                <a:gd name="T0" fmla="*/ 281 w 281"/>
                <a:gd name="T1" fmla="*/ 6 h 6"/>
                <a:gd name="T2" fmla="*/ 0 w 281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1" h="6">
                  <a:moveTo>
                    <a:pt x="281" y="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8" name="Freeform 160"/>
            <p:cNvSpPr>
              <a:spLocks/>
            </p:cNvSpPr>
            <p:nvPr/>
          </p:nvSpPr>
          <p:spPr bwMode="auto">
            <a:xfrm>
              <a:off x="840" y="1356"/>
              <a:ext cx="1" cy="310"/>
            </a:xfrm>
            <a:custGeom>
              <a:avLst/>
              <a:gdLst>
                <a:gd name="T0" fmla="*/ 0 w 1"/>
                <a:gd name="T1" fmla="*/ 310 h 310"/>
                <a:gd name="T2" fmla="*/ 0 w 1"/>
                <a:gd name="T3" fmla="*/ 0 h 3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0">
                  <a:moveTo>
                    <a:pt x="0" y="310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9" name="Freeform 161"/>
            <p:cNvSpPr>
              <a:spLocks/>
            </p:cNvSpPr>
            <p:nvPr/>
          </p:nvSpPr>
          <p:spPr bwMode="auto">
            <a:xfrm>
              <a:off x="725" y="1358"/>
              <a:ext cx="119" cy="2"/>
            </a:xfrm>
            <a:custGeom>
              <a:avLst/>
              <a:gdLst>
                <a:gd name="T0" fmla="*/ 108 w 125"/>
                <a:gd name="T1" fmla="*/ 2 h 2"/>
                <a:gd name="T2" fmla="*/ 0 w 12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5" h="2">
                  <a:moveTo>
                    <a:pt x="125" y="2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0" name="Freeform 162"/>
            <p:cNvSpPr>
              <a:spLocks/>
            </p:cNvSpPr>
            <p:nvPr/>
          </p:nvSpPr>
          <p:spPr bwMode="auto">
            <a:xfrm>
              <a:off x="732" y="1359"/>
              <a:ext cx="1" cy="219"/>
            </a:xfrm>
            <a:custGeom>
              <a:avLst/>
              <a:gdLst>
                <a:gd name="T0" fmla="*/ 1 w 1"/>
                <a:gd name="T1" fmla="*/ 0 h 219"/>
                <a:gd name="T2" fmla="*/ 0 w 1"/>
                <a:gd name="T3" fmla="*/ 219 h 2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9">
                  <a:moveTo>
                    <a:pt x="1" y="0"/>
                  </a:moveTo>
                  <a:lnTo>
                    <a:pt x="0" y="21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1" name="Freeform 163"/>
            <p:cNvSpPr>
              <a:spLocks/>
            </p:cNvSpPr>
            <p:nvPr/>
          </p:nvSpPr>
          <p:spPr bwMode="auto">
            <a:xfrm>
              <a:off x="733" y="1444"/>
              <a:ext cx="113" cy="2"/>
            </a:xfrm>
            <a:custGeom>
              <a:avLst/>
              <a:gdLst>
                <a:gd name="T0" fmla="*/ 113 w 113"/>
                <a:gd name="T1" fmla="*/ 2 h 2"/>
                <a:gd name="T2" fmla="*/ 0 w 11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3" h="2">
                  <a:moveTo>
                    <a:pt x="113" y="2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2" name="Freeform 164"/>
            <p:cNvSpPr>
              <a:spLocks/>
            </p:cNvSpPr>
            <p:nvPr/>
          </p:nvSpPr>
          <p:spPr bwMode="auto">
            <a:xfrm>
              <a:off x="750" y="1578"/>
              <a:ext cx="89" cy="2"/>
            </a:xfrm>
            <a:custGeom>
              <a:avLst/>
              <a:gdLst>
                <a:gd name="T0" fmla="*/ 0 w 89"/>
                <a:gd name="T1" fmla="*/ 0 h 2"/>
                <a:gd name="T2" fmla="*/ 89 w 89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9" h="2">
                  <a:moveTo>
                    <a:pt x="0" y="0"/>
                  </a:moveTo>
                  <a:lnTo>
                    <a:pt x="89" y="2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3" name="Line 165"/>
            <p:cNvSpPr>
              <a:spLocks noChangeShapeType="1"/>
            </p:cNvSpPr>
            <p:nvPr/>
          </p:nvSpPr>
          <p:spPr bwMode="auto">
            <a:xfrm>
              <a:off x="1128" y="1165"/>
              <a:ext cx="0" cy="1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4" name="Line 166"/>
            <p:cNvSpPr>
              <a:spLocks noChangeShapeType="1"/>
            </p:cNvSpPr>
            <p:nvPr/>
          </p:nvSpPr>
          <p:spPr bwMode="auto">
            <a:xfrm>
              <a:off x="1257" y="1165"/>
              <a:ext cx="0" cy="1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1895" name="Text Box 167"/>
          <p:cNvSpPr txBox="1">
            <a:spLocks noChangeArrowheads="1"/>
          </p:cNvSpPr>
          <p:nvPr/>
        </p:nvSpPr>
        <p:spPr bwMode="auto">
          <a:xfrm>
            <a:off x="1333500" y="5210175"/>
            <a:ext cx="6335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在其它视图上用箭头表示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后视图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的投射方向。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01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1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1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1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1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20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91" grpId="0" build="p" autoUpdateAnimBg="0"/>
      <p:bldP spid="201792" grpId="0" autoUpdateAnimBg="0"/>
      <p:bldP spid="201849" grpId="0" autoUpdateAnimBg="0"/>
      <p:bldP spid="20189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8537B8E-8D50-4807-A16B-4BF622D8F4A3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8195" name="Text Box 18"/>
          <p:cNvSpPr txBox="1">
            <a:spLocks noChangeArrowheads="1"/>
          </p:cNvSpPr>
          <p:nvPr/>
        </p:nvSpPr>
        <p:spPr bwMode="auto">
          <a:xfrm>
            <a:off x="331788" y="17463"/>
            <a:ext cx="36750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三、局部视图</a:t>
            </a:r>
            <a:endParaRPr lang="zh-CN" altLang="en-US" b="0">
              <a:ea typeface="黑体" pitchFamily="2" charset="-122"/>
            </a:endParaRPr>
          </a:p>
        </p:txBody>
      </p:sp>
      <p:sp>
        <p:nvSpPr>
          <p:cNvPr id="172051" name="Text Box 19"/>
          <p:cNvSpPr txBox="1">
            <a:spLocks noChangeArrowheads="1"/>
          </p:cNvSpPr>
          <p:nvPr/>
        </p:nvSpPr>
        <p:spPr bwMode="auto">
          <a:xfrm>
            <a:off x="609600" y="561975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将物体某一部分向基本投影面投射所得的视图。</a:t>
            </a:r>
          </a:p>
        </p:txBody>
      </p:sp>
      <p:sp>
        <p:nvSpPr>
          <p:cNvPr id="172052" name="Text Box 20"/>
          <p:cNvSpPr txBox="1">
            <a:spLocks noChangeArrowheads="1"/>
          </p:cNvSpPr>
          <p:nvPr/>
        </p:nvSpPr>
        <p:spPr bwMode="auto">
          <a:xfrm>
            <a:off x="5737225" y="1212850"/>
            <a:ext cx="2232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注意事项：</a:t>
            </a:r>
            <a:endParaRPr lang="zh-CN" altLang="en-US" b="0"/>
          </a:p>
        </p:txBody>
      </p:sp>
      <p:sp>
        <p:nvSpPr>
          <p:cNvPr id="172053" name="Text Box 21"/>
          <p:cNvSpPr txBox="1">
            <a:spLocks noChangeArrowheads="1"/>
          </p:cNvSpPr>
          <p:nvPr/>
        </p:nvSpPr>
        <p:spPr bwMode="auto">
          <a:xfrm>
            <a:off x="4711700" y="1862138"/>
            <a:ext cx="4343400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</a:t>
            </a: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用带字母的箭头指明要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表达的部位和投射方向，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并注明视图名称</a:t>
            </a:r>
            <a:r>
              <a:rPr lang="zh-CN" altLang="en-US" sz="2400">
                <a:solidFill>
                  <a:srgbClr val="000099"/>
                </a:solidFill>
                <a:latin typeface="宋体" pitchFamily="2" charset="-122"/>
                <a:sym typeface="CommercialPi BT" pitchFamily="18" charset="2"/>
              </a:rPr>
              <a:t>。</a:t>
            </a:r>
          </a:p>
        </p:txBody>
      </p:sp>
      <p:sp>
        <p:nvSpPr>
          <p:cNvPr id="172054" name="Text Box 22"/>
          <p:cNvSpPr txBox="1">
            <a:spLocks noChangeArrowheads="1"/>
          </p:cNvSpPr>
          <p:nvPr/>
        </p:nvSpPr>
        <p:spPr bwMode="auto">
          <a:xfrm>
            <a:off x="4711700" y="3113088"/>
            <a:ext cx="4714875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latin typeface="宋体" pitchFamily="2" charset="-122"/>
                <a:sym typeface="Symbol" pitchFamily="18" charset="2"/>
              </a:rPr>
              <a:t></a:t>
            </a: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局部视图的范围用波浪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线</a:t>
            </a:r>
            <a:r>
              <a:rPr lang="en-US" altLang="zh-CN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(</a:t>
            </a: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或双折线）表示。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当表示的局部结构是完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整的且外轮廓封闭时，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波浪线可省略</a:t>
            </a:r>
            <a:r>
              <a:rPr lang="zh-CN" altLang="en-US" sz="2400">
                <a:solidFill>
                  <a:srgbClr val="000099"/>
                </a:solidFill>
                <a:latin typeface="宋体" pitchFamily="2" charset="-122"/>
                <a:sym typeface="Symbol" pitchFamily="18" charset="2"/>
              </a:rPr>
              <a:t>。</a:t>
            </a:r>
            <a:endParaRPr lang="zh-CN" altLang="en-US" sz="2400">
              <a:solidFill>
                <a:srgbClr val="000099"/>
              </a:solidFill>
              <a:latin typeface="宋体" pitchFamily="2" charset="-122"/>
            </a:endParaRPr>
          </a:p>
        </p:txBody>
      </p:sp>
      <p:sp>
        <p:nvSpPr>
          <p:cNvPr id="172055" name="Text Box 23"/>
          <p:cNvSpPr txBox="1">
            <a:spLocks noChangeArrowheads="1"/>
          </p:cNvSpPr>
          <p:nvPr/>
        </p:nvSpPr>
        <p:spPr bwMode="auto">
          <a:xfrm>
            <a:off x="4719638" y="5084763"/>
            <a:ext cx="43005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latin typeface="宋体" pitchFamily="2" charset="-122"/>
                <a:sym typeface="Symbol" pitchFamily="18" charset="2"/>
              </a:rPr>
              <a:t></a:t>
            </a: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局部视图可按基本视图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的配置形式配置，也可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按向视图的配置形式配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置。</a:t>
            </a:r>
          </a:p>
        </p:txBody>
      </p:sp>
      <p:grpSp>
        <p:nvGrpSpPr>
          <p:cNvPr id="172056" name="Group 24"/>
          <p:cNvGrpSpPr>
            <a:grpSpLocks/>
          </p:cNvGrpSpPr>
          <p:nvPr/>
        </p:nvGrpSpPr>
        <p:grpSpPr bwMode="auto">
          <a:xfrm>
            <a:off x="347663" y="2732088"/>
            <a:ext cx="361950" cy="369887"/>
            <a:chOff x="219" y="1721"/>
            <a:chExt cx="228" cy="233"/>
          </a:xfrm>
        </p:grpSpPr>
        <p:sp>
          <p:nvSpPr>
            <p:cNvPr id="8423" name="Rectangle 25"/>
            <p:cNvSpPr>
              <a:spLocks noChangeArrowheads="1"/>
            </p:cNvSpPr>
            <p:nvPr/>
          </p:nvSpPr>
          <p:spPr bwMode="auto">
            <a:xfrm>
              <a:off x="257" y="1721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B</a:t>
              </a:r>
              <a:endParaRPr lang="en-US" altLang="zh-CN" sz="4000"/>
            </a:p>
          </p:txBody>
        </p:sp>
        <p:sp>
          <p:nvSpPr>
            <p:cNvPr id="8424" name="Freeform 26"/>
            <p:cNvSpPr>
              <a:spLocks/>
            </p:cNvSpPr>
            <p:nvPr/>
          </p:nvSpPr>
          <p:spPr bwMode="auto">
            <a:xfrm>
              <a:off x="219" y="1953"/>
              <a:ext cx="228" cy="1"/>
            </a:xfrm>
            <a:custGeom>
              <a:avLst/>
              <a:gdLst>
                <a:gd name="T0" fmla="*/ 0 w 910"/>
                <a:gd name="T1" fmla="*/ 0 h 1"/>
                <a:gd name="T2" fmla="*/ 14 w 910"/>
                <a:gd name="T3" fmla="*/ 0 h 1"/>
                <a:gd name="T4" fmla="*/ 14 w 91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0" h="1">
                  <a:moveTo>
                    <a:pt x="0" y="0"/>
                  </a:moveTo>
                  <a:lnTo>
                    <a:pt x="909" y="0"/>
                  </a:lnTo>
                  <a:lnTo>
                    <a:pt x="910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2059" name="Group 27"/>
          <p:cNvGrpSpPr>
            <a:grpSpLocks/>
          </p:cNvGrpSpPr>
          <p:nvPr/>
        </p:nvGrpSpPr>
        <p:grpSpPr bwMode="auto">
          <a:xfrm>
            <a:off x="2941638" y="2009775"/>
            <a:ext cx="419100" cy="377825"/>
            <a:chOff x="1853" y="1266"/>
            <a:chExt cx="264" cy="238"/>
          </a:xfrm>
        </p:grpSpPr>
        <p:sp>
          <p:nvSpPr>
            <p:cNvPr id="8421" name="Rectangle 28"/>
            <p:cNvSpPr>
              <a:spLocks noChangeArrowheads="1"/>
            </p:cNvSpPr>
            <p:nvPr/>
          </p:nvSpPr>
          <p:spPr bwMode="auto">
            <a:xfrm>
              <a:off x="2019" y="1266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4000"/>
            </a:p>
          </p:txBody>
        </p:sp>
        <p:sp>
          <p:nvSpPr>
            <p:cNvPr id="8422" name="Freeform 29"/>
            <p:cNvSpPr>
              <a:spLocks/>
            </p:cNvSpPr>
            <p:nvPr/>
          </p:nvSpPr>
          <p:spPr bwMode="auto">
            <a:xfrm>
              <a:off x="1853" y="1503"/>
              <a:ext cx="227" cy="1"/>
            </a:xfrm>
            <a:custGeom>
              <a:avLst/>
              <a:gdLst>
                <a:gd name="T0" fmla="*/ 14 w 908"/>
                <a:gd name="T1" fmla="*/ 0 h 1"/>
                <a:gd name="T2" fmla="*/ 0 w 908"/>
                <a:gd name="T3" fmla="*/ 0 h 1"/>
                <a:gd name="T4" fmla="*/ 0 w 90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8" h="1">
                  <a:moveTo>
                    <a:pt x="908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2062" name="Group 30"/>
          <p:cNvGrpSpPr>
            <a:grpSpLocks/>
          </p:cNvGrpSpPr>
          <p:nvPr/>
        </p:nvGrpSpPr>
        <p:grpSpPr bwMode="auto">
          <a:xfrm>
            <a:off x="3509963" y="1912938"/>
            <a:ext cx="896937" cy="1484312"/>
            <a:chOff x="2211" y="1205"/>
            <a:chExt cx="565" cy="935"/>
          </a:xfrm>
        </p:grpSpPr>
        <p:sp>
          <p:nvSpPr>
            <p:cNvPr id="8407" name="Arc 31"/>
            <p:cNvSpPr>
              <a:spLocks/>
            </p:cNvSpPr>
            <p:nvPr/>
          </p:nvSpPr>
          <p:spPr bwMode="auto">
            <a:xfrm flipV="1">
              <a:off x="2329" y="1792"/>
              <a:ext cx="334" cy="167"/>
            </a:xfrm>
            <a:custGeom>
              <a:avLst/>
              <a:gdLst>
                <a:gd name="T0" fmla="*/ 0 w 43149"/>
                <a:gd name="T1" fmla="*/ 0 h 21600"/>
                <a:gd name="T2" fmla="*/ 0 w 43149"/>
                <a:gd name="T3" fmla="*/ 0 h 21600"/>
                <a:gd name="T4" fmla="*/ 0 w 4314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49" h="21600" fill="none" extrusionOk="0">
                  <a:moveTo>
                    <a:pt x="0" y="20113"/>
                  </a:moveTo>
                  <a:cubicBezTo>
                    <a:pt x="781" y="8787"/>
                    <a:pt x="10196" y="-1"/>
                    <a:pt x="21549" y="0"/>
                  </a:cubicBezTo>
                  <a:cubicBezTo>
                    <a:pt x="33478" y="0"/>
                    <a:pt x="43149" y="9670"/>
                    <a:pt x="43149" y="21600"/>
                  </a:cubicBezTo>
                </a:path>
                <a:path w="43149" h="21600" stroke="0" extrusionOk="0">
                  <a:moveTo>
                    <a:pt x="0" y="20113"/>
                  </a:moveTo>
                  <a:cubicBezTo>
                    <a:pt x="781" y="8787"/>
                    <a:pt x="10196" y="-1"/>
                    <a:pt x="21549" y="0"/>
                  </a:cubicBezTo>
                  <a:cubicBezTo>
                    <a:pt x="33478" y="0"/>
                    <a:pt x="43149" y="9670"/>
                    <a:pt x="43149" y="21600"/>
                  </a:cubicBezTo>
                  <a:lnTo>
                    <a:pt x="21549" y="21600"/>
                  </a:lnTo>
                  <a:lnTo>
                    <a:pt x="0" y="2011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8" name="Freeform 32"/>
            <p:cNvSpPr>
              <a:spLocks/>
            </p:cNvSpPr>
            <p:nvPr/>
          </p:nvSpPr>
          <p:spPr bwMode="auto">
            <a:xfrm>
              <a:off x="2414" y="1726"/>
              <a:ext cx="162" cy="162"/>
            </a:xfrm>
            <a:custGeom>
              <a:avLst/>
              <a:gdLst>
                <a:gd name="T0" fmla="*/ 10 w 650"/>
                <a:gd name="T1" fmla="*/ 5 h 649"/>
                <a:gd name="T2" fmla="*/ 8 w 650"/>
                <a:gd name="T3" fmla="*/ 1 h 649"/>
                <a:gd name="T4" fmla="*/ 5 w 650"/>
                <a:gd name="T5" fmla="*/ 0 h 649"/>
                <a:gd name="T6" fmla="*/ 1 w 650"/>
                <a:gd name="T7" fmla="*/ 1 h 649"/>
                <a:gd name="T8" fmla="*/ 0 w 650"/>
                <a:gd name="T9" fmla="*/ 5 h 649"/>
                <a:gd name="T10" fmla="*/ 1 w 650"/>
                <a:gd name="T11" fmla="*/ 8 h 649"/>
                <a:gd name="T12" fmla="*/ 5 w 650"/>
                <a:gd name="T13" fmla="*/ 10 h 649"/>
                <a:gd name="T14" fmla="*/ 8 w 650"/>
                <a:gd name="T15" fmla="*/ 8 h 649"/>
                <a:gd name="T16" fmla="*/ 10 w 650"/>
                <a:gd name="T17" fmla="*/ 5 h 649"/>
                <a:gd name="T18" fmla="*/ 10 w 650"/>
                <a:gd name="T19" fmla="*/ 5 h 6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0" h="649">
                  <a:moveTo>
                    <a:pt x="648" y="324"/>
                  </a:moveTo>
                  <a:lnTo>
                    <a:pt x="554" y="95"/>
                  </a:lnTo>
                  <a:lnTo>
                    <a:pt x="325" y="0"/>
                  </a:lnTo>
                  <a:lnTo>
                    <a:pt x="96" y="95"/>
                  </a:lnTo>
                  <a:lnTo>
                    <a:pt x="0" y="324"/>
                  </a:lnTo>
                  <a:lnTo>
                    <a:pt x="96" y="554"/>
                  </a:lnTo>
                  <a:lnTo>
                    <a:pt x="325" y="649"/>
                  </a:lnTo>
                  <a:lnTo>
                    <a:pt x="554" y="554"/>
                  </a:lnTo>
                  <a:lnTo>
                    <a:pt x="648" y="324"/>
                  </a:lnTo>
                  <a:lnTo>
                    <a:pt x="650" y="324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" name="Freeform 33"/>
            <p:cNvSpPr>
              <a:spLocks/>
            </p:cNvSpPr>
            <p:nvPr/>
          </p:nvSpPr>
          <p:spPr bwMode="auto">
            <a:xfrm>
              <a:off x="2211" y="1528"/>
              <a:ext cx="564" cy="1"/>
            </a:xfrm>
            <a:custGeom>
              <a:avLst/>
              <a:gdLst>
                <a:gd name="T0" fmla="*/ 35 w 2258"/>
                <a:gd name="T1" fmla="*/ 0 h 1"/>
                <a:gd name="T2" fmla="*/ 0 w 2258"/>
                <a:gd name="T3" fmla="*/ 0 h 1"/>
                <a:gd name="T4" fmla="*/ 0 w 225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58" h="1">
                  <a:moveTo>
                    <a:pt x="225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" name="Freeform 34"/>
            <p:cNvSpPr>
              <a:spLocks/>
            </p:cNvSpPr>
            <p:nvPr/>
          </p:nvSpPr>
          <p:spPr bwMode="auto">
            <a:xfrm>
              <a:off x="2266" y="1807"/>
              <a:ext cx="465" cy="1"/>
            </a:xfrm>
            <a:custGeom>
              <a:avLst/>
              <a:gdLst>
                <a:gd name="T0" fmla="*/ 0 w 465"/>
                <a:gd name="T1" fmla="*/ 0 h 1"/>
                <a:gd name="T2" fmla="*/ 465 w 465"/>
                <a:gd name="T3" fmla="*/ 0 h 1"/>
                <a:gd name="T4" fmla="*/ 442 w 46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5" h="1">
                  <a:moveTo>
                    <a:pt x="0" y="0"/>
                  </a:moveTo>
                  <a:lnTo>
                    <a:pt x="465" y="0"/>
                  </a:lnTo>
                  <a:lnTo>
                    <a:pt x="44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" name="Freeform 35"/>
            <p:cNvSpPr>
              <a:spLocks/>
            </p:cNvSpPr>
            <p:nvPr/>
          </p:nvSpPr>
          <p:spPr bwMode="auto">
            <a:xfrm>
              <a:off x="2657" y="1690"/>
              <a:ext cx="91" cy="1"/>
            </a:xfrm>
            <a:custGeom>
              <a:avLst/>
              <a:gdLst>
                <a:gd name="T0" fmla="*/ 6 w 362"/>
                <a:gd name="T1" fmla="*/ 0 h 1"/>
                <a:gd name="T2" fmla="*/ 0 w 362"/>
                <a:gd name="T3" fmla="*/ 0 h 1"/>
                <a:gd name="T4" fmla="*/ 0 w 36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2" h="1">
                  <a:moveTo>
                    <a:pt x="36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" name="Freeform 36"/>
            <p:cNvSpPr>
              <a:spLocks/>
            </p:cNvSpPr>
            <p:nvPr/>
          </p:nvSpPr>
          <p:spPr bwMode="auto">
            <a:xfrm>
              <a:off x="2657" y="1690"/>
              <a:ext cx="1" cy="117"/>
            </a:xfrm>
            <a:custGeom>
              <a:avLst/>
              <a:gdLst>
                <a:gd name="T0" fmla="*/ 0 w 1"/>
                <a:gd name="T1" fmla="*/ 7 h 466"/>
                <a:gd name="T2" fmla="*/ 0 w 1"/>
                <a:gd name="T3" fmla="*/ 0 h 466"/>
                <a:gd name="T4" fmla="*/ 1 w 1"/>
                <a:gd name="T5" fmla="*/ 0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" name="Freeform 37"/>
            <p:cNvSpPr>
              <a:spLocks/>
            </p:cNvSpPr>
            <p:nvPr/>
          </p:nvSpPr>
          <p:spPr bwMode="auto">
            <a:xfrm>
              <a:off x="2333" y="1690"/>
              <a:ext cx="1" cy="117"/>
            </a:xfrm>
            <a:custGeom>
              <a:avLst/>
              <a:gdLst>
                <a:gd name="T0" fmla="*/ 0 w 1"/>
                <a:gd name="T1" fmla="*/ 7 h 466"/>
                <a:gd name="T2" fmla="*/ 0 w 1"/>
                <a:gd name="T3" fmla="*/ 0 h 466"/>
                <a:gd name="T4" fmla="*/ 1 w 1"/>
                <a:gd name="T5" fmla="*/ 0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" name="Freeform 38"/>
            <p:cNvSpPr>
              <a:spLocks/>
            </p:cNvSpPr>
            <p:nvPr/>
          </p:nvSpPr>
          <p:spPr bwMode="auto">
            <a:xfrm>
              <a:off x="2218" y="1690"/>
              <a:ext cx="115" cy="1"/>
            </a:xfrm>
            <a:custGeom>
              <a:avLst/>
              <a:gdLst>
                <a:gd name="T0" fmla="*/ 7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" name="Freeform 39"/>
            <p:cNvSpPr>
              <a:spLocks/>
            </p:cNvSpPr>
            <p:nvPr/>
          </p:nvSpPr>
          <p:spPr bwMode="auto">
            <a:xfrm>
              <a:off x="2211" y="1528"/>
              <a:ext cx="565" cy="519"/>
            </a:xfrm>
            <a:custGeom>
              <a:avLst/>
              <a:gdLst>
                <a:gd name="T0" fmla="*/ 0 w 565"/>
                <a:gd name="T1" fmla="*/ 0 h 519"/>
                <a:gd name="T2" fmla="*/ 8 w 565"/>
                <a:gd name="T3" fmla="*/ 223 h 519"/>
                <a:gd name="T4" fmla="*/ 48 w 565"/>
                <a:gd name="T5" fmla="*/ 359 h 519"/>
                <a:gd name="T6" fmla="*/ 124 w 565"/>
                <a:gd name="T7" fmla="*/ 462 h 519"/>
                <a:gd name="T8" fmla="*/ 195 w 565"/>
                <a:gd name="T9" fmla="*/ 509 h 519"/>
                <a:gd name="T10" fmla="*/ 277 w 565"/>
                <a:gd name="T11" fmla="*/ 519 h 519"/>
                <a:gd name="T12" fmla="*/ 376 w 565"/>
                <a:gd name="T13" fmla="*/ 511 h 519"/>
                <a:gd name="T14" fmla="*/ 448 w 565"/>
                <a:gd name="T15" fmla="*/ 471 h 519"/>
                <a:gd name="T16" fmla="*/ 494 w 565"/>
                <a:gd name="T17" fmla="*/ 408 h 519"/>
                <a:gd name="T18" fmla="*/ 528 w 565"/>
                <a:gd name="T19" fmla="*/ 351 h 519"/>
                <a:gd name="T20" fmla="*/ 548 w 565"/>
                <a:gd name="T21" fmla="*/ 290 h 519"/>
                <a:gd name="T22" fmla="*/ 552 w 565"/>
                <a:gd name="T23" fmla="*/ 231 h 519"/>
                <a:gd name="T24" fmla="*/ 536 w 565"/>
                <a:gd name="T25" fmla="*/ 165 h 519"/>
                <a:gd name="T26" fmla="*/ 560 w 565"/>
                <a:gd name="T27" fmla="*/ 83 h 519"/>
                <a:gd name="T28" fmla="*/ 565 w 565"/>
                <a:gd name="T29" fmla="*/ 0 h 519"/>
                <a:gd name="T30" fmla="*/ 565 w 565"/>
                <a:gd name="T31" fmla="*/ 0 h 5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5" h="519">
                  <a:moveTo>
                    <a:pt x="0" y="0"/>
                  </a:moveTo>
                  <a:lnTo>
                    <a:pt x="8" y="223"/>
                  </a:lnTo>
                  <a:lnTo>
                    <a:pt x="48" y="359"/>
                  </a:lnTo>
                  <a:lnTo>
                    <a:pt x="124" y="462"/>
                  </a:lnTo>
                  <a:lnTo>
                    <a:pt x="195" y="509"/>
                  </a:lnTo>
                  <a:lnTo>
                    <a:pt x="277" y="519"/>
                  </a:lnTo>
                  <a:lnTo>
                    <a:pt x="376" y="511"/>
                  </a:lnTo>
                  <a:lnTo>
                    <a:pt x="448" y="471"/>
                  </a:lnTo>
                  <a:lnTo>
                    <a:pt x="494" y="408"/>
                  </a:lnTo>
                  <a:lnTo>
                    <a:pt x="528" y="351"/>
                  </a:lnTo>
                  <a:lnTo>
                    <a:pt x="548" y="290"/>
                  </a:lnTo>
                  <a:lnTo>
                    <a:pt x="552" y="231"/>
                  </a:lnTo>
                  <a:lnTo>
                    <a:pt x="536" y="165"/>
                  </a:lnTo>
                  <a:lnTo>
                    <a:pt x="560" y="83"/>
                  </a:lnTo>
                  <a:lnTo>
                    <a:pt x="565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" name="Rectangle 40"/>
            <p:cNvSpPr>
              <a:spLocks noChangeArrowheads="1"/>
            </p:cNvSpPr>
            <p:nvPr/>
          </p:nvSpPr>
          <p:spPr bwMode="auto">
            <a:xfrm>
              <a:off x="2454" y="1205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4000"/>
            </a:p>
          </p:txBody>
        </p:sp>
        <p:grpSp>
          <p:nvGrpSpPr>
            <p:cNvPr id="8417" name="Group 41"/>
            <p:cNvGrpSpPr>
              <a:grpSpLocks/>
            </p:cNvGrpSpPr>
            <p:nvPr/>
          </p:nvGrpSpPr>
          <p:grpSpPr bwMode="auto">
            <a:xfrm>
              <a:off x="2495" y="1431"/>
              <a:ext cx="1" cy="709"/>
              <a:chOff x="3580" y="1312"/>
              <a:chExt cx="1" cy="709"/>
            </a:xfrm>
          </p:grpSpPr>
          <p:sp>
            <p:nvSpPr>
              <p:cNvPr id="8418" name="Freeform 42"/>
              <p:cNvSpPr>
                <a:spLocks/>
              </p:cNvSpPr>
              <p:nvPr/>
            </p:nvSpPr>
            <p:spPr bwMode="auto">
              <a:xfrm>
                <a:off x="3580" y="1312"/>
                <a:ext cx="1" cy="168"/>
              </a:xfrm>
              <a:custGeom>
                <a:avLst/>
                <a:gdLst>
                  <a:gd name="T0" fmla="*/ 0 w 1"/>
                  <a:gd name="T1" fmla="*/ 0 h 674"/>
                  <a:gd name="T2" fmla="*/ 0 w 1"/>
                  <a:gd name="T3" fmla="*/ 10 h 674"/>
                  <a:gd name="T4" fmla="*/ 1 w 1"/>
                  <a:gd name="T5" fmla="*/ 10 h 6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674">
                    <a:moveTo>
                      <a:pt x="0" y="0"/>
                    </a:moveTo>
                    <a:lnTo>
                      <a:pt x="0" y="674"/>
                    </a:lnTo>
                    <a:lnTo>
                      <a:pt x="1" y="67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19" name="Freeform 43"/>
              <p:cNvSpPr>
                <a:spLocks/>
              </p:cNvSpPr>
              <p:nvPr/>
            </p:nvSpPr>
            <p:spPr bwMode="auto">
              <a:xfrm>
                <a:off x="3580" y="1562"/>
                <a:ext cx="1" cy="459"/>
              </a:xfrm>
              <a:custGeom>
                <a:avLst/>
                <a:gdLst>
                  <a:gd name="T0" fmla="*/ 0 w 1"/>
                  <a:gd name="T1" fmla="*/ 0 h 1837"/>
                  <a:gd name="T2" fmla="*/ 0 w 1"/>
                  <a:gd name="T3" fmla="*/ 29 h 1837"/>
                  <a:gd name="T4" fmla="*/ 1 w 1"/>
                  <a:gd name="T5" fmla="*/ 29 h 18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37">
                    <a:moveTo>
                      <a:pt x="0" y="0"/>
                    </a:moveTo>
                    <a:lnTo>
                      <a:pt x="0" y="1837"/>
                    </a:lnTo>
                    <a:lnTo>
                      <a:pt x="1" y="183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0" name="Freeform 44"/>
              <p:cNvSpPr>
                <a:spLocks/>
              </p:cNvSpPr>
              <p:nvPr/>
            </p:nvSpPr>
            <p:spPr bwMode="auto">
              <a:xfrm>
                <a:off x="3580" y="1510"/>
                <a:ext cx="1" cy="22"/>
              </a:xfrm>
              <a:custGeom>
                <a:avLst/>
                <a:gdLst>
                  <a:gd name="T0" fmla="*/ 0 w 1"/>
                  <a:gd name="T1" fmla="*/ 0 h 88"/>
                  <a:gd name="T2" fmla="*/ 0 w 1"/>
                  <a:gd name="T3" fmla="*/ 2 h 88"/>
                  <a:gd name="T4" fmla="*/ 1 w 1"/>
                  <a:gd name="T5" fmla="*/ 2 h 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88">
                    <a:moveTo>
                      <a:pt x="0" y="0"/>
                    </a:moveTo>
                    <a:lnTo>
                      <a:pt x="0" y="88"/>
                    </a:lnTo>
                    <a:lnTo>
                      <a:pt x="1" y="8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72077" name="Group 45"/>
          <p:cNvGrpSpPr>
            <a:grpSpLocks/>
          </p:cNvGrpSpPr>
          <p:nvPr/>
        </p:nvGrpSpPr>
        <p:grpSpPr bwMode="auto">
          <a:xfrm>
            <a:off x="3211513" y="4146550"/>
            <a:ext cx="1495425" cy="1323975"/>
            <a:chOff x="2023" y="2612"/>
            <a:chExt cx="942" cy="834"/>
          </a:xfrm>
        </p:grpSpPr>
        <p:sp>
          <p:nvSpPr>
            <p:cNvPr id="8380" name="Arc 46"/>
            <p:cNvSpPr>
              <a:spLocks/>
            </p:cNvSpPr>
            <p:nvPr/>
          </p:nvSpPr>
          <p:spPr bwMode="auto">
            <a:xfrm flipV="1">
              <a:off x="2382" y="3132"/>
              <a:ext cx="224" cy="249"/>
            </a:xfrm>
            <a:custGeom>
              <a:avLst/>
              <a:gdLst>
                <a:gd name="T0" fmla="*/ 0 w 19926"/>
                <a:gd name="T1" fmla="*/ 0 h 21600"/>
                <a:gd name="T2" fmla="*/ 0 w 19926"/>
                <a:gd name="T3" fmla="*/ 0 h 21600"/>
                <a:gd name="T4" fmla="*/ 0 w 199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926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</a:path>
                <a:path w="19926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  <a:lnTo>
                    <a:pt x="10436" y="21600"/>
                  </a:lnTo>
                  <a:lnTo>
                    <a:pt x="0" y="268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81" name="Arc 47"/>
            <p:cNvSpPr>
              <a:spLocks/>
            </p:cNvSpPr>
            <p:nvPr/>
          </p:nvSpPr>
          <p:spPr bwMode="auto">
            <a:xfrm>
              <a:off x="2779" y="3037"/>
              <a:ext cx="119" cy="226"/>
            </a:xfrm>
            <a:custGeom>
              <a:avLst/>
              <a:gdLst>
                <a:gd name="T0" fmla="*/ 0 w 21600"/>
                <a:gd name="T1" fmla="*/ 0 h 41819"/>
                <a:gd name="T2" fmla="*/ 0 w 21600"/>
                <a:gd name="T3" fmla="*/ 0 h 41819"/>
                <a:gd name="T4" fmla="*/ 0 w 21600"/>
                <a:gd name="T5" fmla="*/ 0 h 418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1819" fill="none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</a:path>
                <a:path w="21600" h="41819" stroke="0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  <a:lnTo>
                    <a:pt x="0" y="20671"/>
                  </a:lnTo>
                  <a:lnTo>
                    <a:pt x="6267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82" name="Oval 48"/>
            <p:cNvSpPr>
              <a:spLocks noChangeArrowheads="1"/>
            </p:cNvSpPr>
            <p:nvPr/>
          </p:nvSpPr>
          <p:spPr bwMode="auto">
            <a:xfrm>
              <a:off x="2159" y="3094"/>
              <a:ext cx="113" cy="11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383" name="Oval 49"/>
            <p:cNvSpPr>
              <a:spLocks noChangeArrowheads="1"/>
            </p:cNvSpPr>
            <p:nvPr/>
          </p:nvSpPr>
          <p:spPr bwMode="auto">
            <a:xfrm>
              <a:off x="2340" y="2994"/>
              <a:ext cx="315" cy="30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384" name="Oval 50"/>
            <p:cNvSpPr>
              <a:spLocks noChangeArrowheads="1"/>
            </p:cNvSpPr>
            <p:nvPr/>
          </p:nvSpPr>
          <p:spPr bwMode="auto">
            <a:xfrm>
              <a:off x="2420" y="3074"/>
              <a:ext cx="156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385" name="Freeform 51"/>
            <p:cNvSpPr>
              <a:spLocks/>
            </p:cNvSpPr>
            <p:nvPr/>
          </p:nvSpPr>
          <p:spPr bwMode="auto">
            <a:xfrm>
              <a:off x="2218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12 h 788"/>
                <a:gd name="T4" fmla="*/ 1 w 1"/>
                <a:gd name="T5" fmla="*/ 12 h 7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86" name="Rectangle 52"/>
            <p:cNvSpPr>
              <a:spLocks noChangeArrowheads="1"/>
            </p:cNvSpPr>
            <p:nvPr/>
          </p:nvSpPr>
          <p:spPr bwMode="auto">
            <a:xfrm>
              <a:off x="2461" y="2612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B</a:t>
              </a:r>
              <a:endParaRPr lang="en-US" altLang="zh-CN" sz="4000"/>
            </a:p>
          </p:txBody>
        </p:sp>
        <p:grpSp>
          <p:nvGrpSpPr>
            <p:cNvPr id="8387" name="Group 53"/>
            <p:cNvGrpSpPr>
              <a:grpSpLocks/>
            </p:cNvGrpSpPr>
            <p:nvPr/>
          </p:nvGrpSpPr>
          <p:grpSpPr bwMode="auto">
            <a:xfrm>
              <a:off x="2023" y="3146"/>
              <a:ext cx="942" cy="1"/>
              <a:chOff x="3108" y="3027"/>
              <a:chExt cx="942" cy="1"/>
            </a:xfrm>
          </p:grpSpPr>
          <p:sp>
            <p:nvSpPr>
              <p:cNvPr id="8401" name="Freeform 54"/>
              <p:cNvSpPr>
                <a:spLocks/>
              </p:cNvSpPr>
              <p:nvPr/>
            </p:nvSpPr>
            <p:spPr bwMode="auto">
              <a:xfrm>
                <a:off x="3108" y="3027"/>
                <a:ext cx="255" cy="1"/>
              </a:xfrm>
              <a:custGeom>
                <a:avLst/>
                <a:gdLst>
                  <a:gd name="T0" fmla="*/ 0 w 1019"/>
                  <a:gd name="T1" fmla="*/ 0 h 1"/>
                  <a:gd name="T2" fmla="*/ 16 w 1019"/>
                  <a:gd name="T3" fmla="*/ 0 h 1"/>
                  <a:gd name="T4" fmla="*/ 16 w 101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19" h="1">
                    <a:moveTo>
                      <a:pt x="0" y="0"/>
                    </a:moveTo>
                    <a:lnTo>
                      <a:pt x="1018" y="0"/>
                    </a:lnTo>
                    <a:lnTo>
                      <a:pt x="101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2" name="Line 55"/>
              <p:cNvSpPr>
                <a:spLocks noChangeShapeType="1"/>
              </p:cNvSpPr>
              <p:nvPr/>
            </p:nvSpPr>
            <p:spPr bwMode="auto">
              <a:xfrm>
                <a:off x="3742" y="3027"/>
                <a:ext cx="1" cy="1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3" name="Freeform 56"/>
              <p:cNvSpPr>
                <a:spLocks/>
              </p:cNvSpPr>
              <p:nvPr/>
            </p:nvSpPr>
            <p:spPr bwMode="auto">
              <a:xfrm>
                <a:off x="3384" y="3027"/>
                <a:ext cx="9" cy="1"/>
              </a:xfrm>
              <a:custGeom>
                <a:avLst/>
                <a:gdLst>
                  <a:gd name="T0" fmla="*/ 0 w 35"/>
                  <a:gd name="T1" fmla="*/ 0 h 1"/>
                  <a:gd name="T2" fmla="*/ 1 w 35"/>
                  <a:gd name="T3" fmla="*/ 0 h 1"/>
                  <a:gd name="T4" fmla="*/ 1 w 3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4" name="Freeform 57"/>
              <p:cNvSpPr>
                <a:spLocks/>
              </p:cNvSpPr>
              <p:nvPr/>
            </p:nvSpPr>
            <p:spPr bwMode="auto">
              <a:xfrm>
                <a:off x="3409" y="3027"/>
                <a:ext cx="356" cy="1"/>
              </a:xfrm>
              <a:custGeom>
                <a:avLst/>
                <a:gdLst>
                  <a:gd name="T0" fmla="*/ 0 w 1421"/>
                  <a:gd name="T1" fmla="*/ 0 h 1"/>
                  <a:gd name="T2" fmla="*/ 22 w 1421"/>
                  <a:gd name="T3" fmla="*/ 0 h 1"/>
                  <a:gd name="T4" fmla="*/ 22 w 142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21" h="1">
                    <a:moveTo>
                      <a:pt x="0" y="0"/>
                    </a:moveTo>
                    <a:lnTo>
                      <a:pt x="1420" y="0"/>
                    </a:lnTo>
                    <a:lnTo>
                      <a:pt x="142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5" name="Freeform 58"/>
              <p:cNvSpPr>
                <a:spLocks/>
              </p:cNvSpPr>
              <p:nvPr/>
            </p:nvSpPr>
            <p:spPr bwMode="auto">
              <a:xfrm>
                <a:off x="3786" y="3027"/>
                <a:ext cx="12" cy="1"/>
              </a:xfrm>
              <a:custGeom>
                <a:avLst/>
                <a:gdLst>
                  <a:gd name="T0" fmla="*/ 0 w 52"/>
                  <a:gd name="T1" fmla="*/ 0 h 1"/>
                  <a:gd name="T2" fmla="*/ 1 w 52"/>
                  <a:gd name="T3" fmla="*/ 0 h 1"/>
                  <a:gd name="T4" fmla="*/ 1 w 5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1">
                    <a:moveTo>
                      <a:pt x="0" y="0"/>
                    </a:moveTo>
                    <a:lnTo>
                      <a:pt x="51" y="0"/>
                    </a:lnTo>
                    <a:lnTo>
                      <a:pt x="5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6" name="Freeform 59"/>
              <p:cNvSpPr>
                <a:spLocks/>
              </p:cNvSpPr>
              <p:nvPr/>
            </p:nvSpPr>
            <p:spPr bwMode="auto">
              <a:xfrm>
                <a:off x="3819" y="3027"/>
                <a:ext cx="231" cy="1"/>
              </a:xfrm>
              <a:custGeom>
                <a:avLst/>
                <a:gdLst>
                  <a:gd name="T0" fmla="*/ 0 w 923"/>
                  <a:gd name="T1" fmla="*/ 0 h 1"/>
                  <a:gd name="T2" fmla="*/ 15 w 923"/>
                  <a:gd name="T3" fmla="*/ 0 h 1"/>
                  <a:gd name="T4" fmla="*/ 15 w 92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3" h="1">
                    <a:moveTo>
                      <a:pt x="0" y="0"/>
                    </a:moveTo>
                    <a:lnTo>
                      <a:pt x="922" y="0"/>
                    </a:lnTo>
                    <a:lnTo>
                      <a:pt x="923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388" name="Group 60"/>
            <p:cNvGrpSpPr>
              <a:grpSpLocks/>
            </p:cNvGrpSpPr>
            <p:nvPr/>
          </p:nvGrpSpPr>
          <p:grpSpPr bwMode="auto">
            <a:xfrm>
              <a:off x="2495" y="2847"/>
              <a:ext cx="1" cy="599"/>
              <a:chOff x="3580" y="2728"/>
              <a:chExt cx="1" cy="599"/>
            </a:xfrm>
          </p:grpSpPr>
          <p:sp>
            <p:nvSpPr>
              <p:cNvPr id="8398" name="Freeform 61"/>
              <p:cNvSpPr>
                <a:spLocks/>
              </p:cNvSpPr>
              <p:nvPr/>
            </p:nvSpPr>
            <p:spPr bwMode="auto">
              <a:xfrm>
                <a:off x="3580" y="2728"/>
                <a:ext cx="1" cy="148"/>
              </a:xfrm>
              <a:custGeom>
                <a:avLst/>
                <a:gdLst>
                  <a:gd name="T0" fmla="*/ 0 w 1"/>
                  <a:gd name="T1" fmla="*/ 0 h 595"/>
                  <a:gd name="T2" fmla="*/ 0 w 1"/>
                  <a:gd name="T3" fmla="*/ 9 h 595"/>
                  <a:gd name="T4" fmla="*/ 1 w 1"/>
                  <a:gd name="T5" fmla="*/ 9 h 59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95">
                    <a:moveTo>
                      <a:pt x="0" y="0"/>
                    </a:moveTo>
                    <a:lnTo>
                      <a:pt x="0" y="595"/>
                    </a:lnTo>
                    <a:lnTo>
                      <a:pt x="1" y="595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" name="Freeform 62"/>
              <p:cNvSpPr>
                <a:spLocks/>
              </p:cNvSpPr>
              <p:nvPr/>
            </p:nvSpPr>
            <p:spPr bwMode="auto">
              <a:xfrm>
                <a:off x="3580" y="2927"/>
                <a:ext cx="1" cy="400"/>
              </a:xfrm>
              <a:custGeom>
                <a:avLst/>
                <a:gdLst>
                  <a:gd name="T0" fmla="*/ 0 w 1"/>
                  <a:gd name="T1" fmla="*/ 0 h 1601"/>
                  <a:gd name="T2" fmla="*/ 0 w 1"/>
                  <a:gd name="T3" fmla="*/ 25 h 1601"/>
                  <a:gd name="T4" fmla="*/ 1 w 1"/>
                  <a:gd name="T5" fmla="*/ 25 h 16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601">
                    <a:moveTo>
                      <a:pt x="0" y="0"/>
                    </a:moveTo>
                    <a:lnTo>
                      <a:pt x="0" y="1601"/>
                    </a:lnTo>
                    <a:lnTo>
                      <a:pt x="1" y="1601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0" name="Freeform 63"/>
              <p:cNvSpPr>
                <a:spLocks/>
              </p:cNvSpPr>
              <p:nvPr/>
            </p:nvSpPr>
            <p:spPr bwMode="auto">
              <a:xfrm>
                <a:off x="3580" y="2900"/>
                <a:ext cx="1" cy="8"/>
              </a:xfrm>
              <a:custGeom>
                <a:avLst/>
                <a:gdLst>
                  <a:gd name="T0" fmla="*/ 0 w 1"/>
                  <a:gd name="T1" fmla="*/ 0 h 33"/>
                  <a:gd name="T2" fmla="*/ 0 w 1"/>
                  <a:gd name="T3" fmla="*/ 0 h 33"/>
                  <a:gd name="T4" fmla="*/ 1 w 1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3">
                    <a:moveTo>
                      <a:pt x="0" y="0"/>
                    </a:moveTo>
                    <a:lnTo>
                      <a:pt x="0" y="33"/>
                    </a:lnTo>
                    <a:lnTo>
                      <a:pt x="1" y="33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89" name="Freeform 64"/>
            <p:cNvSpPr>
              <a:spLocks/>
            </p:cNvSpPr>
            <p:nvPr/>
          </p:nvSpPr>
          <p:spPr bwMode="auto">
            <a:xfrm>
              <a:off x="2772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12 h 788"/>
                <a:gd name="T4" fmla="*/ 1 w 1"/>
                <a:gd name="T5" fmla="*/ 12 h 7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0" name="Freeform 65"/>
            <p:cNvSpPr>
              <a:spLocks/>
            </p:cNvSpPr>
            <p:nvPr/>
          </p:nvSpPr>
          <p:spPr bwMode="auto">
            <a:xfrm>
              <a:off x="2400" y="2910"/>
              <a:ext cx="190" cy="20"/>
            </a:xfrm>
            <a:custGeom>
              <a:avLst/>
              <a:gdLst>
                <a:gd name="T0" fmla="*/ 12 w 759"/>
                <a:gd name="T1" fmla="*/ 1 h 80"/>
                <a:gd name="T2" fmla="*/ 6 w 759"/>
                <a:gd name="T3" fmla="*/ 0 h 80"/>
                <a:gd name="T4" fmla="*/ 0 w 759"/>
                <a:gd name="T5" fmla="*/ 1 h 80"/>
                <a:gd name="T6" fmla="*/ 0 w 759"/>
                <a:gd name="T7" fmla="*/ 1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9" h="80">
                  <a:moveTo>
                    <a:pt x="759" y="80"/>
                  </a:moveTo>
                  <a:lnTo>
                    <a:pt x="380" y="0"/>
                  </a:lnTo>
                  <a:lnTo>
                    <a:pt x="0" y="80"/>
                  </a:lnTo>
                  <a:lnTo>
                    <a:pt x="1" y="8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1" name="Freeform 66"/>
            <p:cNvSpPr>
              <a:spLocks/>
            </p:cNvSpPr>
            <p:nvPr/>
          </p:nvSpPr>
          <p:spPr bwMode="auto">
            <a:xfrm>
              <a:off x="2155" y="2930"/>
              <a:ext cx="245" cy="111"/>
            </a:xfrm>
            <a:custGeom>
              <a:avLst/>
              <a:gdLst>
                <a:gd name="T0" fmla="*/ 0 w 245"/>
                <a:gd name="T1" fmla="*/ 111 h 111"/>
                <a:gd name="T2" fmla="*/ 245 w 245"/>
                <a:gd name="T3" fmla="*/ 0 h 111"/>
                <a:gd name="T4" fmla="*/ 245 w 245"/>
                <a:gd name="T5" fmla="*/ 0 h 1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" h="111">
                  <a:moveTo>
                    <a:pt x="0" y="111"/>
                  </a:moveTo>
                  <a:lnTo>
                    <a:pt x="245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2" name="Freeform 67"/>
            <p:cNvSpPr>
              <a:spLocks/>
            </p:cNvSpPr>
            <p:nvPr/>
          </p:nvSpPr>
          <p:spPr bwMode="auto">
            <a:xfrm>
              <a:off x="2590" y="2930"/>
              <a:ext cx="232" cy="103"/>
            </a:xfrm>
            <a:custGeom>
              <a:avLst/>
              <a:gdLst>
                <a:gd name="T0" fmla="*/ 15 w 927"/>
                <a:gd name="T1" fmla="*/ 7 h 410"/>
                <a:gd name="T2" fmla="*/ 0 w 927"/>
                <a:gd name="T3" fmla="*/ 0 h 410"/>
                <a:gd name="T4" fmla="*/ 0 w 927"/>
                <a:gd name="T5" fmla="*/ 0 h 4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7" h="410">
                  <a:moveTo>
                    <a:pt x="927" y="41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3" name="Freeform 68"/>
            <p:cNvSpPr>
              <a:spLocks/>
            </p:cNvSpPr>
            <p:nvPr/>
          </p:nvSpPr>
          <p:spPr bwMode="auto">
            <a:xfrm>
              <a:off x="2168" y="3259"/>
              <a:ext cx="232" cy="102"/>
            </a:xfrm>
            <a:custGeom>
              <a:avLst/>
              <a:gdLst>
                <a:gd name="T0" fmla="*/ 0 w 928"/>
                <a:gd name="T1" fmla="*/ 0 h 409"/>
                <a:gd name="T2" fmla="*/ 15 w 928"/>
                <a:gd name="T3" fmla="*/ 6 h 409"/>
                <a:gd name="T4" fmla="*/ 15 w 928"/>
                <a:gd name="T5" fmla="*/ 6 h 4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8" h="409">
                  <a:moveTo>
                    <a:pt x="0" y="0"/>
                  </a:moveTo>
                  <a:lnTo>
                    <a:pt x="927" y="409"/>
                  </a:lnTo>
                  <a:lnTo>
                    <a:pt x="928" y="409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4" name="Freeform 69"/>
            <p:cNvSpPr>
              <a:spLocks/>
            </p:cNvSpPr>
            <p:nvPr/>
          </p:nvSpPr>
          <p:spPr bwMode="auto">
            <a:xfrm>
              <a:off x="2590" y="3265"/>
              <a:ext cx="232" cy="102"/>
            </a:xfrm>
            <a:custGeom>
              <a:avLst/>
              <a:gdLst>
                <a:gd name="T0" fmla="*/ 232 w 232"/>
                <a:gd name="T1" fmla="*/ 0 h 102"/>
                <a:gd name="T2" fmla="*/ 3 w 232"/>
                <a:gd name="T3" fmla="*/ 100 h 102"/>
                <a:gd name="T4" fmla="*/ 0 w 232"/>
                <a:gd name="T5" fmla="*/ 102 h 1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2" h="102">
                  <a:moveTo>
                    <a:pt x="232" y="0"/>
                  </a:moveTo>
                  <a:lnTo>
                    <a:pt x="3" y="100"/>
                  </a:lnTo>
                  <a:lnTo>
                    <a:pt x="0" y="102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5" name="Arc 70"/>
            <p:cNvSpPr>
              <a:spLocks/>
            </p:cNvSpPr>
            <p:nvPr/>
          </p:nvSpPr>
          <p:spPr bwMode="auto">
            <a:xfrm>
              <a:off x="2382" y="2910"/>
              <a:ext cx="236" cy="249"/>
            </a:xfrm>
            <a:custGeom>
              <a:avLst/>
              <a:gdLst>
                <a:gd name="T0" fmla="*/ 0 w 21031"/>
                <a:gd name="T1" fmla="*/ 0 h 21600"/>
                <a:gd name="T2" fmla="*/ 0 w 21031"/>
                <a:gd name="T3" fmla="*/ 0 h 21600"/>
                <a:gd name="T4" fmla="*/ 0 w 2103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031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</a:path>
                <a:path w="21031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  <a:lnTo>
                    <a:pt x="10436" y="21600"/>
                  </a:lnTo>
                  <a:lnTo>
                    <a:pt x="0" y="268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6" name="Arc 71"/>
            <p:cNvSpPr>
              <a:spLocks/>
            </p:cNvSpPr>
            <p:nvPr/>
          </p:nvSpPr>
          <p:spPr bwMode="auto">
            <a:xfrm flipH="1">
              <a:off x="2092" y="3038"/>
              <a:ext cx="119" cy="223"/>
            </a:xfrm>
            <a:custGeom>
              <a:avLst/>
              <a:gdLst>
                <a:gd name="T0" fmla="*/ 0 w 21600"/>
                <a:gd name="T1" fmla="*/ 0 h 41317"/>
                <a:gd name="T2" fmla="*/ 0 w 21600"/>
                <a:gd name="T3" fmla="*/ 0 h 41317"/>
                <a:gd name="T4" fmla="*/ 0 w 21600"/>
                <a:gd name="T5" fmla="*/ 0 h 413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1317" fill="none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</a:path>
                <a:path w="21600" h="41317" stroke="0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  <a:lnTo>
                    <a:pt x="0" y="20169"/>
                  </a:lnTo>
                  <a:lnTo>
                    <a:pt x="7731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7" name="Oval 72"/>
            <p:cNvSpPr>
              <a:spLocks noChangeArrowheads="1"/>
            </p:cNvSpPr>
            <p:nvPr/>
          </p:nvSpPr>
          <p:spPr bwMode="auto">
            <a:xfrm>
              <a:off x="2719" y="3094"/>
              <a:ext cx="113" cy="11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172105" name="Group 73"/>
          <p:cNvGrpSpPr>
            <a:grpSpLocks/>
          </p:cNvGrpSpPr>
          <p:nvPr/>
        </p:nvGrpSpPr>
        <p:grpSpPr bwMode="auto">
          <a:xfrm>
            <a:off x="804863" y="1770063"/>
            <a:ext cx="2047875" cy="4276725"/>
            <a:chOff x="507" y="1115"/>
            <a:chExt cx="1290" cy="2694"/>
          </a:xfrm>
        </p:grpSpPr>
        <p:sp>
          <p:nvSpPr>
            <p:cNvPr id="8208" name="Arc 74"/>
            <p:cNvSpPr>
              <a:spLocks/>
            </p:cNvSpPr>
            <p:nvPr/>
          </p:nvSpPr>
          <p:spPr bwMode="auto">
            <a:xfrm rot="5400000">
              <a:off x="1580" y="3576"/>
              <a:ext cx="130" cy="1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Arc 75"/>
            <p:cNvSpPr>
              <a:spLocks/>
            </p:cNvSpPr>
            <p:nvPr/>
          </p:nvSpPr>
          <p:spPr bwMode="auto">
            <a:xfrm rot="10800000">
              <a:off x="773" y="3574"/>
              <a:ext cx="130" cy="1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0" name="Arc 76"/>
            <p:cNvSpPr>
              <a:spLocks/>
            </p:cNvSpPr>
            <p:nvPr/>
          </p:nvSpPr>
          <p:spPr bwMode="auto">
            <a:xfrm flipH="1">
              <a:off x="773" y="2761"/>
              <a:ext cx="130" cy="1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1" name="Freeform 77"/>
            <p:cNvSpPr>
              <a:spLocks/>
            </p:cNvSpPr>
            <p:nvPr/>
          </p:nvSpPr>
          <p:spPr bwMode="auto">
            <a:xfrm>
              <a:off x="1710" y="2897"/>
              <a:ext cx="1" cy="677"/>
            </a:xfrm>
            <a:custGeom>
              <a:avLst/>
              <a:gdLst>
                <a:gd name="T0" fmla="*/ 0 w 1"/>
                <a:gd name="T1" fmla="*/ 42 h 2709"/>
                <a:gd name="T2" fmla="*/ 0 w 1"/>
                <a:gd name="T3" fmla="*/ 0 h 2709"/>
                <a:gd name="T4" fmla="*/ 1 w 1"/>
                <a:gd name="T5" fmla="*/ 0 h 27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709">
                  <a:moveTo>
                    <a:pt x="0" y="270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Freeform 78"/>
            <p:cNvSpPr>
              <a:spLocks/>
            </p:cNvSpPr>
            <p:nvPr/>
          </p:nvSpPr>
          <p:spPr bwMode="auto">
            <a:xfrm>
              <a:off x="773" y="2897"/>
              <a:ext cx="1" cy="677"/>
            </a:xfrm>
            <a:custGeom>
              <a:avLst/>
              <a:gdLst>
                <a:gd name="T0" fmla="*/ 0 w 1"/>
                <a:gd name="T1" fmla="*/ 0 h 2709"/>
                <a:gd name="T2" fmla="*/ 0 w 1"/>
                <a:gd name="T3" fmla="*/ 42 h 2709"/>
                <a:gd name="T4" fmla="*/ 1 w 1"/>
                <a:gd name="T5" fmla="*/ 42 h 27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709">
                  <a:moveTo>
                    <a:pt x="0" y="0"/>
                  </a:moveTo>
                  <a:lnTo>
                    <a:pt x="0" y="2709"/>
                  </a:lnTo>
                  <a:lnTo>
                    <a:pt x="1" y="2709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3" name="Freeform 79"/>
            <p:cNvSpPr>
              <a:spLocks/>
            </p:cNvSpPr>
            <p:nvPr/>
          </p:nvSpPr>
          <p:spPr bwMode="auto">
            <a:xfrm>
              <a:off x="903" y="3704"/>
              <a:ext cx="678" cy="1"/>
            </a:xfrm>
            <a:custGeom>
              <a:avLst/>
              <a:gdLst>
                <a:gd name="T0" fmla="*/ 0 w 2713"/>
                <a:gd name="T1" fmla="*/ 0 h 1"/>
                <a:gd name="T2" fmla="*/ 42 w 2713"/>
                <a:gd name="T3" fmla="*/ 0 h 1"/>
                <a:gd name="T4" fmla="*/ 42 w 271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13" h="1">
                  <a:moveTo>
                    <a:pt x="0" y="0"/>
                  </a:moveTo>
                  <a:lnTo>
                    <a:pt x="2712" y="0"/>
                  </a:lnTo>
                  <a:lnTo>
                    <a:pt x="2713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Oval 80"/>
            <p:cNvSpPr>
              <a:spLocks noChangeArrowheads="1"/>
            </p:cNvSpPr>
            <p:nvPr/>
          </p:nvSpPr>
          <p:spPr bwMode="auto">
            <a:xfrm>
              <a:off x="838" y="3509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15" name="Line 81"/>
            <p:cNvSpPr>
              <a:spLocks noChangeShapeType="1"/>
            </p:cNvSpPr>
            <p:nvPr/>
          </p:nvSpPr>
          <p:spPr bwMode="auto">
            <a:xfrm flipH="1">
              <a:off x="1516" y="3070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6" name="Line 82"/>
            <p:cNvSpPr>
              <a:spLocks noChangeShapeType="1"/>
            </p:cNvSpPr>
            <p:nvPr/>
          </p:nvSpPr>
          <p:spPr bwMode="auto">
            <a:xfrm flipH="1">
              <a:off x="1516" y="3402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7" name="Line 83"/>
            <p:cNvSpPr>
              <a:spLocks noChangeShapeType="1"/>
            </p:cNvSpPr>
            <p:nvPr/>
          </p:nvSpPr>
          <p:spPr bwMode="auto">
            <a:xfrm flipH="1">
              <a:off x="1441" y="3322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8" name="Line 84"/>
            <p:cNvSpPr>
              <a:spLocks noChangeShapeType="1"/>
            </p:cNvSpPr>
            <p:nvPr/>
          </p:nvSpPr>
          <p:spPr bwMode="auto">
            <a:xfrm flipH="1">
              <a:off x="1441" y="3154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9" name="Line 85"/>
            <p:cNvSpPr>
              <a:spLocks noChangeShapeType="1"/>
            </p:cNvSpPr>
            <p:nvPr/>
          </p:nvSpPr>
          <p:spPr bwMode="auto">
            <a:xfrm>
              <a:off x="593" y="3154"/>
              <a:ext cx="4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0" name="Line 86"/>
            <p:cNvSpPr>
              <a:spLocks noChangeShapeType="1"/>
            </p:cNvSpPr>
            <p:nvPr/>
          </p:nvSpPr>
          <p:spPr bwMode="auto">
            <a:xfrm>
              <a:off x="594" y="3318"/>
              <a:ext cx="4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1" name="Oval 87"/>
            <p:cNvSpPr>
              <a:spLocks noChangeArrowheads="1"/>
            </p:cNvSpPr>
            <p:nvPr/>
          </p:nvSpPr>
          <p:spPr bwMode="auto">
            <a:xfrm>
              <a:off x="930" y="2923"/>
              <a:ext cx="630" cy="63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22" name="Oval 88"/>
            <p:cNvSpPr>
              <a:spLocks noChangeArrowheads="1"/>
            </p:cNvSpPr>
            <p:nvPr/>
          </p:nvSpPr>
          <p:spPr bwMode="auto">
            <a:xfrm>
              <a:off x="1023" y="3020"/>
              <a:ext cx="439" cy="42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23" name="Rectangle 89"/>
            <p:cNvSpPr>
              <a:spLocks noChangeArrowheads="1"/>
            </p:cNvSpPr>
            <p:nvPr/>
          </p:nvSpPr>
          <p:spPr bwMode="auto">
            <a:xfrm>
              <a:off x="594" y="2836"/>
              <a:ext cx="120" cy="80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24" name="Freeform 90"/>
            <p:cNvSpPr>
              <a:spLocks/>
            </p:cNvSpPr>
            <p:nvPr/>
          </p:nvSpPr>
          <p:spPr bwMode="auto">
            <a:xfrm>
              <a:off x="1520" y="1382"/>
              <a:ext cx="1" cy="117"/>
            </a:xfrm>
            <a:custGeom>
              <a:avLst/>
              <a:gdLst>
                <a:gd name="T0" fmla="*/ 0 w 1"/>
                <a:gd name="T1" fmla="*/ 7 h 466"/>
                <a:gd name="T2" fmla="*/ 0 w 1"/>
                <a:gd name="T3" fmla="*/ 0 h 466"/>
                <a:gd name="T4" fmla="*/ 1 w 1"/>
                <a:gd name="T5" fmla="*/ 0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5" name="Group 91"/>
            <p:cNvGrpSpPr>
              <a:grpSpLocks/>
            </p:cNvGrpSpPr>
            <p:nvPr/>
          </p:nvGrpSpPr>
          <p:grpSpPr bwMode="auto">
            <a:xfrm>
              <a:off x="1462" y="1418"/>
              <a:ext cx="248" cy="1"/>
              <a:chOff x="2316" y="1299"/>
              <a:chExt cx="248" cy="1"/>
            </a:xfrm>
          </p:grpSpPr>
          <p:sp>
            <p:nvSpPr>
              <p:cNvPr id="8377" name="Freeform 92"/>
              <p:cNvSpPr>
                <a:spLocks/>
              </p:cNvSpPr>
              <p:nvPr/>
            </p:nvSpPr>
            <p:spPr bwMode="auto">
              <a:xfrm>
                <a:off x="2316" y="1299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3 w 218"/>
                  <a:gd name="T3" fmla="*/ 0 h 1"/>
                  <a:gd name="T4" fmla="*/ 3 w 21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8" name="Freeform 93"/>
              <p:cNvSpPr>
                <a:spLocks/>
              </p:cNvSpPr>
              <p:nvPr/>
            </p:nvSpPr>
            <p:spPr bwMode="auto">
              <a:xfrm>
                <a:off x="2393" y="1299"/>
                <a:ext cx="94" cy="1"/>
              </a:xfrm>
              <a:custGeom>
                <a:avLst/>
                <a:gdLst>
                  <a:gd name="T0" fmla="*/ 0 w 375"/>
                  <a:gd name="T1" fmla="*/ 0 h 1"/>
                  <a:gd name="T2" fmla="*/ 6 w 375"/>
                  <a:gd name="T3" fmla="*/ 0 h 1"/>
                  <a:gd name="T4" fmla="*/ 6 w 37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" h="1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9" name="Freeform 94"/>
              <p:cNvSpPr>
                <a:spLocks/>
              </p:cNvSpPr>
              <p:nvPr/>
            </p:nvSpPr>
            <p:spPr bwMode="auto">
              <a:xfrm>
                <a:off x="2510" y="1299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3 w 218"/>
                  <a:gd name="T3" fmla="*/ 0 h 1"/>
                  <a:gd name="T4" fmla="*/ 3 w 21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26" name="Group 95"/>
            <p:cNvGrpSpPr>
              <a:grpSpLocks/>
            </p:cNvGrpSpPr>
            <p:nvPr/>
          </p:nvGrpSpPr>
          <p:grpSpPr bwMode="auto">
            <a:xfrm>
              <a:off x="1462" y="1580"/>
              <a:ext cx="248" cy="1"/>
              <a:chOff x="2316" y="1461"/>
              <a:chExt cx="248" cy="1"/>
            </a:xfrm>
          </p:grpSpPr>
          <p:sp>
            <p:nvSpPr>
              <p:cNvPr id="8374" name="Freeform 96"/>
              <p:cNvSpPr>
                <a:spLocks/>
              </p:cNvSpPr>
              <p:nvPr/>
            </p:nvSpPr>
            <p:spPr bwMode="auto">
              <a:xfrm>
                <a:off x="2316" y="1461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3 w 218"/>
                  <a:gd name="T3" fmla="*/ 0 h 1"/>
                  <a:gd name="T4" fmla="*/ 3 w 21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5" name="Freeform 97"/>
              <p:cNvSpPr>
                <a:spLocks/>
              </p:cNvSpPr>
              <p:nvPr/>
            </p:nvSpPr>
            <p:spPr bwMode="auto">
              <a:xfrm>
                <a:off x="2393" y="1461"/>
                <a:ext cx="94" cy="1"/>
              </a:xfrm>
              <a:custGeom>
                <a:avLst/>
                <a:gdLst>
                  <a:gd name="T0" fmla="*/ 0 w 375"/>
                  <a:gd name="T1" fmla="*/ 0 h 1"/>
                  <a:gd name="T2" fmla="*/ 6 w 375"/>
                  <a:gd name="T3" fmla="*/ 0 h 1"/>
                  <a:gd name="T4" fmla="*/ 6 w 37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" h="1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6" name="Freeform 98"/>
              <p:cNvSpPr>
                <a:spLocks/>
              </p:cNvSpPr>
              <p:nvPr/>
            </p:nvSpPr>
            <p:spPr bwMode="auto">
              <a:xfrm>
                <a:off x="2510" y="1461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3 w 218"/>
                  <a:gd name="T3" fmla="*/ 0 h 1"/>
                  <a:gd name="T4" fmla="*/ 3 w 21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27" name="Rectangle 99"/>
            <p:cNvSpPr>
              <a:spLocks noChangeArrowheads="1"/>
            </p:cNvSpPr>
            <p:nvPr/>
          </p:nvSpPr>
          <p:spPr bwMode="auto">
            <a:xfrm>
              <a:off x="773" y="2271"/>
              <a:ext cx="937" cy="16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28" name="Freeform 100"/>
            <p:cNvSpPr>
              <a:spLocks/>
            </p:cNvSpPr>
            <p:nvPr/>
          </p:nvSpPr>
          <p:spPr bwMode="auto">
            <a:xfrm>
              <a:off x="903" y="2767"/>
              <a:ext cx="677" cy="1"/>
            </a:xfrm>
            <a:custGeom>
              <a:avLst/>
              <a:gdLst>
                <a:gd name="T0" fmla="*/ 42 w 2712"/>
                <a:gd name="T1" fmla="*/ 0 h 1"/>
                <a:gd name="T2" fmla="*/ 0 w 2712"/>
                <a:gd name="T3" fmla="*/ 0 h 1"/>
                <a:gd name="T4" fmla="*/ 0 w 271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12" h="1">
                  <a:moveTo>
                    <a:pt x="271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Freeform 101"/>
            <p:cNvSpPr>
              <a:spLocks/>
            </p:cNvSpPr>
            <p:nvPr/>
          </p:nvSpPr>
          <p:spPr bwMode="auto">
            <a:xfrm>
              <a:off x="1580" y="2799"/>
              <a:ext cx="1" cy="195"/>
            </a:xfrm>
            <a:custGeom>
              <a:avLst/>
              <a:gdLst>
                <a:gd name="T0" fmla="*/ 0 w 1"/>
                <a:gd name="T1" fmla="*/ 12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Freeform 102"/>
            <p:cNvSpPr>
              <a:spLocks/>
            </p:cNvSpPr>
            <p:nvPr/>
          </p:nvSpPr>
          <p:spPr bwMode="auto">
            <a:xfrm>
              <a:off x="1481" y="2897"/>
              <a:ext cx="192" cy="1"/>
            </a:xfrm>
            <a:custGeom>
              <a:avLst/>
              <a:gdLst>
                <a:gd name="T0" fmla="*/ 12 w 769"/>
                <a:gd name="T1" fmla="*/ 0 h 1"/>
                <a:gd name="T2" fmla="*/ 0 w 769"/>
                <a:gd name="T3" fmla="*/ 0 h 1"/>
                <a:gd name="T4" fmla="*/ 0 w 76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9" h="1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Freeform 103"/>
            <p:cNvSpPr>
              <a:spLocks/>
            </p:cNvSpPr>
            <p:nvPr/>
          </p:nvSpPr>
          <p:spPr bwMode="auto">
            <a:xfrm>
              <a:off x="903" y="2799"/>
              <a:ext cx="1" cy="195"/>
            </a:xfrm>
            <a:custGeom>
              <a:avLst/>
              <a:gdLst>
                <a:gd name="T0" fmla="*/ 0 w 1"/>
                <a:gd name="T1" fmla="*/ 12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Freeform 104"/>
            <p:cNvSpPr>
              <a:spLocks/>
            </p:cNvSpPr>
            <p:nvPr/>
          </p:nvSpPr>
          <p:spPr bwMode="auto">
            <a:xfrm>
              <a:off x="811" y="2897"/>
              <a:ext cx="193" cy="1"/>
            </a:xfrm>
            <a:custGeom>
              <a:avLst/>
              <a:gdLst>
                <a:gd name="T0" fmla="*/ 12 w 768"/>
                <a:gd name="T1" fmla="*/ 0 h 1"/>
                <a:gd name="T2" fmla="*/ 0 w 768"/>
                <a:gd name="T3" fmla="*/ 0 h 1"/>
                <a:gd name="T4" fmla="*/ 0 w 76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1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Freeform 105"/>
            <p:cNvSpPr>
              <a:spLocks/>
            </p:cNvSpPr>
            <p:nvPr/>
          </p:nvSpPr>
          <p:spPr bwMode="auto">
            <a:xfrm>
              <a:off x="903" y="3477"/>
              <a:ext cx="1" cy="194"/>
            </a:xfrm>
            <a:custGeom>
              <a:avLst/>
              <a:gdLst>
                <a:gd name="T0" fmla="*/ 0 w 1"/>
                <a:gd name="T1" fmla="*/ 12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Freeform 106"/>
            <p:cNvSpPr>
              <a:spLocks/>
            </p:cNvSpPr>
            <p:nvPr/>
          </p:nvSpPr>
          <p:spPr bwMode="auto">
            <a:xfrm>
              <a:off x="811" y="3574"/>
              <a:ext cx="193" cy="1"/>
            </a:xfrm>
            <a:custGeom>
              <a:avLst/>
              <a:gdLst>
                <a:gd name="T0" fmla="*/ 12 w 768"/>
                <a:gd name="T1" fmla="*/ 0 h 1"/>
                <a:gd name="T2" fmla="*/ 0 w 768"/>
                <a:gd name="T3" fmla="*/ 0 h 1"/>
                <a:gd name="T4" fmla="*/ 0 w 76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1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Freeform 107"/>
            <p:cNvSpPr>
              <a:spLocks/>
            </p:cNvSpPr>
            <p:nvPr/>
          </p:nvSpPr>
          <p:spPr bwMode="auto">
            <a:xfrm>
              <a:off x="1580" y="3477"/>
              <a:ext cx="1" cy="194"/>
            </a:xfrm>
            <a:custGeom>
              <a:avLst/>
              <a:gdLst>
                <a:gd name="T0" fmla="*/ 0 w 1"/>
                <a:gd name="T1" fmla="*/ 12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Freeform 108"/>
            <p:cNvSpPr>
              <a:spLocks/>
            </p:cNvSpPr>
            <p:nvPr/>
          </p:nvSpPr>
          <p:spPr bwMode="auto">
            <a:xfrm>
              <a:off x="1481" y="3574"/>
              <a:ext cx="192" cy="1"/>
            </a:xfrm>
            <a:custGeom>
              <a:avLst/>
              <a:gdLst>
                <a:gd name="T0" fmla="*/ 12 w 769"/>
                <a:gd name="T1" fmla="*/ 0 h 1"/>
                <a:gd name="T2" fmla="*/ 0 w 769"/>
                <a:gd name="T3" fmla="*/ 0 h 1"/>
                <a:gd name="T4" fmla="*/ 0 w 76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9" h="1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Freeform 109"/>
            <p:cNvSpPr>
              <a:spLocks/>
            </p:cNvSpPr>
            <p:nvPr/>
          </p:nvSpPr>
          <p:spPr bwMode="auto">
            <a:xfrm>
              <a:off x="773" y="1220"/>
              <a:ext cx="937" cy="1"/>
            </a:xfrm>
            <a:custGeom>
              <a:avLst/>
              <a:gdLst>
                <a:gd name="T0" fmla="*/ 58 w 3749"/>
                <a:gd name="T1" fmla="*/ 0 h 1"/>
                <a:gd name="T2" fmla="*/ 0 w 3749"/>
                <a:gd name="T3" fmla="*/ 0 h 1"/>
                <a:gd name="T4" fmla="*/ 0 w 374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9" h="1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Freeform 110"/>
            <p:cNvSpPr>
              <a:spLocks/>
            </p:cNvSpPr>
            <p:nvPr/>
          </p:nvSpPr>
          <p:spPr bwMode="auto">
            <a:xfrm>
              <a:off x="773" y="1382"/>
              <a:ext cx="937" cy="1"/>
            </a:xfrm>
            <a:custGeom>
              <a:avLst/>
              <a:gdLst>
                <a:gd name="T0" fmla="*/ 58 w 3749"/>
                <a:gd name="T1" fmla="*/ 0 h 1"/>
                <a:gd name="T2" fmla="*/ 0 w 3749"/>
                <a:gd name="T3" fmla="*/ 0 h 1"/>
                <a:gd name="T4" fmla="*/ 0 w 374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9" h="1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Freeform 111"/>
            <p:cNvSpPr>
              <a:spLocks/>
            </p:cNvSpPr>
            <p:nvPr/>
          </p:nvSpPr>
          <p:spPr bwMode="auto">
            <a:xfrm>
              <a:off x="773" y="1220"/>
              <a:ext cx="1" cy="162"/>
            </a:xfrm>
            <a:custGeom>
              <a:avLst/>
              <a:gdLst>
                <a:gd name="T0" fmla="*/ 0 w 1"/>
                <a:gd name="T1" fmla="*/ 10 h 649"/>
                <a:gd name="T2" fmla="*/ 0 w 1"/>
                <a:gd name="T3" fmla="*/ 0 h 649"/>
                <a:gd name="T4" fmla="*/ 1 w 1"/>
                <a:gd name="T5" fmla="*/ 0 h 6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49">
                  <a:moveTo>
                    <a:pt x="0" y="64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Freeform 112"/>
            <p:cNvSpPr>
              <a:spLocks/>
            </p:cNvSpPr>
            <p:nvPr/>
          </p:nvSpPr>
          <p:spPr bwMode="auto">
            <a:xfrm>
              <a:off x="1564" y="1661"/>
              <a:ext cx="1" cy="609"/>
            </a:xfrm>
            <a:custGeom>
              <a:avLst/>
              <a:gdLst>
                <a:gd name="T0" fmla="*/ 0 w 1"/>
                <a:gd name="T1" fmla="*/ 38 h 2435"/>
                <a:gd name="T2" fmla="*/ 0 w 1"/>
                <a:gd name="T3" fmla="*/ 0 h 2435"/>
                <a:gd name="T4" fmla="*/ 1 w 1"/>
                <a:gd name="T5" fmla="*/ 0 h 24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35">
                  <a:moveTo>
                    <a:pt x="0" y="24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Freeform 113"/>
            <p:cNvSpPr>
              <a:spLocks/>
            </p:cNvSpPr>
            <p:nvPr/>
          </p:nvSpPr>
          <p:spPr bwMode="auto">
            <a:xfrm>
              <a:off x="919" y="2116"/>
              <a:ext cx="1" cy="154"/>
            </a:xfrm>
            <a:custGeom>
              <a:avLst/>
              <a:gdLst>
                <a:gd name="T0" fmla="*/ 0 w 1"/>
                <a:gd name="T1" fmla="*/ 10 h 616"/>
                <a:gd name="T2" fmla="*/ 0 w 1"/>
                <a:gd name="T3" fmla="*/ 0 h 616"/>
                <a:gd name="T4" fmla="*/ 1 w 1"/>
                <a:gd name="T5" fmla="*/ 0 h 6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42" name="Group 114"/>
            <p:cNvGrpSpPr>
              <a:grpSpLocks/>
            </p:cNvGrpSpPr>
            <p:nvPr/>
          </p:nvGrpSpPr>
          <p:grpSpPr bwMode="auto">
            <a:xfrm>
              <a:off x="1516" y="2270"/>
              <a:ext cx="130" cy="162"/>
              <a:chOff x="2370" y="2151"/>
              <a:chExt cx="130" cy="162"/>
            </a:xfrm>
          </p:grpSpPr>
          <p:sp>
            <p:nvSpPr>
              <p:cNvPr id="8370" name="Freeform 115"/>
              <p:cNvSpPr>
                <a:spLocks/>
              </p:cNvSpPr>
              <p:nvPr/>
            </p:nvSpPr>
            <p:spPr bwMode="auto">
              <a:xfrm>
                <a:off x="2499" y="2243"/>
                <a:ext cx="1" cy="70"/>
              </a:xfrm>
              <a:custGeom>
                <a:avLst/>
                <a:gdLst>
                  <a:gd name="T0" fmla="*/ 0 w 1"/>
                  <a:gd name="T1" fmla="*/ 5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1" name="Freeform 116"/>
              <p:cNvSpPr>
                <a:spLocks/>
              </p:cNvSpPr>
              <p:nvPr/>
            </p:nvSpPr>
            <p:spPr bwMode="auto">
              <a:xfrm>
                <a:off x="2499" y="2151"/>
                <a:ext cx="1" cy="69"/>
              </a:xfrm>
              <a:custGeom>
                <a:avLst/>
                <a:gdLst>
                  <a:gd name="T0" fmla="*/ 0 w 1"/>
                  <a:gd name="T1" fmla="*/ 4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2" name="Freeform 117"/>
              <p:cNvSpPr>
                <a:spLocks/>
              </p:cNvSpPr>
              <p:nvPr/>
            </p:nvSpPr>
            <p:spPr bwMode="auto">
              <a:xfrm>
                <a:off x="2370" y="2243"/>
                <a:ext cx="1" cy="70"/>
              </a:xfrm>
              <a:custGeom>
                <a:avLst/>
                <a:gdLst>
                  <a:gd name="T0" fmla="*/ 0 w 2"/>
                  <a:gd name="T1" fmla="*/ 5 h 278"/>
                  <a:gd name="T2" fmla="*/ 0 w 2"/>
                  <a:gd name="T3" fmla="*/ 0 h 278"/>
                  <a:gd name="T4" fmla="*/ 1 w 2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3" name="Freeform 118"/>
              <p:cNvSpPr>
                <a:spLocks/>
              </p:cNvSpPr>
              <p:nvPr/>
            </p:nvSpPr>
            <p:spPr bwMode="auto">
              <a:xfrm>
                <a:off x="2370" y="2151"/>
                <a:ext cx="1" cy="69"/>
              </a:xfrm>
              <a:custGeom>
                <a:avLst/>
                <a:gdLst>
                  <a:gd name="T0" fmla="*/ 0 w 2"/>
                  <a:gd name="T1" fmla="*/ 4 h 277"/>
                  <a:gd name="T2" fmla="*/ 0 w 2"/>
                  <a:gd name="T3" fmla="*/ 0 h 277"/>
                  <a:gd name="T4" fmla="*/ 1 w 2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43" name="Group 119"/>
            <p:cNvGrpSpPr>
              <a:grpSpLocks/>
            </p:cNvGrpSpPr>
            <p:nvPr/>
          </p:nvGrpSpPr>
          <p:grpSpPr bwMode="auto">
            <a:xfrm>
              <a:off x="838" y="2270"/>
              <a:ext cx="131" cy="162"/>
              <a:chOff x="1692" y="2151"/>
              <a:chExt cx="131" cy="162"/>
            </a:xfrm>
          </p:grpSpPr>
          <p:sp>
            <p:nvSpPr>
              <p:cNvPr id="8366" name="Freeform 120"/>
              <p:cNvSpPr>
                <a:spLocks/>
              </p:cNvSpPr>
              <p:nvPr/>
            </p:nvSpPr>
            <p:spPr bwMode="auto">
              <a:xfrm>
                <a:off x="1822" y="2243"/>
                <a:ext cx="1" cy="70"/>
              </a:xfrm>
              <a:custGeom>
                <a:avLst/>
                <a:gdLst>
                  <a:gd name="T0" fmla="*/ 0 w 2"/>
                  <a:gd name="T1" fmla="*/ 5 h 278"/>
                  <a:gd name="T2" fmla="*/ 0 w 2"/>
                  <a:gd name="T3" fmla="*/ 0 h 278"/>
                  <a:gd name="T4" fmla="*/ 1 w 2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7" name="Freeform 121"/>
              <p:cNvSpPr>
                <a:spLocks/>
              </p:cNvSpPr>
              <p:nvPr/>
            </p:nvSpPr>
            <p:spPr bwMode="auto">
              <a:xfrm>
                <a:off x="1822" y="2151"/>
                <a:ext cx="1" cy="69"/>
              </a:xfrm>
              <a:custGeom>
                <a:avLst/>
                <a:gdLst>
                  <a:gd name="T0" fmla="*/ 0 w 2"/>
                  <a:gd name="T1" fmla="*/ 4 h 277"/>
                  <a:gd name="T2" fmla="*/ 0 w 2"/>
                  <a:gd name="T3" fmla="*/ 0 h 277"/>
                  <a:gd name="T4" fmla="*/ 1 w 2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8" name="Freeform 122"/>
              <p:cNvSpPr>
                <a:spLocks/>
              </p:cNvSpPr>
              <p:nvPr/>
            </p:nvSpPr>
            <p:spPr bwMode="auto">
              <a:xfrm>
                <a:off x="1692" y="2243"/>
                <a:ext cx="1" cy="70"/>
              </a:xfrm>
              <a:custGeom>
                <a:avLst/>
                <a:gdLst>
                  <a:gd name="T0" fmla="*/ 0 w 1"/>
                  <a:gd name="T1" fmla="*/ 5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9" name="Freeform 123"/>
              <p:cNvSpPr>
                <a:spLocks/>
              </p:cNvSpPr>
              <p:nvPr/>
            </p:nvSpPr>
            <p:spPr bwMode="auto">
              <a:xfrm>
                <a:off x="1692" y="2151"/>
                <a:ext cx="1" cy="69"/>
              </a:xfrm>
              <a:custGeom>
                <a:avLst/>
                <a:gdLst>
                  <a:gd name="T0" fmla="*/ 0 w 1"/>
                  <a:gd name="T1" fmla="*/ 4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44" name="Group 124"/>
            <p:cNvGrpSpPr>
              <a:grpSpLocks/>
            </p:cNvGrpSpPr>
            <p:nvPr/>
          </p:nvGrpSpPr>
          <p:grpSpPr bwMode="auto">
            <a:xfrm>
              <a:off x="1516" y="1220"/>
              <a:ext cx="130" cy="162"/>
              <a:chOff x="2370" y="1101"/>
              <a:chExt cx="130" cy="162"/>
            </a:xfrm>
          </p:grpSpPr>
          <p:sp>
            <p:nvSpPr>
              <p:cNvPr id="8362" name="Freeform 125"/>
              <p:cNvSpPr>
                <a:spLocks/>
              </p:cNvSpPr>
              <p:nvPr/>
            </p:nvSpPr>
            <p:spPr bwMode="auto">
              <a:xfrm>
                <a:off x="2499" y="1194"/>
                <a:ext cx="1" cy="69"/>
              </a:xfrm>
              <a:custGeom>
                <a:avLst/>
                <a:gdLst>
                  <a:gd name="T0" fmla="*/ 0 w 1"/>
                  <a:gd name="T1" fmla="*/ 4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3" name="Freeform 126"/>
              <p:cNvSpPr>
                <a:spLocks/>
              </p:cNvSpPr>
              <p:nvPr/>
            </p:nvSpPr>
            <p:spPr bwMode="auto">
              <a:xfrm>
                <a:off x="2499" y="1101"/>
                <a:ext cx="1" cy="69"/>
              </a:xfrm>
              <a:custGeom>
                <a:avLst/>
                <a:gdLst>
                  <a:gd name="T0" fmla="*/ 0 w 1"/>
                  <a:gd name="T1" fmla="*/ 4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4" name="Freeform 127"/>
              <p:cNvSpPr>
                <a:spLocks/>
              </p:cNvSpPr>
              <p:nvPr/>
            </p:nvSpPr>
            <p:spPr bwMode="auto">
              <a:xfrm>
                <a:off x="2370" y="1194"/>
                <a:ext cx="1" cy="69"/>
              </a:xfrm>
              <a:custGeom>
                <a:avLst/>
                <a:gdLst>
                  <a:gd name="T0" fmla="*/ 0 w 2"/>
                  <a:gd name="T1" fmla="*/ 4 h 277"/>
                  <a:gd name="T2" fmla="*/ 0 w 2"/>
                  <a:gd name="T3" fmla="*/ 0 h 277"/>
                  <a:gd name="T4" fmla="*/ 1 w 2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5" name="Freeform 128"/>
              <p:cNvSpPr>
                <a:spLocks/>
              </p:cNvSpPr>
              <p:nvPr/>
            </p:nvSpPr>
            <p:spPr bwMode="auto">
              <a:xfrm>
                <a:off x="2370" y="1101"/>
                <a:ext cx="1" cy="69"/>
              </a:xfrm>
              <a:custGeom>
                <a:avLst/>
                <a:gdLst>
                  <a:gd name="T0" fmla="*/ 0 w 2"/>
                  <a:gd name="T1" fmla="*/ 4 h 278"/>
                  <a:gd name="T2" fmla="*/ 0 w 2"/>
                  <a:gd name="T3" fmla="*/ 0 h 278"/>
                  <a:gd name="T4" fmla="*/ 1 w 2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45" name="Group 129"/>
            <p:cNvGrpSpPr>
              <a:grpSpLocks/>
            </p:cNvGrpSpPr>
            <p:nvPr/>
          </p:nvGrpSpPr>
          <p:grpSpPr bwMode="auto">
            <a:xfrm>
              <a:off x="838" y="1220"/>
              <a:ext cx="131" cy="162"/>
              <a:chOff x="1692" y="1101"/>
              <a:chExt cx="131" cy="162"/>
            </a:xfrm>
          </p:grpSpPr>
          <p:sp>
            <p:nvSpPr>
              <p:cNvPr id="8358" name="Freeform 130"/>
              <p:cNvSpPr>
                <a:spLocks/>
              </p:cNvSpPr>
              <p:nvPr/>
            </p:nvSpPr>
            <p:spPr bwMode="auto">
              <a:xfrm>
                <a:off x="1822" y="1194"/>
                <a:ext cx="1" cy="69"/>
              </a:xfrm>
              <a:custGeom>
                <a:avLst/>
                <a:gdLst>
                  <a:gd name="T0" fmla="*/ 0 w 2"/>
                  <a:gd name="T1" fmla="*/ 4 h 277"/>
                  <a:gd name="T2" fmla="*/ 0 w 2"/>
                  <a:gd name="T3" fmla="*/ 0 h 277"/>
                  <a:gd name="T4" fmla="*/ 1 w 2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9" name="Freeform 131"/>
              <p:cNvSpPr>
                <a:spLocks/>
              </p:cNvSpPr>
              <p:nvPr/>
            </p:nvSpPr>
            <p:spPr bwMode="auto">
              <a:xfrm>
                <a:off x="1822" y="1101"/>
                <a:ext cx="1" cy="69"/>
              </a:xfrm>
              <a:custGeom>
                <a:avLst/>
                <a:gdLst>
                  <a:gd name="T0" fmla="*/ 0 w 2"/>
                  <a:gd name="T1" fmla="*/ 4 h 278"/>
                  <a:gd name="T2" fmla="*/ 0 w 2"/>
                  <a:gd name="T3" fmla="*/ 0 h 278"/>
                  <a:gd name="T4" fmla="*/ 1 w 2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0" name="Freeform 132"/>
              <p:cNvSpPr>
                <a:spLocks/>
              </p:cNvSpPr>
              <p:nvPr/>
            </p:nvSpPr>
            <p:spPr bwMode="auto">
              <a:xfrm>
                <a:off x="1692" y="1194"/>
                <a:ext cx="1" cy="69"/>
              </a:xfrm>
              <a:custGeom>
                <a:avLst/>
                <a:gdLst>
                  <a:gd name="T0" fmla="*/ 0 w 1"/>
                  <a:gd name="T1" fmla="*/ 4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1" name="Freeform 133"/>
              <p:cNvSpPr>
                <a:spLocks/>
              </p:cNvSpPr>
              <p:nvPr/>
            </p:nvSpPr>
            <p:spPr bwMode="auto">
              <a:xfrm>
                <a:off x="1692" y="1101"/>
                <a:ext cx="1" cy="69"/>
              </a:xfrm>
              <a:custGeom>
                <a:avLst/>
                <a:gdLst>
                  <a:gd name="T0" fmla="*/ 0 w 1"/>
                  <a:gd name="T1" fmla="*/ 4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46" name="Freeform 134"/>
            <p:cNvSpPr>
              <a:spLocks/>
            </p:cNvSpPr>
            <p:nvPr/>
          </p:nvSpPr>
          <p:spPr bwMode="auto">
            <a:xfrm>
              <a:off x="1564" y="1661"/>
              <a:ext cx="146" cy="1"/>
            </a:xfrm>
            <a:custGeom>
              <a:avLst/>
              <a:gdLst>
                <a:gd name="T0" fmla="*/ 0 w 585"/>
                <a:gd name="T1" fmla="*/ 0 h 1"/>
                <a:gd name="T2" fmla="*/ 9 w 585"/>
                <a:gd name="T3" fmla="*/ 0 h 1"/>
                <a:gd name="T4" fmla="*/ 9 w 58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5" h="1">
                  <a:moveTo>
                    <a:pt x="0" y="0"/>
                  </a:moveTo>
                  <a:lnTo>
                    <a:pt x="584" y="0"/>
                  </a:lnTo>
                  <a:lnTo>
                    <a:pt x="585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Freeform 135"/>
            <p:cNvSpPr>
              <a:spLocks/>
            </p:cNvSpPr>
            <p:nvPr/>
          </p:nvSpPr>
          <p:spPr bwMode="auto">
            <a:xfrm>
              <a:off x="1520" y="1499"/>
              <a:ext cx="44" cy="162"/>
            </a:xfrm>
            <a:custGeom>
              <a:avLst/>
              <a:gdLst>
                <a:gd name="T0" fmla="*/ 0 w 176"/>
                <a:gd name="T1" fmla="*/ 0 h 650"/>
                <a:gd name="T2" fmla="*/ 3 w 176"/>
                <a:gd name="T3" fmla="*/ 10 h 650"/>
                <a:gd name="T4" fmla="*/ 3 w 176"/>
                <a:gd name="T5" fmla="*/ 10 h 6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" h="650">
                  <a:moveTo>
                    <a:pt x="0" y="0"/>
                  </a:moveTo>
                  <a:lnTo>
                    <a:pt x="175" y="650"/>
                  </a:lnTo>
                  <a:lnTo>
                    <a:pt x="176" y="65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48" name="Group 136"/>
            <p:cNvGrpSpPr>
              <a:grpSpLocks/>
            </p:cNvGrpSpPr>
            <p:nvPr/>
          </p:nvGrpSpPr>
          <p:grpSpPr bwMode="auto">
            <a:xfrm>
              <a:off x="1462" y="1220"/>
              <a:ext cx="1" cy="1212"/>
              <a:chOff x="2316" y="1101"/>
              <a:chExt cx="1" cy="1212"/>
            </a:xfrm>
          </p:grpSpPr>
          <p:sp>
            <p:nvSpPr>
              <p:cNvPr id="8348" name="Freeform 137"/>
              <p:cNvSpPr>
                <a:spLocks/>
              </p:cNvSpPr>
              <p:nvPr/>
            </p:nvSpPr>
            <p:spPr bwMode="auto">
              <a:xfrm>
                <a:off x="2316" y="2249"/>
                <a:ext cx="1" cy="64"/>
              </a:xfrm>
              <a:custGeom>
                <a:avLst/>
                <a:gdLst>
                  <a:gd name="T0" fmla="*/ 0 w 1"/>
                  <a:gd name="T1" fmla="*/ 4 h 255"/>
                  <a:gd name="T2" fmla="*/ 0 w 1"/>
                  <a:gd name="T3" fmla="*/ 0 h 255"/>
                  <a:gd name="T4" fmla="*/ 1 w 1"/>
                  <a:gd name="T5" fmla="*/ 0 h 2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9" name="Freeform 138"/>
              <p:cNvSpPr>
                <a:spLocks/>
              </p:cNvSpPr>
              <p:nvPr/>
            </p:nvSpPr>
            <p:spPr bwMode="auto">
              <a:xfrm>
                <a:off x="2316" y="2132"/>
                <a:ext cx="1" cy="94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0" name="Freeform 139"/>
              <p:cNvSpPr>
                <a:spLocks/>
              </p:cNvSpPr>
              <p:nvPr/>
            </p:nvSpPr>
            <p:spPr bwMode="auto">
              <a:xfrm>
                <a:off x="2316" y="2015"/>
                <a:ext cx="1" cy="94"/>
              </a:xfrm>
              <a:custGeom>
                <a:avLst/>
                <a:gdLst>
                  <a:gd name="T0" fmla="*/ 0 w 1"/>
                  <a:gd name="T1" fmla="*/ 6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1" name="Freeform 140"/>
              <p:cNvSpPr>
                <a:spLocks/>
              </p:cNvSpPr>
              <p:nvPr/>
            </p:nvSpPr>
            <p:spPr bwMode="auto">
              <a:xfrm>
                <a:off x="2316" y="1899"/>
                <a:ext cx="1" cy="93"/>
              </a:xfrm>
              <a:custGeom>
                <a:avLst/>
                <a:gdLst>
                  <a:gd name="T0" fmla="*/ 0 w 1"/>
                  <a:gd name="T1" fmla="*/ 6 h 373"/>
                  <a:gd name="T2" fmla="*/ 0 w 1"/>
                  <a:gd name="T3" fmla="*/ 0 h 373"/>
                  <a:gd name="T4" fmla="*/ 1 w 1"/>
                  <a:gd name="T5" fmla="*/ 0 h 3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2" name="Freeform 141"/>
              <p:cNvSpPr>
                <a:spLocks/>
              </p:cNvSpPr>
              <p:nvPr/>
            </p:nvSpPr>
            <p:spPr bwMode="auto">
              <a:xfrm>
                <a:off x="2316" y="1782"/>
                <a:ext cx="1" cy="93"/>
              </a:xfrm>
              <a:custGeom>
                <a:avLst/>
                <a:gdLst>
                  <a:gd name="T0" fmla="*/ 0 w 1"/>
                  <a:gd name="T1" fmla="*/ 6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3" name="Freeform 142"/>
              <p:cNvSpPr>
                <a:spLocks/>
              </p:cNvSpPr>
              <p:nvPr/>
            </p:nvSpPr>
            <p:spPr bwMode="auto">
              <a:xfrm>
                <a:off x="2316" y="1665"/>
                <a:ext cx="1" cy="93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4" name="Freeform 143"/>
              <p:cNvSpPr>
                <a:spLocks/>
              </p:cNvSpPr>
              <p:nvPr/>
            </p:nvSpPr>
            <p:spPr bwMode="auto">
              <a:xfrm>
                <a:off x="2316" y="1548"/>
                <a:ext cx="1" cy="94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5" name="Freeform 144"/>
              <p:cNvSpPr>
                <a:spLocks/>
              </p:cNvSpPr>
              <p:nvPr/>
            </p:nvSpPr>
            <p:spPr bwMode="auto">
              <a:xfrm>
                <a:off x="2316" y="1461"/>
                <a:ext cx="1" cy="64"/>
              </a:xfrm>
              <a:custGeom>
                <a:avLst/>
                <a:gdLst>
                  <a:gd name="T0" fmla="*/ 0 w 1"/>
                  <a:gd name="T1" fmla="*/ 4 h 256"/>
                  <a:gd name="T2" fmla="*/ 0 w 1"/>
                  <a:gd name="T3" fmla="*/ 0 h 256"/>
                  <a:gd name="T4" fmla="*/ 1 w 1"/>
                  <a:gd name="T5" fmla="*/ 0 h 2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56">
                    <a:moveTo>
                      <a:pt x="0" y="25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6" name="Freeform 145"/>
              <p:cNvSpPr>
                <a:spLocks/>
              </p:cNvSpPr>
              <p:nvPr/>
            </p:nvSpPr>
            <p:spPr bwMode="auto">
              <a:xfrm>
                <a:off x="2316" y="1211"/>
                <a:ext cx="1" cy="88"/>
              </a:xfrm>
              <a:custGeom>
                <a:avLst/>
                <a:gdLst>
                  <a:gd name="T0" fmla="*/ 0 w 1"/>
                  <a:gd name="T1" fmla="*/ 6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7" name="Freeform 146"/>
              <p:cNvSpPr>
                <a:spLocks/>
              </p:cNvSpPr>
              <p:nvPr/>
            </p:nvSpPr>
            <p:spPr bwMode="auto">
              <a:xfrm>
                <a:off x="2316" y="1101"/>
                <a:ext cx="1" cy="87"/>
              </a:xfrm>
              <a:custGeom>
                <a:avLst/>
                <a:gdLst>
                  <a:gd name="T0" fmla="*/ 0 w 1"/>
                  <a:gd name="T1" fmla="*/ 5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49" name="Freeform 147"/>
            <p:cNvSpPr>
              <a:spLocks/>
            </p:cNvSpPr>
            <p:nvPr/>
          </p:nvSpPr>
          <p:spPr bwMode="auto">
            <a:xfrm>
              <a:off x="593" y="2189"/>
              <a:ext cx="117" cy="1"/>
            </a:xfrm>
            <a:custGeom>
              <a:avLst/>
              <a:gdLst>
                <a:gd name="T0" fmla="*/ 7 w 470"/>
                <a:gd name="T1" fmla="*/ 0 h 1"/>
                <a:gd name="T2" fmla="*/ 0 w 470"/>
                <a:gd name="T3" fmla="*/ 0 h 1"/>
                <a:gd name="T4" fmla="*/ 0 w 47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0" h="1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Freeform 148"/>
            <p:cNvSpPr>
              <a:spLocks/>
            </p:cNvSpPr>
            <p:nvPr/>
          </p:nvSpPr>
          <p:spPr bwMode="auto">
            <a:xfrm>
              <a:off x="593" y="1718"/>
              <a:ext cx="117" cy="1"/>
            </a:xfrm>
            <a:custGeom>
              <a:avLst/>
              <a:gdLst>
                <a:gd name="T0" fmla="*/ 7 w 470"/>
                <a:gd name="T1" fmla="*/ 0 h 1"/>
                <a:gd name="T2" fmla="*/ 0 w 470"/>
                <a:gd name="T3" fmla="*/ 0 h 1"/>
                <a:gd name="T4" fmla="*/ 0 w 47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0" h="1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Freeform 149"/>
            <p:cNvSpPr>
              <a:spLocks/>
            </p:cNvSpPr>
            <p:nvPr/>
          </p:nvSpPr>
          <p:spPr bwMode="auto">
            <a:xfrm>
              <a:off x="710" y="1791"/>
              <a:ext cx="209" cy="1"/>
            </a:xfrm>
            <a:custGeom>
              <a:avLst/>
              <a:gdLst>
                <a:gd name="T0" fmla="*/ 13 w 836"/>
                <a:gd name="T1" fmla="*/ 0 h 1"/>
                <a:gd name="T2" fmla="*/ 0 w 836"/>
                <a:gd name="T3" fmla="*/ 0 h 1"/>
                <a:gd name="T4" fmla="*/ 0 w 83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6" h="1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Freeform 150"/>
            <p:cNvSpPr>
              <a:spLocks/>
            </p:cNvSpPr>
            <p:nvPr/>
          </p:nvSpPr>
          <p:spPr bwMode="auto">
            <a:xfrm>
              <a:off x="710" y="2116"/>
              <a:ext cx="209" cy="1"/>
            </a:xfrm>
            <a:custGeom>
              <a:avLst/>
              <a:gdLst>
                <a:gd name="T0" fmla="*/ 13 w 836"/>
                <a:gd name="T1" fmla="*/ 0 h 1"/>
                <a:gd name="T2" fmla="*/ 0 w 836"/>
                <a:gd name="T3" fmla="*/ 0 h 1"/>
                <a:gd name="T4" fmla="*/ 0 w 83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6" h="1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Freeform 151"/>
            <p:cNvSpPr>
              <a:spLocks/>
            </p:cNvSpPr>
            <p:nvPr/>
          </p:nvSpPr>
          <p:spPr bwMode="auto">
            <a:xfrm>
              <a:off x="710" y="1718"/>
              <a:ext cx="1" cy="471"/>
            </a:xfrm>
            <a:custGeom>
              <a:avLst/>
              <a:gdLst>
                <a:gd name="T0" fmla="*/ 0 w 2"/>
                <a:gd name="T1" fmla="*/ 0 h 1882"/>
                <a:gd name="T2" fmla="*/ 0 w 2"/>
                <a:gd name="T3" fmla="*/ 30 h 1882"/>
                <a:gd name="T4" fmla="*/ 1 w 2"/>
                <a:gd name="T5" fmla="*/ 30 h 18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882">
                  <a:moveTo>
                    <a:pt x="0" y="0"/>
                  </a:moveTo>
                  <a:lnTo>
                    <a:pt x="0" y="1882"/>
                  </a:lnTo>
                  <a:lnTo>
                    <a:pt x="2" y="1882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Freeform 152"/>
            <p:cNvSpPr>
              <a:spLocks/>
            </p:cNvSpPr>
            <p:nvPr/>
          </p:nvSpPr>
          <p:spPr bwMode="auto">
            <a:xfrm>
              <a:off x="593" y="1718"/>
              <a:ext cx="1" cy="471"/>
            </a:xfrm>
            <a:custGeom>
              <a:avLst/>
              <a:gdLst>
                <a:gd name="T0" fmla="*/ 0 w 1"/>
                <a:gd name="T1" fmla="*/ 0 h 1882"/>
                <a:gd name="T2" fmla="*/ 0 w 1"/>
                <a:gd name="T3" fmla="*/ 30 h 1882"/>
                <a:gd name="T4" fmla="*/ 1 w 1"/>
                <a:gd name="T5" fmla="*/ 30 h 18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82">
                  <a:moveTo>
                    <a:pt x="0" y="0"/>
                  </a:moveTo>
                  <a:lnTo>
                    <a:pt x="0" y="1882"/>
                  </a:lnTo>
                  <a:lnTo>
                    <a:pt x="1" y="1882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Freeform 153"/>
            <p:cNvSpPr>
              <a:spLocks/>
            </p:cNvSpPr>
            <p:nvPr/>
          </p:nvSpPr>
          <p:spPr bwMode="auto">
            <a:xfrm>
              <a:off x="919" y="1382"/>
              <a:ext cx="1" cy="409"/>
            </a:xfrm>
            <a:custGeom>
              <a:avLst/>
              <a:gdLst>
                <a:gd name="T0" fmla="*/ 0 w 1"/>
                <a:gd name="T1" fmla="*/ 25 h 1637"/>
                <a:gd name="T2" fmla="*/ 0 w 1"/>
                <a:gd name="T3" fmla="*/ 0 h 1637"/>
                <a:gd name="T4" fmla="*/ 1 w 1"/>
                <a:gd name="T5" fmla="*/ 0 h 16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37">
                  <a:moveTo>
                    <a:pt x="0" y="16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Freeform 154"/>
            <p:cNvSpPr>
              <a:spLocks/>
            </p:cNvSpPr>
            <p:nvPr/>
          </p:nvSpPr>
          <p:spPr bwMode="auto">
            <a:xfrm>
              <a:off x="919" y="1791"/>
              <a:ext cx="38" cy="325"/>
            </a:xfrm>
            <a:custGeom>
              <a:avLst/>
              <a:gdLst>
                <a:gd name="T0" fmla="*/ 0 w 154"/>
                <a:gd name="T1" fmla="*/ 20 h 1298"/>
                <a:gd name="T2" fmla="*/ 2 w 154"/>
                <a:gd name="T3" fmla="*/ 14 h 1298"/>
                <a:gd name="T4" fmla="*/ 2 w 154"/>
                <a:gd name="T5" fmla="*/ 7 h 1298"/>
                <a:gd name="T6" fmla="*/ 0 w 154"/>
                <a:gd name="T7" fmla="*/ 0 h 1298"/>
                <a:gd name="T8" fmla="*/ 0 w 154"/>
                <a:gd name="T9" fmla="*/ 0 h 1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4" h="1298">
                  <a:moveTo>
                    <a:pt x="0" y="1298"/>
                  </a:moveTo>
                  <a:lnTo>
                    <a:pt x="154" y="874"/>
                  </a:lnTo>
                  <a:lnTo>
                    <a:pt x="154" y="42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57" name="Group 155"/>
            <p:cNvGrpSpPr>
              <a:grpSpLocks/>
            </p:cNvGrpSpPr>
            <p:nvPr/>
          </p:nvGrpSpPr>
          <p:grpSpPr bwMode="auto">
            <a:xfrm>
              <a:off x="1022" y="1220"/>
              <a:ext cx="1" cy="1212"/>
              <a:chOff x="1876" y="1101"/>
              <a:chExt cx="1" cy="1212"/>
            </a:xfrm>
          </p:grpSpPr>
          <p:sp>
            <p:nvSpPr>
              <p:cNvPr id="8338" name="Freeform 156"/>
              <p:cNvSpPr>
                <a:spLocks/>
              </p:cNvSpPr>
              <p:nvPr/>
            </p:nvSpPr>
            <p:spPr bwMode="auto">
              <a:xfrm>
                <a:off x="1876" y="2243"/>
                <a:ext cx="1" cy="70"/>
              </a:xfrm>
              <a:custGeom>
                <a:avLst/>
                <a:gdLst>
                  <a:gd name="T0" fmla="*/ 0 w 1"/>
                  <a:gd name="T1" fmla="*/ 4 h 281"/>
                  <a:gd name="T2" fmla="*/ 0 w 1"/>
                  <a:gd name="T3" fmla="*/ 0 h 281"/>
                  <a:gd name="T4" fmla="*/ 1 w 1"/>
                  <a:gd name="T5" fmla="*/ 0 h 28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9" name="Freeform 157"/>
              <p:cNvSpPr>
                <a:spLocks/>
              </p:cNvSpPr>
              <p:nvPr/>
            </p:nvSpPr>
            <p:spPr bwMode="auto">
              <a:xfrm>
                <a:off x="1876" y="2126"/>
                <a:ext cx="1" cy="93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0" name="Freeform 158"/>
              <p:cNvSpPr>
                <a:spLocks/>
              </p:cNvSpPr>
              <p:nvPr/>
            </p:nvSpPr>
            <p:spPr bwMode="auto">
              <a:xfrm>
                <a:off x="1876" y="2009"/>
                <a:ext cx="1" cy="94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1" name="Freeform 159"/>
              <p:cNvSpPr>
                <a:spLocks/>
              </p:cNvSpPr>
              <p:nvPr/>
            </p:nvSpPr>
            <p:spPr bwMode="auto">
              <a:xfrm>
                <a:off x="1876" y="1916"/>
                <a:ext cx="1" cy="70"/>
              </a:xfrm>
              <a:custGeom>
                <a:avLst/>
                <a:gdLst>
                  <a:gd name="T0" fmla="*/ 0 w 1"/>
                  <a:gd name="T1" fmla="*/ 4 h 281"/>
                  <a:gd name="T2" fmla="*/ 0 w 1"/>
                  <a:gd name="T3" fmla="*/ 0 h 281"/>
                  <a:gd name="T4" fmla="*/ 1 w 1"/>
                  <a:gd name="T5" fmla="*/ 0 h 28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2" name="Freeform 160"/>
              <p:cNvSpPr>
                <a:spLocks/>
              </p:cNvSpPr>
              <p:nvPr/>
            </p:nvSpPr>
            <p:spPr bwMode="auto">
              <a:xfrm>
                <a:off x="1876" y="1672"/>
                <a:ext cx="1" cy="81"/>
              </a:xfrm>
              <a:custGeom>
                <a:avLst/>
                <a:gdLst>
                  <a:gd name="T0" fmla="*/ 0 w 1"/>
                  <a:gd name="T1" fmla="*/ 5 h 324"/>
                  <a:gd name="T2" fmla="*/ 0 w 1"/>
                  <a:gd name="T3" fmla="*/ 0 h 324"/>
                  <a:gd name="T4" fmla="*/ 1 w 1"/>
                  <a:gd name="T5" fmla="*/ 0 h 3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3" name="Freeform 161"/>
              <p:cNvSpPr>
                <a:spLocks/>
              </p:cNvSpPr>
              <p:nvPr/>
            </p:nvSpPr>
            <p:spPr bwMode="auto">
              <a:xfrm>
                <a:off x="1876" y="1556"/>
                <a:ext cx="1" cy="93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4" name="Freeform 162"/>
              <p:cNvSpPr>
                <a:spLocks/>
              </p:cNvSpPr>
              <p:nvPr/>
            </p:nvSpPr>
            <p:spPr bwMode="auto">
              <a:xfrm>
                <a:off x="1876" y="1439"/>
                <a:ext cx="1" cy="93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5" name="Freeform 163"/>
              <p:cNvSpPr>
                <a:spLocks/>
              </p:cNvSpPr>
              <p:nvPr/>
            </p:nvSpPr>
            <p:spPr bwMode="auto">
              <a:xfrm>
                <a:off x="1876" y="1322"/>
                <a:ext cx="1" cy="93"/>
              </a:xfrm>
              <a:custGeom>
                <a:avLst/>
                <a:gdLst>
                  <a:gd name="T0" fmla="*/ 0 w 1"/>
                  <a:gd name="T1" fmla="*/ 6 h 373"/>
                  <a:gd name="T2" fmla="*/ 0 w 1"/>
                  <a:gd name="T3" fmla="*/ 0 h 373"/>
                  <a:gd name="T4" fmla="*/ 1 w 1"/>
                  <a:gd name="T5" fmla="*/ 0 h 3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6" name="Freeform 164"/>
              <p:cNvSpPr>
                <a:spLocks/>
              </p:cNvSpPr>
              <p:nvPr/>
            </p:nvSpPr>
            <p:spPr bwMode="auto">
              <a:xfrm>
                <a:off x="1876" y="1205"/>
                <a:ext cx="1" cy="94"/>
              </a:xfrm>
              <a:custGeom>
                <a:avLst/>
                <a:gdLst>
                  <a:gd name="T0" fmla="*/ 0 w 1"/>
                  <a:gd name="T1" fmla="*/ 6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7" name="Freeform 165"/>
              <p:cNvSpPr>
                <a:spLocks/>
              </p:cNvSpPr>
              <p:nvPr/>
            </p:nvSpPr>
            <p:spPr bwMode="auto">
              <a:xfrm>
                <a:off x="1876" y="1101"/>
                <a:ext cx="1" cy="81"/>
              </a:xfrm>
              <a:custGeom>
                <a:avLst/>
                <a:gdLst>
                  <a:gd name="T0" fmla="*/ 0 w 1"/>
                  <a:gd name="T1" fmla="*/ 5 h 324"/>
                  <a:gd name="T2" fmla="*/ 0 w 1"/>
                  <a:gd name="T3" fmla="*/ 0 h 324"/>
                  <a:gd name="T4" fmla="*/ 1 w 1"/>
                  <a:gd name="T5" fmla="*/ 0 h 3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58" name="Group 166"/>
            <p:cNvGrpSpPr>
              <a:grpSpLocks/>
            </p:cNvGrpSpPr>
            <p:nvPr/>
          </p:nvGrpSpPr>
          <p:grpSpPr bwMode="auto">
            <a:xfrm>
              <a:off x="1242" y="1115"/>
              <a:ext cx="1" cy="1419"/>
              <a:chOff x="2096" y="996"/>
              <a:chExt cx="1" cy="1419"/>
            </a:xfrm>
          </p:grpSpPr>
          <p:sp>
            <p:nvSpPr>
              <p:cNvPr id="8333" name="Freeform 167"/>
              <p:cNvSpPr>
                <a:spLocks/>
              </p:cNvSpPr>
              <p:nvPr/>
            </p:nvSpPr>
            <p:spPr bwMode="auto">
              <a:xfrm>
                <a:off x="2096" y="2036"/>
                <a:ext cx="1" cy="379"/>
              </a:xfrm>
              <a:custGeom>
                <a:avLst/>
                <a:gdLst>
                  <a:gd name="T0" fmla="*/ 0 w 2"/>
                  <a:gd name="T1" fmla="*/ 24 h 1517"/>
                  <a:gd name="T2" fmla="*/ 0 w 2"/>
                  <a:gd name="T3" fmla="*/ 0 h 1517"/>
                  <a:gd name="T4" fmla="*/ 1 w 2"/>
                  <a:gd name="T5" fmla="*/ 0 h 15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517">
                    <a:moveTo>
                      <a:pt x="0" y="15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4" name="Freeform 168"/>
              <p:cNvSpPr>
                <a:spLocks/>
              </p:cNvSpPr>
              <p:nvPr/>
            </p:nvSpPr>
            <p:spPr bwMode="auto">
              <a:xfrm>
                <a:off x="2096" y="1984"/>
                <a:ext cx="1" cy="15"/>
              </a:xfrm>
              <a:custGeom>
                <a:avLst/>
                <a:gdLst>
                  <a:gd name="T0" fmla="*/ 0 w 2"/>
                  <a:gd name="T1" fmla="*/ 1 h 58"/>
                  <a:gd name="T2" fmla="*/ 0 w 2"/>
                  <a:gd name="T3" fmla="*/ 0 h 58"/>
                  <a:gd name="T4" fmla="*/ 1 w 2"/>
                  <a:gd name="T5" fmla="*/ 0 h 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8">
                    <a:moveTo>
                      <a:pt x="0" y="5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5" name="Freeform 169"/>
              <p:cNvSpPr>
                <a:spLocks/>
              </p:cNvSpPr>
              <p:nvPr/>
            </p:nvSpPr>
            <p:spPr bwMode="auto">
              <a:xfrm>
                <a:off x="2096" y="1517"/>
                <a:ext cx="1" cy="430"/>
              </a:xfrm>
              <a:custGeom>
                <a:avLst/>
                <a:gdLst>
                  <a:gd name="T0" fmla="*/ 0 w 2"/>
                  <a:gd name="T1" fmla="*/ 27 h 1720"/>
                  <a:gd name="T2" fmla="*/ 0 w 2"/>
                  <a:gd name="T3" fmla="*/ 0 h 1720"/>
                  <a:gd name="T4" fmla="*/ 1 w 2"/>
                  <a:gd name="T5" fmla="*/ 0 h 17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720">
                    <a:moveTo>
                      <a:pt x="0" y="17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6" name="Freeform 170"/>
              <p:cNvSpPr>
                <a:spLocks/>
              </p:cNvSpPr>
              <p:nvPr/>
            </p:nvSpPr>
            <p:spPr bwMode="auto">
              <a:xfrm>
                <a:off x="2096" y="1465"/>
                <a:ext cx="1" cy="15"/>
              </a:xfrm>
              <a:custGeom>
                <a:avLst/>
                <a:gdLst>
                  <a:gd name="T0" fmla="*/ 0 w 2"/>
                  <a:gd name="T1" fmla="*/ 1 h 60"/>
                  <a:gd name="T2" fmla="*/ 0 w 2"/>
                  <a:gd name="T3" fmla="*/ 0 h 60"/>
                  <a:gd name="T4" fmla="*/ 1 w 2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60">
                    <a:moveTo>
                      <a:pt x="0" y="6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7" name="Freeform 171"/>
              <p:cNvSpPr>
                <a:spLocks/>
              </p:cNvSpPr>
              <p:nvPr/>
            </p:nvSpPr>
            <p:spPr bwMode="auto">
              <a:xfrm>
                <a:off x="2096" y="996"/>
                <a:ext cx="1" cy="432"/>
              </a:xfrm>
              <a:custGeom>
                <a:avLst/>
                <a:gdLst>
                  <a:gd name="T0" fmla="*/ 0 w 2"/>
                  <a:gd name="T1" fmla="*/ 27 h 1731"/>
                  <a:gd name="T2" fmla="*/ 0 w 2"/>
                  <a:gd name="T3" fmla="*/ 0 h 1731"/>
                  <a:gd name="T4" fmla="*/ 1 w 2"/>
                  <a:gd name="T5" fmla="*/ 0 h 17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731">
                    <a:moveTo>
                      <a:pt x="0" y="1731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59" name="Group 172"/>
            <p:cNvGrpSpPr>
              <a:grpSpLocks/>
            </p:cNvGrpSpPr>
            <p:nvPr/>
          </p:nvGrpSpPr>
          <p:grpSpPr bwMode="auto">
            <a:xfrm>
              <a:off x="507" y="1953"/>
              <a:ext cx="588" cy="1"/>
              <a:chOff x="1361" y="1834"/>
              <a:chExt cx="588" cy="1"/>
            </a:xfrm>
          </p:grpSpPr>
          <p:sp>
            <p:nvSpPr>
              <p:cNvPr id="8330" name="Freeform 173"/>
              <p:cNvSpPr>
                <a:spLocks/>
              </p:cNvSpPr>
              <p:nvPr/>
            </p:nvSpPr>
            <p:spPr bwMode="auto">
              <a:xfrm>
                <a:off x="1722" y="1834"/>
                <a:ext cx="227" cy="1"/>
              </a:xfrm>
              <a:custGeom>
                <a:avLst/>
                <a:gdLst>
                  <a:gd name="T0" fmla="*/ 14 w 907"/>
                  <a:gd name="T1" fmla="*/ 0 h 1"/>
                  <a:gd name="T2" fmla="*/ 0 w 907"/>
                  <a:gd name="T3" fmla="*/ 0 h 1"/>
                  <a:gd name="T4" fmla="*/ 0 w 907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07" h="1">
                    <a:moveTo>
                      <a:pt x="907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1" name="Freeform 174"/>
              <p:cNvSpPr>
                <a:spLocks/>
              </p:cNvSpPr>
              <p:nvPr/>
            </p:nvSpPr>
            <p:spPr bwMode="auto">
              <a:xfrm>
                <a:off x="1361" y="1834"/>
                <a:ext cx="277" cy="1"/>
              </a:xfrm>
              <a:custGeom>
                <a:avLst/>
                <a:gdLst>
                  <a:gd name="T0" fmla="*/ 17 w 1105"/>
                  <a:gd name="T1" fmla="*/ 0 h 1"/>
                  <a:gd name="T2" fmla="*/ 0 w 1105"/>
                  <a:gd name="T3" fmla="*/ 0 h 1"/>
                  <a:gd name="T4" fmla="*/ 0 w 110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05" h="1">
                    <a:moveTo>
                      <a:pt x="110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2" name="Freeform 175"/>
              <p:cNvSpPr>
                <a:spLocks/>
              </p:cNvSpPr>
              <p:nvPr/>
            </p:nvSpPr>
            <p:spPr bwMode="auto">
              <a:xfrm>
                <a:off x="1669" y="1834"/>
                <a:ext cx="22" cy="1"/>
              </a:xfrm>
              <a:custGeom>
                <a:avLst/>
                <a:gdLst>
                  <a:gd name="T0" fmla="*/ 1 w 89"/>
                  <a:gd name="T1" fmla="*/ 0 h 1"/>
                  <a:gd name="T2" fmla="*/ 0 w 89"/>
                  <a:gd name="T3" fmla="*/ 0 h 1"/>
                  <a:gd name="T4" fmla="*/ 0 w 8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60" name="Group 176"/>
            <p:cNvGrpSpPr>
              <a:grpSpLocks/>
            </p:cNvGrpSpPr>
            <p:nvPr/>
          </p:nvGrpSpPr>
          <p:grpSpPr bwMode="auto">
            <a:xfrm>
              <a:off x="593" y="1872"/>
              <a:ext cx="429" cy="164"/>
              <a:chOff x="1447" y="1753"/>
              <a:chExt cx="429" cy="164"/>
            </a:xfrm>
          </p:grpSpPr>
          <p:sp>
            <p:nvSpPr>
              <p:cNvPr id="8317" name="Freeform 177"/>
              <p:cNvSpPr>
                <a:spLocks/>
              </p:cNvSpPr>
              <p:nvPr/>
            </p:nvSpPr>
            <p:spPr bwMode="auto">
              <a:xfrm>
                <a:off x="1790" y="1753"/>
                <a:ext cx="86" cy="1"/>
              </a:xfrm>
              <a:custGeom>
                <a:avLst/>
                <a:gdLst>
                  <a:gd name="T0" fmla="*/ 6 w 344"/>
                  <a:gd name="T1" fmla="*/ 0 h 1"/>
                  <a:gd name="T2" fmla="*/ 0 w 344"/>
                  <a:gd name="T3" fmla="*/ 0 h 1"/>
                  <a:gd name="T4" fmla="*/ 0 w 34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4" h="1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8" name="Freeform 178"/>
              <p:cNvSpPr>
                <a:spLocks/>
              </p:cNvSpPr>
              <p:nvPr/>
            </p:nvSpPr>
            <p:spPr bwMode="auto">
              <a:xfrm>
                <a:off x="1673" y="1753"/>
                <a:ext cx="93" cy="1"/>
              </a:xfrm>
              <a:custGeom>
                <a:avLst/>
                <a:gdLst>
                  <a:gd name="T0" fmla="*/ 6 w 375"/>
                  <a:gd name="T1" fmla="*/ 0 h 1"/>
                  <a:gd name="T2" fmla="*/ 0 w 375"/>
                  <a:gd name="T3" fmla="*/ 0 h 1"/>
                  <a:gd name="T4" fmla="*/ 0 w 37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" h="1">
                    <a:moveTo>
                      <a:pt x="375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9" name="Freeform 179"/>
              <p:cNvSpPr>
                <a:spLocks/>
              </p:cNvSpPr>
              <p:nvPr/>
            </p:nvSpPr>
            <p:spPr bwMode="auto">
              <a:xfrm>
                <a:off x="1556" y="1753"/>
                <a:ext cx="94" cy="1"/>
              </a:xfrm>
              <a:custGeom>
                <a:avLst/>
                <a:gdLst>
                  <a:gd name="T0" fmla="*/ 6 w 374"/>
                  <a:gd name="T1" fmla="*/ 0 h 1"/>
                  <a:gd name="T2" fmla="*/ 0 w 374"/>
                  <a:gd name="T3" fmla="*/ 0 h 1"/>
                  <a:gd name="T4" fmla="*/ 0 w 37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4" h="1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0" name="Freeform 180"/>
              <p:cNvSpPr>
                <a:spLocks/>
              </p:cNvSpPr>
              <p:nvPr/>
            </p:nvSpPr>
            <p:spPr bwMode="auto">
              <a:xfrm>
                <a:off x="1447" y="1753"/>
                <a:ext cx="86" cy="1"/>
              </a:xfrm>
              <a:custGeom>
                <a:avLst/>
                <a:gdLst>
                  <a:gd name="T0" fmla="*/ 6 w 344"/>
                  <a:gd name="T1" fmla="*/ 0 h 1"/>
                  <a:gd name="T2" fmla="*/ 0 w 344"/>
                  <a:gd name="T3" fmla="*/ 0 h 1"/>
                  <a:gd name="T4" fmla="*/ 0 w 34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4" h="1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1" name="Freeform 181"/>
              <p:cNvSpPr>
                <a:spLocks/>
              </p:cNvSpPr>
              <p:nvPr/>
            </p:nvSpPr>
            <p:spPr bwMode="auto">
              <a:xfrm>
                <a:off x="1825" y="1916"/>
                <a:ext cx="51" cy="1"/>
              </a:xfrm>
              <a:custGeom>
                <a:avLst/>
                <a:gdLst>
                  <a:gd name="T0" fmla="*/ 3 w 204"/>
                  <a:gd name="T1" fmla="*/ 0 h 1"/>
                  <a:gd name="T2" fmla="*/ 0 w 204"/>
                  <a:gd name="T3" fmla="*/ 0 h 1"/>
                  <a:gd name="T4" fmla="*/ 0 w 20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4" h="1">
                    <a:moveTo>
                      <a:pt x="204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2" name="Freeform 182"/>
              <p:cNvSpPr>
                <a:spLocks/>
              </p:cNvSpPr>
              <p:nvPr/>
            </p:nvSpPr>
            <p:spPr bwMode="auto">
              <a:xfrm>
                <a:off x="1708" y="1916"/>
                <a:ext cx="93" cy="1"/>
              </a:xfrm>
              <a:custGeom>
                <a:avLst/>
                <a:gdLst>
                  <a:gd name="T0" fmla="*/ 6 w 373"/>
                  <a:gd name="T1" fmla="*/ 0 h 1"/>
                  <a:gd name="T2" fmla="*/ 0 w 373"/>
                  <a:gd name="T3" fmla="*/ 0 h 1"/>
                  <a:gd name="T4" fmla="*/ 0 w 37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3" h="1">
                    <a:moveTo>
                      <a:pt x="37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3" name="Freeform 183"/>
              <p:cNvSpPr>
                <a:spLocks/>
              </p:cNvSpPr>
              <p:nvPr/>
            </p:nvSpPr>
            <p:spPr bwMode="auto">
              <a:xfrm>
                <a:off x="1591" y="1916"/>
                <a:ext cx="94" cy="1"/>
              </a:xfrm>
              <a:custGeom>
                <a:avLst/>
                <a:gdLst>
                  <a:gd name="T0" fmla="*/ 6 w 374"/>
                  <a:gd name="T1" fmla="*/ 0 h 1"/>
                  <a:gd name="T2" fmla="*/ 0 w 374"/>
                  <a:gd name="T3" fmla="*/ 0 h 1"/>
                  <a:gd name="T4" fmla="*/ 0 w 37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4" h="1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4" name="Freeform 184"/>
              <p:cNvSpPr>
                <a:spLocks/>
              </p:cNvSpPr>
              <p:nvPr/>
            </p:nvSpPr>
            <p:spPr bwMode="auto">
              <a:xfrm>
                <a:off x="1517" y="1916"/>
                <a:ext cx="51" cy="1"/>
              </a:xfrm>
              <a:custGeom>
                <a:avLst/>
                <a:gdLst>
                  <a:gd name="T0" fmla="*/ 3 w 203"/>
                  <a:gd name="T1" fmla="*/ 0 h 1"/>
                  <a:gd name="T2" fmla="*/ 0 w 203"/>
                  <a:gd name="T3" fmla="*/ 0 h 1"/>
                  <a:gd name="T4" fmla="*/ 0 w 20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3" h="1">
                    <a:moveTo>
                      <a:pt x="20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5" name="Freeform 185"/>
              <p:cNvSpPr>
                <a:spLocks/>
              </p:cNvSpPr>
              <p:nvPr/>
            </p:nvSpPr>
            <p:spPr bwMode="auto">
              <a:xfrm>
                <a:off x="1517" y="1773"/>
                <a:ext cx="47" cy="1"/>
              </a:xfrm>
              <a:custGeom>
                <a:avLst/>
                <a:gdLst>
                  <a:gd name="T0" fmla="*/ 3 w 188"/>
                  <a:gd name="T1" fmla="*/ 0 h 1"/>
                  <a:gd name="T2" fmla="*/ 0 w 188"/>
                  <a:gd name="T3" fmla="*/ 0 h 1"/>
                  <a:gd name="T4" fmla="*/ 0 w 18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6" name="Freeform 186"/>
              <p:cNvSpPr>
                <a:spLocks/>
              </p:cNvSpPr>
              <p:nvPr/>
            </p:nvSpPr>
            <p:spPr bwMode="auto">
              <a:xfrm>
                <a:off x="1447" y="1773"/>
                <a:ext cx="47" cy="1"/>
              </a:xfrm>
              <a:custGeom>
                <a:avLst/>
                <a:gdLst>
                  <a:gd name="T0" fmla="*/ 3 w 189"/>
                  <a:gd name="T1" fmla="*/ 0 h 1"/>
                  <a:gd name="T2" fmla="*/ 0 w 189"/>
                  <a:gd name="T3" fmla="*/ 0 h 1"/>
                  <a:gd name="T4" fmla="*/ 0 w 18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9" h="1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7" name="Freeform 187"/>
              <p:cNvSpPr>
                <a:spLocks/>
              </p:cNvSpPr>
              <p:nvPr/>
            </p:nvSpPr>
            <p:spPr bwMode="auto">
              <a:xfrm>
                <a:off x="1517" y="1896"/>
                <a:ext cx="47" cy="1"/>
              </a:xfrm>
              <a:custGeom>
                <a:avLst/>
                <a:gdLst>
                  <a:gd name="T0" fmla="*/ 3 w 188"/>
                  <a:gd name="T1" fmla="*/ 0 h 1"/>
                  <a:gd name="T2" fmla="*/ 0 w 188"/>
                  <a:gd name="T3" fmla="*/ 0 h 1"/>
                  <a:gd name="T4" fmla="*/ 0 w 18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8" name="Freeform 188"/>
              <p:cNvSpPr>
                <a:spLocks/>
              </p:cNvSpPr>
              <p:nvPr/>
            </p:nvSpPr>
            <p:spPr bwMode="auto">
              <a:xfrm>
                <a:off x="1447" y="1896"/>
                <a:ext cx="47" cy="1"/>
              </a:xfrm>
              <a:custGeom>
                <a:avLst/>
                <a:gdLst>
                  <a:gd name="T0" fmla="*/ 3 w 189"/>
                  <a:gd name="T1" fmla="*/ 0 h 1"/>
                  <a:gd name="T2" fmla="*/ 0 w 189"/>
                  <a:gd name="T3" fmla="*/ 0 h 1"/>
                  <a:gd name="T4" fmla="*/ 0 w 18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9" h="1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9" name="Freeform 189"/>
              <p:cNvSpPr>
                <a:spLocks/>
              </p:cNvSpPr>
              <p:nvPr/>
            </p:nvSpPr>
            <p:spPr bwMode="auto">
              <a:xfrm>
                <a:off x="1447" y="1916"/>
                <a:ext cx="45" cy="1"/>
              </a:xfrm>
              <a:custGeom>
                <a:avLst/>
                <a:gdLst>
                  <a:gd name="T0" fmla="*/ 3 w 180"/>
                  <a:gd name="T1" fmla="*/ 0 h 1"/>
                  <a:gd name="T2" fmla="*/ 0 w 180"/>
                  <a:gd name="T3" fmla="*/ 0 h 1"/>
                  <a:gd name="T4" fmla="*/ 0 w 18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0" h="1">
                    <a:moveTo>
                      <a:pt x="18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61" name="Group 190"/>
            <p:cNvGrpSpPr>
              <a:grpSpLocks/>
            </p:cNvGrpSpPr>
            <p:nvPr/>
          </p:nvGrpSpPr>
          <p:grpSpPr bwMode="auto">
            <a:xfrm>
              <a:off x="1242" y="2664"/>
              <a:ext cx="1" cy="1145"/>
              <a:chOff x="2096" y="2545"/>
              <a:chExt cx="1" cy="1145"/>
            </a:xfrm>
          </p:grpSpPr>
          <p:sp>
            <p:nvSpPr>
              <p:cNvPr id="8312" name="Freeform 191"/>
              <p:cNvSpPr>
                <a:spLocks/>
              </p:cNvSpPr>
              <p:nvPr/>
            </p:nvSpPr>
            <p:spPr bwMode="auto">
              <a:xfrm>
                <a:off x="2096" y="3283"/>
                <a:ext cx="1" cy="407"/>
              </a:xfrm>
              <a:custGeom>
                <a:avLst/>
                <a:gdLst>
                  <a:gd name="T0" fmla="*/ 0 w 2"/>
                  <a:gd name="T1" fmla="*/ 25 h 1630"/>
                  <a:gd name="T2" fmla="*/ 0 w 2"/>
                  <a:gd name="T3" fmla="*/ 0 h 1630"/>
                  <a:gd name="T4" fmla="*/ 1 w 2"/>
                  <a:gd name="T5" fmla="*/ 0 h 16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630">
                    <a:moveTo>
                      <a:pt x="0" y="163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3" name="Freeform 192"/>
              <p:cNvSpPr>
                <a:spLocks/>
              </p:cNvSpPr>
              <p:nvPr/>
            </p:nvSpPr>
            <p:spPr bwMode="auto">
              <a:xfrm>
                <a:off x="2096" y="3240"/>
                <a:ext cx="1" cy="17"/>
              </a:xfrm>
              <a:custGeom>
                <a:avLst/>
                <a:gdLst>
                  <a:gd name="T0" fmla="*/ 0 w 2"/>
                  <a:gd name="T1" fmla="*/ 1 h 67"/>
                  <a:gd name="T2" fmla="*/ 0 w 2"/>
                  <a:gd name="T3" fmla="*/ 0 h 67"/>
                  <a:gd name="T4" fmla="*/ 1 w 2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4" name="Freeform 193"/>
              <p:cNvSpPr>
                <a:spLocks/>
              </p:cNvSpPr>
              <p:nvPr/>
            </p:nvSpPr>
            <p:spPr bwMode="auto">
              <a:xfrm>
                <a:off x="2096" y="2758"/>
                <a:ext cx="1" cy="453"/>
              </a:xfrm>
              <a:custGeom>
                <a:avLst/>
                <a:gdLst>
                  <a:gd name="T0" fmla="*/ 0 w 2"/>
                  <a:gd name="T1" fmla="*/ 28 h 1809"/>
                  <a:gd name="T2" fmla="*/ 0 w 2"/>
                  <a:gd name="T3" fmla="*/ 0 h 1809"/>
                  <a:gd name="T4" fmla="*/ 1 w 2"/>
                  <a:gd name="T5" fmla="*/ 0 h 180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809">
                    <a:moveTo>
                      <a:pt x="0" y="180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5" name="Freeform 194"/>
              <p:cNvSpPr>
                <a:spLocks/>
              </p:cNvSpPr>
              <p:nvPr/>
            </p:nvSpPr>
            <p:spPr bwMode="auto">
              <a:xfrm>
                <a:off x="2096" y="2716"/>
                <a:ext cx="1" cy="17"/>
              </a:xfrm>
              <a:custGeom>
                <a:avLst/>
                <a:gdLst>
                  <a:gd name="T0" fmla="*/ 0 w 2"/>
                  <a:gd name="T1" fmla="*/ 1 h 67"/>
                  <a:gd name="T2" fmla="*/ 0 w 2"/>
                  <a:gd name="T3" fmla="*/ 0 h 67"/>
                  <a:gd name="T4" fmla="*/ 1 w 2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6" name="Freeform 195"/>
              <p:cNvSpPr>
                <a:spLocks/>
              </p:cNvSpPr>
              <p:nvPr/>
            </p:nvSpPr>
            <p:spPr bwMode="auto">
              <a:xfrm>
                <a:off x="2096" y="2545"/>
                <a:ext cx="1" cy="146"/>
              </a:xfrm>
              <a:custGeom>
                <a:avLst/>
                <a:gdLst>
                  <a:gd name="T0" fmla="*/ 0 w 1"/>
                  <a:gd name="T1" fmla="*/ 146 h 146"/>
                  <a:gd name="T2" fmla="*/ 0 w 1"/>
                  <a:gd name="T3" fmla="*/ 47 h 146"/>
                  <a:gd name="T4" fmla="*/ 1 w 1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46">
                    <a:moveTo>
                      <a:pt x="0" y="146"/>
                    </a:moveTo>
                    <a:lnTo>
                      <a:pt x="0" y="47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62" name="Group 196"/>
            <p:cNvGrpSpPr>
              <a:grpSpLocks/>
            </p:cNvGrpSpPr>
            <p:nvPr/>
          </p:nvGrpSpPr>
          <p:grpSpPr bwMode="auto">
            <a:xfrm>
              <a:off x="1407" y="1499"/>
              <a:ext cx="346" cy="1"/>
              <a:chOff x="2261" y="1380"/>
              <a:chExt cx="346" cy="1"/>
            </a:xfrm>
          </p:grpSpPr>
          <p:sp>
            <p:nvSpPr>
              <p:cNvPr id="8309" name="Freeform 197"/>
              <p:cNvSpPr>
                <a:spLocks/>
              </p:cNvSpPr>
              <p:nvPr/>
            </p:nvSpPr>
            <p:spPr bwMode="auto">
              <a:xfrm>
                <a:off x="2261" y="1380"/>
                <a:ext cx="156" cy="1"/>
              </a:xfrm>
              <a:custGeom>
                <a:avLst/>
                <a:gdLst>
                  <a:gd name="T0" fmla="*/ 0 w 626"/>
                  <a:gd name="T1" fmla="*/ 0 h 1"/>
                  <a:gd name="T2" fmla="*/ 10 w 626"/>
                  <a:gd name="T3" fmla="*/ 0 h 1"/>
                  <a:gd name="T4" fmla="*/ 10 w 626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6" h="1">
                    <a:moveTo>
                      <a:pt x="0" y="0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0" name="Freeform 198"/>
              <p:cNvSpPr>
                <a:spLocks/>
              </p:cNvSpPr>
              <p:nvPr/>
            </p:nvSpPr>
            <p:spPr bwMode="auto">
              <a:xfrm>
                <a:off x="2457" y="1380"/>
                <a:ext cx="16" cy="1"/>
              </a:xfrm>
              <a:custGeom>
                <a:avLst/>
                <a:gdLst>
                  <a:gd name="T0" fmla="*/ 0 w 65"/>
                  <a:gd name="T1" fmla="*/ 0 h 1"/>
                  <a:gd name="T2" fmla="*/ 1 w 65"/>
                  <a:gd name="T3" fmla="*/ 0 h 1"/>
                  <a:gd name="T4" fmla="*/ 1 w 6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1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1" name="Freeform 199"/>
              <p:cNvSpPr>
                <a:spLocks/>
              </p:cNvSpPr>
              <p:nvPr/>
            </p:nvSpPr>
            <p:spPr bwMode="auto">
              <a:xfrm>
                <a:off x="2509" y="1380"/>
                <a:ext cx="98" cy="1"/>
              </a:xfrm>
              <a:custGeom>
                <a:avLst/>
                <a:gdLst>
                  <a:gd name="T0" fmla="*/ 0 w 392"/>
                  <a:gd name="T1" fmla="*/ 0 h 1"/>
                  <a:gd name="T2" fmla="*/ 6 w 392"/>
                  <a:gd name="T3" fmla="*/ 0 h 1"/>
                  <a:gd name="T4" fmla="*/ 6 w 39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2" h="1">
                    <a:moveTo>
                      <a:pt x="0" y="0"/>
                    </a:moveTo>
                    <a:lnTo>
                      <a:pt x="391" y="0"/>
                    </a:lnTo>
                    <a:lnTo>
                      <a:pt x="39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63" name="Freeform 200"/>
            <p:cNvSpPr>
              <a:spLocks/>
            </p:cNvSpPr>
            <p:nvPr/>
          </p:nvSpPr>
          <p:spPr bwMode="auto">
            <a:xfrm>
              <a:off x="710" y="3073"/>
              <a:ext cx="63" cy="1"/>
            </a:xfrm>
            <a:custGeom>
              <a:avLst/>
              <a:gdLst>
                <a:gd name="T0" fmla="*/ 4 w 252"/>
                <a:gd name="T1" fmla="*/ 0 h 1"/>
                <a:gd name="T2" fmla="*/ 0 w 252"/>
                <a:gd name="T3" fmla="*/ 0 h 1"/>
                <a:gd name="T4" fmla="*/ 0 w 25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" h="1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4" name="Freeform 201"/>
            <p:cNvSpPr>
              <a:spLocks/>
            </p:cNvSpPr>
            <p:nvPr/>
          </p:nvSpPr>
          <p:spPr bwMode="auto">
            <a:xfrm>
              <a:off x="710" y="3398"/>
              <a:ext cx="63" cy="1"/>
            </a:xfrm>
            <a:custGeom>
              <a:avLst/>
              <a:gdLst>
                <a:gd name="T0" fmla="*/ 4 w 252"/>
                <a:gd name="T1" fmla="*/ 0 h 1"/>
                <a:gd name="T2" fmla="*/ 0 w 252"/>
                <a:gd name="T3" fmla="*/ 0 h 1"/>
                <a:gd name="T4" fmla="*/ 0 w 25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" h="1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5" name="Freeform 202"/>
            <p:cNvSpPr>
              <a:spLocks/>
            </p:cNvSpPr>
            <p:nvPr/>
          </p:nvSpPr>
          <p:spPr bwMode="auto">
            <a:xfrm>
              <a:off x="557" y="3515"/>
              <a:ext cx="192" cy="1"/>
            </a:xfrm>
            <a:custGeom>
              <a:avLst/>
              <a:gdLst>
                <a:gd name="T0" fmla="*/ 0 w 769"/>
                <a:gd name="T1" fmla="*/ 0 h 1"/>
                <a:gd name="T2" fmla="*/ 12 w 769"/>
                <a:gd name="T3" fmla="*/ 0 h 1"/>
                <a:gd name="T4" fmla="*/ 12 w 76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9" h="1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6" name="Freeform 203"/>
            <p:cNvSpPr>
              <a:spLocks/>
            </p:cNvSpPr>
            <p:nvPr/>
          </p:nvSpPr>
          <p:spPr bwMode="auto">
            <a:xfrm>
              <a:off x="557" y="2956"/>
              <a:ext cx="192" cy="1"/>
            </a:xfrm>
            <a:custGeom>
              <a:avLst/>
              <a:gdLst>
                <a:gd name="T0" fmla="*/ 0 w 769"/>
                <a:gd name="T1" fmla="*/ 0 h 1"/>
                <a:gd name="T2" fmla="*/ 12 w 769"/>
                <a:gd name="T3" fmla="*/ 0 h 1"/>
                <a:gd name="T4" fmla="*/ 12 w 76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9" h="1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67" name="Group 204"/>
            <p:cNvGrpSpPr>
              <a:grpSpLocks/>
            </p:cNvGrpSpPr>
            <p:nvPr/>
          </p:nvGrpSpPr>
          <p:grpSpPr bwMode="auto">
            <a:xfrm>
              <a:off x="593" y="2897"/>
              <a:ext cx="117" cy="122"/>
              <a:chOff x="1447" y="2778"/>
              <a:chExt cx="117" cy="122"/>
            </a:xfrm>
          </p:grpSpPr>
          <p:sp>
            <p:nvSpPr>
              <p:cNvPr id="8305" name="Freeform 205"/>
              <p:cNvSpPr>
                <a:spLocks/>
              </p:cNvSpPr>
              <p:nvPr/>
            </p:nvSpPr>
            <p:spPr bwMode="auto">
              <a:xfrm>
                <a:off x="1447" y="2778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6" name="Freeform 206"/>
              <p:cNvSpPr>
                <a:spLocks/>
              </p:cNvSpPr>
              <p:nvPr/>
            </p:nvSpPr>
            <p:spPr bwMode="auto">
              <a:xfrm>
                <a:off x="1517" y="2778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7" name="Freeform 207"/>
              <p:cNvSpPr>
                <a:spLocks/>
              </p:cNvSpPr>
              <p:nvPr/>
            </p:nvSpPr>
            <p:spPr bwMode="auto">
              <a:xfrm>
                <a:off x="1447" y="2899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8" name="Freeform 208"/>
              <p:cNvSpPr>
                <a:spLocks/>
              </p:cNvSpPr>
              <p:nvPr/>
            </p:nvSpPr>
            <p:spPr bwMode="auto">
              <a:xfrm>
                <a:off x="1517" y="2899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68" name="Group 209"/>
            <p:cNvGrpSpPr>
              <a:grpSpLocks/>
            </p:cNvGrpSpPr>
            <p:nvPr/>
          </p:nvGrpSpPr>
          <p:grpSpPr bwMode="auto">
            <a:xfrm>
              <a:off x="593" y="3453"/>
              <a:ext cx="117" cy="123"/>
              <a:chOff x="1447" y="3334"/>
              <a:chExt cx="117" cy="123"/>
            </a:xfrm>
          </p:grpSpPr>
          <p:sp>
            <p:nvSpPr>
              <p:cNvPr id="8301" name="Freeform 210"/>
              <p:cNvSpPr>
                <a:spLocks/>
              </p:cNvSpPr>
              <p:nvPr/>
            </p:nvSpPr>
            <p:spPr bwMode="auto">
              <a:xfrm>
                <a:off x="1447" y="3334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2" name="Freeform 211"/>
              <p:cNvSpPr>
                <a:spLocks/>
              </p:cNvSpPr>
              <p:nvPr/>
            </p:nvSpPr>
            <p:spPr bwMode="auto">
              <a:xfrm>
                <a:off x="1517" y="3334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3" name="Freeform 212"/>
              <p:cNvSpPr>
                <a:spLocks/>
              </p:cNvSpPr>
              <p:nvPr/>
            </p:nvSpPr>
            <p:spPr bwMode="auto">
              <a:xfrm>
                <a:off x="1447" y="3456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4" name="Freeform 213"/>
              <p:cNvSpPr>
                <a:spLocks/>
              </p:cNvSpPr>
              <p:nvPr/>
            </p:nvSpPr>
            <p:spPr bwMode="auto">
              <a:xfrm>
                <a:off x="1517" y="3456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3 w 190"/>
                  <a:gd name="T3" fmla="*/ 0 h 1"/>
                  <a:gd name="T4" fmla="*/ 3 w 19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69" name="Group 214"/>
            <p:cNvGrpSpPr>
              <a:grpSpLocks/>
            </p:cNvGrpSpPr>
            <p:nvPr/>
          </p:nvGrpSpPr>
          <p:grpSpPr bwMode="auto">
            <a:xfrm>
              <a:off x="903" y="1157"/>
              <a:ext cx="1" cy="282"/>
              <a:chOff x="1757" y="1038"/>
              <a:chExt cx="1" cy="282"/>
            </a:xfrm>
          </p:grpSpPr>
          <p:sp>
            <p:nvSpPr>
              <p:cNvPr id="8298" name="Freeform 215"/>
              <p:cNvSpPr>
                <a:spLocks/>
              </p:cNvSpPr>
              <p:nvPr/>
            </p:nvSpPr>
            <p:spPr bwMode="auto">
              <a:xfrm>
                <a:off x="1757" y="1218"/>
                <a:ext cx="1" cy="102"/>
              </a:xfrm>
              <a:custGeom>
                <a:avLst/>
                <a:gdLst>
                  <a:gd name="T0" fmla="*/ 0 w 1"/>
                  <a:gd name="T1" fmla="*/ 6 h 410"/>
                  <a:gd name="T2" fmla="*/ 0 w 1"/>
                  <a:gd name="T3" fmla="*/ 0 h 410"/>
                  <a:gd name="T4" fmla="*/ 1 w 1"/>
                  <a:gd name="T5" fmla="*/ 0 h 4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10">
                    <a:moveTo>
                      <a:pt x="0" y="41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9" name="Freeform 216"/>
              <p:cNvSpPr>
                <a:spLocks/>
              </p:cNvSpPr>
              <p:nvPr/>
            </p:nvSpPr>
            <p:spPr bwMode="auto">
              <a:xfrm>
                <a:off x="1757" y="1179"/>
                <a:ext cx="1" cy="13"/>
              </a:xfrm>
              <a:custGeom>
                <a:avLst/>
                <a:gdLst>
                  <a:gd name="T0" fmla="*/ 0 w 1"/>
                  <a:gd name="T1" fmla="*/ 1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0" name="Freeform 217"/>
              <p:cNvSpPr>
                <a:spLocks/>
              </p:cNvSpPr>
              <p:nvPr/>
            </p:nvSpPr>
            <p:spPr bwMode="auto">
              <a:xfrm>
                <a:off x="1757" y="1038"/>
                <a:ext cx="1" cy="120"/>
              </a:xfrm>
              <a:custGeom>
                <a:avLst/>
                <a:gdLst>
                  <a:gd name="T0" fmla="*/ 0 w 1"/>
                  <a:gd name="T1" fmla="*/ 8 h 480"/>
                  <a:gd name="T2" fmla="*/ 0 w 1"/>
                  <a:gd name="T3" fmla="*/ 0 h 480"/>
                  <a:gd name="T4" fmla="*/ 1 w 1"/>
                  <a:gd name="T5" fmla="*/ 0 h 4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70" name="Group 218"/>
            <p:cNvGrpSpPr>
              <a:grpSpLocks/>
            </p:cNvGrpSpPr>
            <p:nvPr/>
          </p:nvGrpSpPr>
          <p:grpSpPr bwMode="auto">
            <a:xfrm>
              <a:off x="1580" y="1157"/>
              <a:ext cx="1" cy="299"/>
              <a:chOff x="2434" y="1038"/>
              <a:chExt cx="1" cy="299"/>
            </a:xfrm>
          </p:grpSpPr>
          <p:sp>
            <p:nvSpPr>
              <p:cNvPr id="8295" name="Freeform 219"/>
              <p:cNvSpPr>
                <a:spLocks/>
              </p:cNvSpPr>
              <p:nvPr/>
            </p:nvSpPr>
            <p:spPr bwMode="auto">
              <a:xfrm>
                <a:off x="2434" y="1209"/>
                <a:ext cx="1" cy="128"/>
              </a:xfrm>
              <a:custGeom>
                <a:avLst/>
                <a:gdLst>
                  <a:gd name="T0" fmla="*/ 0 w 1"/>
                  <a:gd name="T1" fmla="*/ 8 h 513"/>
                  <a:gd name="T2" fmla="*/ 0 w 1"/>
                  <a:gd name="T3" fmla="*/ 0 h 513"/>
                  <a:gd name="T4" fmla="*/ 1 w 1"/>
                  <a:gd name="T5" fmla="*/ 0 h 5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" name="Freeform 220"/>
              <p:cNvSpPr>
                <a:spLocks/>
              </p:cNvSpPr>
              <p:nvPr/>
            </p:nvSpPr>
            <p:spPr bwMode="auto">
              <a:xfrm>
                <a:off x="2434" y="1179"/>
                <a:ext cx="1" cy="13"/>
              </a:xfrm>
              <a:custGeom>
                <a:avLst/>
                <a:gdLst>
                  <a:gd name="T0" fmla="*/ 0 w 1"/>
                  <a:gd name="T1" fmla="*/ 1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7" name="Freeform 221"/>
              <p:cNvSpPr>
                <a:spLocks/>
              </p:cNvSpPr>
              <p:nvPr/>
            </p:nvSpPr>
            <p:spPr bwMode="auto">
              <a:xfrm>
                <a:off x="2434" y="1038"/>
                <a:ext cx="1" cy="124"/>
              </a:xfrm>
              <a:custGeom>
                <a:avLst/>
                <a:gdLst>
                  <a:gd name="T0" fmla="*/ 0 w 1"/>
                  <a:gd name="T1" fmla="*/ 8 h 497"/>
                  <a:gd name="T2" fmla="*/ 0 w 1"/>
                  <a:gd name="T3" fmla="*/ 0 h 497"/>
                  <a:gd name="T4" fmla="*/ 1 w 1"/>
                  <a:gd name="T5" fmla="*/ 0 h 4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71" name="Group 222"/>
            <p:cNvGrpSpPr>
              <a:grpSpLocks/>
            </p:cNvGrpSpPr>
            <p:nvPr/>
          </p:nvGrpSpPr>
          <p:grpSpPr bwMode="auto">
            <a:xfrm>
              <a:off x="1580" y="2214"/>
              <a:ext cx="1" cy="286"/>
              <a:chOff x="2434" y="2095"/>
              <a:chExt cx="1" cy="286"/>
            </a:xfrm>
          </p:grpSpPr>
          <p:sp>
            <p:nvSpPr>
              <p:cNvPr id="8292" name="Freeform 223"/>
              <p:cNvSpPr>
                <a:spLocks/>
              </p:cNvSpPr>
              <p:nvPr/>
            </p:nvSpPr>
            <p:spPr bwMode="auto">
              <a:xfrm>
                <a:off x="2434" y="2266"/>
                <a:ext cx="1" cy="115"/>
              </a:xfrm>
              <a:custGeom>
                <a:avLst/>
                <a:gdLst>
                  <a:gd name="T0" fmla="*/ 0 w 1"/>
                  <a:gd name="T1" fmla="*/ 7 h 462"/>
                  <a:gd name="T2" fmla="*/ 0 w 1"/>
                  <a:gd name="T3" fmla="*/ 0 h 462"/>
                  <a:gd name="T4" fmla="*/ 1 w 1"/>
                  <a:gd name="T5" fmla="*/ 0 h 4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3" name="Freeform 224"/>
              <p:cNvSpPr>
                <a:spLocks/>
              </p:cNvSpPr>
              <p:nvPr/>
            </p:nvSpPr>
            <p:spPr bwMode="auto">
              <a:xfrm>
                <a:off x="2434" y="2236"/>
                <a:ext cx="1" cy="13"/>
              </a:xfrm>
              <a:custGeom>
                <a:avLst/>
                <a:gdLst>
                  <a:gd name="T0" fmla="*/ 0 w 1"/>
                  <a:gd name="T1" fmla="*/ 1 h 50"/>
                  <a:gd name="T2" fmla="*/ 0 w 1"/>
                  <a:gd name="T3" fmla="*/ 0 h 50"/>
                  <a:gd name="T4" fmla="*/ 1 w 1"/>
                  <a:gd name="T5" fmla="*/ 0 h 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0">
                    <a:moveTo>
                      <a:pt x="0" y="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4" name="Freeform 225"/>
              <p:cNvSpPr>
                <a:spLocks/>
              </p:cNvSpPr>
              <p:nvPr/>
            </p:nvSpPr>
            <p:spPr bwMode="auto">
              <a:xfrm>
                <a:off x="2434" y="2095"/>
                <a:ext cx="1" cy="124"/>
              </a:xfrm>
              <a:custGeom>
                <a:avLst/>
                <a:gdLst>
                  <a:gd name="T0" fmla="*/ 0 w 1"/>
                  <a:gd name="T1" fmla="*/ 8 h 495"/>
                  <a:gd name="T2" fmla="*/ 0 w 1"/>
                  <a:gd name="T3" fmla="*/ 0 h 495"/>
                  <a:gd name="T4" fmla="*/ 1 w 1"/>
                  <a:gd name="T5" fmla="*/ 0 h 49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95">
                    <a:moveTo>
                      <a:pt x="0" y="49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72" name="Group 226"/>
            <p:cNvGrpSpPr>
              <a:grpSpLocks/>
            </p:cNvGrpSpPr>
            <p:nvPr/>
          </p:nvGrpSpPr>
          <p:grpSpPr bwMode="auto">
            <a:xfrm>
              <a:off x="903" y="2205"/>
              <a:ext cx="1" cy="295"/>
              <a:chOff x="1757" y="2086"/>
              <a:chExt cx="1" cy="295"/>
            </a:xfrm>
          </p:grpSpPr>
          <p:sp>
            <p:nvSpPr>
              <p:cNvPr id="8289" name="Freeform 227"/>
              <p:cNvSpPr>
                <a:spLocks/>
              </p:cNvSpPr>
              <p:nvPr/>
            </p:nvSpPr>
            <p:spPr bwMode="auto">
              <a:xfrm>
                <a:off x="1757" y="2266"/>
                <a:ext cx="1" cy="115"/>
              </a:xfrm>
              <a:custGeom>
                <a:avLst/>
                <a:gdLst>
                  <a:gd name="T0" fmla="*/ 0 w 1"/>
                  <a:gd name="T1" fmla="*/ 7 h 462"/>
                  <a:gd name="T2" fmla="*/ 0 w 1"/>
                  <a:gd name="T3" fmla="*/ 0 h 462"/>
                  <a:gd name="T4" fmla="*/ 1 w 1"/>
                  <a:gd name="T5" fmla="*/ 0 h 4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0" name="Freeform 228"/>
              <p:cNvSpPr>
                <a:spLocks/>
              </p:cNvSpPr>
              <p:nvPr/>
            </p:nvSpPr>
            <p:spPr bwMode="auto">
              <a:xfrm>
                <a:off x="1757" y="2231"/>
                <a:ext cx="1" cy="13"/>
              </a:xfrm>
              <a:custGeom>
                <a:avLst/>
                <a:gdLst>
                  <a:gd name="T0" fmla="*/ 0 w 1"/>
                  <a:gd name="T1" fmla="*/ 1 h 51"/>
                  <a:gd name="T2" fmla="*/ 0 w 1"/>
                  <a:gd name="T3" fmla="*/ 0 h 51"/>
                  <a:gd name="T4" fmla="*/ 1 w 1"/>
                  <a:gd name="T5" fmla="*/ 0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1">
                    <a:moveTo>
                      <a:pt x="0" y="5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1" name="Freeform 229"/>
              <p:cNvSpPr>
                <a:spLocks/>
              </p:cNvSpPr>
              <p:nvPr/>
            </p:nvSpPr>
            <p:spPr bwMode="auto">
              <a:xfrm>
                <a:off x="1757" y="2086"/>
                <a:ext cx="1" cy="124"/>
              </a:xfrm>
              <a:custGeom>
                <a:avLst/>
                <a:gdLst>
                  <a:gd name="T0" fmla="*/ 0 w 1"/>
                  <a:gd name="T1" fmla="*/ 8 h 497"/>
                  <a:gd name="T2" fmla="*/ 0 w 1"/>
                  <a:gd name="T3" fmla="*/ 0 h 497"/>
                  <a:gd name="T4" fmla="*/ 1 w 1"/>
                  <a:gd name="T5" fmla="*/ 0 h 4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73" name="Group 230"/>
            <p:cNvGrpSpPr>
              <a:grpSpLocks/>
            </p:cNvGrpSpPr>
            <p:nvPr/>
          </p:nvGrpSpPr>
          <p:grpSpPr bwMode="auto">
            <a:xfrm>
              <a:off x="507" y="3236"/>
              <a:ext cx="1290" cy="1"/>
              <a:chOff x="1361" y="3117"/>
              <a:chExt cx="1290" cy="1"/>
            </a:xfrm>
          </p:grpSpPr>
          <p:sp>
            <p:nvSpPr>
              <p:cNvPr id="8283" name="Freeform 231"/>
              <p:cNvSpPr>
                <a:spLocks/>
              </p:cNvSpPr>
              <p:nvPr/>
            </p:nvSpPr>
            <p:spPr bwMode="auto">
              <a:xfrm>
                <a:off x="1361" y="3117"/>
                <a:ext cx="301" cy="1"/>
              </a:xfrm>
              <a:custGeom>
                <a:avLst/>
                <a:gdLst>
                  <a:gd name="T0" fmla="*/ 0 w 1204"/>
                  <a:gd name="T1" fmla="*/ 0 h 1"/>
                  <a:gd name="T2" fmla="*/ 19 w 1204"/>
                  <a:gd name="T3" fmla="*/ 0 h 1"/>
                  <a:gd name="T4" fmla="*/ 19 w 120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04" h="1">
                    <a:moveTo>
                      <a:pt x="0" y="0"/>
                    </a:moveTo>
                    <a:lnTo>
                      <a:pt x="1203" y="0"/>
                    </a:lnTo>
                    <a:lnTo>
                      <a:pt x="1204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4" name="Line 232"/>
              <p:cNvSpPr>
                <a:spLocks noChangeShapeType="1"/>
              </p:cNvSpPr>
              <p:nvPr/>
            </p:nvSpPr>
            <p:spPr bwMode="auto">
              <a:xfrm>
                <a:off x="2418" y="3117"/>
                <a:ext cx="1" cy="1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5" name="Freeform 233"/>
              <p:cNvSpPr>
                <a:spLocks/>
              </p:cNvSpPr>
              <p:nvPr/>
            </p:nvSpPr>
            <p:spPr bwMode="auto">
              <a:xfrm>
                <a:off x="1691" y="3117"/>
                <a:ext cx="18" cy="1"/>
              </a:xfrm>
              <a:custGeom>
                <a:avLst/>
                <a:gdLst>
                  <a:gd name="T0" fmla="*/ 0 w 69"/>
                  <a:gd name="T1" fmla="*/ 0 h 1"/>
                  <a:gd name="T2" fmla="*/ 1 w 69"/>
                  <a:gd name="T3" fmla="*/ 0 h 1"/>
                  <a:gd name="T4" fmla="*/ 1 w 6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9" h="1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6" name="Freeform 234"/>
              <p:cNvSpPr>
                <a:spLocks/>
              </p:cNvSpPr>
              <p:nvPr/>
            </p:nvSpPr>
            <p:spPr bwMode="auto">
              <a:xfrm>
                <a:off x="2198" y="3117"/>
                <a:ext cx="18" cy="1"/>
              </a:xfrm>
              <a:custGeom>
                <a:avLst/>
                <a:gdLst>
                  <a:gd name="T0" fmla="*/ 0 w 69"/>
                  <a:gd name="T1" fmla="*/ 0 h 1"/>
                  <a:gd name="T2" fmla="*/ 1 w 69"/>
                  <a:gd name="T3" fmla="*/ 0 h 1"/>
                  <a:gd name="T4" fmla="*/ 1 w 6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9" h="1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7" name="Freeform 235"/>
              <p:cNvSpPr>
                <a:spLocks/>
              </p:cNvSpPr>
              <p:nvPr/>
            </p:nvSpPr>
            <p:spPr bwMode="auto">
              <a:xfrm>
                <a:off x="2240" y="3117"/>
                <a:ext cx="411" cy="1"/>
              </a:xfrm>
              <a:custGeom>
                <a:avLst/>
                <a:gdLst>
                  <a:gd name="T0" fmla="*/ 0 w 1640"/>
                  <a:gd name="T1" fmla="*/ 0 h 1"/>
                  <a:gd name="T2" fmla="*/ 26 w 1640"/>
                  <a:gd name="T3" fmla="*/ 0 h 1"/>
                  <a:gd name="T4" fmla="*/ 26 w 164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40" h="1">
                    <a:moveTo>
                      <a:pt x="0" y="0"/>
                    </a:moveTo>
                    <a:lnTo>
                      <a:pt x="1639" y="0"/>
                    </a:lnTo>
                    <a:lnTo>
                      <a:pt x="164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8" name="Freeform 236"/>
              <p:cNvSpPr>
                <a:spLocks/>
              </p:cNvSpPr>
              <p:nvPr/>
            </p:nvSpPr>
            <p:spPr bwMode="auto">
              <a:xfrm>
                <a:off x="1738" y="3117"/>
                <a:ext cx="435" cy="1"/>
              </a:xfrm>
              <a:custGeom>
                <a:avLst/>
                <a:gdLst>
                  <a:gd name="T0" fmla="*/ 0 w 1740"/>
                  <a:gd name="T1" fmla="*/ 0 h 1"/>
                  <a:gd name="T2" fmla="*/ 27 w 1740"/>
                  <a:gd name="T3" fmla="*/ 0 h 1"/>
                  <a:gd name="T4" fmla="*/ 27 w 174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40" h="1">
                    <a:moveTo>
                      <a:pt x="0" y="0"/>
                    </a:moveTo>
                    <a:lnTo>
                      <a:pt x="1739" y="0"/>
                    </a:lnTo>
                    <a:lnTo>
                      <a:pt x="174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74" name="Freeform 237"/>
            <p:cNvSpPr>
              <a:spLocks/>
            </p:cNvSpPr>
            <p:nvPr/>
          </p:nvSpPr>
          <p:spPr bwMode="auto">
            <a:xfrm>
              <a:off x="1026" y="1871"/>
              <a:ext cx="24" cy="168"/>
            </a:xfrm>
            <a:custGeom>
              <a:avLst/>
              <a:gdLst>
                <a:gd name="T0" fmla="*/ 0 w 24"/>
                <a:gd name="T1" fmla="*/ 0 h 168"/>
                <a:gd name="T2" fmla="*/ 24 w 24"/>
                <a:gd name="T3" fmla="*/ 80 h 168"/>
                <a:gd name="T4" fmla="*/ 0 w 24"/>
                <a:gd name="T5" fmla="*/ 168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68">
                  <a:moveTo>
                    <a:pt x="0" y="0"/>
                  </a:moveTo>
                  <a:cubicBezTo>
                    <a:pt x="12" y="26"/>
                    <a:pt x="24" y="52"/>
                    <a:pt x="24" y="80"/>
                  </a:cubicBezTo>
                  <a:cubicBezTo>
                    <a:pt x="24" y="108"/>
                    <a:pt x="12" y="138"/>
                    <a:pt x="0" y="16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5" name="Freeform 238"/>
            <p:cNvSpPr>
              <a:spLocks/>
            </p:cNvSpPr>
            <p:nvPr/>
          </p:nvSpPr>
          <p:spPr bwMode="auto">
            <a:xfrm>
              <a:off x="1441" y="1415"/>
              <a:ext cx="25" cy="168"/>
            </a:xfrm>
            <a:custGeom>
              <a:avLst/>
              <a:gdLst>
                <a:gd name="T0" fmla="*/ 25 w 25"/>
                <a:gd name="T1" fmla="*/ 0 h 168"/>
                <a:gd name="T2" fmla="*/ 0 w 25"/>
                <a:gd name="T3" fmla="*/ 88 h 168"/>
                <a:gd name="T4" fmla="*/ 25 w 25"/>
                <a:gd name="T5" fmla="*/ 168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68">
                  <a:moveTo>
                    <a:pt x="25" y="0"/>
                  </a:moveTo>
                  <a:cubicBezTo>
                    <a:pt x="22" y="15"/>
                    <a:pt x="0" y="60"/>
                    <a:pt x="0" y="88"/>
                  </a:cubicBezTo>
                  <a:cubicBezTo>
                    <a:pt x="0" y="116"/>
                    <a:pt x="11" y="142"/>
                    <a:pt x="25" y="16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6" name="Line 239"/>
            <p:cNvSpPr>
              <a:spLocks noChangeShapeType="1"/>
            </p:cNvSpPr>
            <p:nvPr/>
          </p:nvSpPr>
          <p:spPr bwMode="auto">
            <a:xfrm>
              <a:off x="773" y="3070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7" name="Line 240"/>
            <p:cNvSpPr>
              <a:spLocks noChangeShapeType="1"/>
            </p:cNvSpPr>
            <p:nvPr/>
          </p:nvSpPr>
          <p:spPr bwMode="auto">
            <a:xfrm>
              <a:off x="773" y="3402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8" name="Oval 241"/>
            <p:cNvSpPr>
              <a:spLocks noChangeArrowheads="1"/>
            </p:cNvSpPr>
            <p:nvPr/>
          </p:nvSpPr>
          <p:spPr bwMode="auto">
            <a:xfrm>
              <a:off x="838" y="2826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79" name="Oval 242"/>
            <p:cNvSpPr>
              <a:spLocks noChangeArrowheads="1"/>
            </p:cNvSpPr>
            <p:nvPr/>
          </p:nvSpPr>
          <p:spPr bwMode="auto">
            <a:xfrm>
              <a:off x="1516" y="2826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80" name="Oval 243"/>
            <p:cNvSpPr>
              <a:spLocks noChangeArrowheads="1"/>
            </p:cNvSpPr>
            <p:nvPr/>
          </p:nvSpPr>
          <p:spPr bwMode="auto">
            <a:xfrm>
              <a:off x="1516" y="3509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81" name="Arc 244"/>
            <p:cNvSpPr>
              <a:spLocks/>
            </p:cNvSpPr>
            <p:nvPr/>
          </p:nvSpPr>
          <p:spPr bwMode="auto">
            <a:xfrm>
              <a:off x="1565" y="2761"/>
              <a:ext cx="145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82" name="Line 245"/>
            <p:cNvSpPr>
              <a:spLocks noChangeShapeType="1"/>
            </p:cNvSpPr>
            <p:nvPr/>
          </p:nvSpPr>
          <p:spPr bwMode="auto">
            <a:xfrm>
              <a:off x="1711" y="1221"/>
              <a:ext cx="0" cy="4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72278" name="Picture 246" descr="书6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4" t="11392" r="27557" b="7730"/>
          <a:stretch>
            <a:fillRect/>
          </a:stretch>
        </p:blipFill>
        <p:spPr bwMode="auto">
          <a:xfrm>
            <a:off x="5094288" y="2824163"/>
            <a:ext cx="2333625" cy="284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2279" name="Picture 247" descr="书6-5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0" t="9766" r="24954" b="8545"/>
          <a:stretch>
            <a:fillRect/>
          </a:stretch>
        </p:blipFill>
        <p:spPr bwMode="auto">
          <a:xfrm>
            <a:off x="4452938" y="815975"/>
            <a:ext cx="2238375" cy="286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2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2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2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2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17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7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51" grpId="0" autoUpdateAnimBg="0"/>
      <p:bldP spid="172052" grpId="0" autoUpdateAnimBg="0"/>
      <p:bldP spid="172053" grpId="0" autoUpdateAnimBg="0"/>
      <p:bldP spid="172054" grpId="0" autoUpdateAnimBg="0"/>
      <p:bldP spid="17205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94C72E9-DDE4-477A-A5D0-D1AB600BE7C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152400" y="23813"/>
            <a:ext cx="34178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黑体" pitchFamily="2" charset="-122"/>
                <a:ea typeface="黑体" pitchFamily="2" charset="-122"/>
              </a:rPr>
              <a:t>四、斜视图</a:t>
            </a:r>
            <a:endParaRPr lang="zh-CN" altLang="en-US" sz="3600" b="0">
              <a:ea typeface="黑体" pitchFamily="2" charset="-122"/>
            </a:endParaRP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852488" y="642938"/>
            <a:ext cx="73279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问题：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当物体的表面与投影面成倾斜位置时，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其投影不反映实形。</a:t>
            </a:r>
          </a:p>
        </p:txBody>
      </p:sp>
      <p:sp>
        <p:nvSpPr>
          <p:cNvPr id="205828" name="Text Box 4"/>
          <p:cNvSpPr txBox="1">
            <a:spLocks noChangeArrowheads="1"/>
          </p:cNvSpPr>
          <p:nvPr/>
        </p:nvSpPr>
        <p:spPr bwMode="auto">
          <a:xfrm>
            <a:off x="5368925" y="2182813"/>
            <a:ext cx="3886200" cy="143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宋体" pitchFamily="2" charset="-122"/>
              </a:rPr>
              <a:t>★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增设一个与倾斜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表面平行的辅助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投影面。</a:t>
            </a:r>
          </a:p>
        </p:txBody>
      </p:sp>
      <p:sp>
        <p:nvSpPr>
          <p:cNvPr id="205829" name="Text Box 5"/>
          <p:cNvSpPr txBox="1">
            <a:spLocks noChangeArrowheads="1"/>
          </p:cNvSpPr>
          <p:nvPr/>
        </p:nvSpPr>
        <p:spPr bwMode="auto">
          <a:xfrm>
            <a:off x="5124450" y="1503363"/>
            <a:ext cx="2789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解决方法：</a:t>
            </a:r>
          </a:p>
        </p:txBody>
      </p:sp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4783138" y="3654425"/>
            <a:ext cx="4203700" cy="149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宋体" pitchFamily="2" charset="-122"/>
              </a:rPr>
              <a:t>★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将倾斜部分向辅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助投影面投射。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b="0">
              <a:latin typeface="宋体" pitchFamily="2" charset="-122"/>
            </a:endParaRPr>
          </a:p>
        </p:txBody>
      </p:sp>
      <p:sp>
        <p:nvSpPr>
          <p:cNvPr id="205831" name="Text Box 7"/>
          <p:cNvSpPr txBox="1">
            <a:spLocks noChangeArrowheads="1"/>
          </p:cNvSpPr>
          <p:nvPr/>
        </p:nvSpPr>
        <p:spPr bwMode="auto">
          <a:xfrm>
            <a:off x="1730375" y="5454650"/>
            <a:ext cx="6473825" cy="974725"/>
          </a:xfrm>
          <a:prstGeom prst="rect">
            <a:avLst/>
          </a:prstGeom>
          <a:solidFill>
            <a:srgbClr val="FFFF66"/>
          </a:solidFill>
          <a:ln w="28575">
            <a:pattFill prst="trellis">
              <a:fgClr>
                <a:srgbClr val="FF3300"/>
              </a:fgClr>
              <a:bgClr>
                <a:srgbClr val="FFFF66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斜视图是物体向不平行于基本投影面的平面投射所得的视图。</a:t>
            </a:r>
          </a:p>
        </p:txBody>
      </p:sp>
      <p:grpSp>
        <p:nvGrpSpPr>
          <p:cNvPr id="205832" name="Group 8"/>
          <p:cNvGrpSpPr>
            <a:grpSpLocks/>
          </p:cNvGrpSpPr>
          <p:nvPr/>
        </p:nvGrpSpPr>
        <p:grpSpPr bwMode="auto">
          <a:xfrm>
            <a:off x="566738" y="1725613"/>
            <a:ext cx="4638675" cy="3432175"/>
            <a:chOff x="1156" y="896"/>
            <a:chExt cx="2922" cy="2162"/>
          </a:xfrm>
        </p:grpSpPr>
        <p:sp>
          <p:nvSpPr>
            <p:cNvPr id="9282" name="Freeform 9"/>
            <p:cNvSpPr>
              <a:spLocks/>
            </p:cNvSpPr>
            <p:nvPr/>
          </p:nvSpPr>
          <p:spPr bwMode="auto">
            <a:xfrm>
              <a:off x="1156" y="2270"/>
              <a:ext cx="2922" cy="788"/>
            </a:xfrm>
            <a:custGeom>
              <a:avLst/>
              <a:gdLst>
                <a:gd name="T0" fmla="*/ 0 w 2922"/>
                <a:gd name="T1" fmla="*/ 0 h 788"/>
                <a:gd name="T2" fmla="*/ 788 w 2922"/>
                <a:gd name="T3" fmla="*/ 788 h 788"/>
                <a:gd name="T4" fmla="*/ 2922 w 2922"/>
                <a:gd name="T5" fmla="*/ 788 h 788"/>
                <a:gd name="T6" fmla="*/ 2134 w 2922"/>
                <a:gd name="T7" fmla="*/ 0 h 788"/>
                <a:gd name="T8" fmla="*/ 0 w 2922"/>
                <a:gd name="T9" fmla="*/ 0 h 7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22" h="788">
                  <a:moveTo>
                    <a:pt x="0" y="0"/>
                  </a:moveTo>
                  <a:lnTo>
                    <a:pt x="788" y="788"/>
                  </a:lnTo>
                  <a:lnTo>
                    <a:pt x="2922" y="788"/>
                  </a:lnTo>
                  <a:lnTo>
                    <a:pt x="21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83" name="Rectangle 10"/>
            <p:cNvSpPr>
              <a:spLocks noChangeArrowheads="1"/>
            </p:cNvSpPr>
            <p:nvPr/>
          </p:nvSpPr>
          <p:spPr bwMode="auto">
            <a:xfrm>
              <a:off x="1158" y="923"/>
              <a:ext cx="2135" cy="1352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84" name="Text Box 11"/>
            <p:cNvSpPr txBox="1">
              <a:spLocks noChangeArrowheads="1"/>
            </p:cNvSpPr>
            <p:nvPr/>
          </p:nvSpPr>
          <p:spPr bwMode="auto">
            <a:xfrm>
              <a:off x="1166" y="89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宋体" pitchFamily="2" charset="-122"/>
                </a:rPr>
                <a:t>V</a:t>
              </a:r>
              <a:endParaRPr lang="en-US" altLang="zh-CN" sz="2800"/>
            </a:p>
          </p:txBody>
        </p:sp>
        <p:sp>
          <p:nvSpPr>
            <p:cNvPr id="9285" name="Text Box 12"/>
            <p:cNvSpPr txBox="1">
              <a:spLocks noChangeArrowheads="1"/>
            </p:cNvSpPr>
            <p:nvPr/>
          </p:nvSpPr>
          <p:spPr bwMode="auto">
            <a:xfrm>
              <a:off x="3591" y="273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宋体" pitchFamily="2" charset="-122"/>
                </a:rPr>
                <a:t>H</a:t>
              </a:r>
              <a:endParaRPr lang="en-US" altLang="zh-CN" sz="2800"/>
            </a:p>
          </p:txBody>
        </p:sp>
      </p:grpSp>
      <p:grpSp>
        <p:nvGrpSpPr>
          <p:cNvPr id="205837" name="Group 13"/>
          <p:cNvGrpSpPr>
            <a:grpSpLocks/>
          </p:cNvGrpSpPr>
          <p:nvPr/>
        </p:nvGrpSpPr>
        <p:grpSpPr bwMode="auto">
          <a:xfrm>
            <a:off x="1268413" y="4287838"/>
            <a:ext cx="1909762" cy="568325"/>
            <a:chOff x="1598" y="2510"/>
            <a:chExt cx="1203" cy="358"/>
          </a:xfrm>
        </p:grpSpPr>
        <p:sp>
          <p:nvSpPr>
            <p:cNvPr id="9271" name="Freeform 14"/>
            <p:cNvSpPr>
              <a:spLocks/>
            </p:cNvSpPr>
            <p:nvPr/>
          </p:nvSpPr>
          <p:spPr bwMode="auto">
            <a:xfrm>
              <a:off x="1598" y="2549"/>
              <a:ext cx="282" cy="282"/>
            </a:xfrm>
            <a:custGeom>
              <a:avLst/>
              <a:gdLst>
                <a:gd name="T0" fmla="*/ 0 w 845"/>
                <a:gd name="T1" fmla="*/ 0 h 844"/>
                <a:gd name="T2" fmla="*/ 31 w 845"/>
                <a:gd name="T3" fmla="*/ 31 h 844"/>
                <a:gd name="T4" fmla="*/ 31 w 845"/>
                <a:gd name="T5" fmla="*/ 31 h 8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5" h="844">
                  <a:moveTo>
                    <a:pt x="0" y="0"/>
                  </a:moveTo>
                  <a:lnTo>
                    <a:pt x="844" y="844"/>
                  </a:lnTo>
                  <a:lnTo>
                    <a:pt x="845" y="844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2" name="Freeform 15"/>
            <p:cNvSpPr>
              <a:spLocks/>
            </p:cNvSpPr>
            <p:nvPr/>
          </p:nvSpPr>
          <p:spPr bwMode="auto">
            <a:xfrm>
              <a:off x="1598" y="2549"/>
              <a:ext cx="949" cy="1"/>
            </a:xfrm>
            <a:custGeom>
              <a:avLst/>
              <a:gdLst>
                <a:gd name="T0" fmla="*/ 0 w 2846"/>
                <a:gd name="T1" fmla="*/ 0 h 1"/>
                <a:gd name="T2" fmla="*/ 105 w 2846"/>
                <a:gd name="T3" fmla="*/ 0 h 1"/>
                <a:gd name="T4" fmla="*/ 105 w 284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46" h="1">
                  <a:moveTo>
                    <a:pt x="0" y="0"/>
                  </a:moveTo>
                  <a:lnTo>
                    <a:pt x="2845" y="0"/>
                  </a:lnTo>
                  <a:lnTo>
                    <a:pt x="2846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3" name="Freeform 16"/>
            <p:cNvSpPr>
              <a:spLocks/>
            </p:cNvSpPr>
            <p:nvPr/>
          </p:nvSpPr>
          <p:spPr bwMode="auto">
            <a:xfrm>
              <a:off x="1879" y="2831"/>
              <a:ext cx="922" cy="1"/>
            </a:xfrm>
            <a:custGeom>
              <a:avLst/>
              <a:gdLst>
                <a:gd name="T0" fmla="*/ 0 w 2766"/>
                <a:gd name="T1" fmla="*/ 0 h 1"/>
                <a:gd name="T2" fmla="*/ 102 w 2766"/>
                <a:gd name="T3" fmla="*/ 0 h 1"/>
                <a:gd name="T4" fmla="*/ 102 w 276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66" h="1">
                  <a:moveTo>
                    <a:pt x="0" y="0"/>
                  </a:moveTo>
                  <a:lnTo>
                    <a:pt x="2765" y="0"/>
                  </a:lnTo>
                  <a:lnTo>
                    <a:pt x="2766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4" name="Freeform 17"/>
            <p:cNvSpPr>
              <a:spLocks/>
            </p:cNvSpPr>
            <p:nvPr/>
          </p:nvSpPr>
          <p:spPr bwMode="auto">
            <a:xfrm>
              <a:off x="1972" y="2510"/>
              <a:ext cx="358" cy="358"/>
            </a:xfrm>
            <a:custGeom>
              <a:avLst/>
              <a:gdLst>
                <a:gd name="T0" fmla="*/ 0 w 1075"/>
                <a:gd name="T1" fmla="*/ 0 h 1075"/>
                <a:gd name="T2" fmla="*/ 40 w 1075"/>
                <a:gd name="T3" fmla="*/ 40 h 1075"/>
                <a:gd name="T4" fmla="*/ 40 w 1075"/>
                <a:gd name="T5" fmla="*/ 40 h 10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5" h="1075">
                  <a:moveTo>
                    <a:pt x="0" y="0"/>
                  </a:moveTo>
                  <a:lnTo>
                    <a:pt x="1074" y="1075"/>
                  </a:lnTo>
                  <a:lnTo>
                    <a:pt x="1075" y="1075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Freeform 18"/>
            <p:cNvSpPr>
              <a:spLocks/>
            </p:cNvSpPr>
            <p:nvPr/>
          </p:nvSpPr>
          <p:spPr bwMode="auto">
            <a:xfrm>
              <a:off x="1887" y="2587"/>
              <a:ext cx="486" cy="163"/>
            </a:xfrm>
            <a:custGeom>
              <a:avLst/>
              <a:gdLst>
                <a:gd name="T0" fmla="*/ 0 w 1460"/>
                <a:gd name="T1" fmla="*/ 6 h 487"/>
                <a:gd name="T2" fmla="*/ 0 w 1460"/>
                <a:gd name="T3" fmla="*/ 7 h 487"/>
                <a:gd name="T4" fmla="*/ 2 w 1460"/>
                <a:gd name="T5" fmla="*/ 9 h 487"/>
                <a:gd name="T6" fmla="*/ 4 w 1460"/>
                <a:gd name="T7" fmla="*/ 11 h 487"/>
                <a:gd name="T8" fmla="*/ 7 w 1460"/>
                <a:gd name="T9" fmla="*/ 12 h 487"/>
                <a:gd name="T10" fmla="*/ 11 w 1460"/>
                <a:gd name="T11" fmla="*/ 14 h 487"/>
                <a:gd name="T12" fmla="*/ 15 w 1460"/>
                <a:gd name="T13" fmla="*/ 15 h 487"/>
                <a:gd name="T14" fmla="*/ 20 w 1460"/>
                <a:gd name="T15" fmla="*/ 17 h 487"/>
                <a:gd name="T16" fmla="*/ 25 w 1460"/>
                <a:gd name="T17" fmla="*/ 17 h 487"/>
                <a:gd name="T18" fmla="*/ 30 w 1460"/>
                <a:gd name="T19" fmla="*/ 18 h 487"/>
                <a:gd name="T20" fmla="*/ 35 w 1460"/>
                <a:gd name="T21" fmla="*/ 18 h 487"/>
                <a:gd name="T22" fmla="*/ 40 w 1460"/>
                <a:gd name="T23" fmla="*/ 18 h 487"/>
                <a:gd name="T24" fmla="*/ 44 w 1460"/>
                <a:gd name="T25" fmla="*/ 18 h 487"/>
                <a:gd name="T26" fmla="*/ 47 w 1460"/>
                <a:gd name="T27" fmla="*/ 17 h 487"/>
                <a:gd name="T28" fmla="*/ 50 w 1460"/>
                <a:gd name="T29" fmla="*/ 16 h 487"/>
                <a:gd name="T30" fmla="*/ 53 w 1460"/>
                <a:gd name="T31" fmla="*/ 15 h 487"/>
                <a:gd name="T32" fmla="*/ 54 w 1460"/>
                <a:gd name="T33" fmla="*/ 13 h 487"/>
                <a:gd name="T34" fmla="*/ 54 w 1460"/>
                <a:gd name="T35" fmla="*/ 12 h 487"/>
                <a:gd name="T36" fmla="*/ 53 w 1460"/>
                <a:gd name="T37" fmla="*/ 10 h 487"/>
                <a:gd name="T38" fmla="*/ 51 w 1460"/>
                <a:gd name="T39" fmla="*/ 8 h 487"/>
                <a:gd name="T40" fmla="*/ 49 w 1460"/>
                <a:gd name="T41" fmla="*/ 6 h 487"/>
                <a:gd name="T42" fmla="*/ 45 w 1460"/>
                <a:gd name="T43" fmla="*/ 5 h 487"/>
                <a:gd name="T44" fmla="*/ 41 w 1460"/>
                <a:gd name="T45" fmla="*/ 3 h 487"/>
                <a:gd name="T46" fmla="*/ 37 w 1460"/>
                <a:gd name="T47" fmla="*/ 2 h 487"/>
                <a:gd name="T48" fmla="*/ 32 w 1460"/>
                <a:gd name="T49" fmla="*/ 1 h 487"/>
                <a:gd name="T50" fmla="*/ 27 w 1460"/>
                <a:gd name="T51" fmla="*/ 0 h 487"/>
                <a:gd name="T52" fmla="*/ 22 w 1460"/>
                <a:gd name="T53" fmla="*/ 0 h 487"/>
                <a:gd name="T54" fmla="*/ 17 w 1460"/>
                <a:gd name="T55" fmla="*/ 0 h 487"/>
                <a:gd name="T56" fmla="*/ 12 w 1460"/>
                <a:gd name="T57" fmla="*/ 0 h 487"/>
                <a:gd name="T58" fmla="*/ 8 w 1460"/>
                <a:gd name="T59" fmla="*/ 1 h 487"/>
                <a:gd name="T60" fmla="*/ 5 w 1460"/>
                <a:gd name="T61" fmla="*/ 2 h 487"/>
                <a:gd name="T62" fmla="*/ 2 w 1460"/>
                <a:gd name="T63" fmla="*/ 3 h 487"/>
                <a:gd name="T64" fmla="*/ 1 w 1460"/>
                <a:gd name="T65" fmla="*/ 4 h 487"/>
                <a:gd name="T66" fmla="*/ 0 w 1460"/>
                <a:gd name="T67" fmla="*/ 6 h 487"/>
                <a:gd name="T68" fmla="*/ 0 w 1460"/>
                <a:gd name="T69" fmla="*/ 6 h 4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460" h="487">
                  <a:moveTo>
                    <a:pt x="0" y="153"/>
                  </a:moveTo>
                  <a:lnTo>
                    <a:pt x="8" y="198"/>
                  </a:lnTo>
                  <a:lnTo>
                    <a:pt x="43" y="245"/>
                  </a:lnTo>
                  <a:lnTo>
                    <a:pt x="102" y="290"/>
                  </a:lnTo>
                  <a:lnTo>
                    <a:pt x="183" y="335"/>
                  </a:lnTo>
                  <a:lnTo>
                    <a:pt x="285" y="376"/>
                  </a:lnTo>
                  <a:lnTo>
                    <a:pt x="402" y="412"/>
                  </a:lnTo>
                  <a:lnTo>
                    <a:pt x="531" y="443"/>
                  </a:lnTo>
                  <a:lnTo>
                    <a:pt x="668" y="465"/>
                  </a:lnTo>
                  <a:lnTo>
                    <a:pt x="807" y="480"/>
                  </a:lnTo>
                  <a:lnTo>
                    <a:pt x="943" y="487"/>
                  </a:lnTo>
                  <a:lnTo>
                    <a:pt x="1072" y="484"/>
                  </a:lnTo>
                  <a:lnTo>
                    <a:pt x="1188" y="473"/>
                  </a:lnTo>
                  <a:lnTo>
                    <a:pt x="1287" y="454"/>
                  </a:lnTo>
                  <a:lnTo>
                    <a:pt x="1367" y="427"/>
                  </a:lnTo>
                  <a:lnTo>
                    <a:pt x="1423" y="394"/>
                  </a:lnTo>
                  <a:lnTo>
                    <a:pt x="1455" y="354"/>
                  </a:lnTo>
                  <a:lnTo>
                    <a:pt x="1460" y="311"/>
                  </a:lnTo>
                  <a:lnTo>
                    <a:pt x="1439" y="266"/>
                  </a:lnTo>
                  <a:lnTo>
                    <a:pt x="1392" y="220"/>
                  </a:lnTo>
                  <a:lnTo>
                    <a:pt x="1322" y="174"/>
                  </a:lnTo>
                  <a:lnTo>
                    <a:pt x="1230" y="130"/>
                  </a:lnTo>
                  <a:lnTo>
                    <a:pt x="1120" y="92"/>
                  </a:lnTo>
                  <a:lnTo>
                    <a:pt x="996" y="59"/>
                  </a:lnTo>
                  <a:lnTo>
                    <a:pt x="862" y="32"/>
                  </a:lnTo>
                  <a:lnTo>
                    <a:pt x="724" y="12"/>
                  </a:lnTo>
                  <a:lnTo>
                    <a:pt x="585" y="2"/>
                  </a:lnTo>
                  <a:lnTo>
                    <a:pt x="453" y="0"/>
                  </a:lnTo>
                  <a:lnTo>
                    <a:pt x="330" y="7"/>
                  </a:lnTo>
                  <a:lnTo>
                    <a:pt x="221" y="21"/>
                  </a:lnTo>
                  <a:lnTo>
                    <a:pt x="132" y="45"/>
                  </a:lnTo>
                  <a:lnTo>
                    <a:pt x="63" y="76"/>
                  </a:lnTo>
                  <a:lnTo>
                    <a:pt x="19" y="112"/>
                  </a:lnTo>
                  <a:lnTo>
                    <a:pt x="0" y="153"/>
                  </a:lnTo>
                  <a:lnTo>
                    <a:pt x="2" y="153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6" name="Freeform 19"/>
            <p:cNvSpPr>
              <a:spLocks/>
            </p:cNvSpPr>
            <p:nvPr/>
          </p:nvSpPr>
          <p:spPr bwMode="auto">
            <a:xfrm>
              <a:off x="2407" y="2549"/>
              <a:ext cx="281" cy="282"/>
            </a:xfrm>
            <a:custGeom>
              <a:avLst/>
              <a:gdLst>
                <a:gd name="T0" fmla="*/ 0 w 844"/>
                <a:gd name="T1" fmla="*/ 0 h 844"/>
                <a:gd name="T2" fmla="*/ 31 w 844"/>
                <a:gd name="T3" fmla="*/ 31 h 844"/>
                <a:gd name="T4" fmla="*/ 31 w 844"/>
                <a:gd name="T5" fmla="*/ 31 h 8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4" h="844">
                  <a:moveTo>
                    <a:pt x="0" y="0"/>
                  </a:moveTo>
                  <a:lnTo>
                    <a:pt x="843" y="844"/>
                  </a:lnTo>
                  <a:lnTo>
                    <a:pt x="844" y="844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7" name="Freeform 20"/>
            <p:cNvSpPr>
              <a:spLocks/>
            </p:cNvSpPr>
            <p:nvPr/>
          </p:nvSpPr>
          <p:spPr bwMode="auto">
            <a:xfrm>
              <a:off x="2546" y="2549"/>
              <a:ext cx="255" cy="282"/>
            </a:xfrm>
            <a:custGeom>
              <a:avLst/>
              <a:gdLst>
                <a:gd name="T0" fmla="*/ 0 w 765"/>
                <a:gd name="T1" fmla="*/ 0 h 844"/>
                <a:gd name="T2" fmla="*/ 9 w 765"/>
                <a:gd name="T3" fmla="*/ 10 h 844"/>
                <a:gd name="T4" fmla="*/ 14 w 765"/>
                <a:gd name="T5" fmla="*/ 14 h 844"/>
                <a:gd name="T6" fmla="*/ 19 w 765"/>
                <a:gd name="T7" fmla="*/ 21 h 844"/>
                <a:gd name="T8" fmla="*/ 21 w 765"/>
                <a:gd name="T9" fmla="*/ 26 h 844"/>
                <a:gd name="T10" fmla="*/ 24 w 765"/>
                <a:gd name="T11" fmla="*/ 28 h 844"/>
                <a:gd name="T12" fmla="*/ 28 w 765"/>
                <a:gd name="T13" fmla="*/ 31 h 844"/>
                <a:gd name="T14" fmla="*/ 28 w 765"/>
                <a:gd name="T15" fmla="*/ 31 h 8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5" h="844">
                  <a:moveTo>
                    <a:pt x="0" y="0"/>
                  </a:moveTo>
                  <a:lnTo>
                    <a:pt x="244" y="256"/>
                  </a:lnTo>
                  <a:lnTo>
                    <a:pt x="391" y="383"/>
                  </a:lnTo>
                  <a:lnTo>
                    <a:pt x="522" y="575"/>
                  </a:lnTo>
                  <a:lnTo>
                    <a:pt x="573" y="696"/>
                  </a:lnTo>
                  <a:lnTo>
                    <a:pt x="638" y="751"/>
                  </a:lnTo>
                  <a:lnTo>
                    <a:pt x="764" y="844"/>
                  </a:lnTo>
                  <a:lnTo>
                    <a:pt x="765" y="844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78" name="Group 21"/>
            <p:cNvGrpSpPr>
              <a:grpSpLocks/>
            </p:cNvGrpSpPr>
            <p:nvPr/>
          </p:nvGrpSpPr>
          <p:grpSpPr bwMode="auto">
            <a:xfrm>
              <a:off x="1792" y="2668"/>
              <a:ext cx="669" cy="1"/>
              <a:chOff x="1792" y="2668"/>
              <a:chExt cx="669" cy="1"/>
            </a:xfrm>
          </p:grpSpPr>
          <p:sp>
            <p:nvSpPr>
              <p:cNvPr id="9279" name="Freeform 22"/>
              <p:cNvSpPr>
                <a:spLocks/>
              </p:cNvSpPr>
              <p:nvPr/>
            </p:nvSpPr>
            <p:spPr bwMode="auto">
              <a:xfrm>
                <a:off x="1792" y="2668"/>
                <a:ext cx="403" cy="1"/>
              </a:xfrm>
              <a:custGeom>
                <a:avLst/>
                <a:gdLst>
                  <a:gd name="T0" fmla="*/ 0 w 1207"/>
                  <a:gd name="T1" fmla="*/ 0 h 1"/>
                  <a:gd name="T2" fmla="*/ 45 w 1207"/>
                  <a:gd name="T3" fmla="*/ 0 h 1"/>
                  <a:gd name="T4" fmla="*/ 45 w 1207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07" h="1">
                    <a:moveTo>
                      <a:pt x="0" y="0"/>
                    </a:moveTo>
                    <a:lnTo>
                      <a:pt x="1206" y="0"/>
                    </a:lnTo>
                    <a:lnTo>
                      <a:pt x="1207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0" name="Freeform 23"/>
              <p:cNvSpPr>
                <a:spLocks/>
              </p:cNvSpPr>
              <p:nvPr/>
            </p:nvSpPr>
            <p:spPr bwMode="auto">
              <a:xfrm>
                <a:off x="2236" y="2668"/>
                <a:ext cx="21" cy="1"/>
              </a:xfrm>
              <a:custGeom>
                <a:avLst/>
                <a:gdLst>
                  <a:gd name="T0" fmla="*/ 0 w 64"/>
                  <a:gd name="T1" fmla="*/ 0 h 1"/>
                  <a:gd name="T2" fmla="*/ 2 w 64"/>
                  <a:gd name="T3" fmla="*/ 0 h 1"/>
                  <a:gd name="T4" fmla="*/ 2 w 6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4" h="1">
                    <a:moveTo>
                      <a:pt x="0" y="0"/>
                    </a:moveTo>
                    <a:lnTo>
                      <a:pt x="63" y="0"/>
                    </a:lnTo>
                    <a:lnTo>
                      <a:pt x="64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1" name="Freeform 24"/>
              <p:cNvSpPr>
                <a:spLocks/>
              </p:cNvSpPr>
              <p:nvPr/>
            </p:nvSpPr>
            <p:spPr bwMode="auto">
              <a:xfrm>
                <a:off x="2299" y="2668"/>
                <a:ext cx="162" cy="1"/>
              </a:xfrm>
              <a:custGeom>
                <a:avLst/>
                <a:gdLst>
                  <a:gd name="T0" fmla="*/ 0 w 485"/>
                  <a:gd name="T1" fmla="*/ 0 h 1"/>
                  <a:gd name="T2" fmla="*/ 18 w 485"/>
                  <a:gd name="T3" fmla="*/ 0 h 1"/>
                  <a:gd name="T4" fmla="*/ 18 w 48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5" h="1">
                    <a:moveTo>
                      <a:pt x="0" y="0"/>
                    </a:moveTo>
                    <a:lnTo>
                      <a:pt x="484" y="0"/>
                    </a:lnTo>
                    <a:lnTo>
                      <a:pt x="48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5849" name="Group 25"/>
          <p:cNvGrpSpPr>
            <a:grpSpLocks/>
          </p:cNvGrpSpPr>
          <p:nvPr/>
        </p:nvGrpSpPr>
        <p:grpSpPr bwMode="auto">
          <a:xfrm>
            <a:off x="833438" y="1895475"/>
            <a:ext cx="2108200" cy="1033463"/>
            <a:chOff x="1324" y="1003"/>
            <a:chExt cx="1328" cy="651"/>
          </a:xfrm>
        </p:grpSpPr>
        <p:sp>
          <p:nvSpPr>
            <p:cNvPr id="9259" name="Line 26"/>
            <p:cNvSpPr>
              <a:spLocks noChangeShapeType="1"/>
            </p:cNvSpPr>
            <p:nvPr/>
          </p:nvSpPr>
          <p:spPr bwMode="auto">
            <a:xfrm>
              <a:off x="2431" y="1105"/>
              <a:ext cx="115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0" name="Line 27"/>
            <p:cNvSpPr>
              <a:spLocks noChangeShapeType="1"/>
            </p:cNvSpPr>
            <p:nvPr/>
          </p:nvSpPr>
          <p:spPr bwMode="auto">
            <a:xfrm>
              <a:off x="2160" y="1376"/>
              <a:ext cx="119" cy="1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1" name="Line 28"/>
            <p:cNvSpPr>
              <a:spLocks noChangeShapeType="1"/>
            </p:cNvSpPr>
            <p:nvPr/>
          </p:nvSpPr>
          <p:spPr bwMode="auto">
            <a:xfrm>
              <a:off x="1975" y="1448"/>
              <a:ext cx="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2" name="Line 29"/>
            <p:cNvSpPr>
              <a:spLocks noChangeShapeType="1"/>
            </p:cNvSpPr>
            <p:nvPr/>
          </p:nvSpPr>
          <p:spPr bwMode="auto">
            <a:xfrm>
              <a:off x="1463" y="1448"/>
              <a:ext cx="0" cy="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3" name="Line 30"/>
            <p:cNvSpPr>
              <a:spLocks noChangeShapeType="1"/>
            </p:cNvSpPr>
            <p:nvPr/>
          </p:nvSpPr>
          <p:spPr bwMode="auto">
            <a:xfrm>
              <a:off x="2265" y="1200"/>
              <a:ext cx="177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4" name="Freeform 31"/>
            <p:cNvSpPr>
              <a:spLocks/>
            </p:cNvSpPr>
            <p:nvPr/>
          </p:nvSpPr>
          <p:spPr bwMode="auto">
            <a:xfrm>
              <a:off x="1324" y="1447"/>
              <a:ext cx="765" cy="1"/>
            </a:xfrm>
            <a:custGeom>
              <a:avLst/>
              <a:gdLst>
                <a:gd name="T0" fmla="*/ 0 w 2297"/>
                <a:gd name="T1" fmla="*/ 0 h 1"/>
                <a:gd name="T2" fmla="*/ 85 w 2297"/>
                <a:gd name="T3" fmla="*/ 0 h 1"/>
                <a:gd name="T4" fmla="*/ 85 w 229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7" h="1">
                  <a:moveTo>
                    <a:pt x="0" y="0"/>
                  </a:moveTo>
                  <a:lnTo>
                    <a:pt x="2296" y="0"/>
                  </a:lnTo>
                  <a:lnTo>
                    <a:pt x="2297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Freeform 32"/>
            <p:cNvSpPr>
              <a:spLocks/>
            </p:cNvSpPr>
            <p:nvPr/>
          </p:nvSpPr>
          <p:spPr bwMode="auto">
            <a:xfrm>
              <a:off x="1324" y="1447"/>
              <a:ext cx="1" cy="168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19 h 503"/>
                <a:gd name="T4" fmla="*/ 1 w 1"/>
                <a:gd name="T5" fmla="*/ 19 h 5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6" name="Freeform 33"/>
            <p:cNvSpPr>
              <a:spLocks/>
            </p:cNvSpPr>
            <p:nvPr/>
          </p:nvSpPr>
          <p:spPr bwMode="auto">
            <a:xfrm>
              <a:off x="2089" y="1003"/>
              <a:ext cx="444" cy="444"/>
            </a:xfrm>
            <a:custGeom>
              <a:avLst/>
              <a:gdLst>
                <a:gd name="T0" fmla="*/ 0 w 1332"/>
                <a:gd name="T1" fmla="*/ 49 h 1332"/>
                <a:gd name="T2" fmla="*/ 49 w 1332"/>
                <a:gd name="T3" fmla="*/ 0 h 1332"/>
                <a:gd name="T4" fmla="*/ 49 w 1332"/>
                <a:gd name="T5" fmla="*/ 0 h 13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2" h="1332">
                  <a:moveTo>
                    <a:pt x="0" y="1332"/>
                  </a:moveTo>
                  <a:lnTo>
                    <a:pt x="1331" y="0"/>
                  </a:lnTo>
                  <a:lnTo>
                    <a:pt x="133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Freeform 34"/>
            <p:cNvSpPr>
              <a:spLocks/>
            </p:cNvSpPr>
            <p:nvPr/>
          </p:nvSpPr>
          <p:spPr bwMode="auto">
            <a:xfrm>
              <a:off x="1324" y="1615"/>
              <a:ext cx="834" cy="1"/>
            </a:xfrm>
            <a:custGeom>
              <a:avLst/>
              <a:gdLst>
                <a:gd name="T0" fmla="*/ 0 w 2504"/>
                <a:gd name="T1" fmla="*/ 0 h 1"/>
                <a:gd name="T2" fmla="*/ 93 w 2504"/>
                <a:gd name="T3" fmla="*/ 0 h 1"/>
                <a:gd name="T4" fmla="*/ 93 w 250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04" h="1">
                  <a:moveTo>
                    <a:pt x="0" y="0"/>
                  </a:moveTo>
                  <a:lnTo>
                    <a:pt x="2503" y="0"/>
                  </a:lnTo>
                  <a:lnTo>
                    <a:pt x="2504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8" name="Freeform 35"/>
            <p:cNvSpPr>
              <a:spLocks/>
            </p:cNvSpPr>
            <p:nvPr/>
          </p:nvSpPr>
          <p:spPr bwMode="auto">
            <a:xfrm>
              <a:off x="2158" y="1122"/>
              <a:ext cx="494" cy="493"/>
            </a:xfrm>
            <a:custGeom>
              <a:avLst/>
              <a:gdLst>
                <a:gd name="T0" fmla="*/ 0 w 1481"/>
                <a:gd name="T1" fmla="*/ 55 h 1479"/>
                <a:gd name="T2" fmla="*/ 55 w 1481"/>
                <a:gd name="T3" fmla="*/ 0 h 1479"/>
                <a:gd name="T4" fmla="*/ 55 w 1481"/>
                <a:gd name="T5" fmla="*/ 0 h 14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1" h="1479">
                  <a:moveTo>
                    <a:pt x="0" y="1479"/>
                  </a:moveTo>
                  <a:lnTo>
                    <a:pt x="1480" y="0"/>
                  </a:lnTo>
                  <a:lnTo>
                    <a:pt x="148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9" name="Freeform 36"/>
            <p:cNvSpPr>
              <a:spLocks/>
            </p:cNvSpPr>
            <p:nvPr/>
          </p:nvSpPr>
          <p:spPr bwMode="auto">
            <a:xfrm>
              <a:off x="2533" y="1003"/>
              <a:ext cx="119" cy="119"/>
            </a:xfrm>
            <a:custGeom>
              <a:avLst/>
              <a:gdLst>
                <a:gd name="T0" fmla="*/ 0 w 357"/>
                <a:gd name="T1" fmla="*/ 0 h 356"/>
                <a:gd name="T2" fmla="*/ 13 w 357"/>
                <a:gd name="T3" fmla="*/ 13 h 356"/>
                <a:gd name="T4" fmla="*/ 13 w 357"/>
                <a:gd name="T5" fmla="*/ 13 h 3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" h="356">
                  <a:moveTo>
                    <a:pt x="0" y="0"/>
                  </a:moveTo>
                  <a:lnTo>
                    <a:pt x="356" y="356"/>
                  </a:lnTo>
                  <a:lnTo>
                    <a:pt x="357" y="356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Line 37"/>
            <p:cNvSpPr>
              <a:spLocks noChangeShapeType="1"/>
            </p:cNvSpPr>
            <p:nvPr/>
          </p:nvSpPr>
          <p:spPr bwMode="auto">
            <a:xfrm flipV="1">
              <a:off x="1718" y="1411"/>
              <a:ext cx="0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862" name="Freeform 38"/>
          <p:cNvSpPr>
            <a:spLocks/>
          </p:cNvSpPr>
          <p:nvPr/>
        </p:nvSpPr>
        <p:spPr bwMode="auto">
          <a:xfrm>
            <a:off x="2613025" y="2579688"/>
            <a:ext cx="2573338" cy="2571750"/>
          </a:xfrm>
          <a:custGeom>
            <a:avLst/>
            <a:gdLst>
              <a:gd name="T0" fmla="*/ 0 w 1621"/>
              <a:gd name="T1" fmla="*/ 2147483647 h 1620"/>
              <a:gd name="T2" fmla="*/ 2147483647 w 1621"/>
              <a:gd name="T3" fmla="*/ 0 h 1620"/>
              <a:gd name="T4" fmla="*/ 2147483647 w 1621"/>
              <a:gd name="T5" fmla="*/ 2147483647 h 1620"/>
              <a:gd name="T6" fmla="*/ 2147483647 w 1621"/>
              <a:gd name="T7" fmla="*/ 2147483647 h 1620"/>
              <a:gd name="T8" fmla="*/ 0 w 1621"/>
              <a:gd name="T9" fmla="*/ 2147483647 h 16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21" h="1620">
                <a:moveTo>
                  <a:pt x="0" y="844"/>
                </a:moveTo>
                <a:lnTo>
                  <a:pt x="844" y="0"/>
                </a:lnTo>
                <a:lnTo>
                  <a:pt x="1621" y="777"/>
                </a:lnTo>
                <a:lnTo>
                  <a:pt x="778" y="1620"/>
                </a:lnTo>
                <a:lnTo>
                  <a:pt x="0" y="844"/>
                </a:lnTo>
                <a:close/>
              </a:path>
            </a:pathLst>
          </a:custGeom>
          <a:solidFill>
            <a:srgbClr val="FFFFCC"/>
          </a:solidFill>
          <a:ln w="12700" cap="flat" cmpd="sng">
            <a:solidFill>
              <a:schemeClr val="tx1"/>
            </a:solidFill>
            <a:prstDash val="solid"/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5863" name="Group 39"/>
          <p:cNvGrpSpPr>
            <a:grpSpLocks/>
          </p:cNvGrpSpPr>
          <p:nvPr/>
        </p:nvGrpSpPr>
        <p:grpSpPr bwMode="auto">
          <a:xfrm>
            <a:off x="3341688" y="2609850"/>
            <a:ext cx="1041400" cy="1803400"/>
            <a:chOff x="2904" y="1453"/>
            <a:chExt cx="656" cy="1136"/>
          </a:xfrm>
        </p:grpSpPr>
        <p:grpSp>
          <p:nvGrpSpPr>
            <p:cNvPr id="9242" name="Group 40"/>
            <p:cNvGrpSpPr>
              <a:grpSpLocks/>
            </p:cNvGrpSpPr>
            <p:nvPr/>
          </p:nvGrpSpPr>
          <p:grpSpPr bwMode="auto">
            <a:xfrm>
              <a:off x="2982" y="1453"/>
              <a:ext cx="532" cy="532"/>
              <a:chOff x="2982" y="1453"/>
              <a:chExt cx="532" cy="532"/>
            </a:xfrm>
          </p:grpSpPr>
          <p:sp>
            <p:nvSpPr>
              <p:cNvPr id="9255" name="Freeform 41"/>
              <p:cNvSpPr>
                <a:spLocks/>
              </p:cNvSpPr>
              <p:nvPr/>
            </p:nvSpPr>
            <p:spPr bwMode="auto">
              <a:xfrm>
                <a:off x="2982" y="1453"/>
                <a:ext cx="532" cy="532"/>
              </a:xfrm>
              <a:custGeom>
                <a:avLst/>
                <a:gdLst>
                  <a:gd name="T0" fmla="*/ 0 w 1596"/>
                  <a:gd name="T1" fmla="*/ 0 h 1598"/>
                  <a:gd name="T2" fmla="*/ 59 w 1596"/>
                  <a:gd name="T3" fmla="*/ 59 h 1598"/>
                  <a:gd name="T4" fmla="*/ 59 w 1596"/>
                  <a:gd name="T5" fmla="*/ 59 h 159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96" h="1598">
                    <a:moveTo>
                      <a:pt x="0" y="0"/>
                    </a:moveTo>
                    <a:lnTo>
                      <a:pt x="1595" y="1598"/>
                    </a:lnTo>
                    <a:lnTo>
                      <a:pt x="1596" y="159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6" name="Freeform 42"/>
              <p:cNvSpPr>
                <a:spLocks/>
              </p:cNvSpPr>
              <p:nvPr/>
            </p:nvSpPr>
            <p:spPr bwMode="auto">
              <a:xfrm>
                <a:off x="3209" y="1659"/>
                <a:ext cx="144" cy="166"/>
              </a:xfrm>
              <a:custGeom>
                <a:avLst/>
                <a:gdLst>
                  <a:gd name="T0" fmla="*/ 16 w 432"/>
                  <a:gd name="T1" fmla="*/ 19 h 496"/>
                  <a:gd name="T2" fmla="*/ 0 w 432"/>
                  <a:gd name="T3" fmla="*/ 0 h 496"/>
                  <a:gd name="T4" fmla="*/ 0 w 432"/>
                  <a:gd name="T5" fmla="*/ 0 h 4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496">
                    <a:moveTo>
                      <a:pt x="432" y="49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7" name="Freeform 43"/>
              <p:cNvSpPr>
                <a:spLocks/>
              </p:cNvSpPr>
              <p:nvPr/>
            </p:nvSpPr>
            <p:spPr bwMode="auto">
              <a:xfrm>
                <a:off x="3188" y="1659"/>
                <a:ext cx="21" cy="22"/>
              </a:xfrm>
              <a:custGeom>
                <a:avLst/>
                <a:gdLst>
                  <a:gd name="T0" fmla="*/ 2 w 64"/>
                  <a:gd name="T1" fmla="*/ 0 h 64"/>
                  <a:gd name="T2" fmla="*/ 0 w 64"/>
                  <a:gd name="T3" fmla="*/ 3 h 64"/>
                  <a:gd name="T4" fmla="*/ 0 w 64"/>
                  <a:gd name="T5" fmla="*/ 3 h 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4" h="64">
                    <a:moveTo>
                      <a:pt x="64" y="0"/>
                    </a:moveTo>
                    <a:lnTo>
                      <a:pt x="0" y="64"/>
                    </a:lnTo>
                    <a:lnTo>
                      <a:pt x="1" y="6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8" name="Freeform 44"/>
              <p:cNvSpPr>
                <a:spLocks/>
              </p:cNvSpPr>
              <p:nvPr/>
            </p:nvSpPr>
            <p:spPr bwMode="auto">
              <a:xfrm>
                <a:off x="3188" y="1681"/>
                <a:ext cx="166" cy="144"/>
              </a:xfrm>
              <a:custGeom>
                <a:avLst/>
                <a:gdLst>
                  <a:gd name="T0" fmla="*/ 0 w 497"/>
                  <a:gd name="T1" fmla="*/ 0 h 432"/>
                  <a:gd name="T2" fmla="*/ 18 w 497"/>
                  <a:gd name="T3" fmla="*/ 16 h 432"/>
                  <a:gd name="T4" fmla="*/ 18 w 497"/>
                  <a:gd name="T5" fmla="*/ 16 h 4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7" h="432">
                    <a:moveTo>
                      <a:pt x="0" y="0"/>
                    </a:moveTo>
                    <a:lnTo>
                      <a:pt x="496" y="432"/>
                    </a:lnTo>
                    <a:lnTo>
                      <a:pt x="497" y="432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43" name="Group 45"/>
            <p:cNvGrpSpPr>
              <a:grpSpLocks/>
            </p:cNvGrpSpPr>
            <p:nvPr/>
          </p:nvGrpSpPr>
          <p:grpSpPr bwMode="auto">
            <a:xfrm>
              <a:off x="2904" y="1939"/>
              <a:ext cx="656" cy="650"/>
              <a:chOff x="2904" y="1939"/>
              <a:chExt cx="656" cy="650"/>
            </a:xfrm>
          </p:grpSpPr>
          <p:sp>
            <p:nvSpPr>
              <p:cNvPr id="9244" name="Freeform 46"/>
              <p:cNvSpPr>
                <a:spLocks/>
              </p:cNvSpPr>
              <p:nvPr/>
            </p:nvSpPr>
            <p:spPr bwMode="auto">
              <a:xfrm>
                <a:off x="3077" y="2023"/>
                <a:ext cx="383" cy="383"/>
              </a:xfrm>
              <a:custGeom>
                <a:avLst/>
                <a:gdLst>
                  <a:gd name="T0" fmla="*/ 0 w 1149"/>
                  <a:gd name="T1" fmla="*/ 0 h 1148"/>
                  <a:gd name="T2" fmla="*/ 43 w 1149"/>
                  <a:gd name="T3" fmla="*/ 43 h 1148"/>
                  <a:gd name="T4" fmla="*/ 43 w 1149"/>
                  <a:gd name="T5" fmla="*/ 43 h 11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49" h="1148">
                    <a:moveTo>
                      <a:pt x="0" y="0"/>
                    </a:moveTo>
                    <a:lnTo>
                      <a:pt x="1148" y="1148"/>
                    </a:lnTo>
                    <a:lnTo>
                      <a:pt x="1149" y="114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5" name="Freeform 47"/>
              <p:cNvSpPr>
                <a:spLocks/>
              </p:cNvSpPr>
              <p:nvPr/>
            </p:nvSpPr>
            <p:spPr bwMode="auto">
              <a:xfrm>
                <a:off x="3136" y="1947"/>
                <a:ext cx="415" cy="416"/>
              </a:xfrm>
              <a:custGeom>
                <a:avLst/>
                <a:gdLst>
                  <a:gd name="T0" fmla="*/ 31 w 1247"/>
                  <a:gd name="T1" fmla="*/ 46 h 1249"/>
                  <a:gd name="T2" fmla="*/ 36 w 1247"/>
                  <a:gd name="T3" fmla="*/ 41 h 1249"/>
                  <a:gd name="T4" fmla="*/ 39 w 1247"/>
                  <a:gd name="T5" fmla="*/ 36 h 1249"/>
                  <a:gd name="T6" fmla="*/ 43 w 1247"/>
                  <a:gd name="T7" fmla="*/ 30 h 1249"/>
                  <a:gd name="T8" fmla="*/ 45 w 1247"/>
                  <a:gd name="T9" fmla="*/ 24 h 1249"/>
                  <a:gd name="T10" fmla="*/ 46 w 1247"/>
                  <a:gd name="T11" fmla="*/ 19 h 1249"/>
                  <a:gd name="T12" fmla="*/ 46 w 1247"/>
                  <a:gd name="T13" fmla="*/ 14 h 1249"/>
                  <a:gd name="T14" fmla="*/ 45 w 1247"/>
                  <a:gd name="T15" fmla="*/ 10 h 1249"/>
                  <a:gd name="T16" fmla="*/ 43 w 1247"/>
                  <a:gd name="T17" fmla="*/ 6 h 1249"/>
                  <a:gd name="T18" fmla="*/ 40 w 1247"/>
                  <a:gd name="T19" fmla="*/ 3 h 1249"/>
                  <a:gd name="T20" fmla="*/ 36 w 1247"/>
                  <a:gd name="T21" fmla="*/ 1 h 1249"/>
                  <a:gd name="T22" fmla="*/ 32 w 1247"/>
                  <a:gd name="T23" fmla="*/ 0 h 1249"/>
                  <a:gd name="T24" fmla="*/ 27 w 1247"/>
                  <a:gd name="T25" fmla="*/ 0 h 1249"/>
                  <a:gd name="T26" fmla="*/ 22 w 1247"/>
                  <a:gd name="T27" fmla="*/ 1 h 1249"/>
                  <a:gd name="T28" fmla="*/ 16 w 1247"/>
                  <a:gd name="T29" fmla="*/ 3 h 1249"/>
                  <a:gd name="T30" fmla="*/ 11 w 1247"/>
                  <a:gd name="T31" fmla="*/ 7 h 1249"/>
                  <a:gd name="T32" fmla="*/ 5 w 1247"/>
                  <a:gd name="T33" fmla="*/ 10 h 1249"/>
                  <a:gd name="T34" fmla="*/ 0 w 1247"/>
                  <a:gd name="T35" fmla="*/ 15 h 1249"/>
                  <a:gd name="T36" fmla="*/ 0 w 1247"/>
                  <a:gd name="T37" fmla="*/ 15 h 124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47" h="1249">
                    <a:moveTo>
                      <a:pt x="843" y="1249"/>
                    </a:moveTo>
                    <a:lnTo>
                      <a:pt x="966" y="1110"/>
                    </a:lnTo>
                    <a:lnTo>
                      <a:pt x="1071" y="963"/>
                    </a:lnTo>
                    <a:lnTo>
                      <a:pt x="1155" y="811"/>
                    </a:lnTo>
                    <a:lnTo>
                      <a:pt x="1212" y="658"/>
                    </a:lnTo>
                    <a:lnTo>
                      <a:pt x="1244" y="512"/>
                    </a:lnTo>
                    <a:lnTo>
                      <a:pt x="1247" y="376"/>
                    </a:lnTo>
                    <a:lnTo>
                      <a:pt x="1222" y="257"/>
                    </a:lnTo>
                    <a:lnTo>
                      <a:pt x="1168" y="156"/>
                    </a:lnTo>
                    <a:lnTo>
                      <a:pt x="1091" y="79"/>
                    </a:lnTo>
                    <a:lnTo>
                      <a:pt x="990" y="25"/>
                    </a:lnTo>
                    <a:lnTo>
                      <a:pt x="871" y="0"/>
                    </a:lnTo>
                    <a:lnTo>
                      <a:pt x="735" y="3"/>
                    </a:lnTo>
                    <a:lnTo>
                      <a:pt x="589" y="35"/>
                    </a:lnTo>
                    <a:lnTo>
                      <a:pt x="437" y="92"/>
                    </a:lnTo>
                    <a:lnTo>
                      <a:pt x="286" y="176"/>
                    </a:lnTo>
                    <a:lnTo>
                      <a:pt x="138" y="281"/>
                    </a:lnTo>
                    <a:lnTo>
                      <a:pt x="0" y="404"/>
                    </a:lnTo>
                    <a:lnTo>
                      <a:pt x="1" y="404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6" name="Freeform 48"/>
              <p:cNvSpPr>
                <a:spLocks/>
              </p:cNvSpPr>
              <p:nvPr/>
            </p:nvSpPr>
            <p:spPr bwMode="auto">
              <a:xfrm>
                <a:off x="2904" y="2082"/>
                <a:ext cx="232" cy="232"/>
              </a:xfrm>
              <a:custGeom>
                <a:avLst/>
                <a:gdLst>
                  <a:gd name="T0" fmla="*/ 0 w 696"/>
                  <a:gd name="T1" fmla="*/ 26 h 697"/>
                  <a:gd name="T2" fmla="*/ 26 w 696"/>
                  <a:gd name="T3" fmla="*/ 0 h 697"/>
                  <a:gd name="T4" fmla="*/ 26 w 696"/>
                  <a:gd name="T5" fmla="*/ 0 h 6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96" h="697">
                    <a:moveTo>
                      <a:pt x="0" y="697"/>
                    </a:moveTo>
                    <a:lnTo>
                      <a:pt x="695" y="0"/>
                    </a:lnTo>
                    <a:lnTo>
                      <a:pt x="696" y="0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7" name="Freeform 49"/>
              <p:cNvSpPr>
                <a:spLocks/>
              </p:cNvSpPr>
              <p:nvPr/>
            </p:nvSpPr>
            <p:spPr bwMode="auto">
              <a:xfrm>
                <a:off x="3192" y="2363"/>
                <a:ext cx="225" cy="226"/>
              </a:xfrm>
              <a:custGeom>
                <a:avLst/>
                <a:gdLst>
                  <a:gd name="T0" fmla="*/ 0 w 675"/>
                  <a:gd name="T1" fmla="*/ 25 h 676"/>
                  <a:gd name="T2" fmla="*/ 25 w 675"/>
                  <a:gd name="T3" fmla="*/ 0 h 676"/>
                  <a:gd name="T4" fmla="*/ 25 w 675"/>
                  <a:gd name="T5" fmla="*/ 0 h 6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5" h="676">
                    <a:moveTo>
                      <a:pt x="0" y="676"/>
                    </a:moveTo>
                    <a:lnTo>
                      <a:pt x="674" y="0"/>
                    </a:lnTo>
                    <a:lnTo>
                      <a:pt x="675" y="0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8" name="Freeform 50"/>
              <p:cNvSpPr>
                <a:spLocks/>
              </p:cNvSpPr>
              <p:nvPr/>
            </p:nvSpPr>
            <p:spPr bwMode="auto">
              <a:xfrm>
                <a:off x="2929" y="2289"/>
                <a:ext cx="282" cy="281"/>
              </a:xfrm>
              <a:custGeom>
                <a:avLst/>
                <a:gdLst>
                  <a:gd name="T0" fmla="*/ 0 w 845"/>
                  <a:gd name="T1" fmla="*/ 0 h 844"/>
                  <a:gd name="T2" fmla="*/ 31 w 845"/>
                  <a:gd name="T3" fmla="*/ 31 h 844"/>
                  <a:gd name="T4" fmla="*/ 31 w 845"/>
                  <a:gd name="T5" fmla="*/ 31 h 8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5" h="844">
                    <a:moveTo>
                      <a:pt x="0" y="0"/>
                    </a:moveTo>
                    <a:lnTo>
                      <a:pt x="843" y="844"/>
                    </a:lnTo>
                    <a:lnTo>
                      <a:pt x="845" y="844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9" name="Freeform 51"/>
              <p:cNvSpPr>
                <a:spLocks/>
              </p:cNvSpPr>
              <p:nvPr/>
            </p:nvSpPr>
            <p:spPr bwMode="auto">
              <a:xfrm>
                <a:off x="3118" y="2063"/>
                <a:ext cx="317" cy="318"/>
              </a:xfrm>
              <a:custGeom>
                <a:avLst/>
                <a:gdLst>
                  <a:gd name="T0" fmla="*/ 32 w 952"/>
                  <a:gd name="T1" fmla="*/ 3 h 953"/>
                  <a:gd name="T2" fmla="*/ 30 w 952"/>
                  <a:gd name="T3" fmla="*/ 1 h 953"/>
                  <a:gd name="T4" fmla="*/ 28 w 952"/>
                  <a:gd name="T5" fmla="*/ 0 h 953"/>
                  <a:gd name="T6" fmla="*/ 25 w 952"/>
                  <a:gd name="T7" fmla="*/ 0 h 953"/>
                  <a:gd name="T8" fmla="*/ 22 w 952"/>
                  <a:gd name="T9" fmla="*/ 0 h 953"/>
                  <a:gd name="T10" fmla="*/ 18 w 952"/>
                  <a:gd name="T11" fmla="*/ 1 h 953"/>
                  <a:gd name="T12" fmla="*/ 15 w 952"/>
                  <a:gd name="T13" fmla="*/ 3 h 953"/>
                  <a:gd name="T14" fmla="*/ 12 w 952"/>
                  <a:gd name="T15" fmla="*/ 5 h 953"/>
                  <a:gd name="T16" fmla="*/ 9 w 952"/>
                  <a:gd name="T17" fmla="*/ 7 h 953"/>
                  <a:gd name="T18" fmla="*/ 6 w 952"/>
                  <a:gd name="T19" fmla="*/ 10 h 953"/>
                  <a:gd name="T20" fmla="*/ 4 w 952"/>
                  <a:gd name="T21" fmla="*/ 14 h 953"/>
                  <a:gd name="T22" fmla="*/ 2 w 952"/>
                  <a:gd name="T23" fmla="*/ 17 h 953"/>
                  <a:gd name="T24" fmla="*/ 1 w 952"/>
                  <a:gd name="T25" fmla="*/ 20 h 953"/>
                  <a:gd name="T26" fmla="*/ 0 w 952"/>
                  <a:gd name="T27" fmla="*/ 24 h 953"/>
                  <a:gd name="T28" fmla="*/ 0 w 952"/>
                  <a:gd name="T29" fmla="*/ 27 h 953"/>
                  <a:gd name="T30" fmla="*/ 1 w 952"/>
                  <a:gd name="T31" fmla="*/ 29 h 953"/>
                  <a:gd name="T32" fmla="*/ 2 w 952"/>
                  <a:gd name="T33" fmla="*/ 32 h 953"/>
                  <a:gd name="T34" fmla="*/ 4 w 952"/>
                  <a:gd name="T35" fmla="*/ 33 h 953"/>
                  <a:gd name="T36" fmla="*/ 6 w 952"/>
                  <a:gd name="T37" fmla="*/ 35 h 953"/>
                  <a:gd name="T38" fmla="*/ 9 w 952"/>
                  <a:gd name="T39" fmla="*/ 35 h 953"/>
                  <a:gd name="T40" fmla="*/ 12 w 952"/>
                  <a:gd name="T41" fmla="*/ 35 h 953"/>
                  <a:gd name="T42" fmla="*/ 15 w 952"/>
                  <a:gd name="T43" fmla="*/ 35 h 953"/>
                  <a:gd name="T44" fmla="*/ 18 w 952"/>
                  <a:gd name="T45" fmla="*/ 33 h 953"/>
                  <a:gd name="T46" fmla="*/ 22 w 952"/>
                  <a:gd name="T47" fmla="*/ 32 h 953"/>
                  <a:gd name="T48" fmla="*/ 25 w 952"/>
                  <a:gd name="T49" fmla="*/ 29 h 953"/>
                  <a:gd name="T50" fmla="*/ 28 w 952"/>
                  <a:gd name="T51" fmla="*/ 27 h 953"/>
                  <a:gd name="T52" fmla="*/ 30 w 952"/>
                  <a:gd name="T53" fmla="*/ 23 h 953"/>
                  <a:gd name="T54" fmla="*/ 32 w 952"/>
                  <a:gd name="T55" fmla="*/ 20 h 953"/>
                  <a:gd name="T56" fmla="*/ 34 w 952"/>
                  <a:gd name="T57" fmla="*/ 17 h 953"/>
                  <a:gd name="T58" fmla="*/ 35 w 952"/>
                  <a:gd name="T59" fmla="*/ 13 h 953"/>
                  <a:gd name="T60" fmla="*/ 35 w 952"/>
                  <a:gd name="T61" fmla="*/ 10 h 953"/>
                  <a:gd name="T62" fmla="*/ 35 w 952"/>
                  <a:gd name="T63" fmla="*/ 7 h 953"/>
                  <a:gd name="T64" fmla="*/ 34 w 952"/>
                  <a:gd name="T65" fmla="*/ 5 h 953"/>
                  <a:gd name="T66" fmla="*/ 32 w 952"/>
                  <a:gd name="T67" fmla="*/ 3 h 953"/>
                  <a:gd name="T68" fmla="*/ 32 w 952"/>
                  <a:gd name="T69" fmla="*/ 3 h 95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952" h="953">
                    <a:moveTo>
                      <a:pt x="876" y="75"/>
                    </a:moveTo>
                    <a:lnTo>
                      <a:pt x="820" y="34"/>
                    </a:lnTo>
                    <a:lnTo>
                      <a:pt x="752" y="9"/>
                    </a:lnTo>
                    <a:lnTo>
                      <a:pt x="674" y="0"/>
                    </a:lnTo>
                    <a:lnTo>
                      <a:pt x="587" y="9"/>
                    </a:lnTo>
                    <a:lnTo>
                      <a:pt x="498" y="34"/>
                    </a:lnTo>
                    <a:lnTo>
                      <a:pt x="408" y="77"/>
                    </a:lnTo>
                    <a:lnTo>
                      <a:pt x="319" y="132"/>
                    </a:lnTo>
                    <a:lnTo>
                      <a:pt x="236" y="202"/>
                    </a:lnTo>
                    <a:lnTo>
                      <a:pt x="163" y="280"/>
                    </a:lnTo>
                    <a:lnTo>
                      <a:pt x="101" y="366"/>
                    </a:lnTo>
                    <a:lnTo>
                      <a:pt x="52" y="455"/>
                    </a:lnTo>
                    <a:lnTo>
                      <a:pt x="17" y="546"/>
                    </a:lnTo>
                    <a:lnTo>
                      <a:pt x="0" y="635"/>
                    </a:lnTo>
                    <a:lnTo>
                      <a:pt x="0" y="717"/>
                    </a:lnTo>
                    <a:lnTo>
                      <a:pt x="17" y="791"/>
                    </a:lnTo>
                    <a:lnTo>
                      <a:pt x="50" y="853"/>
                    </a:lnTo>
                    <a:lnTo>
                      <a:pt x="99" y="902"/>
                    </a:lnTo>
                    <a:lnTo>
                      <a:pt x="162" y="935"/>
                    </a:lnTo>
                    <a:lnTo>
                      <a:pt x="235" y="953"/>
                    </a:lnTo>
                    <a:lnTo>
                      <a:pt x="317" y="953"/>
                    </a:lnTo>
                    <a:lnTo>
                      <a:pt x="405" y="935"/>
                    </a:lnTo>
                    <a:lnTo>
                      <a:pt x="496" y="902"/>
                    </a:lnTo>
                    <a:lnTo>
                      <a:pt x="586" y="853"/>
                    </a:lnTo>
                    <a:lnTo>
                      <a:pt x="672" y="789"/>
                    </a:lnTo>
                    <a:lnTo>
                      <a:pt x="751" y="716"/>
                    </a:lnTo>
                    <a:lnTo>
                      <a:pt x="819" y="632"/>
                    </a:lnTo>
                    <a:lnTo>
                      <a:pt x="876" y="545"/>
                    </a:lnTo>
                    <a:lnTo>
                      <a:pt x="917" y="454"/>
                    </a:lnTo>
                    <a:lnTo>
                      <a:pt x="942" y="364"/>
                    </a:lnTo>
                    <a:lnTo>
                      <a:pt x="952" y="279"/>
                    </a:lnTo>
                    <a:lnTo>
                      <a:pt x="944" y="200"/>
                    </a:lnTo>
                    <a:lnTo>
                      <a:pt x="918" y="131"/>
                    </a:lnTo>
                    <a:lnTo>
                      <a:pt x="876" y="75"/>
                    </a:lnTo>
                    <a:lnTo>
                      <a:pt x="877" y="75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0" name="Freeform 52"/>
              <p:cNvSpPr>
                <a:spLocks/>
              </p:cNvSpPr>
              <p:nvPr/>
            </p:nvSpPr>
            <p:spPr bwMode="auto">
              <a:xfrm>
                <a:off x="2904" y="2314"/>
                <a:ext cx="288" cy="275"/>
              </a:xfrm>
              <a:custGeom>
                <a:avLst/>
                <a:gdLst>
                  <a:gd name="T0" fmla="*/ 0 w 865"/>
                  <a:gd name="T1" fmla="*/ 0 h 824"/>
                  <a:gd name="T2" fmla="*/ 4 w 865"/>
                  <a:gd name="T3" fmla="*/ 4 h 824"/>
                  <a:gd name="T4" fmla="*/ 7 w 865"/>
                  <a:gd name="T5" fmla="*/ 9 h 824"/>
                  <a:gd name="T6" fmla="*/ 9 w 865"/>
                  <a:gd name="T7" fmla="*/ 14 h 824"/>
                  <a:gd name="T8" fmla="*/ 15 w 865"/>
                  <a:gd name="T9" fmla="*/ 16 h 824"/>
                  <a:gd name="T10" fmla="*/ 19 w 865"/>
                  <a:gd name="T11" fmla="*/ 20 h 824"/>
                  <a:gd name="T12" fmla="*/ 21 w 865"/>
                  <a:gd name="T13" fmla="*/ 25 h 824"/>
                  <a:gd name="T14" fmla="*/ 32 w 865"/>
                  <a:gd name="T15" fmla="*/ 31 h 824"/>
                  <a:gd name="T16" fmla="*/ 32 w 865"/>
                  <a:gd name="T17" fmla="*/ 31 h 8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65" h="824">
                    <a:moveTo>
                      <a:pt x="0" y="0"/>
                    </a:moveTo>
                    <a:lnTo>
                      <a:pt x="118" y="96"/>
                    </a:lnTo>
                    <a:lnTo>
                      <a:pt x="176" y="243"/>
                    </a:lnTo>
                    <a:lnTo>
                      <a:pt x="244" y="378"/>
                    </a:lnTo>
                    <a:lnTo>
                      <a:pt x="401" y="432"/>
                    </a:lnTo>
                    <a:lnTo>
                      <a:pt x="515" y="529"/>
                    </a:lnTo>
                    <a:lnTo>
                      <a:pt x="579" y="675"/>
                    </a:lnTo>
                    <a:lnTo>
                      <a:pt x="864" y="824"/>
                    </a:lnTo>
                    <a:lnTo>
                      <a:pt x="865" y="82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251" name="Group 53"/>
              <p:cNvGrpSpPr>
                <a:grpSpLocks/>
              </p:cNvGrpSpPr>
              <p:nvPr/>
            </p:nvGrpSpPr>
            <p:grpSpPr bwMode="auto">
              <a:xfrm>
                <a:off x="2972" y="1939"/>
                <a:ext cx="588" cy="588"/>
                <a:chOff x="2972" y="1939"/>
                <a:chExt cx="588" cy="588"/>
              </a:xfrm>
            </p:grpSpPr>
            <p:sp>
              <p:nvSpPr>
                <p:cNvPr id="9252" name="Freeform 54"/>
                <p:cNvSpPr>
                  <a:spLocks/>
                </p:cNvSpPr>
                <p:nvPr/>
              </p:nvSpPr>
              <p:spPr bwMode="auto">
                <a:xfrm>
                  <a:off x="2972" y="2303"/>
                  <a:ext cx="224" cy="224"/>
                </a:xfrm>
                <a:custGeom>
                  <a:avLst/>
                  <a:gdLst>
                    <a:gd name="T0" fmla="*/ 0 w 672"/>
                    <a:gd name="T1" fmla="*/ 25 h 670"/>
                    <a:gd name="T2" fmla="*/ 25 w 672"/>
                    <a:gd name="T3" fmla="*/ 0 h 670"/>
                    <a:gd name="T4" fmla="*/ 25 w 672"/>
                    <a:gd name="T5" fmla="*/ 0 h 67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72" h="670">
                      <a:moveTo>
                        <a:pt x="0" y="670"/>
                      </a:moveTo>
                      <a:lnTo>
                        <a:pt x="670" y="0"/>
                      </a:lnTo>
                      <a:lnTo>
                        <a:pt x="672" y="0"/>
                      </a:lnTo>
                    </a:path>
                  </a:pathLst>
                </a:custGeom>
                <a:noFill/>
                <a:ln w="19050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53" name="Freeform 55"/>
                <p:cNvSpPr>
                  <a:spLocks/>
                </p:cNvSpPr>
                <p:nvPr/>
              </p:nvSpPr>
              <p:spPr bwMode="auto">
                <a:xfrm>
                  <a:off x="3213" y="2272"/>
                  <a:ext cx="14" cy="14"/>
                </a:xfrm>
                <a:custGeom>
                  <a:avLst/>
                  <a:gdLst>
                    <a:gd name="T0" fmla="*/ 0 w 43"/>
                    <a:gd name="T1" fmla="*/ 2 h 41"/>
                    <a:gd name="T2" fmla="*/ 1 w 43"/>
                    <a:gd name="T3" fmla="*/ 0 h 41"/>
                    <a:gd name="T4" fmla="*/ 2 w 43"/>
                    <a:gd name="T5" fmla="*/ 0 h 4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" h="41">
                      <a:moveTo>
                        <a:pt x="0" y="41"/>
                      </a:moveTo>
                      <a:lnTo>
                        <a:pt x="41" y="0"/>
                      </a:lnTo>
                      <a:lnTo>
                        <a:pt x="43" y="0"/>
                      </a:lnTo>
                    </a:path>
                  </a:pathLst>
                </a:custGeom>
                <a:noFill/>
                <a:ln w="19050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54" name="Freeform 56"/>
                <p:cNvSpPr>
                  <a:spLocks/>
                </p:cNvSpPr>
                <p:nvPr/>
              </p:nvSpPr>
              <p:spPr bwMode="auto">
                <a:xfrm>
                  <a:off x="3244" y="1939"/>
                  <a:ext cx="316" cy="316"/>
                </a:xfrm>
                <a:custGeom>
                  <a:avLst/>
                  <a:gdLst>
                    <a:gd name="T0" fmla="*/ 0 w 946"/>
                    <a:gd name="T1" fmla="*/ 35 h 947"/>
                    <a:gd name="T2" fmla="*/ 35 w 946"/>
                    <a:gd name="T3" fmla="*/ 0 h 947"/>
                    <a:gd name="T4" fmla="*/ 35 w 946"/>
                    <a:gd name="T5" fmla="*/ 0 h 94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46" h="947">
                      <a:moveTo>
                        <a:pt x="0" y="947"/>
                      </a:moveTo>
                      <a:lnTo>
                        <a:pt x="945" y="0"/>
                      </a:lnTo>
                      <a:lnTo>
                        <a:pt x="946" y="0"/>
                      </a:lnTo>
                    </a:path>
                  </a:pathLst>
                </a:custGeom>
                <a:noFill/>
                <a:ln w="19050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05881" name="Group 57"/>
          <p:cNvGrpSpPr>
            <a:grpSpLocks/>
          </p:cNvGrpSpPr>
          <p:nvPr/>
        </p:nvGrpSpPr>
        <p:grpSpPr bwMode="auto">
          <a:xfrm>
            <a:off x="1565275" y="1717675"/>
            <a:ext cx="633413" cy="522288"/>
            <a:chOff x="3831" y="912"/>
            <a:chExt cx="399" cy="329"/>
          </a:xfrm>
        </p:grpSpPr>
        <p:sp>
          <p:nvSpPr>
            <p:cNvPr id="9240" name="Line 58"/>
            <p:cNvSpPr>
              <a:spLocks noChangeShapeType="1"/>
            </p:cNvSpPr>
            <p:nvPr/>
          </p:nvSpPr>
          <p:spPr bwMode="auto">
            <a:xfrm>
              <a:off x="4061" y="1072"/>
              <a:ext cx="169" cy="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1" name="Text Box 59"/>
            <p:cNvSpPr txBox="1">
              <a:spLocks noChangeArrowheads="1"/>
            </p:cNvSpPr>
            <p:nvPr/>
          </p:nvSpPr>
          <p:spPr bwMode="auto">
            <a:xfrm>
              <a:off x="3831" y="912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</p:grpSp>
      <p:grpSp>
        <p:nvGrpSpPr>
          <p:cNvPr id="205884" name="Group 60"/>
          <p:cNvGrpSpPr>
            <a:grpSpLocks/>
          </p:cNvGrpSpPr>
          <p:nvPr/>
        </p:nvGrpSpPr>
        <p:grpSpPr bwMode="auto">
          <a:xfrm>
            <a:off x="1271588" y="2500313"/>
            <a:ext cx="2386012" cy="1257300"/>
            <a:chOff x="801" y="1575"/>
            <a:chExt cx="1503" cy="792"/>
          </a:xfrm>
        </p:grpSpPr>
        <p:sp>
          <p:nvSpPr>
            <p:cNvPr id="9232" name="Freeform 61"/>
            <p:cNvSpPr>
              <a:spLocks/>
            </p:cNvSpPr>
            <p:nvPr/>
          </p:nvSpPr>
          <p:spPr bwMode="auto">
            <a:xfrm>
              <a:off x="1073" y="1607"/>
              <a:ext cx="1231" cy="760"/>
            </a:xfrm>
            <a:custGeom>
              <a:avLst/>
              <a:gdLst>
                <a:gd name="T0" fmla="*/ 0 w 1231"/>
                <a:gd name="T1" fmla="*/ 568 h 760"/>
                <a:gd name="T2" fmla="*/ 0 w 1231"/>
                <a:gd name="T3" fmla="*/ 760 h 760"/>
                <a:gd name="T4" fmla="*/ 847 w 1231"/>
                <a:gd name="T5" fmla="*/ 753 h 760"/>
                <a:gd name="T6" fmla="*/ 1167 w 1231"/>
                <a:gd name="T7" fmla="*/ 433 h 760"/>
                <a:gd name="T8" fmla="*/ 1207 w 1231"/>
                <a:gd name="T9" fmla="*/ 353 h 760"/>
                <a:gd name="T10" fmla="*/ 1231 w 1231"/>
                <a:gd name="T11" fmla="*/ 265 h 760"/>
                <a:gd name="T12" fmla="*/ 1231 w 1231"/>
                <a:gd name="T13" fmla="*/ 185 h 760"/>
                <a:gd name="T14" fmla="*/ 1223 w 1231"/>
                <a:gd name="T15" fmla="*/ 129 h 760"/>
                <a:gd name="T16" fmla="*/ 1088 w 1231"/>
                <a:gd name="T17" fmla="*/ 0 h 760"/>
                <a:gd name="T18" fmla="*/ 1064 w 1231"/>
                <a:gd name="T19" fmla="*/ 72 h 760"/>
                <a:gd name="T20" fmla="*/ 1112 w 1231"/>
                <a:gd name="T21" fmla="*/ 128 h 760"/>
                <a:gd name="T22" fmla="*/ 1096 w 1231"/>
                <a:gd name="T23" fmla="*/ 184 h 760"/>
                <a:gd name="T24" fmla="*/ 1056 w 1231"/>
                <a:gd name="T25" fmla="*/ 248 h 760"/>
                <a:gd name="T26" fmla="*/ 1024 w 1231"/>
                <a:gd name="T27" fmla="*/ 320 h 760"/>
                <a:gd name="T28" fmla="*/ 768 w 1231"/>
                <a:gd name="T29" fmla="*/ 576 h 760"/>
                <a:gd name="T30" fmla="*/ 0 w 1231"/>
                <a:gd name="T31" fmla="*/ 568 h 76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31" h="760">
                  <a:moveTo>
                    <a:pt x="0" y="568"/>
                  </a:moveTo>
                  <a:lnTo>
                    <a:pt x="0" y="760"/>
                  </a:lnTo>
                  <a:lnTo>
                    <a:pt x="847" y="753"/>
                  </a:lnTo>
                  <a:lnTo>
                    <a:pt x="1167" y="433"/>
                  </a:lnTo>
                  <a:lnTo>
                    <a:pt x="1207" y="353"/>
                  </a:lnTo>
                  <a:lnTo>
                    <a:pt x="1231" y="265"/>
                  </a:lnTo>
                  <a:lnTo>
                    <a:pt x="1231" y="185"/>
                  </a:lnTo>
                  <a:lnTo>
                    <a:pt x="1223" y="129"/>
                  </a:lnTo>
                  <a:lnTo>
                    <a:pt x="1088" y="0"/>
                  </a:lnTo>
                  <a:lnTo>
                    <a:pt x="1064" y="72"/>
                  </a:lnTo>
                  <a:lnTo>
                    <a:pt x="1112" y="128"/>
                  </a:lnTo>
                  <a:lnTo>
                    <a:pt x="1096" y="184"/>
                  </a:lnTo>
                  <a:lnTo>
                    <a:pt x="1056" y="248"/>
                  </a:lnTo>
                  <a:lnTo>
                    <a:pt x="1024" y="320"/>
                  </a:lnTo>
                  <a:lnTo>
                    <a:pt x="768" y="576"/>
                  </a:lnTo>
                  <a:lnTo>
                    <a:pt x="0" y="568"/>
                  </a:lnTo>
                  <a:close/>
                </a:path>
              </a:pathLst>
            </a:custGeom>
            <a:gradFill rotWithShape="0">
              <a:gsLst>
                <a:gs pos="0">
                  <a:srgbClr val="00CC99"/>
                </a:gs>
                <a:gs pos="100000">
                  <a:srgbClr val="005E4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3" name="Freeform 62"/>
            <p:cNvSpPr>
              <a:spLocks/>
            </p:cNvSpPr>
            <p:nvPr/>
          </p:nvSpPr>
          <p:spPr bwMode="auto">
            <a:xfrm>
              <a:off x="1561" y="1575"/>
              <a:ext cx="632" cy="616"/>
            </a:xfrm>
            <a:custGeom>
              <a:avLst/>
              <a:gdLst>
                <a:gd name="T0" fmla="*/ 0 w 632"/>
                <a:gd name="T1" fmla="*/ 336 h 616"/>
                <a:gd name="T2" fmla="*/ 208 w 632"/>
                <a:gd name="T3" fmla="*/ 128 h 616"/>
                <a:gd name="T4" fmla="*/ 272 w 632"/>
                <a:gd name="T5" fmla="*/ 72 h 616"/>
                <a:gd name="T6" fmla="*/ 344 w 632"/>
                <a:gd name="T7" fmla="*/ 24 h 616"/>
                <a:gd name="T8" fmla="*/ 416 w 632"/>
                <a:gd name="T9" fmla="*/ 0 h 616"/>
                <a:gd name="T10" fmla="*/ 504 w 632"/>
                <a:gd name="T11" fmla="*/ 0 h 616"/>
                <a:gd name="T12" fmla="*/ 592 w 632"/>
                <a:gd name="T13" fmla="*/ 32 h 616"/>
                <a:gd name="T14" fmla="*/ 632 w 632"/>
                <a:gd name="T15" fmla="*/ 112 h 616"/>
                <a:gd name="T16" fmla="*/ 624 w 632"/>
                <a:gd name="T17" fmla="*/ 192 h 616"/>
                <a:gd name="T18" fmla="*/ 592 w 632"/>
                <a:gd name="T19" fmla="*/ 264 h 616"/>
                <a:gd name="T20" fmla="*/ 552 w 632"/>
                <a:gd name="T21" fmla="*/ 336 h 616"/>
                <a:gd name="T22" fmla="*/ 528 w 632"/>
                <a:gd name="T23" fmla="*/ 376 h 616"/>
                <a:gd name="T24" fmla="*/ 288 w 632"/>
                <a:gd name="T25" fmla="*/ 616 h 616"/>
                <a:gd name="T26" fmla="*/ 0 w 632"/>
                <a:gd name="T27" fmla="*/ 336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32" h="616">
                  <a:moveTo>
                    <a:pt x="0" y="336"/>
                  </a:moveTo>
                  <a:lnTo>
                    <a:pt x="208" y="128"/>
                  </a:lnTo>
                  <a:lnTo>
                    <a:pt x="272" y="72"/>
                  </a:lnTo>
                  <a:lnTo>
                    <a:pt x="344" y="24"/>
                  </a:lnTo>
                  <a:lnTo>
                    <a:pt x="416" y="0"/>
                  </a:lnTo>
                  <a:lnTo>
                    <a:pt x="504" y="0"/>
                  </a:lnTo>
                  <a:lnTo>
                    <a:pt x="592" y="32"/>
                  </a:lnTo>
                  <a:lnTo>
                    <a:pt x="632" y="112"/>
                  </a:lnTo>
                  <a:lnTo>
                    <a:pt x="624" y="192"/>
                  </a:lnTo>
                  <a:lnTo>
                    <a:pt x="592" y="264"/>
                  </a:lnTo>
                  <a:lnTo>
                    <a:pt x="552" y="336"/>
                  </a:lnTo>
                  <a:lnTo>
                    <a:pt x="528" y="376"/>
                  </a:lnTo>
                  <a:lnTo>
                    <a:pt x="288" y="616"/>
                  </a:lnTo>
                  <a:lnTo>
                    <a:pt x="0" y="336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4" name="Freeform 63"/>
            <p:cNvSpPr>
              <a:spLocks/>
            </p:cNvSpPr>
            <p:nvPr/>
          </p:nvSpPr>
          <p:spPr bwMode="auto">
            <a:xfrm>
              <a:off x="801" y="1911"/>
              <a:ext cx="1048" cy="280"/>
            </a:xfrm>
            <a:custGeom>
              <a:avLst/>
              <a:gdLst>
                <a:gd name="T0" fmla="*/ 0 w 1048"/>
                <a:gd name="T1" fmla="*/ 0 h 280"/>
                <a:gd name="T2" fmla="*/ 768 w 1048"/>
                <a:gd name="T3" fmla="*/ 0 h 280"/>
                <a:gd name="T4" fmla="*/ 1048 w 1048"/>
                <a:gd name="T5" fmla="*/ 280 h 280"/>
                <a:gd name="T6" fmla="*/ 272 w 1048"/>
                <a:gd name="T7" fmla="*/ 280 h 280"/>
                <a:gd name="T8" fmla="*/ 0 w 1048"/>
                <a:gd name="T9" fmla="*/ 0 h 2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8" h="280">
                  <a:moveTo>
                    <a:pt x="0" y="0"/>
                  </a:moveTo>
                  <a:lnTo>
                    <a:pt x="768" y="0"/>
                  </a:lnTo>
                  <a:lnTo>
                    <a:pt x="1048" y="280"/>
                  </a:lnTo>
                  <a:lnTo>
                    <a:pt x="272" y="2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5" name="Freeform 64"/>
            <p:cNvSpPr>
              <a:spLocks/>
            </p:cNvSpPr>
            <p:nvPr/>
          </p:nvSpPr>
          <p:spPr bwMode="auto">
            <a:xfrm>
              <a:off x="1090" y="1973"/>
              <a:ext cx="487" cy="162"/>
            </a:xfrm>
            <a:custGeom>
              <a:avLst/>
              <a:gdLst>
                <a:gd name="T0" fmla="*/ 0 w 1460"/>
                <a:gd name="T1" fmla="*/ 6 h 487"/>
                <a:gd name="T2" fmla="*/ 0 w 1460"/>
                <a:gd name="T3" fmla="*/ 7 h 487"/>
                <a:gd name="T4" fmla="*/ 2 w 1460"/>
                <a:gd name="T5" fmla="*/ 9 h 487"/>
                <a:gd name="T6" fmla="*/ 4 w 1460"/>
                <a:gd name="T7" fmla="*/ 11 h 487"/>
                <a:gd name="T8" fmla="*/ 7 w 1460"/>
                <a:gd name="T9" fmla="*/ 12 h 487"/>
                <a:gd name="T10" fmla="*/ 10 w 1460"/>
                <a:gd name="T11" fmla="*/ 14 h 487"/>
                <a:gd name="T12" fmla="*/ 15 w 1460"/>
                <a:gd name="T13" fmla="*/ 15 h 487"/>
                <a:gd name="T14" fmla="*/ 20 w 1460"/>
                <a:gd name="T15" fmla="*/ 16 h 487"/>
                <a:gd name="T16" fmla="*/ 25 w 1460"/>
                <a:gd name="T17" fmla="*/ 17 h 487"/>
                <a:gd name="T18" fmla="*/ 30 w 1460"/>
                <a:gd name="T19" fmla="*/ 18 h 487"/>
                <a:gd name="T20" fmla="*/ 35 w 1460"/>
                <a:gd name="T21" fmla="*/ 18 h 487"/>
                <a:gd name="T22" fmla="*/ 40 w 1460"/>
                <a:gd name="T23" fmla="*/ 18 h 487"/>
                <a:gd name="T24" fmla="*/ 44 w 1460"/>
                <a:gd name="T25" fmla="*/ 18 h 487"/>
                <a:gd name="T26" fmla="*/ 48 w 1460"/>
                <a:gd name="T27" fmla="*/ 17 h 487"/>
                <a:gd name="T28" fmla="*/ 51 w 1460"/>
                <a:gd name="T29" fmla="*/ 16 h 487"/>
                <a:gd name="T30" fmla="*/ 53 w 1460"/>
                <a:gd name="T31" fmla="*/ 15 h 487"/>
                <a:gd name="T32" fmla="*/ 54 w 1460"/>
                <a:gd name="T33" fmla="*/ 13 h 487"/>
                <a:gd name="T34" fmla="*/ 54 w 1460"/>
                <a:gd name="T35" fmla="*/ 11 h 487"/>
                <a:gd name="T36" fmla="*/ 53 w 1460"/>
                <a:gd name="T37" fmla="*/ 10 h 487"/>
                <a:gd name="T38" fmla="*/ 52 w 1460"/>
                <a:gd name="T39" fmla="*/ 8 h 487"/>
                <a:gd name="T40" fmla="*/ 49 w 1460"/>
                <a:gd name="T41" fmla="*/ 6 h 487"/>
                <a:gd name="T42" fmla="*/ 46 w 1460"/>
                <a:gd name="T43" fmla="*/ 5 h 487"/>
                <a:gd name="T44" fmla="*/ 42 w 1460"/>
                <a:gd name="T45" fmla="*/ 3 h 487"/>
                <a:gd name="T46" fmla="*/ 37 w 1460"/>
                <a:gd name="T47" fmla="*/ 2 h 487"/>
                <a:gd name="T48" fmla="*/ 32 w 1460"/>
                <a:gd name="T49" fmla="*/ 1 h 487"/>
                <a:gd name="T50" fmla="*/ 27 w 1460"/>
                <a:gd name="T51" fmla="*/ 1 h 487"/>
                <a:gd name="T52" fmla="*/ 22 w 1460"/>
                <a:gd name="T53" fmla="*/ 0 h 487"/>
                <a:gd name="T54" fmla="*/ 17 w 1460"/>
                <a:gd name="T55" fmla="*/ 0 h 487"/>
                <a:gd name="T56" fmla="*/ 12 w 1460"/>
                <a:gd name="T57" fmla="*/ 0 h 487"/>
                <a:gd name="T58" fmla="*/ 8 w 1460"/>
                <a:gd name="T59" fmla="*/ 1 h 487"/>
                <a:gd name="T60" fmla="*/ 5 w 1460"/>
                <a:gd name="T61" fmla="*/ 2 h 487"/>
                <a:gd name="T62" fmla="*/ 2 w 1460"/>
                <a:gd name="T63" fmla="*/ 3 h 487"/>
                <a:gd name="T64" fmla="*/ 1 w 1460"/>
                <a:gd name="T65" fmla="*/ 4 h 487"/>
                <a:gd name="T66" fmla="*/ 0 w 1460"/>
                <a:gd name="T67" fmla="*/ 6 h 487"/>
                <a:gd name="T68" fmla="*/ 0 w 1460"/>
                <a:gd name="T69" fmla="*/ 6 h 4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460" h="487">
                  <a:moveTo>
                    <a:pt x="0" y="155"/>
                  </a:moveTo>
                  <a:lnTo>
                    <a:pt x="8" y="198"/>
                  </a:lnTo>
                  <a:lnTo>
                    <a:pt x="41" y="245"/>
                  </a:lnTo>
                  <a:lnTo>
                    <a:pt x="101" y="291"/>
                  </a:lnTo>
                  <a:lnTo>
                    <a:pt x="182" y="335"/>
                  </a:lnTo>
                  <a:lnTo>
                    <a:pt x="283" y="377"/>
                  </a:lnTo>
                  <a:lnTo>
                    <a:pt x="402" y="412"/>
                  </a:lnTo>
                  <a:lnTo>
                    <a:pt x="531" y="443"/>
                  </a:lnTo>
                  <a:lnTo>
                    <a:pt x="668" y="466"/>
                  </a:lnTo>
                  <a:lnTo>
                    <a:pt x="807" y="482"/>
                  </a:lnTo>
                  <a:lnTo>
                    <a:pt x="943" y="487"/>
                  </a:lnTo>
                  <a:lnTo>
                    <a:pt x="1072" y="486"/>
                  </a:lnTo>
                  <a:lnTo>
                    <a:pt x="1187" y="474"/>
                  </a:lnTo>
                  <a:lnTo>
                    <a:pt x="1287" y="455"/>
                  </a:lnTo>
                  <a:lnTo>
                    <a:pt x="1367" y="427"/>
                  </a:lnTo>
                  <a:lnTo>
                    <a:pt x="1423" y="394"/>
                  </a:lnTo>
                  <a:lnTo>
                    <a:pt x="1455" y="355"/>
                  </a:lnTo>
                  <a:lnTo>
                    <a:pt x="1460" y="311"/>
                  </a:lnTo>
                  <a:lnTo>
                    <a:pt x="1439" y="266"/>
                  </a:lnTo>
                  <a:lnTo>
                    <a:pt x="1392" y="220"/>
                  </a:lnTo>
                  <a:lnTo>
                    <a:pt x="1322" y="174"/>
                  </a:lnTo>
                  <a:lnTo>
                    <a:pt x="1230" y="131"/>
                  </a:lnTo>
                  <a:lnTo>
                    <a:pt x="1120" y="92"/>
                  </a:lnTo>
                  <a:lnTo>
                    <a:pt x="996" y="59"/>
                  </a:lnTo>
                  <a:lnTo>
                    <a:pt x="862" y="32"/>
                  </a:lnTo>
                  <a:lnTo>
                    <a:pt x="723" y="14"/>
                  </a:lnTo>
                  <a:lnTo>
                    <a:pt x="585" y="2"/>
                  </a:lnTo>
                  <a:lnTo>
                    <a:pt x="452" y="0"/>
                  </a:lnTo>
                  <a:lnTo>
                    <a:pt x="330" y="7"/>
                  </a:lnTo>
                  <a:lnTo>
                    <a:pt x="221" y="23"/>
                  </a:lnTo>
                  <a:lnTo>
                    <a:pt x="130" y="46"/>
                  </a:lnTo>
                  <a:lnTo>
                    <a:pt x="63" y="76"/>
                  </a:lnTo>
                  <a:lnTo>
                    <a:pt x="19" y="113"/>
                  </a:lnTo>
                  <a:lnTo>
                    <a:pt x="0" y="155"/>
                  </a:lnTo>
                  <a:lnTo>
                    <a:pt x="1" y="155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6" name="Freeform 65"/>
            <p:cNvSpPr>
              <a:spLocks/>
            </p:cNvSpPr>
            <p:nvPr/>
          </p:nvSpPr>
          <p:spPr bwMode="auto">
            <a:xfrm>
              <a:off x="1753" y="1688"/>
              <a:ext cx="317" cy="318"/>
            </a:xfrm>
            <a:custGeom>
              <a:avLst/>
              <a:gdLst>
                <a:gd name="T0" fmla="*/ 32 w 952"/>
                <a:gd name="T1" fmla="*/ 3 h 953"/>
                <a:gd name="T2" fmla="*/ 30 w 952"/>
                <a:gd name="T3" fmla="*/ 1 h 953"/>
                <a:gd name="T4" fmla="*/ 28 w 952"/>
                <a:gd name="T5" fmla="*/ 0 h 953"/>
                <a:gd name="T6" fmla="*/ 25 w 952"/>
                <a:gd name="T7" fmla="*/ 0 h 953"/>
                <a:gd name="T8" fmla="*/ 22 w 952"/>
                <a:gd name="T9" fmla="*/ 0 h 953"/>
                <a:gd name="T10" fmla="*/ 18 w 952"/>
                <a:gd name="T11" fmla="*/ 1 h 953"/>
                <a:gd name="T12" fmla="*/ 15 w 952"/>
                <a:gd name="T13" fmla="*/ 3 h 953"/>
                <a:gd name="T14" fmla="*/ 12 w 952"/>
                <a:gd name="T15" fmla="*/ 5 h 953"/>
                <a:gd name="T16" fmla="*/ 9 w 952"/>
                <a:gd name="T17" fmla="*/ 7 h 953"/>
                <a:gd name="T18" fmla="*/ 6 w 952"/>
                <a:gd name="T19" fmla="*/ 10 h 953"/>
                <a:gd name="T20" fmla="*/ 4 w 952"/>
                <a:gd name="T21" fmla="*/ 14 h 953"/>
                <a:gd name="T22" fmla="*/ 2 w 952"/>
                <a:gd name="T23" fmla="*/ 17 h 953"/>
                <a:gd name="T24" fmla="*/ 1 w 952"/>
                <a:gd name="T25" fmla="*/ 20 h 953"/>
                <a:gd name="T26" fmla="*/ 0 w 952"/>
                <a:gd name="T27" fmla="*/ 24 h 953"/>
                <a:gd name="T28" fmla="*/ 0 w 952"/>
                <a:gd name="T29" fmla="*/ 27 h 953"/>
                <a:gd name="T30" fmla="*/ 1 w 952"/>
                <a:gd name="T31" fmla="*/ 29 h 953"/>
                <a:gd name="T32" fmla="*/ 2 w 952"/>
                <a:gd name="T33" fmla="*/ 32 h 953"/>
                <a:gd name="T34" fmla="*/ 4 w 952"/>
                <a:gd name="T35" fmla="*/ 33 h 953"/>
                <a:gd name="T36" fmla="*/ 6 w 952"/>
                <a:gd name="T37" fmla="*/ 35 h 953"/>
                <a:gd name="T38" fmla="*/ 9 w 952"/>
                <a:gd name="T39" fmla="*/ 35 h 953"/>
                <a:gd name="T40" fmla="*/ 12 w 952"/>
                <a:gd name="T41" fmla="*/ 35 h 953"/>
                <a:gd name="T42" fmla="*/ 15 w 952"/>
                <a:gd name="T43" fmla="*/ 35 h 953"/>
                <a:gd name="T44" fmla="*/ 18 w 952"/>
                <a:gd name="T45" fmla="*/ 33 h 953"/>
                <a:gd name="T46" fmla="*/ 22 w 952"/>
                <a:gd name="T47" fmla="*/ 32 h 953"/>
                <a:gd name="T48" fmla="*/ 25 w 952"/>
                <a:gd name="T49" fmla="*/ 29 h 953"/>
                <a:gd name="T50" fmla="*/ 28 w 952"/>
                <a:gd name="T51" fmla="*/ 27 h 953"/>
                <a:gd name="T52" fmla="*/ 30 w 952"/>
                <a:gd name="T53" fmla="*/ 23 h 953"/>
                <a:gd name="T54" fmla="*/ 32 w 952"/>
                <a:gd name="T55" fmla="*/ 20 h 953"/>
                <a:gd name="T56" fmla="*/ 34 w 952"/>
                <a:gd name="T57" fmla="*/ 17 h 953"/>
                <a:gd name="T58" fmla="*/ 35 w 952"/>
                <a:gd name="T59" fmla="*/ 13 h 953"/>
                <a:gd name="T60" fmla="*/ 35 w 952"/>
                <a:gd name="T61" fmla="*/ 10 h 953"/>
                <a:gd name="T62" fmla="*/ 35 w 952"/>
                <a:gd name="T63" fmla="*/ 7 h 953"/>
                <a:gd name="T64" fmla="*/ 34 w 952"/>
                <a:gd name="T65" fmla="*/ 5 h 953"/>
                <a:gd name="T66" fmla="*/ 32 w 952"/>
                <a:gd name="T67" fmla="*/ 3 h 953"/>
                <a:gd name="T68" fmla="*/ 33 w 952"/>
                <a:gd name="T69" fmla="*/ 3 h 95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52" h="953">
                  <a:moveTo>
                    <a:pt x="877" y="75"/>
                  </a:moveTo>
                  <a:lnTo>
                    <a:pt x="822" y="34"/>
                  </a:lnTo>
                  <a:lnTo>
                    <a:pt x="752" y="9"/>
                  </a:lnTo>
                  <a:lnTo>
                    <a:pt x="674" y="0"/>
                  </a:lnTo>
                  <a:lnTo>
                    <a:pt x="589" y="9"/>
                  </a:lnTo>
                  <a:lnTo>
                    <a:pt x="499" y="34"/>
                  </a:lnTo>
                  <a:lnTo>
                    <a:pt x="408" y="77"/>
                  </a:lnTo>
                  <a:lnTo>
                    <a:pt x="320" y="132"/>
                  </a:lnTo>
                  <a:lnTo>
                    <a:pt x="238" y="202"/>
                  </a:lnTo>
                  <a:lnTo>
                    <a:pt x="164" y="280"/>
                  </a:lnTo>
                  <a:lnTo>
                    <a:pt x="101" y="366"/>
                  </a:lnTo>
                  <a:lnTo>
                    <a:pt x="52" y="456"/>
                  </a:lnTo>
                  <a:lnTo>
                    <a:pt x="17" y="546"/>
                  </a:lnTo>
                  <a:lnTo>
                    <a:pt x="0" y="635"/>
                  </a:lnTo>
                  <a:lnTo>
                    <a:pt x="0" y="717"/>
                  </a:lnTo>
                  <a:lnTo>
                    <a:pt x="17" y="791"/>
                  </a:lnTo>
                  <a:lnTo>
                    <a:pt x="51" y="853"/>
                  </a:lnTo>
                  <a:lnTo>
                    <a:pt x="100" y="902"/>
                  </a:lnTo>
                  <a:lnTo>
                    <a:pt x="162" y="935"/>
                  </a:lnTo>
                  <a:lnTo>
                    <a:pt x="235" y="953"/>
                  </a:lnTo>
                  <a:lnTo>
                    <a:pt x="318" y="953"/>
                  </a:lnTo>
                  <a:lnTo>
                    <a:pt x="407" y="935"/>
                  </a:lnTo>
                  <a:lnTo>
                    <a:pt x="497" y="902"/>
                  </a:lnTo>
                  <a:lnTo>
                    <a:pt x="586" y="852"/>
                  </a:lnTo>
                  <a:lnTo>
                    <a:pt x="673" y="789"/>
                  </a:lnTo>
                  <a:lnTo>
                    <a:pt x="751" y="716"/>
                  </a:lnTo>
                  <a:lnTo>
                    <a:pt x="820" y="632"/>
                  </a:lnTo>
                  <a:lnTo>
                    <a:pt x="876" y="545"/>
                  </a:lnTo>
                  <a:lnTo>
                    <a:pt x="917" y="454"/>
                  </a:lnTo>
                  <a:lnTo>
                    <a:pt x="944" y="364"/>
                  </a:lnTo>
                  <a:lnTo>
                    <a:pt x="952" y="279"/>
                  </a:lnTo>
                  <a:lnTo>
                    <a:pt x="944" y="200"/>
                  </a:lnTo>
                  <a:lnTo>
                    <a:pt x="919" y="131"/>
                  </a:lnTo>
                  <a:lnTo>
                    <a:pt x="877" y="75"/>
                  </a:lnTo>
                  <a:lnTo>
                    <a:pt x="879" y="75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Freeform 66"/>
            <p:cNvSpPr>
              <a:spLocks/>
            </p:cNvSpPr>
            <p:nvPr/>
          </p:nvSpPr>
          <p:spPr bwMode="auto">
            <a:xfrm>
              <a:off x="1229" y="2107"/>
              <a:ext cx="196" cy="32"/>
            </a:xfrm>
            <a:custGeom>
              <a:avLst/>
              <a:gdLst>
                <a:gd name="T0" fmla="*/ 0 w 196"/>
                <a:gd name="T1" fmla="*/ 4 h 32"/>
                <a:gd name="T2" fmla="*/ 52 w 196"/>
                <a:gd name="T3" fmla="*/ 0 h 32"/>
                <a:gd name="T4" fmla="*/ 92 w 196"/>
                <a:gd name="T5" fmla="*/ 4 h 32"/>
                <a:gd name="T6" fmla="*/ 152 w 196"/>
                <a:gd name="T7" fmla="*/ 16 h 32"/>
                <a:gd name="T8" fmla="*/ 196 w 196"/>
                <a:gd name="T9" fmla="*/ 28 h 32"/>
                <a:gd name="T10" fmla="*/ 156 w 196"/>
                <a:gd name="T11" fmla="*/ 32 h 32"/>
                <a:gd name="T12" fmla="*/ 116 w 196"/>
                <a:gd name="T13" fmla="*/ 28 h 32"/>
                <a:gd name="T14" fmla="*/ 80 w 196"/>
                <a:gd name="T15" fmla="*/ 20 h 32"/>
                <a:gd name="T16" fmla="*/ 32 w 196"/>
                <a:gd name="T17" fmla="*/ 16 h 32"/>
                <a:gd name="T18" fmla="*/ 0 w 196"/>
                <a:gd name="T19" fmla="*/ 4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6" h="32">
                  <a:moveTo>
                    <a:pt x="0" y="4"/>
                  </a:moveTo>
                  <a:lnTo>
                    <a:pt x="52" y="0"/>
                  </a:lnTo>
                  <a:lnTo>
                    <a:pt x="92" y="4"/>
                  </a:lnTo>
                  <a:lnTo>
                    <a:pt x="152" y="16"/>
                  </a:lnTo>
                  <a:lnTo>
                    <a:pt x="196" y="28"/>
                  </a:lnTo>
                  <a:lnTo>
                    <a:pt x="156" y="32"/>
                  </a:lnTo>
                  <a:lnTo>
                    <a:pt x="116" y="28"/>
                  </a:lnTo>
                  <a:lnTo>
                    <a:pt x="80" y="20"/>
                  </a:lnTo>
                  <a:lnTo>
                    <a:pt x="32" y="1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8" name="Freeform 67"/>
            <p:cNvSpPr>
              <a:spLocks/>
            </p:cNvSpPr>
            <p:nvPr/>
          </p:nvSpPr>
          <p:spPr bwMode="auto">
            <a:xfrm>
              <a:off x="1833" y="1767"/>
              <a:ext cx="232" cy="240"/>
            </a:xfrm>
            <a:custGeom>
              <a:avLst/>
              <a:gdLst>
                <a:gd name="T0" fmla="*/ 232 w 232"/>
                <a:gd name="T1" fmla="*/ 0 h 240"/>
                <a:gd name="T2" fmla="*/ 184 w 232"/>
                <a:gd name="T3" fmla="*/ 0 h 240"/>
                <a:gd name="T4" fmla="*/ 104 w 232"/>
                <a:gd name="T5" fmla="*/ 32 h 240"/>
                <a:gd name="T6" fmla="*/ 40 w 232"/>
                <a:gd name="T7" fmla="*/ 96 h 240"/>
                <a:gd name="T8" fmla="*/ 0 w 232"/>
                <a:gd name="T9" fmla="*/ 168 h 240"/>
                <a:gd name="T10" fmla="*/ 0 w 232"/>
                <a:gd name="T11" fmla="*/ 240 h 240"/>
                <a:gd name="T12" fmla="*/ 64 w 232"/>
                <a:gd name="T13" fmla="*/ 232 h 240"/>
                <a:gd name="T14" fmla="*/ 128 w 232"/>
                <a:gd name="T15" fmla="*/ 200 h 240"/>
                <a:gd name="T16" fmla="*/ 184 w 232"/>
                <a:gd name="T17" fmla="*/ 144 h 240"/>
                <a:gd name="T18" fmla="*/ 232 w 232"/>
                <a:gd name="T19" fmla="*/ 64 h 240"/>
                <a:gd name="T20" fmla="*/ 232 w 232"/>
                <a:gd name="T21" fmla="*/ 0 h 2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2" h="240">
                  <a:moveTo>
                    <a:pt x="232" y="0"/>
                  </a:moveTo>
                  <a:lnTo>
                    <a:pt x="184" y="0"/>
                  </a:lnTo>
                  <a:lnTo>
                    <a:pt x="104" y="32"/>
                  </a:lnTo>
                  <a:lnTo>
                    <a:pt x="40" y="96"/>
                  </a:lnTo>
                  <a:lnTo>
                    <a:pt x="0" y="168"/>
                  </a:lnTo>
                  <a:lnTo>
                    <a:pt x="0" y="240"/>
                  </a:lnTo>
                  <a:lnTo>
                    <a:pt x="64" y="232"/>
                  </a:lnTo>
                  <a:lnTo>
                    <a:pt x="128" y="200"/>
                  </a:lnTo>
                  <a:lnTo>
                    <a:pt x="184" y="144"/>
                  </a:lnTo>
                  <a:lnTo>
                    <a:pt x="232" y="64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9" name="Freeform 68"/>
            <p:cNvSpPr>
              <a:spLocks/>
            </p:cNvSpPr>
            <p:nvPr/>
          </p:nvSpPr>
          <p:spPr bwMode="auto">
            <a:xfrm>
              <a:off x="801" y="1911"/>
              <a:ext cx="280" cy="456"/>
            </a:xfrm>
            <a:custGeom>
              <a:avLst/>
              <a:gdLst>
                <a:gd name="T0" fmla="*/ 0 w 280"/>
                <a:gd name="T1" fmla="*/ 0 h 456"/>
                <a:gd name="T2" fmla="*/ 280 w 280"/>
                <a:gd name="T3" fmla="*/ 272 h 456"/>
                <a:gd name="T4" fmla="*/ 280 w 280"/>
                <a:gd name="T5" fmla="*/ 456 h 456"/>
                <a:gd name="T6" fmla="*/ 0 w 280"/>
                <a:gd name="T7" fmla="*/ 176 h 456"/>
                <a:gd name="T8" fmla="*/ 0 w 280"/>
                <a:gd name="T9" fmla="*/ 0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0" h="456">
                  <a:moveTo>
                    <a:pt x="0" y="0"/>
                  </a:moveTo>
                  <a:lnTo>
                    <a:pt x="280" y="272"/>
                  </a:lnTo>
                  <a:lnTo>
                    <a:pt x="280" y="456"/>
                  </a:lnTo>
                  <a:lnTo>
                    <a:pt x="0" y="1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47"/>
                </a:gs>
                <a:gs pos="100000">
                  <a:srgbClr val="00CC99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2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 autoUpdateAnimBg="0"/>
      <p:bldP spid="205827" grpId="0" autoUpdateAnimBg="0"/>
      <p:bldP spid="205828" grpId="0" autoUpdateAnimBg="0"/>
      <p:bldP spid="205829" grpId="0" autoUpdateAnimBg="0"/>
      <p:bldP spid="205830" grpId="0" autoUpdateAnimBg="0"/>
      <p:bldP spid="205831" grpId="0" animBg="1" autoUpdateAnimBg="0"/>
      <p:bldP spid="2058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A8605C2B-8258-4E82-877A-25D58DABDE1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04802" name="Rectangle 2"/>
          <p:cNvSpPr>
            <a:spLocks noChangeArrowheads="1"/>
          </p:cNvSpPr>
          <p:nvPr/>
        </p:nvSpPr>
        <p:spPr bwMode="auto">
          <a:xfrm>
            <a:off x="4895850" y="2200275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宋体" pitchFamily="2" charset="-122"/>
              </a:rPr>
              <a:t>A</a:t>
            </a:r>
            <a:endParaRPr lang="en-US" altLang="zh-CN" sz="2400"/>
          </a:p>
        </p:txBody>
      </p:sp>
      <p:grpSp>
        <p:nvGrpSpPr>
          <p:cNvPr id="204803" name="Group 3"/>
          <p:cNvGrpSpPr>
            <a:grpSpLocks/>
          </p:cNvGrpSpPr>
          <p:nvPr/>
        </p:nvGrpSpPr>
        <p:grpSpPr bwMode="auto">
          <a:xfrm>
            <a:off x="2751138" y="1044575"/>
            <a:ext cx="414337" cy="700088"/>
            <a:chOff x="2140" y="889"/>
            <a:chExt cx="261" cy="441"/>
          </a:xfrm>
        </p:grpSpPr>
        <p:sp>
          <p:nvSpPr>
            <p:cNvPr id="10312" name="Rectangle 4"/>
            <p:cNvSpPr>
              <a:spLocks noChangeArrowheads="1"/>
            </p:cNvSpPr>
            <p:nvPr/>
          </p:nvSpPr>
          <p:spPr bwMode="auto">
            <a:xfrm>
              <a:off x="2262" y="889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9600"/>
            </a:p>
          </p:txBody>
        </p:sp>
        <p:sp>
          <p:nvSpPr>
            <p:cNvPr id="10313" name="Freeform 5"/>
            <p:cNvSpPr>
              <a:spLocks/>
            </p:cNvSpPr>
            <p:nvPr/>
          </p:nvSpPr>
          <p:spPr bwMode="auto">
            <a:xfrm>
              <a:off x="2140" y="1074"/>
              <a:ext cx="261" cy="256"/>
            </a:xfrm>
            <a:custGeom>
              <a:avLst/>
              <a:gdLst>
                <a:gd name="T0" fmla="*/ 0 w 546"/>
                <a:gd name="T1" fmla="*/ 0 h 546"/>
                <a:gd name="T2" fmla="*/ 60 w 546"/>
                <a:gd name="T3" fmla="*/ 56 h 546"/>
                <a:gd name="T4" fmla="*/ 60 w 546"/>
                <a:gd name="T5" fmla="*/ 56 h 5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6" h="546">
                  <a:moveTo>
                    <a:pt x="0" y="0"/>
                  </a:moveTo>
                  <a:lnTo>
                    <a:pt x="545" y="546"/>
                  </a:lnTo>
                  <a:lnTo>
                    <a:pt x="546" y="54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4" name="Freeform 6"/>
            <p:cNvSpPr>
              <a:spLocks/>
            </p:cNvSpPr>
            <p:nvPr/>
          </p:nvSpPr>
          <p:spPr bwMode="auto">
            <a:xfrm>
              <a:off x="2277" y="1193"/>
              <a:ext cx="124" cy="137"/>
            </a:xfrm>
            <a:custGeom>
              <a:avLst/>
              <a:gdLst>
                <a:gd name="T0" fmla="*/ 29 w 257"/>
                <a:gd name="T1" fmla="*/ 31 h 288"/>
                <a:gd name="T2" fmla="*/ 0 w 257"/>
                <a:gd name="T3" fmla="*/ 0 h 288"/>
                <a:gd name="T4" fmla="*/ 0 w 257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" h="288">
                  <a:moveTo>
                    <a:pt x="257" y="28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5" name="Freeform 7"/>
            <p:cNvSpPr>
              <a:spLocks/>
            </p:cNvSpPr>
            <p:nvPr/>
          </p:nvSpPr>
          <p:spPr bwMode="auto">
            <a:xfrm>
              <a:off x="2264" y="1193"/>
              <a:ext cx="13" cy="17"/>
            </a:xfrm>
            <a:custGeom>
              <a:avLst/>
              <a:gdLst>
                <a:gd name="T0" fmla="*/ 2 w 32"/>
                <a:gd name="T1" fmla="*/ 0 h 30"/>
                <a:gd name="T2" fmla="*/ 0 w 32"/>
                <a:gd name="T3" fmla="*/ 6 h 30"/>
                <a:gd name="T4" fmla="*/ 0 w 32"/>
                <a:gd name="T5" fmla="*/ 6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0">
                  <a:moveTo>
                    <a:pt x="32" y="0"/>
                  </a:moveTo>
                  <a:lnTo>
                    <a:pt x="0" y="30"/>
                  </a:lnTo>
                  <a:lnTo>
                    <a:pt x="1" y="3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6" name="Freeform 8"/>
            <p:cNvSpPr>
              <a:spLocks/>
            </p:cNvSpPr>
            <p:nvPr/>
          </p:nvSpPr>
          <p:spPr bwMode="auto">
            <a:xfrm>
              <a:off x="2264" y="1210"/>
              <a:ext cx="137" cy="120"/>
            </a:xfrm>
            <a:custGeom>
              <a:avLst/>
              <a:gdLst>
                <a:gd name="T0" fmla="*/ 0 w 290"/>
                <a:gd name="T1" fmla="*/ 0 h 258"/>
                <a:gd name="T2" fmla="*/ 31 w 290"/>
                <a:gd name="T3" fmla="*/ 26 h 258"/>
                <a:gd name="T4" fmla="*/ 31 w 290"/>
                <a:gd name="T5" fmla="*/ 26 h 2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0" h="258">
                  <a:moveTo>
                    <a:pt x="0" y="0"/>
                  </a:moveTo>
                  <a:lnTo>
                    <a:pt x="289" y="258"/>
                  </a:lnTo>
                  <a:lnTo>
                    <a:pt x="290" y="25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09" name="Group 9"/>
          <p:cNvGrpSpPr>
            <a:grpSpLocks/>
          </p:cNvGrpSpPr>
          <p:nvPr/>
        </p:nvGrpSpPr>
        <p:grpSpPr bwMode="auto">
          <a:xfrm>
            <a:off x="5989638" y="2133600"/>
            <a:ext cx="642937" cy="365125"/>
            <a:chOff x="3773" y="1344"/>
            <a:chExt cx="405" cy="230"/>
          </a:xfrm>
        </p:grpSpPr>
        <p:sp>
          <p:nvSpPr>
            <p:cNvPr id="10307" name="Rectangle 10"/>
            <p:cNvSpPr>
              <a:spLocks noChangeArrowheads="1"/>
            </p:cNvSpPr>
            <p:nvPr/>
          </p:nvSpPr>
          <p:spPr bwMode="auto">
            <a:xfrm>
              <a:off x="3773" y="1344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  <p:sp>
          <p:nvSpPr>
            <p:cNvPr id="10308" name="Freeform 11"/>
            <p:cNvSpPr>
              <a:spLocks/>
            </p:cNvSpPr>
            <p:nvPr/>
          </p:nvSpPr>
          <p:spPr bwMode="auto">
            <a:xfrm>
              <a:off x="3917" y="1399"/>
              <a:ext cx="261" cy="128"/>
            </a:xfrm>
            <a:custGeom>
              <a:avLst/>
              <a:gdLst>
                <a:gd name="T0" fmla="*/ 59 w 550"/>
                <a:gd name="T1" fmla="*/ 28 h 275"/>
                <a:gd name="T2" fmla="*/ 50 w 550"/>
                <a:gd name="T3" fmla="*/ 8 h 275"/>
                <a:gd name="T4" fmla="*/ 29 w 550"/>
                <a:gd name="T5" fmla="*/ 0 h 275"/>
                <a:gd name="T6" fmla="*/ 9 w 550"/>
                <a:gd name="T7" fmla="*/ 8 h 275"/>
                <a:gd name="T8" fmla="*/ 0 w 550"/>
                <a:gd name="T9" fmla="*/ 28 h 275"/>
                <a:gd name="T10" fmla="*/ 0 w 550"/>
                <a:gd name="T11" fmla="*/ 28 h 2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0" h="275">
                  <a:moveTo>
                    <a:pt x="550" y="275"/>
                  </a:moveTo>
                  <a:lnTo>
                    <a:pt x="469" y="80"/>
                  </a:lnTo>
                  <a:lnTo>
                    <a:pt x="275" y="0"/>
                  </a:lnTo>
                  <a:lnTo>
                    <a:pt x="80" y="80"/>
                  </a:lnTo>
                  <a:lnTo>
                    <a:pt x="0" y="275"/>
                  </a:lnTo>
                  <a:lnTo>
                    <a:pt x="1" y="2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9" name="Freeform 12"/>
            <p:cNvSpPr>
              <a:spLocks/>
            </p:cNvSpPr>
            <p:nvPr/>
          </p:nvSpPr>
          <p:spPr bwMode="auto">
            <a:xfrm>
              <a:off x="3917" y="1407"/>
              <a:ext cx="60" cy="120"/>
            </a:xfrm>
            <a:custGeom>
              <a:avLst/>
              <a:gdLst>
                <a:gd name="T0" fmla="*/ 15 w 121"/>
                <a:gd name="T1" fmla="*/ 0 h 255"/>
                <a:gd name="T2" fmla="*/ 0 w 121"/>
                <a:gd name="T3" fmla="*/ 26 h 255"/>
                <a:gd name="T4" fmla="*/ 0 w 121"/>
                <a:gd name="T5" fmla="*/ 26 h 2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255">
                  <a:moveTo>
                    <a:pt x="121" y="0"/>
                  </a:moveTo>
                  <a:lnTo>
                    <a:pt x="0" y="255"/>
                  </a:lnTo>
                  <a:lnTo>
                    <a:pt x="1" y="25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0" name="Freeform 13"/>
            <p:cNvSpPr>
              <a:spLocks/>
            </p:cNvSpPr>
            <p:nvPr/>
          </p:nvSpPr>
          <p:spPr bwMode="auto">
            <a:xfrm>
              <a:off x="3977" y="1407"/>
              <a:ext cx="13" cy="17"/>
            </a:xfrm>
            <a:custGeom>
              <a:avLst/>
              <a:gdLst>
                <a:gd name="T0" fmla="*/ 0 w 33"/>
                <a:gd name="T1" fmla="*/ 0 h 39"/>
                <a:gd name="T2" fmla="*/ 2 w 33"/>
                <a:gd name="T3" fmla="*/ 3 h 39"/>
                <a:gd name="T4" fmla="*/ 2 w 33"/>
                <a:gd name="T5" fmla="*/ 3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39">
                  <a:moveTo>
                    <a:pt x="0" y="0"/>
                  </a:moveTo>
                  <a:lnTo>
                    <a:pt x="32" y="39"/>
                  </a:lnTo>
                  <a:lnTo>
                    <a:pt x="33" y="3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1" name="Freeform 14"/>
            <p:cNvSpPr>
              <a:spLocks/>
            </p:cNvSpPr>
            <p:nvPr/>
          </p:nvSpPr>
          <p:spPr bwMode="auto">
            <a:xfrm>
              <a:off x="3917" y="1424"/>
              <a:ext cx="73" cy="107"/>
            </a:xfrm>
            <a:custGeom>
              <a:avLst/>
              <a:gdLst>
                <a:gd name="T0" fmla="*/ 17 w 153"/>
                <a:gd name="T1" fmla="*/ 0 h 219"/>
                <a:gd name="T2" fmla="*/ 4 w 153"/>
                <a:gd name="T3" fmla="*/ 10 h 219"/>
                <a:gd name="T4" fmla="*/ 0 w 153"/>
                <a:gd name="T5" fmla="*/ 25 h 219"/>
                <a:gd name="T6" fmla="*/ 0 w 153"/>
                <a:gd name="T7" fmla="*/ 25 h 2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3" h="219">
                  <a:moveTo>
                    <a:pt x="153" y="0"/>
                  </a:moveTo>
                  <a:lnTo>
                    <a:pt x="40" y="83"/>
                  </a:lnTo>
                  <a:lnTo>
                    <a:pt x="0" y="219"/>
                  </a:lnTo>
                  <a:lnTo>
                    <a:pt x="1" y="21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15" name="Group 15"/>
          <p:cNvGrpSpPr>
            <a:grpSpLocks/>
          </p:cNvGrpSpPr>
          <p:nvPr/>
        </p:nvGrpSpPr>
        <p:grpSpPr bwMode="auto">
          <a:xfrm>
            <a:off x="3646488" y="2352675"/>
            <a:ext cx="1514475" cy="1708150"/>
            <a:chOff x="2704" y="1713"/>
            <a:chExt cx="954" cy="1076"/>
          </a:xfrm>
        </p:grpSpPr>
        <p:sp>
          <p:nvSpPr>
            <p:cNvPr id="10293" name="Arc 16"/>
            <p:cNvSpPr>
              <a:spLocks/>
            </p:cNvSpPr>
            <p:nvPr/>
          </p:nvSpPr>
          <p:spPr bwMode="auto">
            <a:xfrm rot="2732034">
              <a:off x="3086" y="1897"/>
              <a:ext cx="736" cy="36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7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4" name="Oval 17"/>
            <p:cNvSpPr>
              <a:spLocks noChangeArrowheads="1"/>
            </p:cNvSpPr>
            <p:nvPr/>
          </p:nvSpPr>
          <p:spPr bwMode="auto">
            <a:xfrm>
              <a:off x="3111" y="2004"/>
              <a:ext cx="419" cy="40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95" name="Freeform 18"/>
            <p:cNvSpPr>
              <a:spLocks/>
            </p:cNvSpPr>
            <p:nvPr/>
          </p:nvSpPr>
          <p:spPr bwMode="auto">
            <a:xfrm>
              <a:off x="3256" y="2455"/>
              <a:ext cx="333" cy="334"/>
            </a:xfrm>
            <a:custGeom>
              <a:avLst/>
              <a:gdLst>
                <a:gd name="T0" fmla="*/ 0 w 333"/>
                <a:gd name="T1" fmla="*/ 334 h 334"/>
                <a:gd name="T2" fmla="*/ 333 w 333"/>
                <a:gd name="T3" fmla="*/ 0 h 334"/>
                <a:gd name="T4" fmla="*/ 325 w 333"/>
                <a:gd name="T5" fmla="*/ 4 h 3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" h="334">
                  <a:moveTo>
                    <a:pt x="0" y="334"/>
                  </a:moveTo>
                  <a:lnTo>
                    <a:pt x="333" y="0"/>
                  </a:lnTo>
                  <a:lnTo>
                    <a:pt x="325" y="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6" name="Freeform 19"/>
            <p:cNvSpPr>
              <a:spLocks/>
            </p:cNvSpPr>
            <p:nvPr/>
          </p:nvSpPr>
          <p:spPr bwMode="auto">
            <a:xfrm>
              <a:off x="2704" y="1942"/>
              <a:ext cx="360" cy="359"/>
            </a:xfrm>
            <a:custGeom>
              <a:avLst/>
              <a:gdLst>
                <a:gd name="T0" fmla="*/ 0 w 755"/>
                <a:gd name="T1" fmla="*/ 81 h 755"/>
                <a:gd name="T2" fmla="*/ 82 w 755"/>
                <a:gd name="T3" fmla="*/ 0 h 755"/>
                <a:gd name="T4" fmla="*/ 82 w 755"/>
                <a:gd name="T5" fmla="*/ 0 h 7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5" h="755">
                  <a:moveTo>
                    <a:pt x="0" y="755"/>
                  </a:moveTo>
                  <a:lnTo>
                    <a:pt x="754" y="0"/>
                  </a:lnTo>
                  <a:lnTo>
                    <a:pt x="75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7" name="Freeform 20"/>
            <p:cNvSpPr>
              <a:spLocks/>
            </p:cNvSpPr>
            <p:nvPr/>
          </p:nvSpPr>
          <p:spPr bwMode="auto">
            <a:xfrm>
              <a:off x="2837" y="2169"/>
              <a:ext cx="518" cy="517"/>
            </a:xfrm>
            <a:custGeom>
              <a:avLst/>
              <a:gdLst>
                <a:gd name="T0" fmla="*/ 0 w 1091"/>
                <a:gd name="T1" fmla="*/ 0 h 1092"/>
                <a:gd name="T2" fmla="*/ 117 w 1091"/>
                <a:gd name="T3" fmla="*/ 116 h 1092"/>
                <a:gd name="T4" fmla="*/ 117 w 1091"/>
                <a:gd name="T5" fmla="*/ 116 h 10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91" h="1092">
                  <a:moveTo>
                    <a:pt x="0" y="0"/>
                  </a:moveTo>
                  <a:lnTo>
                    <a:pt x="1090" y="1092"/>
                  </a:lnTo>
                  <a:lnTo>
                    <a:pt x="1091" y="109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8" name="Freeform 21"/>
            <p:cNvSpPr>
              <a:spLocks/>
            </p:cNvSpPr>
            <p:nvPr/>
          </p:nvSpPr>
          <p:spPr bwMode="auto">
            <a:xfrm>
              <a:off x="2704" y="2301"/>
              <a:ext cx="552" cy="488"/>
            </a:xfrm>
            <a:custGeom>
              <a:avLst/>
              <a:gdLst>
                <a:gd name="T0" fmla="*/ 0 w 552"/>
                <a:gd name="T1" fmla="*/ 0 h 488"/>
                <a:gd name="T2" fmla="*/ 152 w 552"/>
                <a:gd name="T3" fmla="*/ 188 h 488"/>
                <a:gd name="T4" fmla="*/ 374 w 552"/>
                <a:gd name="T5" fmla="*/ 299 h 488"/>
                <a:gd name="T6" fmla="*/ 552 w 552"/>
                <a:gd name="T7" fmla="*/ 488 h 488"/>
                <a:gd name="T8" fmla="*/ 552 w 552"/>
                <a:gd name="T9" fmla="*/ 488 h 4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2" h="488">
                  <a:moveTo>
                    <a:pt x="0" y="0"/>
                  </a:moveTo>
                  <a:lnTo>
                    <a:pt x="152" y="188"/>
                  </a:lnTo>
                  <a:lnTo>
                    <a:pt x="374" y="299"/>
                  </a:lnTo>
                  <a:lnTo>
                    <a:pt x="552" y="4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99" name="Group 22"/>
            <p:cNvGrpSpPr>
              <a:grpSpLocks/>
            </p:cNvGrpSpPr>
            <p:nvPr/>
          </p:nvGrpSpPr>
          <p:grpSpPr bwMode="auto">
            <a:xfrm>
              <a:off x="2901" y="1865"/>
              <a:ext cx="757" cy="757"/>
              <a:chOff x="2901" y="1865"/>
              <a:chExt cx="757" cy="757"/>
            </a:xfrm>
          </p:grpSpPr>
          <p:sp>
            <p:nvSpPr>
              <p:cNvPr id="10304" name="Freeform 23"/>
              <p:cNvSpPr>
                <a:spLocks/>
              </p:cNvSpPr>
              <p:nvPr/>
            </p:nvSpPr>
            <p:spPr bwMode="auto">
              <a:xfrm>
                <a:off x="3273" y="1865"/>
                <a:ext cx="385" cy="385"/>
              </a:xfrm>
              <a:custGeom>
                <a:avLst/>
                <a:gdLst>
                  <a:gd name="T0" fmla="*/ 86 w 813"/>
                  <a:gd name="T1" fmla="*/ 0 h 814"/>
                  <a:gd name="T2" fmla="*/ 0 w 813"/>
                  <a:gd name="T3" fmla="*/ 86 h 814"/>
                  <a:gd name="T4" fmla="*/ 0 w 813"/>
                  <a:gd name="T5" fmla="*/ 86 h 8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13" h="814">
                    <a:moveTo>
                      <a:pt x="813" y="0"/>
                    </a:moveTo>
                    <a:lnTo>
                      <a:pt x="0" y="814"/>
                    </a:lnTo>
                    <a:lnTo>
                      <a:pt x="1" y="81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5" name="Freeform 24"/>
              <p:cNvSpPr>
                <a:spLocks/>
              </p:cNvSpPr>
              <p:nvPr/>
            </p:nvSpPr>
            <p:spPr bwMode="auto">
              <a:xfrm>
                <a:off x="2901" y="2314"/>
                <a:ext cx="308" cy="308"/>
              </a:xfrm>
              <a:custGeom>
                <a:avLst/>
                <a:gdLst>
                  <a:gd name="T0" fmla="*/ 68 w 653"/>
                  <a:gd name="T1" fmla="*/ 0 h 654"/>
                  <a:gd name="T2" fmla="*/ 0 w 653"/>
                  <a:gd name="T3" fmla="*/ 68 h 654"/>
                  <a:gd name="T4" fmla="*/ 0 w 653"/>
                  <a:gd name="T5" fmla="*/ 68 h 6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3" h="654">
                    <a:moveTo>
                      <a:pt x="653" y="0"/>
                    </a:moveTo>
                    <a:lnTo>
                      <a:pt x="0" y="654"/>
                    </a:lnTo>
                    <a:lnTo>
                      <a:pt x="1" y="65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6" name="Freeform 25"/>
              <p:cNvSpPr>
                <a:spLocks/>
              </p:cNvSpPr>
              <p:nvPr/>
            </p:nvSpPr>
            <p:spPr bwMode="auto">
              <a:xfrm>
                <a:off x="3235" y="2276"/>
                <a:ext cx="13" cy="12"/>
              </a:xfrm>
              <a:custGeom>
                <a:avLst/>
                <a:gdLst>
                  <a:gd name="T0" fmla="*/ 4 w 24"/>
                  <a:gd name="T1" fmla="*/ 0 h 23"/>
                  <a:gd name="T2" fmla="*/ 0 w 24"/>
                  <a:gd name="T3" fmla="*/ 3 h 23"/>
                  <a:gd name="T4" fmla="*/ 1 w 24"/>
                  <a:gd name="T5" fmla="*/ 3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3">
                    <a:moveTo>
                      <a:pt x="24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00" name="Group 26"/>
            <p:cNvGrpSpPr>
              <a:grpSpLocks/>
            </p:cNvGrpSpPr>
            <p:nvPr/>
          </p:nvGrpSpPr>
          <p:grpSpPr bwMode="auto">
            <a:xfrm>
              <a:off x="2991" y="1869"/>
              <a:ext cx="667" cy="667"/>
              <a:chOff x="2991" y="1869"/>
              <a:chExt cx="667" cy="667"/>
            </a:xfrm>
          </p:grpSpPr>
          <p:sp>
            <p:nvSpPr>
              <p:cNvPr id="10301" name="Freeform 27"/>
              <p:cNvSpPr>
                <a:spLocks/>
              </p:cNvSpPr>
              <p:nvPr/>
            </p:nvSpPr>
            <p:spPr bwMode="auto">
              <a:xfrm>
                <a:off x="2991" y="1869"/>
                <a:ext cx="376" cy="377"/>
              </a:xfrm>
              <a:custGeom>
                <a:avLst/>
                <a:gdLst>
                  <a:gd name="T0" fmla="*/ 0 w 792"/>
                  <a:gd name="T1" fmla="*/ 0 h 794"/>
                  <a:gd name="T2" fmla="*/ 85 w 792"/>
                  <a:gd name="T3" fmla="*/ 85 h 794"/>
                  <a:gd name="T4" fmla="*/ 85 w 792"/>
                  <a:gd name="T5" fmla="*/ 85 h 7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2" h="794">
                    <a:moveTo>
                      <a:pt x="0" y="0"/>
                    </a:moveTo>
                    <a:lnTo>
                      <a:pt x="791" y="794"/>
                    </a:lnTo>
                    <a:lnTo>
                      <a:pt x="792" y="79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2" name="Freeform 28"/>
              <p:cNvSpPr>
                <a:spLocks/>
              </p:cNvSpPr>
              <p:nvPr/>
            </p:nvSpPr>
            <p:spPr bwMode="auto">
              <a:xfrm>
                <a:off x="3393" y="2271"/>
                <a:ext cx="4" cy="5"/>
              </a:xfrm>
              <a:custGeom>
                <a:avLst/>
                <a:gdLst>
                  <a:gd name="T0" fmla="*/ 0 w 9"/>
                  <a:gd name="T1" fmla="*/ 0 h 7"/>
                  <a:gd name="T2" fmla="*/ 1 w 9"/>
                  <a:gd name="T3" fmla="*/ 3 h 7"/>
                  <a:gd name="T4" fmla="*/ 1 w 9"/>
                  <a:gd name="T5" fmla="*/ 3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0" y="0"/>
                    </a:moveTo>
                    <a:lnTo>
                      <a:pt x="8" y="7"/>
                    </a:lnTo>
                    <a:lnTo>
                      <a:pt x="9" y="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3" name="Freeform 29"/>
              <p:cNvSpPr>
                <a:spLocks/>
              </p:cNvSpPr>
              <p:nvPr/>
            </p:nvSpPr>
            <p:spPr bwMode="auto">
              <a:xfrm>
                <a:off x="3432" y="2314"/>
                <a:ext cx="226" cy="222"/>
              </a:xfrm>
              <a:custGeom>
                <a:avLst/>
                <a:gdLst>
                  <a:gd name="T0" fmla="*/ 0 w 475"/>
                  <a:gd name="T1" fmla="*/ 0 h 475"/>
                  <a:gd name="T2" fmla="*/ 51 w 475"/>
                  <a:gd name="T3" fmla="*/ 49 h 475"/>
                  <a:gd name="T4" fmla="*/ 51 w 475"/>
                  <a:gd name="T5" fmla="*/ 49 h 4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5" h="475">
                    <a:moveTo>
                      <a:pt x="0" y="0"/>
                    </a:moveTo>
                    <a:lnTo>
                      <a:pt x="474" y="475"/>
                    </a:lnTo>
                    <a:lnTo>
                      <a:pt x="475" y="47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4830" name="Group 30"/>
          <p:cNvGrpSpPr>
            <a:grpSpLocks/>
          </p:cNvGrpSpPr>
          <p:nvPr/>
        </p:nvGrpSpPr>
        <p:grpSpPr bwMode="auto">
          <a:xfrm>
            <a:off x="5668963" y="2424113"/>
            <a:ext cx="1500187" cy="1643062"/>
            <a:chOff x="3901" y="1307"/>
            <a:chExt cx="945" cy="1035"/>
          </a:xfrm>
        </p:grpSpPr>
        <p:sp>
          <p:nvSpPr>
            <p:cNvPr id="10279" name="Arc 31"/>
            <p:cNvSpPr>
              <a:spLocks/>
            </p:cNvSpPr>
            <p:nvPr/>
          </p:nvSpPr>
          <p:spPr bwMode="auto">
            <a:xfrm>
              <a:off x="4000" y="1420"/>
              <a:ext cx="736" cy="36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7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0" name="Freeform 32"/>
            <p:cNvSpPr>
              <a:spLocks/>
            </p:cNvSpPr>
            <p:nvPr/>
          </p:nvSpPr>
          <p:spPr bwMode="auto">
            <a:xfrm>
              <a:off x="4003" y="2227"/>
              <a:ext cx="732" cy="64"/>
            </a:xfrm>
            <a:custGeom>
              <a:avLst/>
              <a:gdLst>
                <a:gd name="T0" fmla="*/ 0 w 732"/>
                <a:gd name="T1" fmla="*/ 64 h 64"/>
                <a:gd name="T2" fmla="*/ 208 w 732"/>
                <a:gd name="T3" fmla="*/ 0 h 64"/>
                <a:gd name="T4" fmla="*/ 453 w 732"/>
                <a:gd name="T5" fmla="*/ 44 h 64"/>
                <a:gd name="T6" fmla="*/ 732 w 732"/>
                <a:gd name="T7" fmla="*/ 17 h 64"/>
                <a:gd name="T8" fmla="*/ 732 w 732"/>
                <a:gd name="T9" fmla="*/ 1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2" h="64">
                  <a:moveTo>
                    <a:pt x="0" y="64"/>
                  </a:moveTo>
                  <a:lnTo>
                    <a:pt x="208" y="0"/>
                  </a:lnTo>
                  <a:lnTo>
                    <a:pt x="453" y="44"/>
                  </a:lnTo>
                  <a:lnTo>
                    <a:pt x="732" y="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1" name="Freeform 33"/>
            <p:cNvSpPr>
              <a:spLocks/>
            </p:cNvSpPr>
            <p:nvPr/>
          </p:nvSpPr>
          <p:spPr bwMode="auto">
            <a:xfrm>
              <a:off x="4003" y="2103"/>
              <a:ext cx="732" cy="4"/>
            </a:xfrm>
            <a:custGeom>
              <a:avLst/>
              <a:gdLst>
                <a:gd name="T0" fmla="*/ 0 w 1544"/>
                <a:gd name="T1" fmla="*/ 0 h 4"/>
                <a:gd name="T2" fmla="*/ 165 w 1544"/>
                <a:gd name="T3" fmla="*/ 0 h 4"/>
                <a:gd name="T4" fmla="*/ 165 w 154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44" h="4">
                  <a:moveTo>
                    <a:pt x="0" y="0"/>
                  </a:moveTo>
                  <a:lnTo>
                    <a:pt x="1543" y="0"/>
                  </a:lnTo>
                  <a:lnTo>
                    <a:pt x="154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2" name="Freeform 34"/>
            <p:cNvSpPr>
              <a:spLocks/>
            </p:cNvSpPr>
            <p:nvPr/>
          </p:nvSpPr>
          <p:spPr bwMode="auto">
            <a:xfrm>
              <a:off x="4003" y="1782"/>
              <a:ext cx="5" cy="509"/>
            </a:xfrm>
            <a:custGeom>
              <a:avLst/>
              <a:gdLst>
                <a:gd name="T0" fmla="*/ 0 w 1"/>
                <a:gd name="T1" fmla="*/ 116 h 1068"/>
                <a:gd name="T2" fmla="*/ 0 w 1"/>
                <a:gd name="T3" fmla="*/ 0 h 1068"/>
                <a:gd name="T4" fmla="*/ 125 w 1"/>
                <a:gd name="T5" fmla="*/ 0 h 10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068">
                  <a:moveTo>
                    <a:pt x="0" y="10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3" name="Freeform 35"/>
            <p:cNvSpPr>
              <a:spLocks/>
            </p:cNvSpPr>
            <p:nvPr/>
          </p:nvSpPr>
          <p:spPr bwMode="auto">
            <a:xfrm>
              <a:off x="4735" y="1782"/>
              <a:ext cx="4" cy="462"/>
            </a:xfrm>
            <a:custGeom>
              <a:avLst/>
              <a:gdLst>
                <a:gd name="T0" fmla="*/ 0 w 1"/>
                <a:gd name="T1" fmla="*/ 105 h 971"/>
                <a:gd name="T2" fmla="*/ 0 w 1"/>
                <a:gd name="T3" fmla="*/ 0 h 971"/>
                <a:gd name="T4" fmla="*/ 64 w 1"/>
                <a:gd name="T5" fmla="*/ 0 h 9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71">
                  <a:moveTo>
                    <a:pt x="0" y="97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84" name="Group 36"/>
            <p:cNvGrpSpPr>
              <a:grpSpLocks/>
            </p:cNvGrpSpPr>
            <p:nvPr/>
          </p:nvGrpSpPr>
          <p:grpSpPr bwMode="auto">
            <a:xfrm>
              <a:off x="4371" y="1307"/>
              <a:ext cx="5" cy="1035"/>
              <a:chOff x="4338" y="1758"/>
              <a:chExt cx="5" cy="1035"/>
            </a:xfrm>
          </p:grpSpPr>
          <p:sp>
            <p:nvSpPr>
              <p:cNvPr id="10290" name="Freeform 37"/>
              <p:cNvSpPr>
                <a:spLocks/>
              </p:cNvSpPr>
              <p:nvPr/>
            </p:nvSpPr>
            <p:spPr bwMode="auto">
              <a:xfrm>
                <a:off x="4338" y="1758"/>
                <a:ext cx="5" cy="539"/>
              </a:xfrm>
              <a:custGeom>
                <a:avLst/>
                <a:gdLst>
                  <a:gd name="T0" fmla="*/ 0 w 1"/>
                  <a:gd name="T1" fmla="*/ 0 h 1136"/>
                  <a:gd name="T2" fmla="*/ 0 w 1"/>
                  <a:gd name="T3" fmla="*/ 121 h 1136"/>
                  <a:gd name="T4" fmla="*/ 125 w 1"/>
                  <a:gd name="T5" fmla="*/ 121 h 11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136">
                    <a:moveTo>
                      <a:pt x="0" y="0"/>
                    </a:moveTo>
                    <a:lnTo>
                      <a:pt x="0" y="1136"/>
                    </a:lnTo>
                    <a:lnTo>
                      <a:pt x="1" y="113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1" name="Freeform 38"/>
              <p:cNvSpPr>
                <a:spLocks/>
              </p:cNvSpPr>
              <p:nvPr/>
            </p:nvSpPr>
            <p:spPr bwMode="auto">
              <a:xfrm>
                <a:off x="4338" y="2382"/>
                <a:ext cx="5" cy="411"/>
              </a:xfrm>
              <a:custGeom>
                <a:avLst/>
                <a:gdLst>
                  <a:gd name="T0" fmla="*/ 0 w 1"/>
                  <a:gd name="T1" fmla="*/ 0 h 861"/>
                  <a:gd name="T2" fmla="*/ 0 w 1"/>
                  <a:gd name="T3" fmla="*/ 94 h 861"/>
                  <a:gd name="T4" fmla="*/ 125 w 1"/>
                  <a:gd name="T5" fmla="*/ 94 h 8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861">
                    <a:moveTo>
                      <a:pt x="0" y="0"/>
                    </a:moveTo>
                    <a:lnTo>
                      <a:pt x="0" y="861"/>
                    </a:lnTo>
                    <a:lnTo>
                      <a:pt x="1" y="8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2" name="Freeform 39"/>
              <p:cNvSpPr>
                <a:spLocks/>
              </p:cNvSpPr>
              <p:nvPr/>
            </p:nvSpPr>
            <p:spPr bwMode="auto">
              <a:xfrm>
                <a:off x="4338" y="2331"/>
                <a:ext cx="5" cy="9"/>
              </a:xfrm>
              <a:custGeom>
                <a:avLst/>
                <a:gdLst>
                  <a:gd name="T0" fmla="*/ 0 w 1"/>
                  <a:gd name="T1" fmla="*/ 0 h 15"/>
                  <a:gd name="T2" fmla="*/ 0 w 1"/>
                  <a:gd name="T3" fmla="*/ 3 h 15"/>
                  <a:gd name="T4" fmla="*/ 125 w 1"/>
                  <a:gd name="T5" fmla="*/ 3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5">
                    <a:moveTo>
                      <a:pt x="0" y="0"/>
                    </a:moveTo>
                    <a:lnTo>
                      <a:pt x="0" y="15"/>
                    </a:lnTo>
                    <a:lnTo>
                      <a:pt x="1" y="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285" name="Group 40"/>
            <p:cNvGrpSpPr>
              <a:grpSpLocks/>
            </p:cNvGrpSpPr>
            <p:nvPr/>
          </p:nvGrpSpPr>
          <p:grpSpPr bwMode="auto">
            <a:xfrm>
              <a:off x="3901" y="1782"/>
              <a:ext cx="945" cy="4"/>
              <a:chOff x="3868" y="2233"/>
              <a:chExt cx="945" cy="4"/>
            </a:xfrm>
          </p:grpSpPr>
          <p:sp>
            <p:nvSpPr>
              <p:cNvPr id="10287" name="Freeform 41"/>
              <p:cNvSpPr>
                <a:spLocks/>
              </p:cNvSpPr>
              <p:nvPr/>
            </p:nvSpPr>
            <p:spPr bwMode="auto">
              <a:xfrm>
                <a:off x="3868" y="2233"/>
                <a:ext cx="308" cy="4"/>
              </a:xfrm>
              <a:custGeom>
                <a:avLst/>
                <a:gdLst>
                  <a:gd name="T0" fmla="*/ 0 w 650"/>
                  <a:gd name="T1" fmla="*/ 0 h 4"/>
                  <a:gd name="T2" fmla="*/ 69 w 650"/>
                  <a:gd name="T3" fmla="*/ 0 h 4"/>
                  <a:gd name="T4" fmla="*/ 69 w 650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0" h="4">
                    <a:moveTo>
                      <a:pt x="0" y="0"/>
                    </a:moveTo>
                    <a:lnTo>
                      <a:pt x="649" y="0"/>
                    </a:lnTo>
                    <a:lnTo>
                      <a:pt x="6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8" name="Freeform 42"/>
              <p:cNvSpPr>
                <a:spLocks/>
              </p:cNvSpPr>
              <p:nvPr/>
            </p:nvSpPr>
            <p:spPr bwMode="auto">
              <a:xfrm>
                <a:off x="4214" y="2233"/>
                <a:ext cx="9" cy="4"/>
              </a:xfrm>
              <a:custGeom>
                <a:avLst/>
                <a:gdLst>
                  <a:gd name="T0" fmla="*/ 0 w 17"/>
                  <a:gd name="T1" fmla="*/ 0 h 4"/>
                  <a:gd name="T2" fmla="*/ 2 w 17"/>
                  <a:gd name="T3" fmla="*/ 0 h 4"/>
                  <a:gd name="T4" fmla="*/ 3 w 17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4">
                    <a:moveTo>
                      <a:pt x="0" y="0"/>
                    </a:moveTo>
                    <a:lnTo>
                      <a:pt x="16" y="0"/>
                    </a:lnTo>
                    <a:lnTo>
                      <a:pt x="1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9" name="Freeform 43"/>
              <p:cNvSpPr>
                <a:spLocks/>
              </p:cNvSpPr>
              <p:nvPr/>
            </p:nvSpPr>
            <p:spPr bwMode="auto">
              <a:xfrm>
                <a:off x="4257" y="2233"/>
                <a:ext cx="556" cy="4"/>
              </a:xfrm>
              <a:custGeom>
                <a:avLst/>
                <a:gdLst>
                  <a:gd name="T0" fmla="*/ 0 w 1170"/>
                  <a:gd name="T1" fmla="*/ 0 h 4"/>
                  <a:gd name="T2" fmla="*/ 125 w 1170"/>
                  <a:gd name="T3" fmla="*/ 0 h 4"/>
                  <a:gd name="T4" fmla="*/ 125 w 1170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4">
                    <a:moveTo>
                      <a:pt x="0" y="0"/>
                    </a:moveTo>
                    <a:lnTo>
                      <a:pt x="1169" y="0"/>
                    </a:lnTo>
                    <a:lnTo>
                      <a:pt x="11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86" name="Oval 44"/>
            <p:cNvSpPr>
              <a:spLocks noChangeArrowheads="1"/>
            </p:cNvSpPr>
            <p:nvPr/>
          </p:nvSpPr>
          <p:spPr bwMode="auto">
            <a:xfrm>
              <a:off x="4159" y="1577"/>
              <a:ext cx="419" cy="40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204845" name="Group 45"/>
          <p:cNvGrpSpPr>
            <a:grpSpLocks/>
          </p:cNvGrpSpPr>
          <p:nvPr/>
        </p:nvGrpSpPr>
        <p:grpSpPr bwMode="auto">
          <a:xfrm>
            <a:off x="1576388" y="1520825"/>
            <a:ext cx="2487612" cy="2646363"/>
            <a:chOff x="1136" y="738"/>
            <a:chExt cx="1567" cy="1667"/>
          </a:xfrm>
        </p:grpSpPr>
        <p:sp>
          <p:nvSpPr>
            <p:cNvPr id="10255" name="Line 46"/>
            <p:cNvSpPr>
              <a:spLocks noChangeShapeType="1"/>
            </p:cNvSpPr>
            <p:nvPr/>
          </p:nvSpPr>
          <p:spPr bwMode="auto">
            <a:xfrm>
              <a:off x="2453" y="849"/>
              <a:ext cx="129" cy="1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6" name="Oval 47"/>
            <p:cNvSpPr>
              <a:spLocks noChangeArrowheads="1"/>
            </p:cNvSpPr>
            <p:nvPr/>
          </p:nvSpPr>
          <p:spPr bwMode="auto">
            <a:xfrm>
              <a:off x="1393" y="1788"/>
              <a:ext cx="564" cy="50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0257" name="Line 48"/>
            <p:cNvSpPr>
              <a:spLocks noChangeShapeType="1"/>
            </p:cNvSpPr>
            <p:nvPr/>
          </p:nvSpPr>
          <p:spPr bwMode="auto">
            <a:xfrm>
              <a:off x="2158" y="1144"/>
              <a:ext cx="128" cy="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Line 49"/>
            <p:cNvSpPr>
              <a:spLocks noChangeShapeType="1"/>
            </p:cNvSpPr>
            <p:nvPr/>
          </p:nvSpPr>
          <p:spPr bwMode="auto">
            <a:xfrm>
              <a:off x="1393" y="1221"/>
              <a:ext cx="0" cy="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Line 50"/>
            <p:cNvSpPr>
              <a:spLocks noChangeShapeType="1"/>
            </p:cNvSpPr>
            <p:nvPr/>
          </p:nvSpPr>
          <p:spPr bwMode="auto">
            <a:xfrm>
              <a:off x="1957" y="1221"/>
              <a:ext cx="0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Line 51"/>
            <p:cNvSpPr>
              <a:spLocks noChangeShapeType="1"/>
            </p:cNvSpPr>
            <p:nvPr/>
          </p:nvSpPr>
          <p:spPr bwMode="auto">
            <a:xfrm>
              <a:off x="1258" y="1226"/>
              <a:ext cx="8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1" name="Freeform 52"/>
            <p:cNvSpPr>
              <a:spLocks/>
            </p:cNvSpPr>
            <p:nvPr/>
          </p:nvSpPr>
          <p:spPr bwMode="auto">
            <a:xfrm>
              <a:off x="2081" y="738"/>
              <a:ext cx="489" cy="489"/>
            </a:xfrm>
            <a:custGeom>
              <a:avLst/>
              <a:gdLst>
                <a:gd name="T0" fmla="*/ 0 w 489"/>
                <a:gd name="T1" fmla="*/ 489 h 489"/>
                <a:gd name="T2" fmla="*/ 489 w 489"/>
                <a:gd name="T3" fmla="*/ 0 h 48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" h="489">
                  <a:moveTo>
                    <a:pt x="0" y="489"/>
                  </a:moveTo>
                  <a:lnTo>
                    <a:pt x="48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2" name="Freeform 53"/>
            <p:cNvSpPr>
              <a:spLocks/>
            </p:cNvSpPr>
            <p:nvPr/>
          </p:nvSpPr>
          <p:spPr bwMode="auto">
            <a:xfrm>
              <a:off x="2570" y="738"/>
              <a:ext cx="133" cy="133"/>
            </a:xfrm>
            <a:custGeom>
              <a:avLst/>
              <a:gdLst>
                <a:gd name="T0" fmla="*/ 0 w 133"/>
                <a:gd name="T1" fmla="*/ 0 h 133"/>
                <a:gd name="T2" fmla="*/ 133 w 133"/>
                <a:gd name="T3" fmla="*/ 133 h 1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3" h="133">
                  <a:moveTo>
                    <a:pt x="0" y="0"/>
                  </a:moveTo>
                  <a:lnTo>
                    <a:pt x="133" y="13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Freeform 54"/>
            <p:cNvSpPr>
              <a:spLocks/>
            </p:cNvSpPr>
            <p:nvPr/>
          </p:nvSpPr>
          <p:spPr bwMode="auto">
            <a:xfrm>
              <a:off x="2170" y="871"/>
              <a:ext cx="533" cy="533"/>
            </a:xfrm>
            <a:custGeom>
              <a:avLst/>
              <a:gdLst>
                <a:gd name="T0" fmla="*/ 0 w 533"/>
                <a:gd name="T1" fmla="*/ 533 h 533"/>
                <a:gd name="T2" fmla="*/ 533 w 533"/>
                <a:gd name="T3" fmla="*/ 0 h 5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3" h="533">
                  <a:moveTo>
                    <a:pt x="0" y="533"/>
                  </a:moveTo>
                  <a:lnTo>
                    <a:pt x="53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Line 55"/>
            <p:cNvSpPr>
              <a:spLocks noChangeShapeType="1"/>
            </p:cNvSpPr>
            <p:nvPr/>
          </p:nvSpPr>
          <p:spPr bwMode="auto">
            <a:xfrm flipH="1">
              <a:off x="1243" y="1407"/>
              <a:ext cx="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Freeform 56"/>
            <p:cNvSpPr>
              <a:spLocks/>
            </p:cNvSpPr>
            <p:nvPr/>
          </p:nvSpPr>
          <p:spPr bwMode="auto">
            <a:xfrm>
              <a:off x="1243" y="1227"/>
              <a:ext cx="4" cy="189"/>
            </a:xfrm>
            <a:custGeom>
              <a:avLst/>
              <a:gdLst>
                <a:gd name="T0" fmla="*/ 0 w 4"/>
                <a:gd name="T1" fmla="*/ 189 h 189"/>
                <a:gd name="T2" fmla="*/ 4 w 4"/>
                <a:gd name="T3" fmla="*/ 0 h 18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89">
                  <a:moveTo>
                    <a:pt x="0" y="189"/>
                  </a:moveTo>
                  <a:lnTo>
                    <a:pt x="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Freeform 57"/>
            <p:cNvSpPr>
              <a:spLocks/>
            </p:cNvSpPr>
            <p:nvPr/>
          </p:nvSpPr>
          <p:spPr bwMode="auto">
            <a:xfrm>
              <a:off x="1243" y="2401"/>
              <a:ext cx="919" cy="4"/>
            </a:xfrm>
            <a:custGeom>
              <a:avLst/>
              <a:gdLst>
                <a:gd name="T0" fmla="*/ 0 w 1933"/>
                <a:gd name="T1" fmla="*/ 0 h 4"/>
                <a:gd name="T2" fmla="*/ 208 w 1933"/>
                <a:gd name="T3" fmla="*/ 0 h 4"/>
                <a:gd name="T4" fmla="*/ 208 w 1933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33" h="4">
                  <a:moveTo>
                    <a:pt x="0" y="0"/>
                  </a:moveTo>
                  <a:lnTo>
                    <a:pt x="1932" y="0"/>
                  </a:lnTo>
                  <a:lnTo>
                    <a:pt x="193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7" name="Freeform 58"/>
            <p:cNvSpPr>
              <a:spLocks/>
            </p:cNvSpPr>
            <p:nvPr/>
          </p:nvSpPr>
          <p:spPr bwMode="auto">
            <a:xfrm>
              <a:off x="1243" y="1665"/>
              <a:ext cx="915" cy="4"/>
            </a:xfrm>
            <a:custGeom>
              <a:avLst/>
              <a:gdLst>
                <a:gd name="T0" fmla="*/ 0 w 1928"/>
                <a:gd name="T1" fmla="*/ 0 h 4"/>
                <a:gd name="T2" fmla="*/ 206 w 1928"/>
                <a:gd name="T3" fmla="*/ 0 h 4"/>
                <a:gd name="T4" fmla="*/ 206 w 1928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8" h="4">
                  <a:moveTo>
                    <a:pt x="0" y="0"/>
                  </a:moveTo>
                  <a:lnTo>
                    <a:pt x="1927" y="0"/>
                  </a:lnTo>
                  <a:lnTo>
                    <a:pt x="19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8" name="Freeform 59"/>
            <p:cNvSpPr>
              <a:spLocks/>
            </p:cNvSpPr>
            <p:nvPr/>
          </p:nvSpPr>
          <p:spPr bwMode="auto">
            <a:xfrm>
              <a:off x="1243" y="1665"/>
              <a:ext cx="4" cy="736"/>
            </a:xfrm>
            <a:custGeom>
              <a:avLst/>
              <a:gdLst>
                <a:gd name="T0" fmla="*/ 0 w 1"/>
                <a:gd name="T1" fmla="*/ 167 h 1545"/>
                <a:gd name="T2" fmla="*/ 0 w 1"/>
                <a:gd name="T3" fmla="*/ 0 h 1545"/>
                <a:gd name="T4" fmla="*/ 64 w 1"/>
                <a:gd name="T5" fmla="*/ 0 h 15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45">
                  <a:moveTo>
                    <a:pt x="0" y="154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9" name="Freeform 60"/>
            <p:cNvSpPr>
              <a:spLocks/>
            </p:cNvSpPr>
            <p:nvPr/>
          </p:nvSpPr>
          <p:spPr bwMode="auto">
            <a:xfrm>
              <a:off x="2103" y="1665"/>
              <a:ext cx="4" cy="736"/>
            </a:xfrm>
            <a:custGeom>
              <a:avLst/>
              <a:gdLst>
                <a:gd name="T0" fmla="*/ 0 w 1"/>
                <a:gd name="T1" fmla="*/ 167 h 1545"/>
                <a:gd name="T2" fmla="*/ 0 w 1"/>
                <a:gd name="T3" fmla="*/ 0 h 1545"/>
                <a:gd name="T4" fmla="*/ 64 w 1"/>
                <a:gd name="T5" fmla="*/ 0 h 15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45">
                  <a:moveTo>
                    <a:pt x="0" y="154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0" name="Freeform 61"/>
            <p:cNvSpPr>
              <a:spLocks/>
            </p:cNvSpPr>
            <p:nvPr/>
          </p:nvSpPr>
          <p:spPr bwMode="auto">
            <a:xfrm>
              <a:off x="2159" y="1665"/>
              <a:ext cx="55" cy="736"/>
            </a:xfrm>
            <a:custGeom>
              <a:avLst/>
              <a:gdLst>
                <a:gd name="T0" fmla="*/ 0 w 55"/>
                <a:gd name="T1" fmla="*/ 0 h 736"/>
                <a:gd name="T2" fmla="*/ 44 w 55"/>
                <a:gd name="T3" fmla="*/ 118 h 736"/>
                <a:gd name="T4" fmla="*/ 44 w 55"/>
                <a:gd name="T5" fmla="*/ 218 h 736"/>
                <a:gd name="T6" fmla="*/ 11 w 55"/>
                <a:gd name="T7" fmla="*/ 341 h 736"/>
                <a:gd name="T8" fmla="*/ 55 w 55"/>
                <a:gd name="T9" fmla="*/ 518 h 736"/>
                <a:gd name="T10" fmla="*/ 33 w 55"/>
                <a:gd name="T11" fmla="*/ 629 h 736"/>
                <a:gd name="T12" fmla="*/ 2 w 55"/>
                <a:gd name="T13" fmla="*/ 736 h 736"/>
                <a:gd name="T14" fmla="*/ 3 w 55"/>
                <a:gd name="T15" fmla="*/ 736 h 7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736">
                  <a:moveTo>
                    <a:pt x="0" y="0"/>
                  </a:moveTo>
                  <a:lnTo>
                    <a:pt x="44" y="118"/>
                  </a:lnTo>
                  <a:lnTo>
                    <a:pt x="44" y="218"/>
                  </a:lnTo>
                  <a:lnTo>
                    <a:pt x="11" y="341"/>
                  </a:lnTo>
                  <a:lnTo>
                    <a:pt x="55" y="518"/>
                  </a:lnTo>
                  <a:lnTo>
                    <a:pt x="33" y="629"/>
                  </a:lnTo>
                  <a:lnTo>
                    <a:pt x="2" y="736"/>
                  </a:lnTo>
                  <a:lnTo>
                    <a:pt x="3" y="7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1" name="Freeform 62"/>
            <p:cNvSpPr>
              <a:spLocks/>
            </p:cNvSpPr>
            <p:nvPr/>
          </p:nvSpPr>
          <p:spPr bwMode="auto">
            <a:xfrm>
              <a:off x="1675" y="1144"/>
              <a:ext cx="4" cy="342"/>
            </a:xfrm>
            <a:custGeom>
              <a:avLst/>
              <a:gdLst>
                <a:gd name="T0" fmla="*/ 0 w 1"/>
                <a:gd name="T1" fmla="*/ 0 h 721"/>
                <a:gd name="T2" fmla="*/ 0 w 1"/>
                <a:gd name="T3" fmla="*/ 77 h 721"/>
                <a:gd name="T4" fmla="*/ 64 w 1"/>
                <a:gd name="T5" fmla="*/ 77 h 7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21">
                  <a:moveTo>
                    <a:pt x="0" y="0"/>
                  </a:moveTo>
                  <a:lnTo>
                    <a:pt x="0" y="721"/>
                  </a:lnTo>
                  <a:lnTo>
                    <a:pt x="1" y="72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2" name="Freeform 63"/>
            <p:cNvSpPr>
              <a:spLocks/>
            </p:cNvSpPr>
            <p:nvPr/>
          </p:nvSpPr>
          <p:spPr bwMode="auto">
            <a:xfrm>
              <a:off x="2261" y="952"/>
              <a:ext cx="205" cy="209"/>
            </a:xfrm>
            <a:custGeom>
              <a:avLst/>
              <a:gdLst>
                <a:gd name="T0" fmla="*/ 0 w 434"/>
                <a:gd name="T1" fmla="*/ 0 h 434"/>
                <a:gd name="T2" fmla="*/ 46 w 434"/>
                <a:gd name="T3" fmla="*/ 49 h 434"/>
                <a:gd name="T4" fmla="*/ 46 w 434"/>
                <a:gd name="T5" fmla="*/ 49 h 4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4" h="434">
                  <a:moveTo>
                    <a:pt x="0" y="0"/>
                  </a:moveTo>
                  <a:lnTo>
                    <a:pt x="433" y="434"/>
                  </a:lnTo>
                  <a:lnTo>
                    <a:pt x="434" y="4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3" name="Freeform 64"/>
            <p:cNvSpPr>
              <a:spLocks/>
            </p:cNvSpPr>
            <p:nvPr/>
          </p:nvSpPr>
          <p:spPr bwMode="auto">
            <a:xfrm>
              <a:off x="1675" y="1709"/>
              <a:ext cx="4" cy="586"/>
            </a:xfrm>
            <a:custGeom>
              <a:avLst/>
              <a:gdLst>
                <a:gd name="T0" fmla="*/ 0 w 1"/>
                <a:gd name="T1" fmla="*/ 0 h 1239"/>
                <a:gd name="T2" fmla="*/ 0 w 1"/>
                <a:gd name="T3" fmla="*/ 131 h 1239"/>
                <a:gd name="T4" fmla="*/ 64 w 1"/>
                <a:gd name="T5" fmla="*/ 131 h 12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39">
                  <a:moveTo>
                    <a:pt x="0" y="0"/>
                  </a:moveTo>
                  <a:lnTo>
                    <a:pt x="0" y="1239"/>
                  </a:lnTo>
                  <a:lnTo>
                    <a:pt x="1" y="1239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74" name="Group 65"/>
            <p:cNvGrpSpPr>
              <a:grpSpLocks/>
            </p:cNvGrpSpPr>
            <p:nvPr/>
          </p:nvGrpSpPr>
          <p:grpSpPr bwMode="auto">
            <a:xfrm>
              <a:off x="1136" y="2033"/>
              <a:ext cx="1099" cy="4"/>
              <a:chOff x="1400" y="2605"/>
              <a:chExt cx="1099" cy="4"/>
            </a:xfrm>
          </p:grpSpPr>
          <p:sp>
            <p:nvSpPr>
              <p:cNvPr id="10276" name="Freeform 66"/>
              <p:cNvSpPr>
                <a:spLocks/>
              </p:cNvSpPr>
              <p:nvPr/>
            </p:nvSpPr>
            <p:spPr bwMode="auto">
              <a:xfrm>
                <a:off x="1400" y="2605"/>
                <a:ext cx="599" cy="4"/>
              </a:xfrm>
              <a:custGeom>
                <a:avLst/>
                <a:gdLst>
                  <a:gd name="T0" fmla="*/ 0 w 1258"/>
                  <a:gd name="T1" fmla="*/ 0 h 4"/>
                  <a:gd name="T2" fmla="*/ 136 w 1258"/>
                  <a:gd name="T3" fmla="*/ 0 h 4"/>
                  <a:gd name="T4" fmla="*/ 136 w 125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8" h="4">
                    <a:moveTo>
                      <a:pt x="0" y="0"/>
                    </a:moveTo>
                    <a:lnTo>
                      <a:pt x="1257" y="0"/>
                    </a:lnTo>
                    <a:lnTo>
                      <a:pt x="125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7" name="Freeform 67"/>
              <p:cNvSpPr>
                <a:spLocks/>
              </p:cNvSpPr>
              <p:nvPr/>
            </p:nvSpPr>
            <p:spPr bwMode="auto">
              <a:xfrm>
                <a:off x="2054" y="2605"/>
                <a:ext cx="13" cy="4"/>
              </a:xfrm>
              <a:custGeom>
                <a:avLst/>
                <a:gdLst>
                  <a:gd name="T0" fmla="*/ 0 w 31"/>
                  <a:gd name="T1" fmla="*/ 0 h 4"/>
                  <a:gd name="T2" fmla="*/ 2 w 31"/>
                  <a:gd name="T3" fmla="*/ 0 h 4"/>
                  <a:gd name="T4" fmla="*/ 2 w 31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4">
                    <a:moveTo>
                      <a:pt x="0" y="0"/>
                    </a:moveTo>
                    <a:lnTo>
                      <a:pt x="30" y="0"/>
                    </a:lnTo>
                    <a:lnTo>
                      <a:pt x="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8" name="Freeform 68"/>
              <p:cNvSpPr>
                <a:spLocks/>
              </p:cNvSpPr>
              <p:nvPr/>
            </p:nvSpPr>
            <p:spPr bwMode="auto">
              <a:xfrm>
                <a:off x="2119" y="2605"/>
                <a:ext cx="380" cy="4"/>
              </a:xfrm>
              <a:custGeom>
                <a:avLst/>
                <a:gdLst>
                  <a:gd name="T0" fmla="*/ 0 w 804"/>
                  <a:gd name="T1" fmla="*/ 0 h 4"/>
                  <a:gd name="T2" fmla="*/ 85 w 804"/>
                  <a:gd name="T3" fmla="*/ 0 h 4"/>
                  <a:gd name="T4" fmla="*/ 85 w 804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4" h="4">
                    <a:moveTo>
                      <a:pt x="0" y="0"/>
                    </a:moveTo>
                    <a:lnTo>
                      <a:pt x="803" y="0"/>
                    </a:lnTo>
                    <a:lnTo>
                      <a:pt x="80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75" name="Line 69"/>
            <p:cNvSpPr>
              <a:spLocks noChangeShapeType="1"/>
            </p:cNvSpPr>
            <p:nvPr/>
          </p:nvSpPr>
          <p:spPr bwMode="auto">
            <a:xfrm>
              <a:off x="1675" y="1718"/>
              <a:ext cx="0" cy="6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49" name="Text Box 70"/>
          <p:cNvSpPr txBox="1">
            <a:spLocks noChangeArrowheads="1"/>
          </p:cNvSpPr>
          <p:nvPr/>
        </p:nvSpPr>
        <p:spPr bwMode="auto">
          <a:xfrm>
            <a:off x="476250" y="169863"/>
            <a:ext cx="3481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黑体" pitchFamily="2" charset="-122"/>
                <a:ea typeface="黑体" pitchFamily="2" charset="-122"/>
              </a:rPr>
              <a:t>斜视图的画法</a:t>
            </a:r>
          </a:p>
        </p:txBody>
      </p:sp>
      <p:sp>
        <p:nvSpPr>
          <p:cNvPr id="204871" name="Text Box 71"/>
          <p:cNvSpPr txBox="1">
            <a:spLocks noChangeArrowheads="1"/>
          </p:cNvSpPr>
          <p:nvPr/>
        </p:nvSpPr>
        <p:spPr bwMode="auto">
          <a:xfrm>
            <a:off x="801688" y="4368800"/>
            <a:ext cx="4962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itchFamily="2" charset="-122"/>
              </a:rPr>
              <a:t>画斜视图的注意事项：</a:t>
            </a:r>
            <a:endParaRPr lang="zh-CN" altLang="en-US">
              <a:latin typeface="宋体" pitchFamily="2" charset="-122"/>
            </a:endParaRPr>
          </a:p>
        </p:txBody>
      </p:sp>
      <p:sp>
        <p:nvSpPr>
          <p:cNvPr id="204872" name="Text Box 72"/>
          <p:cNvSpPr txBox="1">
            <a:spLocks noChangeArrowheads="1"/>
          </p:cNvSpPr>
          <p:nvPr/>
        </p:nvSpPr>
        <p:spPr bwMode="auto">
          <a:xfrm>
            <a:off x="609600" y="5424488"/>
            <a:ext cx="492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通常按投射方向放置和标注。   </a:t>
            </a:r>
          </a:p>
        </p:txBody>
      </p:sp>
      <p:sp>
        <p:nvSpPr>
          <p:cNvPr id="204873" name="Text Box 73"/>
          <p:cNvSpPr txBox="1">
            <a:spLocks noChangeArrowheads="1"/>
          </p:cNvSpPr>
          <p:nvPr/>
        </p:nvSpPr>
        <p:spPr bwMode="auto">
          <a:xfrm>
            <a:off x="609600" y="5857875"/>
            <a:ext cx="7805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允许旋转配置，但需注明，且旋转角度不大于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45°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204874" name="Text Box 74"/>
          <p:cNvSpPr txBox="1">
            <a:spLocks noChangeArrowheads="1"/>
          </p:cNvSpPr>
          <p:nvPr/>
        </p:nvSpPr>
        <p:spPr bwMode="auto">
          <a:xfrm>
            <a:off x="609600" y="4953000"/>
            <a:ext cx="7097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断裂边界用波浪线（或双折线）表示。</a:t>
            </a:r>
          </a:p>
        </p:txBody>
      </p:sp>
      <p:sp>
        <p:nvSpPr>
          <p:cNvPr id="204875" name="AutoShape 75"/>
          <p:cNvSpPr>
            <a:spLocks noChangeArrowheads="1"/>
          </p:cNvSpPr>
          <p:nvPr/>
        </p:nvSpPr>
        <p:spPr bwMode="auto">
          <a:xfrm>
            <a:off x="5286375" y="298450"/>
            <a:ext cx="3460750" cy="1539875"/>
          </a:xfrm>
          <a:prstGeom prst="cloudCallout">
            <a:avLst>
              <a:gd name="adj1" fmla="val -19681"/>
              <a:gd name="adj2" fmla="val 63917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字母靠近箭头端，方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向与旋转方向一致。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0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0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20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20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4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4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 autoUpdateAnimBg="0"/>
      <p:bldP spid="204871" grpId="0" autoUpdateAnimBg="0"/>
      <p:bldP spid="204872" grpId="0" autoUpdateAnimBg="0"/>
      <p:bldP spid="204873" grpId="0" autoUpdateAnimBg="0"/>
      <p:bldP spid="204874" grpId="0" autoUpdateAnimBg="0"/>
      <p:bldP spid="20487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2F78BB5-5E55-40D7-8B6F-B0897085638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03778" name="Group 2"/>
          <p:cNvGrpSpPr>
            <a:grpSpLocks/>
          </p:cNvGrpSpPr>
          <p:nvPr/>
        </p:nvGrpSpPr>
        <p:grpSpPr bwMode="auto">
          <a:xfrm>
            <a:off x="863600" y="1498600"/>
            <a:ext cx="282575" cy="4021138"/>
            <a:chOff x="533" y="944"/>
            <a:chExt cx="178" cy="2533"/>
          </a:xfrm>
        </p:grpSpPr>
        <p:sp>
          <p:nvSpPr>
            <p:cNvPr id="11312" name="Line 3"/>
            <p:cNvSpPr>
              <a:spLocks noChangeShapeType="1"/>
            </p:cNvSpPr>
            <p:nvPr/>
          </p:nvSpPr>
          <p:spPr bwMode="auto">
            <a:xfrm>
              <a:off x="622" y="944"/>
              <a:ext cx="0" cy="25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3" name="Line 4"/>
            <p:cNvSpPr>
              <a:spLocks noChangeShapeType="1"/>
            </p:cNvSpPr>
            <p:nvPr/>
          </p:nvSpPr>
          <p:spPr bwMode="auto">
            <a:xfrm>
              <a:off x="533" y="2255"/>
              <a:ext cx="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4" name="Line 5"/>
            <p:cNvSpPr>
              <a:spLocks noChangeShapeType="1"/>
            </p:cNvSpPr>
            <p:nvPr/>
          </p:nvSpPr>
          <p:spPr bwMode="auto">
            <a:xfrm>
              <a:off x="622" y="944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5" name="Line 6"/>
            <p:cNvSpPr>
              <a:spLocks noChangeShapeType="1"/>
            </p:cNvSpPr>
            <p:nvPr/>
          </p:nvSpPr>
          <p:spPr bwMode="auto">
            <a:xfrm>
              <a:off x="622" y="1544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6" name="Line 7"/>
            <p:cNvSpPr>
              <a:spLocks noChangeShapeType="1"/>
            </p:cNvSpPr>
            <p:nvPr/>
          </p:nvSpPr>
          <p:spPr bwMode="auto">
            <a:xfrm>
              <a:off x="622" y="2422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7" name="Line 8"/>
            <p:cNvSpPr>
              <a:spLocks noChangeShapeType="1"/>
            </p:cNvSpPr>
            <p:nvPr/>
          </p:nvSpPr>
          <p:spPr bwMode="auto">
            <a:xfrm>
              <a:off x="622" y="3477"/>
              <a:ext cx="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68" name="Text Box 9"/>
          <p:cNvSpPr txBox="1">
            <a:spLocks noChangeArrowheads="1"/>
          </p:cNvSpPr>
          <p:nvPr/>
        </p:nvSpPr>
        <p:spPr bwMode="auto">
          <a:xfrm>
            <a:off x="2384425" y="149225"/>
            <a:ext cx="4621213" cy="698500"/>
          </a:xfrm>
          <a:prstGeom prst="rect">
            <a:avLst/>
          </a:prstGeom>
          <a:gradFill rotWithShape="0">
            <a:gsLst>
              <a:gs pos="0">
                <a:srgbClr val="FF99FF"/>
              </a:gs>
              <a:gs pos="50000">
                <a:srgbClr val="FFFF00"/>
              </a:gs>
              <a:gs pos="100000">
                <a:srgbClr val="FF99FF"/>
              </a:gs>
            </a:gsLst>
            <a:lin ang="5400000" scaled="1"/>
          </a:gradFill>
          <a:ln w="57150">
            <a:pattFill prst="pct30">
              <a:fgClr>
                <a:srgbClr val="FFFF00"/>
              </a:fgClr>
              <a:bgClr>
                <a:srgbClr val="FF3300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/>
              <a:t>※</a:t>
            </a:r>
            <a:r>
              <a:rPr lang="en-US" altLang="zh-CN" sz="3600">
                <a:latin typeface="宋体" pitchFamily="2" charset="-122"/>
              </a:rPr>
              <a:t> </a:t>
            </a:r>
            <a:r>
              <a:rPr lang="zh-CN" altLang="en-US" sz="3600"/>
              <a:t>视图小结</a:t>
            </a:r>
            <a:r>
              <a:rPr lang="zh-CN" altLang="en-US" sz="3600">
                <a:latin typeface="宋体" pitchFamily="2" charset="-122"/>
              </a:rPr>
              <a:t> </a:t>
            </a:r>
            <a:r>
              <a:rPr lang="en-US" altLang="zh-CN" sz="3600"/>
              <a:t>※</a:t>
            </a:r>
          </a:p>
        </p:txBody>
      </p:sp>
      <p:sp>
        <p:nvSpPr>
          <p:cNvPr id="203786" name="Text Box 10"/>
          <p:cNvSpPr txBox="1">
            <a:spLocks noChangeArrowheads="1"/>
          </p:cNvSpPr>
          <p:nvPr/>
        </p:nvSpPr>
        <p:spPr bwMode="auto">
          <a:xfrm>
            <a:off x="1230313" y="1263650"/>
            <a:ext cx="1641475" cy="547688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基本视图</a:t>
            </a:r>
          </a:p>
        </p:txBody>
      </p:sp>
      <p:sp>
        <p:nvSpPr>
          <p:cNvPr id="203787" name="Text Box 11"/>
          <p:cNvSpPr txBox="1">
            <a:spLocks noChangeArrowheads="1"/>
          </p:cNvSpPr>
          <p:nvPr/>
        </p:nvSpPr>
        <p:spPr bwMode="auto">
          <a:xfrm>
            <a:off x="1203325" y="2155825"/>
            <a:ext cx="1284288" cy="547688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向视图</a:t>
            </a:r>
          </a:p>
        </p:txBody>
      </p:sp>
      <p:sp>
        <p:nvSpPr>
          <p:cNvPr id="203788" name="Text Box 12"/>
          <p:cNvSpPr txBox="1">
            <a:spLocks noChangeArrowheads="1"/>
          </p:cNvSpPr>
          <p:nvPr/>
        </p:nvSpPr>
        <p:spPr bwMode="auto">
          <a:xfrm>
            <a:off x="1222375" y="3538538"/>
            <a:ext cx="1641475" cy="547687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局部视图</a:t>
            </a:r>
          </a:p>
        </p:txBody>
      </p:sp>
      <p:sp>
        <p:nvSpPr>
          <p:cNvPr id="203789" name="Text Box 13"/>
          <p:cNvSpPr txBox="1">
            <a:spLocks noChangeArrowheads="1"/>
          </p:cNvSpPr>
          <p:nvPr/>
        </p:nvSpPr>
        <p:spPr bwMode="auto">
          <a:xfrm>
            <a:off x="1219200" y="5191125"/>
            <a:ext cx="1284288" cy="547688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斜视图</a:t>
            </a:r>
          </a:p>
        </p:txBody>
      </p:sp>
      <p:sp>
        <p:nvSpPr>
          <p:cNvPr id="203790" name="Text Box 14"/>
          <p:cNvSpPr txBox="1">
            <a:spLocks noChangeArrowheads="1"/>
          </p:cNvSpPr>
          <p:nvPr/>
        </p:nvSpPr>
        <p:spPr bwMode="auto">
          <a:xfrm>
            <a:off x="3298825" y="1263650"/>
            <a:ext cx="1641475" cy="547688"/>
          </a:xfrm>
          <a:prstGeom prst="rect">
            <a:avLst/>
          </a:prstGeom>
          <a:solidFill>
            <a:srgbClr val="66FFFF"/>
          </a:solidFill>
          <a:ln w="28575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六面视图</a:t>
            </a:r>
          </a:p>
        </p:txBody>
      </p:sp>
      <p:sp>
        <p:nvSpPr>
          <p:cNvPr id="203791" name="Text Box 15"/>
          <p:cNvSpPr txBox="1">
            <a:spLocks noChangeArrowheads="1"/>
          </p:cNvSpPr>
          <p:nvPr/>
        </p:nvSpPr>
        <p:spPr bwMode="auto">
          <a:xfrm>
            <a:off x="3297238" y="2155825"/>
            <a:ext cx="1641475" cy="547688"/>
          </a:xfrm>
          <a:prstGeom prst="rect">
            <a:avLst/>
          </a:prstGeom>
          <a:solidFill>
            <a:srgbClr val="66FFFF"/>
          </a:solidFill>
          <a:ln w="28575" algn="ctr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六面视图</a:t>
            </a:r>
          </a:p>
        </p:txBody>
      </p:sp>
      <p:sp>
        <p:nvSpPr>
          <p:cNvPr id="203792" name="Text Box 16"/>
          <p:cNvSpPr txBox="1">
            <a:spLocks noChangeArrowheads="1"/>
          </p:cNvSpPr>
          <p:nvPr/>
        </p:nvSpPr>
        <p:spPr bwMode="auto">
          <a:xfrm>
            <a:off x="3298825" y="3124200"/>
            <a:ext cx="1641475" cy="547688"/>
          </a:xfrm>
          <a:prstGeom prst="rect">
            <a:avLst/>
          </a:prstGeom>
          <a:solidFill>
            <a:srgbClr val="66FFFF"/>
          </a:solidFill>
          <a:ln w="28575" algn="ctr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局部图形</a:t>
            </a:r>
          </a:p>
        </p:txBody>
      </p:sp>
      <p:sp>
        <p:nvSpPr>
          <p:cNvPr id="203793" name="Text Box 17"/>
          <p:cNvSpPr txBox="1">
            <a:spLocks noChangeArrowheads="1"/>
          </p:cNvSpPr>
          <p:nvPr/>
        </p:nvSpPr>
        <p:spPr bwMode="auto">
          <a:xfrm>
            <a:off x="3303588" y="3900488"/>
            <a:ext cx="1641475" cy="547687"/>
          </a:xfrm>
          <a:prstGeom prst="rect">
            <a:avLst/>
          </a:prstGeom>
          <a:solidFill>
            <a:srgbClr val="66FFFF"/>
          </a:solidFill>
          <a:ln w="28575" algn="ctr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完整图形</a:t>
            </a:r>
          </a:p>
        </p:txBody>
      </p:sp>
      <p:sp>
        <p:nvSpPr>
          <p:cNvPr id="203794" name="Text Box 18"/>
          <p:cNvSpPr txBox="1">
            <a:spLocks noChangeArrowheads="1"/>
          </p:cNvSpPr>
          <p:nvPr/>
        </p:nvSpPr>
        <p:spPr bwMode="auto">
          <a:xfrm>
            <a:off x="3298825" y="4816475"/>
            <a:ext cx="1641475" cy="547688"/>
          </a:xfrm>
          <a:prstGeom prst="rect">
            <a:avLst/>
          </a:prstGeom>
          <a:solidFill>
            <a:srgbClr val="66FFFF"/>
          </a:solidFill>
          <a:ln w="28575" algn="ctr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局部图形</a:t>
            </a:r>
          </a:p>
        </p:txBody>
      </p:sp>
      <p:sp>
        <p:nvSpPr>
          <p:cNvPr id="203795" name="Text Box 19"/>
          <p:cNvSpPr txBox="1">
            <a:spLocks noChangeArrowheads="1"/>
          </p:cNvSpPr>
          <p:nvPr/>
        </p:nvSpPr>
        <p:spPr bwMode="auto">
          <a:xfrm>
            <a:off x="3303588" y="5610225"/>
            <a:ext cx="1641475" cy="547688"/>
          </a:xfrm>
          <a:prstGeom prst="rect">
            <a:avLst/>
          </a:prstGeom>
          <a:solidFill>
            <a:srgbClr val="66FFFF"/>
          </a:solidFill>
          <a:ln w="28575" algn="ctr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完整图形</a:t>
            </a:r>
          </a:p>
        </p:txBody>
      </p:sp>
      <p:sp>
        <p:nvSpPr>
          <p:cNvPr id="203796" name="Text Box 20"/>
          <p:cNvSpPr txBox="1">
            <a:spLocks noChangeArrowheads="1"/>
          </p:cNvSpPr>
          <p:nvPr/>
        </p:nvSpPr>
        <p:spPr bwMode="auto">
          <a:xfrm>
            <a:off x="5670550" y="1263650"/>
            <a:ext cx="3070225" cy="547688"/>
          </a:xfrm>
          <a:prstGeom prst="rect">
            <a:avLst/>
          </a:prstGeom>
          <a:solidFill>
            <a:srgbClr val="FFFF00"/>
          </a:solidFill>
          <a:ln w="28575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固定配置、不标注</a:t>
            </a:r>
          </a:p>
        </p:txBody>
      </p:sp>
      <p:sp>
        <p:nvSpPr>
          <p:cNvPr id="203797" name="Text Box 21"/>
          <p:cNvSpPr txBox="1">
            <a:spLocks noChangeArrowheads="1"/>
          </p:cNvSpPr>
          <p:nvPr/>
        </p:nvSpPr>
        <p:spPr bwMode="auto">
          <a:xfrm>
            <a:off x="5643563" y="2155825"/>
            <a:ext cx="2713037" cy="54768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任意配置、标注</a:t>
            </a:r>
          </a:p>
        </p:txBody>
      </p:sp>
      <p:sp>
        <p:nvSpPr>
          <p:cNvPr id="203798" name="Text Box 22"/>
          <p:cNvSpPr txBox="1">
            <a:spLocks noChangeArrowheads="1"/>
          </p:cNvSpPr>
          <p:nvPr/>
        </p:nvSpPr>
        <p:spPr bwMode="auto">
          <a:xfrm>
            <a:off x="5662613" y="3124200"/>
            <a:ext cx="3070225" cy="54768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基本视图方式配置</a:t>
            </a:r>
          </a:p>
        </p:txBody>
      </p:sp>
      <p:sp>
        <p:nvSpPr>
          <p:cNvPr id="203799" name="Text Box 23"/>
          <p:cNvSpPr txBox="1">
            <a:spLocks noChangeArrowheads="1"/>
          </p:cNvSpPr>
          <p:nvPr/>
        </p:nvSpPr>
        <p:spPr bwMode="auto">
          <a:xfrm>
            <a:off x="5637213" y="3900488"/>
            <a:ext cx="2713037" cy="547687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向视图方式配置</a:t>
            </a:r>
          </a:p>
        </p:txBody>
      </p:sp>
      <p:sp>
        <p:nvSpPr>
          <p:cNvPr id="203800" name="Text Box 24"/>
          <p:cNvSpPr txBox="1">
            <a:spLocks noChangeArrowheads="1"/>
          </p:cNvSpPr>
          <p:nvPr/>
        </p:nvSpPr>
        <p:spPr bwMode="auto">
          <a:xfrm>
            <a:off x="5535613" y="4973638"/>
            <a:ext cx="3387725" cy="974725"/>
          </a:xfrm>
          <a:prstGeom prst="rect">
            <a:avLst/>
          </a:prstGeom>
          <a:solidFill>
            <a:srgbClr val="FFFF00"/>
          </a:solidFill>
          <a:ln w="28575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按投射方向或旋转配置、标注</a:t>
            </a:r>
          </a:p>
        </p:txBody>
      </p:sp>
      <p:sp>
        <p:nvSpPr>
          <p:cNvPr id="203801" name="Text Box 25"/>
          <p:cNvSpPr txBox="1">
            <a:spLocks noChangeArrowheads="1"/>
          </p:cNvSpPr>
          <p:nvPr/>
        </p:nvSpPr>
        <p:spPr bwMode="auto">
          <a:xfrm>
            <a:off x="185738" y="3019425"/>
            <a:ext cx="639762" cy="1177925"/>
          </a:xfrm>
          <a:prstGeom prst="rect">
            <a:avLst/>
          </a:prstGeom>
          <a:solidFill>
            <a:srgbClr val="CC99FF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视    图</a:t>
            </a:r>
          </a:p>
        </p:txBody>
      </p:sp>
      <p:sp>
        <p:nvSpPr>
          <p:cNvPr id="203802" name="Line 26"/>
          <p:cNvSpPr>
            <a:spLocks noChangeShapeType="1"/>
          </p:cNvSpPr>
          <p:nvPr/>
        </p:nvSpPr>
        <p:spPr bwMode="auto">
          <a:xfrm>
            <a:off x="2963863" y="1535113"/>
            <a:ext cx="246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803" name="Line 27"/>
          <p:cNvSpPr>
            <a:spLocks noChangeShapeType="1"/>
          </p:cNvSpPr>
          <p:nvPr/>
        </p:nvSpPr>
        <p:spPr bwMode="auto">
          <a:xfrm>
            <a:off x="5027613" y="1516063"/>
            <a:ext cx="4397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804" name="Line 28"/>
          <p:cNvSpPr>
            <a:spLocks noChangeShapeType="1"/>
          </p:cNvSpPr>
          <p:nvPr/>
        </p:nvSpPr>
        <p:spPr bwMode="auto">
          <a:xfrm>
            <a:off x="2540000" y="2451100"/>
            <a:ext cx="652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805" name="Line 29"/>
          <p:cNvSpPr>
            <a:spLocks noChangeShapeType="1"/>
          </p:cNvSpPr>
          <p:nvPr/>
        </p:nvSpPr>
        <p:spPr bwMode="auto">
          <a:xfrm>
            <a:off x="5027613" y="2468563"/>
            <a:ext cx="4397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3806" name="Group 30"/>
          <p:cNvGrpSpPr>
            <a:grpSpLocks/>
          </p:cNvGrpSpPr>
          <p:nvPr/>
        </p:nvGrpSpPr>
        <p:grpSpPr bwMode="auto">
          <a:xfrm>
            <a:off x="2928938" y="3403600"/>
            <a:ext cx="280987" cy="793750"/>
            <a:chOff x="1845" y="2144"/>
            <a:chExt cx="177" cy="500"/>
          </a:xfrm>
        </p:grpSpPr>
        <p:sp>
          <p:nvSpPr>
            <p:cNvPr id="11308" name="Line 31"/>
            <p:cNvSpPr>
              <a:spLocks noChangeShapeType="1"/>
            </p:cNvSpPr>
            <p:nvPr/>
          </p:nvSpPr>
          <p:spPr bwMode="auto">
            <a:xfrm>
              <a:off x="1934" y="2144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9" name="Line 32"/>
            <p:cNvSpPr>
              <a:spLocks noChangeShapeType="1"/>
            </p:cNvSpPr>
            <p:nvPr/>
          </p:nvSpPr>
          <p:spPr bwMode="auto">
            <a:xfrm>
              <a:off x="1934" y="2155"/>
              <a:ext cx="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0" name="Line 33"/>
            <p:cNvSpPr>
              <a:spLocks noChangeShapeType="1"/>
            </p:cNvSpPr>
            <p:nvPr/>
          </p:nvSpPr>
          <p:spPr bwMode="auto">
            <a:xfrm>
              <a:off x="1934" y="2644"/>
              <a:ext cx="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1" name="Line 34"/>
            <p:cNvSpPr>
              <a:spLocks noChangeShapeType="1"/>
            </p:cNvSpPr>
            <p:nvPr/>
          </p:nvSpPr>
          <p:spPr bwMode="auto">
            <a:xfrm>
              <a:off x="1845" y="2422"/>
              <a:ext cx="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3811" name="Group 35"/>
          <p:cNvGrpSpPr>
            <a:grpSpLocks/>
          </p:cNvGrpSpPr>
          <p:nvPr/>
        </p:nvGrpSpPr>
        <p:grpSpPr bwMode="auto">
          <a:xfrm>
            <a:off x="2557463" y="5132388"/>
            <a:ext cx="635000" cy="793750"/>
            <a:chOff x="1611" y="3233"/>
            <a:chExt cx="400" cy="500"/>
          </a:xfrm>
        </p:grpSpPr>
        <p:sp>
          <p:nvSpPr>
            <p:cNvPr id="11304" name="Line 36"/>
            <p:cNvSpPr>
              <a:spLocks noChangeShapeType="1"/>
            </p:cNvSpPr>
            <p:nvPr/>
          </p:nvSpPr>
          <p:spPr bwMode="auto">
            <a:xfrm>
              <a:off x="1811" y="3233"/>
              <a:ext cx="0" cy="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5" name="Line 37"/>
            <p:cNvSpPr>
              <a:spLocks noChangeShapeType="1"/>
            </p:cNvSpPr>
            <p:nvPr/>
          </p:nvSpPr>
          <p:spPr bwMode="auto">
            <a:xfrm>
              <a:off x="1822" y="3233"/>
              <a:ext cx="1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6" name="Line 38"/>
            <p:cNvSpPr>
              <a:spLocks noChangeShapeType="1"/>
            </p:cNvSpPr>
            <p:nvPr/>
          </p:nvSpPr>
          <p:spPr bwMode="auto">
            <a:xfrm>
              <a:off x="1811" y="3733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7" name="Line 39"/>
            <p:cNvSpPr>
              <a:spLocks noChangeShapeType="1"/>
            </p:cNvSpPr>
            <p:nvPr/>
          </p:nvSpPr>
          <p:spPr bwMode="auto">
            <a:xfrm>
              <a:off x="1611" y="3466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3816" name="Group 40"/>
          <p:cNvGrpSpPr>
            <a:grpSpLocks/>
          </p:cNvGrpSpPr>
          <p:nvPr/>
        </p:nvGrpSpPr>
        <p:grpSpPr bwMode="auto">
          <a:xfrm>
            <a:off x="5022850" y="3421063"/>
            <a:ext cx="444500" cy="776287"/>
            <a:chOff x="3164" y="2155"/>
            <a:chExt cx="280" cy="489"/>
          </a:xfrm>
        </p:grpSpPr>
        <p:sp>
          <p:nvSpPr>
            <p:cNvPr id="11297" name="Line 41"/>
            <p:cNvSpPr>
              <a:spLocks noChangeShapeType="1"/>
            </p:cNvSpPr>
            <p:nvPr/>
          </p:nvSpPr>
          <p:spPr bwMode="auto">
            <a:xfrm>
              <a:off x="3249" y="2155"/>
              <a:ext cx="0" cy="4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8" name="Line 42"/>
            <p:cNvSpPr>
              <a:spLocks noChangeShapeType="1"/>
            </p:cNvSpPr>
            <p:nvPr/>
          </p:nvSpPr>
          <p:spPr bwMode="auto">
            <a:xfrm>
              <a:off x="3345" y="2155"/>
              <a:ext cx="0" cy="4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9" name="Line 43"/>
            <p:cNvSpPr>
              <a:spLocks noChangeShapeType="1"/>
            </p:cNvSpPr>
            <p:nvPr/>
          </p:nvSpPr>
          <p:spPr bwMode="auto">
            <a:xfrm>
              <a:off x="3345" y="2155"/>
              <a:ext cx="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0" name="Line 44"/>
            <p:cNvSpPr>
              <a:spLocks noChangeShapeType="1"/>
            </p:cNvSpPr>
            <p:nvPr/>
          </p:nvSpPr>
          <p:spPr bwMode="auto">
            <a:xfrm>
              <a:off x="3345" y="2634"/>
              <a:ext cx="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1" name="Line 45"/>
            <p:cNvSpPr>
              <a:spLocks noChangeShapeType="1"/>
            </p:cNvSpPr>
            <p:nvPr/>
          </p:nvSpPr>
          <p:spPr bwMode="auto">
            <a:xfrm flipH="1">
              <a:off x="3164" y="2155"/>
              <a:ext cx="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2" name="Line 46"/>
            <p:cNvSpPr>
              <a:spLocks noChangeShapeType="1"/>
            </p:cNvSpPr>
            <p:nvPr/>
          </p:nvSpPr>
          <p:spPr bwMode="auto">
            <a:xfrm flipH="1">
              <a:off x="3164" y="2643"/>
              <a:ext cx="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3" name="Line 47"/>
            <p:cNvSpPr>
              <a:spLocks noChangeShapeType="1"/>
            </p:cNvSpPr>
            <p:nvPr/>
          </p:nvSpPr>
          <p:spPr bwMode="auto">
            <a:xfrm>
              <a:off x="3249" y="2400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3824" name="Group 48"/>
          <p:cNvGrpSpPr>
            <a:grpSpLocks/>
          </p:cNvGrpSpPr>
          <p:nvPr/>
        </p:nvGrpSpPr>
        <p:grpSpPr bwMode="auto">
          <a:xfrm>
            <a:off x="5022850" y="5113338"/>
            <a:ext cx="444500" cy="812800"/>
            <a:chOff x="3164" y="3221"/>
            <a:chExt cx="280" cy="512"/>
          </a:xfrm>
        </p:grpSpPr>
        <p:sp>
          <p:nvSpPr>
            <p:cNvPr id="11293" name="Line 49"/>
            <p:cNvSpPr>
              <a:spLocks noChangeShapeType="1"/>
            </p:cNvSpPr>
            <p:nvPr/>
          </p:nvSpPr>
          <p:spPr bwMode="auto">
            <a:xfrm>
              <a:off x="3312" y="3221"/>
              <a:ext cx="0" cy="5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4" name="Line 50"/>
            <p:cNvSpPr>
              <a:spLocks noChangeShapeType="1"/>
            </p:cNvSpPr>
            <p:nvPr/>
          </p:nvSpPr>
          <p:spPr bwMode="auto">
            <a:xfrm flipH="1">
              <a:off x="3164" y="3221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" name="Line 51"/>
            <p:cNvSpPr>
              <a:spLocks noChangeShapeType="1"/>
            </p:cNvSpPr>
            <p:nvPr/>
          </p:nvSpPr>
          <p:spPr bwMode="auto">
            <a:xfrm flipH="1">
              <a:off x="3164" y="3733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6" name="Line 52"/>
            <p:cNvSpPr>
              <a:spLocks noChangeShapeType="1"/>
            </p:cNvSpPr>
            <p:nvPr/>
          </p:nvSpPr>
          <p:spPr bwMode="auto">
            <a:xfrm>
              <a:off x="3312" y="3477"/>
              <a:ext cx="1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0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0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0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6" grpId="0" animBg="1" autoUpdateAnimBg="0"/>
      <p:bldP spid="203787" grpId="0" animBg="1" autoUpdateAnimBg="0"/>
      <p:bldP spid="203788" grpId="0" animBg="1" autoUpdateAnimBg="0"/>
      <p:bldP spid="203789" grpId="0" animBg="1" autoUpdateAnimBg="0"/>
      <p:bldP spid="203790" grpId="0" animBg="1" autoUpdateAnimBg="0"/>
      <p:bldP spid="203791" grpId="0" animBg="1" autoUpdateAnimBg="0"/>
      <p:bldP spid="203792" grpId="0" animBg="1" autoUpdateAnimBg="0"/>
      <p:bldP spid="203793" grpId="0" animBg="1" autoUpdateAnimBg="0"/>
      <p:bldP spid="203794" grpId="0" animBg="1" autoUpdateAnimBg="0"/>
      <p:bldP spid="203795" grpId="0" animBg="1" autoUpdateAnimBg="0"/>
      <p:bldP spid="203796" grpId="0" animBg="1" autoUpdateAnimBg="0"/>
      <p:bldP spid="203797" grpId="0" animBg="1" autoUpdateAnimBg="0"/>
      <p:bldP spid="203798" grpId="0" animBg="1" autoUpdateAnimBg="0"/>
      <p:bldP spid="203799" grpId="0" animBg="1" autoUpdateAnimBg="0"/>
      <p:bldP spid="203800" grpId="0" animBg="1" autoUpdateAnimBg="0"/>
      <p:bldP spid="203801" grpId="0" animBg="1" autoUpdateAnimBg="0"/>
      <p:bldP spid="203802" grpId="0" animBg="1"/>
      <p:bldP spid="203803" grpId="0" animBg="1"/>
      <p:bldP spid="203804" grpId="0" animBg="1"/>
      <p:bldP spid="2038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E285116-A0C8-4713-A746-06AD7D89D8F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595313" y="498475"/>
            <a:ext cx="7556500" cy="13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5050"/>
                </a:solidFill>
                <a:latin typeface="黑体" pitchFamily="2" charset="-122"/>
                <a:ea typeface="黑体" pitchFamily="2" charset="-122"/>
              </a:rPr>
              <a:t>问题：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当机件的内部形状较复杂时，视图上将出现许多虚线，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不便于看图和标注尺寸。</a:t>
            </a:r>
            <a:endParaRPr lang="zh-CN" altLang="en-US" sz="2400">
              <a:solidFill>
                <a:srgbClr val="3333CC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2292" name="Group 10"/>
          <p:cNvGrpSpPr>
            <a:grpSpLocks/>
          </p:cNvGrpSpPr>
          <p:nvPr/>
        </p:nvGrpSpPr>
        <p:grpSpPr bwMode="auto">
          <a:xfrm>
            <a:off x="1395413" y="2503488"/>
            <a:ext cx="2933700" cy="3148012"/>
            <a:chOff x="879" y="1475"/>
            <a:chExt cx="1848" cy="1983"/>
          </a:xfrm>
        </p:grpSpPr>
        <p:sp>
          <p:nvSpPr>
            <p:cNvPr id="12294" name="Line 11"/>
            <p:cNvSpPr>
              <a:spLocks noChangeShapeType="1"/>
            </p:cNvSpPr>
            <p:nvPr/>
          </p:nvSpPr>
          <p:spPr bwMode="auto">
            <a:xfrm flipV="1">
              <a:off x="1562" y="2136"/>
              <a:ext cx="0" cy="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5" name="Line 12"/>
            <p:cNvSpPr>
              <a:spLocks noChangeShapeType="1"/>
            </p:cNvSpPr>
            <p:nvPr/>
          </p:nvSpPr>
          <p:spPr bwMode="auto">
            <a:xfrm>
              <a:off x="1714" y="2136"/>
              <a:ext cx="0" cy="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6" name="Line 13"/>
            <p:cNvSpPr>
              <a:spLocks noChangeShapeType="1"/>
            </p:cNvSpPr>
            <p:nvPr/>
          </p:nvSpPr>
          <p:spPr bwMode="auto">
            <a:xfrm flipV="1">
              <a:off x="1346" y="2040"/>
              <a:ext cx="0" cy="2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7" name="Arc 14"/>
            <p:cNvSpPr>
              <a:spLocks/>
            </p:cNvSpPr>
            <p:nvPr/>
          </p:nvSpPr>
          <p:spPr bwMode="auto">
            <a:xfrm flipV="1">
              <a:off x="1201" y="2824"/>
              <a:ext cx="145" cy="288"/>
            </a:xfrm>
            <a:custGeom>
              <a:avLst/>
              <a:gdLst>
                <a:gd name="T0" fmla="*/ 0 w 21601"/>
                <a:gd name="T1" fmla="*/ 0 h 43200"/>
                <a:gd name="T2" fmla="*/ 0 w 21601"/>
                <a:gd name="T3" fmla="*/ 0 h 43200"/>
                <a:gd name="T4" fmla="*/ 0 w 2160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1" h="43200" fill="none" extrusionOk="0">
                  <a:moveTo>
                    <a:pt x="1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</a:path>
                <a:path w="21601" h="43200" stroke="0" extrusionOk="0">
                  <a:moveTo>
                    <a:pt x="1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  <a:lnTo>
                    <a:pt x="1" y="2160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8" name="Oval 15"/>
            <p:cNvSpPr>
              <a:spLocks noChangeArrowheads="1"/>
            </p:cNvSpPr>
            <p:nvPr/>
          </p:nvSpPr>
          <p:spPr bwMode="auto">
            <a:xfrm>
              <a:off x="1498" y="2832"/>
              <a:ext cx="280" cy="2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299" name="Oval 16"/>
            <p:cNvSpPr>
              <a:spLocks noChangeArrowheads="1"/>
            </p:cNvSpPr>
            <p:nvPr/>
          </p:nvSpPr>
          <p:spPr bwMode="auto">
            <a:xfrm>
              <a:off x="1570" y="2896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00" name="Arc 17"/>
            <p:cNvSpPr>
              <a:spLocks/>
            </p:cNvSpPr>
            <p:nvPr/>
          </p:nvSpPr>
          <p:spPr bwMode="auto">
            <a:xfrm>
              <a:off x="2125" y="2825"/>
              <a:ext cx="279" cy="279"/>
            </a:xfrm>
            <a:custGeom>
              <a:avLst/>
              <a:gdLst>
                <a:gd name="T0" fmla="*/ 0 w 40776"/>
                <a:gd name="T1" fmla="*/ 0 h 43200"/>
                <a:gd name="T2" fmla="*/ 0 w 40776"/>
                <a:gd name="T3" fmla="*/ 0 h 43200"/>
                <a:gd name="T4" fmla="*/ 0 w 40776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776" h="43200" fill="none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-1"/>
                    <a:pt x="37063" y="4496"/>
                    <a:pt x="40776" y="11658"/>
                  </a:cubicBezTo>
                </a:path>
                <a:path w="40776" h="43200" stroke="0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-1"/>
                    <a:pt x="37063" y="4496"/>
                    <a:pt x="40776" y="11658"/>
                  </a:cubicBezTo>
                  <a:lnTo>
                    <a:pt x="21600" y="21600"/>
                  </a:lnTo>
                  <a:lnTo>
                    <a:pt x="40573" y="31924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1" name="Oval 18"/>
            <p:cNvSpPr>
              <a:spLocks noChangeArrowheads="1"/>
            </p:cNvSpPr>
            <p:nvPr/>
          </p:nvSpPr>
          <p:spPr bwMode="auto">
            <a:xfrm>
              <a:off x="2002" y="2704"/>
              <a:ext cx="536" cy="5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02" name="Oval 19"/>
            <p:cNvSpPr>
              <a:spLocks noChangeArrowheads="1"/>
            </p:cNvSpPr>
            <p:nvPr/>
          </p:nvSpPr>
          <p:spPr bwMode="auto">
            <a:xfrm>
              <a:off x="1882" y="2587"/>
              <a:ext cx="760" cy="75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grpSp>
          <p:nvGrpSpPr>
            <p:cNvPr id="12303" name="Group 20"/>
            <p:cNvGrpSpPr>
              <a:grpSpLocks/>
            </p:cNvGrpSpPr>
            <p:nvPr/>
          </p:nvGrpSpPr>
          <p:grpSpPr bwMode="auto">
            <a:xfrm>
              <a:off x="2120" y="1780"/>
              <a:ext cx="353" cy="477"/>
              <a:chOff x="4222" y="1580"/>
              <a:chExt cx="353" cy="477"/>
            </a:xfrm>
          </p:grpSpPr>
          <p:sp>
            <p:nvSpPr>
              <p:cNvPr id="12361" name="Freeform 21"/>
              <p:cNvSpPr>
                <a:spLocks/>
              </p:cNvSpPr>
              <p:nvPr/>
            </p:nvSpPr>
            <p:spPr bwMode="auto">
              <a:xfrm>
                <a:off x="4574" y="1995"/>
                <a:ext cx="1" cy="62"/>
              </a:xfrm>
              <a:custGeom>
                <a:avLst/>
                <a:gdLst>
                  <a:gd name="T0" fmla="*/ 0 w 1"/>
                  <a:gd name="T1" fmla="*/ 7 h 186"/>
                  <a:gd name="T2" fmla="*/ 0 w 1"/>
                  <a:gd name="T3" fmla="*/ 0 h 186"/>
                  <a:gd name="T4" fmla="*/ 1 w 1"/>
                  <a:gd name="T5" fmla="*/ 0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2" name="Freeform 22"/>
              <p:cNvSpPr>
                <a:spLocks/>
              </p:cNvSpPr>
              <p:nvPr/>
            </p:nvSpPr>
            <p:spPr bwMode="auto">
              <a:xfrm>
                <a:off x="4574" y="1856"/>
                <a:ext cx="1" cy="111"/>
              </a:xfrm>
              <a:custGeom>
                <a:avLst/>
                <a:gdLst>
                  <a:gd name="T0" fmla="*/ 0 w 1"/>
                  <a:gd name="T1" fmla="*/ 12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3" name="Freeform 23"/>
              <p:cNvSpPr>
                <a:spLocks/>
              </p:cNvSpPr>
              <p:nvPr/>
            </p:nvSpPr>
            <p:spPr bwMode="auto">
              <a:xfrm>
                <a:off x="4574" y="1718"/>
                <a:ext cx="1" cy="111"/>
              </a:xfrm>
              <a:custGeom>
                <a:avLst/>
                <a:gdLst>
                  <a:gd name="T0" fmla="*/ 0 w 1"/>
                  <a:gd name="T1" fmla="*/ 12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4" name="Freeform 24"/>
              <p:cNvSpPr>
                <a:spLocks/>
              </p:cNvSpPr>
              <p:nvPr/>
            </p:nvSpPr>
            <p:spPr bwMode="auto">
              <a:xfrm>
                <a:off x="4574" y="1580"/>
                <a:ext cx="1" cy="111"/>
              </a:xfrm>
              <a:custGeom>
                <a:avLst/>
                <a:gdLst>
                  <a:gd name="T0" fmla="*/ 0 w 1"/>
                  <a:gd name="T1" fmla="*/ 12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5" name="Freeform 25"/>
              <p:cNvSpPr>
                <a:spLocks/>
              </p:cNvSpPr>
              <p:nvPr/>
            </p:nvSpPr>
            <p:spPr bwMode="auto">
              <a:xfrm>
                <a:off x="4497" y="1995"/>
                <a:ext cx="1" cy="62"/>
              </a:xfrm>
              <a:custGeom>
                <a:avLst/>
                <a:gdLst>
                  <a:gd name="T0" fmla="*/ 0 w 2"/>
                  <a:gd name="T1" fmla="*/ 7 h 186"/>
                  <a:gd name="T2" fmla="*/ 0 w 2"/>
                  <a:gd name="T3" fmla="*/ 0 h 186"/>
                  <a:gd name="T4" fmla="*/ 1 w 2"/>
                  <a:gd name="T5" fmla="*/ 0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86">
                    <a:moveTo>
                      <a:pt x="0" y="18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6" name="Freeform 26"/>
              <p:cNvSpPr>
                <a:spLocks/>
              </p:cNvSpPr>
              <p:nvPr/>
            </p:nvSpPr>
            <p:spPr bwMode="auto">
              <a:xfrm>
                <a:off x="4497" y="1856"/>
                <a:ext cx="1" cy="111"/>
              </a:xfrm>
              <a:custGeom>
                <a:avLst/>
                <a:gdLst>
                  <a:gd name="T0" fmla="*/ 0 w 2"/>
                  <a:gd name="T1" fmla="*/ 12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7" name="Freeform 27"/>
              <p:cNvSpPr>
                <a:spLocks/>
              </p:cNvSpPr>
              <p:nvPr/>
            </p:nvSpPr>
            <p:spPr bwMode="auto">
              <a:xfrm>
                <a:off x="4497" y="1718"/>
                <a:ext cx="1" cy="111"/>
              </a:xfrm>
              <a:custGeom>
                <a:avLst/>
                <a:gdLst>
                  <a:gd name="T0" fmla="*/ 0 w 2"/>
                  <a:gd name="T1" fmla="*/ 12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8" name="Freeform 28"/>
              <p:cNvSpPr>
                <a:spLocks/>
              </p:cNvSpPr>
              <p:nvPr/>
            </p:nvSpPr>
            <p:spPr bwMode="auto">
              <a:xfrm>
                <a:off x="4497" y="1580"/>
                <a:ext cx="1" cy="111"/>
              </a:xfrm>
              <a:custGeom>
                <a:avLst/>
                <a:gdLst>
                  <a:gd name="T0" fmla="*/ 0 w 2"/>
                  <a:gd name="T1" fmla="*/ 12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9" name="Freeform 29"/>
              <p:cNvSpPr>
                <a:spLocks/>
              </p:cNvSpPr>
              <p:nvPr/>
            </p:nvSpPr>
            <p:spPr bwMode="auto">
              <a:xfrm>
                <a:off x="4222" y="1995"/>
                <a:ext cx="1" cy="62"/>
              </a:xfrm>
              <a:custGeom>
                <a:avLst/>
                <a:gdLst>
                  <a:gd name="T0" fmla="*/ 0 w 1"/>
                  <a:gd name="T1" fmla="*/ 7 h 186"/>
                  <a:gd name="T2" fmla="*/ 0 w 1"/>
                  <a:gd name="T3" fmla="*/ 0 h 186"/>
                  <a:gd name="T4" fmla="*/ 1 w 1"/>
                  <a:gd name="T5" fmla="*/ 0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0" name="Freeform 30"/>
              <p:cNvSpPr>
                <a:spLocks/>
              </p:cNvSpPr>
              <p:nvPr/>
            </p:nvSpPr>
            <p:spPr bwMode="auto">
              <a:xfrm>
                <a:off x="4222" y="1856"/>
                <a:ext cx="1" cy="111"/>
              </a:xfrm>
              <a:custGeom>
                <a:avLst/>
                <a:gdLst>
                  <a:gd name="T0" fmla="*/ 0 w 1"/>
                  <a:gd name="T1" fmla="*/ 12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1" name="Freeform 31"/>
              <p:cNvSpPr>
                <a:spLocks/>
              </p:cNvSpPr>
              <p:nvPr/>
            </p:nvSpPr>
            <p:spPr bwMode="auto">
              <a:xfrm>
                <a:off x="4222" y="1718"/>
                <a:ext cx="1" cy="111"/>
              </a:xfrm>
              <a:custGeom>
                <a:avLst/>
                <a:gdLst>
                  <a:gd name="T0" fmla="*/ 0 w 1"/>
                  <a:gd name="T1" fmla="*/ 12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2" name="Freeform 32"/>
              <p:cNvSpPr>
                <a:spLocks/>
              </p:cNvSpPr>
              <p:nvPr/>
            </p:nvSpPr>
            <p:spPr bwMode="auto">
              <a:xfrm>
                <a:off x="4222" y="1580"/>
                <a:ext cx="1" cy="111"/>
              </a:xfrm>
              <a:custGeom>
                <a:avLst/>
                <a:gdLst>
                  <a:gd name="T0" fmla="*/ 0 w 1"/>
                  <a:gd name="T1" fmla="*/ 12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04" name="Freeform 33"/>
            <p:cNvSpPr>
              <a:spLocks/>
            </p:cNvSpPr>
            <p:nvPr/>
          </p:nvSpPr>
          <p:spPr bwMode="auto">
            <a:xfrm>
              <a:off x="1883" y="1560"/>
              <a:ext cx="1" cy="475"/>
            </a:xfrm>
            <a:custGeom>
              <a:avLst/>
              <a:gdLst>
                <a:gd name="T0" fmla="*/ 0 w 2"/>
                <a:gd name="T1" fmla="*/ 53 h 1423"/>
                <a:gd name="T2" fmla="*/ 0 w 2"/>
                <a:gd name="T3" fmla="*/ 0 h 1423"/>
                <a:gd name="T4" fmla="*/ 1 w 2"/>
                <a:gd name="T5" fmla="*/ 0 h 14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423">
                  <a:moveTo>
                    <a:pt x="0" y="142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5" name="Freeform 34"/>
            <p:cNvSpPr>
              <a:spLocks/>
            </p:cNvSpPr>
            <p:nvPr/>
          </p:nvSpPr>
          <p:spPr bwMode="auto">
            <a:xfrm>
              <a:off x="2648" y="1552"/>
              <a:ext cx="2" cy="721"/>
            </a:xfrm>
            <a:custGeom>
              <a:avLst/>
              <a:gdLst>
                <a:gd name="T0" fmla="*/ 0 w 2"/>
                <a:gd name="T1" fmla="*/ 721 h 721"/>
                <a:gd name="T2" fmla="*/ 2 w 2"/>
                <a:gd name="T3" fmla="*/ 0 h 721"/>
                <a:gd name="T4" fmla="*/ 1 w 2"/>
                <a:gd name="T5" fmla="*/ 24 h 7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21">
                  <a:moveTo>
                    <a:pt x="0" y="721"/>
                  </a:moveTo>
                  <a:lnTo>
                    <a:pt x="2" y="0"/>
                  </a:lnTo>
                  <a:lnTo>
                    <a:pt x="1" y="2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Freeform 35"/>
            <p:cNvSpPr>
              <a:spLocks/>
            </p:cNvSpPr>
            <p:nvPr/>
          </p:nvSpPr>
          <p:spPr bwMode="auto">
            <a:xfrm>
              <a:off x="965" y="2035"/>
              <a:ext cx="1301" cy="1"/>
            </a:xfrm>
            <a:custGeom>
              <a:avLst/>
              <a:gdLst>
                <a:gd name="T0" fmla="*/ 0 w 3903"/>
                <a:gd name="T1" fmla="*/ 0 h 1"/>
                <a:gd name="T2" fmla="*/ 145 w 3903"/>
                <a:gd name="T3" fmla="*/ 0 h 1"/>
                <a:gd name="T4" fmla="*/ 145 w 390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03" h="1">
                  <a:moveTo>
                    <a:pt x="0" y="0"/>
                  </a:move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Freeform 36"/>
            <p:cNvSpPr>
              <a:spLocks/>
            </p:cNvSpPr>
            <p:nvPr/>
          </p:nvSpPr>
          <p:spPr bwMode="auto">
            <a:xfrm>
              <a:off x="965" y="2257"/>
              <a:ext cx="1683" cy="1"/>
            </a:xfrm>
            <a:custGeom>
              <a:avLst/>
              <a:gdLst>
                <a:gd name="T0" fmla="*/ 0 w 5051"/>
                <a:gd name="T1" fmla="*/ 0 h 1"/>
                <a:gd name="T2" fmla="*/ 187 w 5051"/>
                <a:gd name="T3" fmla="*/ 0 h 1"/>
                <a:gd name="T4" fmla="*/ 187 w 505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51" h="1">
                  <a:moveTo>
                    <a:pt x="0" y="0"/>
                  </a:moveTo>
                  <a:lnTo>
                    <a:pt x="5050" y="0"/>
                  </a:lnTo>
                  <a:lnTo>
                    <a:pt x="505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Freeform 37"/>
            <p:cNvSpPr>
              <a:spLocks/>
            </p:cNvSpPr>
            <p:nvPr/>
          </p:nvSpPr>
          <p:spPr bwMode="auto">
            <a:xfrm>
              <a:off x="965" y="3351"/>
              <a:ext cx="1300" cy="1"/>
            </a:xfrm>
            <a:custGeom>
              <a:avLst/>
              <a:gdLst>
                <a:gd name="T0" fmla="*/ 144 w 3902"/>
                <a:gd name="T1" fmla="*/ 0 h 1"/>
                <a:gd name="T2" fmla="*/ 0 w 3902"/>
                <a:gd name="T3" fmla="*/ 0 h 1"/>
                <a:gd name="T4" fmla="*/ 0 w 390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02" h="1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Freeform 38"/>
            <p:cNvSpPr>
              <a:spLocks/>
            </p:cNvSpPr>
            <p:nvPr/>
          </p:nvSpPr>
          <p:spPr bwMode="auto">
            <a:xfrm>
              <a:off x="965" y="2585"/>
              <a:ext cx="1300" cy="1"/>
            </a:xfrm>
            <a:custGeom>
              <a:avLst/>
              <a:gdLst>
                <a:gd name="T0" fmla="*/ 144 w 3902"/>
                <a:gd name="T1" fmla="*/ 0 h 1"/>
                <a:gd name="T2" fmla="*/ 0 w 3902"/>
                <a:gd name="T3" fmla="*/ 0 h 1"/>
                <a:gd name="T4" fmla="*/ 0 w 390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02" h="1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Freeform 39"/>
            <p:cNvSpPr>
              <a:spLocks/>
            </p:cNvSpPr>
            <p:nvPr/>
          </p:nvSpPr>
          <p:spPr bwMode="auto">
            <a:xfrm>
              <a:off x="965" y="2585"/>
              <a:ext cx="1" cy="237"/>
            </a:xfrm>
            <a:custGeom>
              <a:avLst/>
              <a:gdLst>
                <a:gd name="T0" fmla="*/ 0 w 2"/>
                <a:gd name="T1" fmla="*/ 0 h 712"/>
                <a:gd name="T2" fmla="*/ 0 w 2"/>
                <a:gd name="T3" fmla="*/ 26 h 712"/>
                <a:gd name="T4" fmla="*/ 1 w 2"/>
                <a:gd name="T5" fmla="*/ 26 h 7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12">
                  <a:moveTo>
                    <a:pt x="0" y="0"/>
                  </a:moveTo>
                  <a:lnTo>
                    <a:pt x="0" y="712"/>
                  </a:lnTo>
                  <a:lnTo>
                    <a:pt x="2" y="71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Freeform 40"/>
            <p:cNvSpPr>
              <a:spLocks/>
            </p:cNvSpPr>
            <p:nvPr/>
          </p:nvSpPr>
          <p:spPr bwMode="auto">
            <a:xfrm>
              <a:off x="1202" y="2739"/>
              <a:ext cx="1" cy="474"/>
            </a:xfrm>
            <a:custGeom>
              <a:avLst/>
              <a:gdLst>
                <a:gd name="T0" fmla="*/ 0 w 1"/>
                <a:gd name="T1" fmla="*/ 0 h 1422"/>
                <a:gd name="T2" fmla="*/ 0 w 1"/>
                <a:gd name="T3" fmla="*/ 53 h 1422"/>
                <a:gd name="T4" fmla="*/ 1 w 1"/>
                <a:gd name="T5" fmla="*/ 53 h 14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422">
                  <a:moveTo>
                    <a:pt x="0" y="0"/>
                  </a:moveTo>
                  <a:lnTo>
                    <a:pt x="0" y="1422"/>
                  </a:lnTo>
                  <a:lnTo>
                    <a:pt x="1" y="142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Freeform 41"/>
            <p:cNvSpPr>
              <a:spLocks/>
            </p:cNvSpPr>
            <p:nvPr/>
          </p:nvSpPr>
          <p:spPr bwMode="auto">
            <a:xfrm>
              <a:off x="965" y="3113"/>
              <a:ext cx="237" cy="1"/>
            </a:xfrm>
            <a:custGeom>
              <a:avLst/>
              <a:gdLst>
                <a:gd name="T0" fmla="*/ 26 w 712"/>
                <a:gd name="T1" fmla="*/ 0 h 1"/>
                <a:gd name="T2" fmla="*/ 0 w 712"/>
                <a:gd name="T3" fmla="*/ 0 h 1"/>
                <a:gd name="T4" fmla="*/ 0 w 71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2" h="1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Freeform 42"/>
            <p:cNvSpPr>
              <a:spLocks/>
            </p:cNvSpPr>
            <p:nvPr/>
          </p:nvSpPr>
          <p:spPr bwMode="auto">
            <a:xfrm>
              <a:off x="965" y="3113"/>
              <a:ext cx="1" cy="238"/>
            </a:xfrm>
            <a:custGeom>
              <a:avLst/>
              <a:gdLst>
                <a:gd name="T0" fmla="*/ 0 w 2"/>
                <a:gd name="T1" fmla="*/ 26 h 713"/>
                <a:gd name="T2" fmla="*/ 0 w 2"/>
                <a:gd name="T3" fmla="*/ 0 h 713"/>
                <a:gd name="T4" fmla="*/ 1 w 2"/>
                <a:gd name="T5" fmla="*/ 0 h 7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13">
                  <a:moveTo>
                    <a:pt x="0" y="71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Freeform 43"/>
            <p:cNvSpPr>
              <a:spLocks/>
            </p:cNvSpPr>
            <p:nvPr/>
          </p:nvSpPr>
          <p:spPr bwMode="auto">
            <a:xfrm>
              <a:off x="965" y="2822"/>
              <a:ext cx="237" cy="1"/>
            </a:xfrm>
            <a:custGeom>
              <a:avLst/>
              <a:gdLst>
                <a:gd name="T0" fmla="*/ 26 w 712"/>
                <a:gd name="T1" fmla="*/ 0 h 1"/>
                <a:gd name="T2" fmla="*/ 0 w 712"/>
                <a:gd name="T3" fmla="*/ 0 h 1"/>
                <a:gd name="T4" fmla="*/ 0 w 71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2" h="1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Freeform 44"/>
            <p:cNvSpPr>
              <a:spLocks/>
            </p:cNvSpPr>
            <p:nvPr/>
          </p:nvSpPr>
          <p:spPr bwMode="auto">
            <a:xfrm>
              <a:off x="1638" y="2762"/>
              <a:ext cx="1" cy="458"/>
            </a:xfrm>
            <a:custGeom>
              <a:avLst/>
              <a:gdLst>
                <a:gd name="T0" fmla="*/ 0 w 1"/>
                <a:gd name="T1" fmla="*/ 0 h 1376"/>
                <a:gd name="T2" fmla="*/ 0 w 1"/>
                <a:gd name="T3" fmla="*/ 51 h 1376"/>
                <a:gd name="T4" fmla="*/ 1 w 1"/>
                <a:gd name="T5" fmla="*/ 51 h 13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76">
                  <a:moveTo>
                    <a:pt x="0" y="0"/>
                  </a:moveTo>
                  <a:lnTo>
                    <a:pt x="0" y="1376"/>
                  </a:lnTo>
                  <a:lnTo>
                    <a:pt x="1" y="137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6" name="Freeform 45"/>
            <p:cNvSpPr>
              <a:spLocks/>
            </p:cNvSpPr>
            <p:nvPr/>
          </p:nvSpPr>
          <p:spPr bwMode="auto">
            <a:xfrm>
              <a:off x="965" y="2035"/>
              <a:ext cx="1" cy="222"/>
            </a:xfrm>
            <a:custGeom>
              <a:avLst/>
              <a:gdLst>
                <a:gd name="T0" fmla="*/ 0 w 2"/>
                <a:gd name="T1" fmla="*/ 25 h 666"/>
                <a:gd name="T2" fmla="*/ 0 w 2"/>
                <a:gd name="T3" fmla="*/ 0 h 666"/>
                <a:gd name="T4" fmla="*/ 1 w 2"/>
                <a:gd name="T5" fmla="*/ 0 h 6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666">
                  <a:moveTo>
                    <a:pt x="0" y="66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17" name="Group 46"/>
            <p:cNvGrpSpPr>
              <a:grpSpLocks/>
            </p:cNvGrpSpPr>
            <p:nvPr/>
          </p:nvGrpSpPr>
          <p:grpSpPr bwMode="auto">
            <a:xfrm>
              <a:off x="1202" y="1958"/>
              <a:ext cx="1" cy="397"/>
              <a:chOff x="3304" y="1758"/>
              <a:chExt cx="1" cy="397"/>
            </a:xfrm>
          </p:grpSpPr>
          <p:sp>
            <p:nvSpPr>
              <p:cNvPr id="12358" name="Freeform 47"/>
              <p:cNvSpPr>
                <a:spLocks/>
              </p:cNvSpPr>
              <p:nvPr/>
            </p:nvSpPr>
            <p:spPr bwMode="auto">
              <a:xfrm>
                <a:off x="3304" y="1996"/>
                <a:ext cx="1" cy="159"/>
              </a:xfrm>
              <a:custGeom>
                <a:avLst/>
                <a:gdLst>
                  <a:gd name="T0" fmla="*/ 0 w 1"/>
                  <a:gd name="T1" fmla="*/ 18 h 477"/>
                  <a:gd name="T2" fmla="*/ 0 w 1"/>
                  <a:gd name="T3" fmla="*/ 0 h 477"/>
                  <a:gd name="T4" fmla="*/ 1 w 1"/>
                  <a:gd name="T5" fmla="*/ 0 h 4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77">
                    <a:moveTo>
                      <a:pt x="0" y="4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9" name="Freeform 48"/>
              <p:cNvSpPr>
                <a:spLocks/>
              </p:cNvSpPr>
              <p:nvPr/>
            </p:nvSpPr>
            <p:spPr bwMode="auto">
              <a:xfrm>
                <a:off x="3304" y="1938"/>
                <a:ext cx="1" cy="16"/>
              </a:xfrm>
              <a:custGeom>
                <a:avLst/>
                <a:gdLst>
                  <a:gd name="T0" fmla="*/ 0 w 1"/>
                  <a:gd name="T1" fmla="*/ 2 h 48"/>
                  <a:gd name="T2" fmla="*/ 0 w 1"/>
                  <a:gd name="T3" fmla="*/ 0 h 48"/>
                  <a:gd name="T4" fmla="*/ 1 w 1"/>
                  <a:gd name="T5" fmla="*/ 0 h 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8">
                    <a:moveTo>
                      <a:pt x="0" y="4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0" name="Freeform 49"/>
              <p:cNvSpPr>
                <a:spLocks/>
              </p:cNvSpPr>
              <p:nvPr/>
            </p:nvSpPr>
            <p:spPr bwMode="auto">
              <a:xfrm>
                <a:off x="3304" y="1758"/>
                <a:ext cx="1" cy="137"/>
              </a:xfrm>
              <a:custGeom>
                <a:avLst/>
                <a:gdLst>
                  <a:gd name="T0" fmla="*/ 0 w 1"/>
                  <a:gd name="T1" fmla="*/ 15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18" name="Freeform 50"/>
            <p:cNvSpPr>
              <a:spLocks/>
            </p:cNvSpPr>
            <p:nvPr/>
          </p:nvSpPr>
          <p:spPr bwMode="auto">
            <a:xfrm>
              <a:off x="1638" y="1964"/>
              <a:ext cx="1" cy="391"/>
            </a:xfrm>
            <a:custGeom>
              <a:avLst/>
              <a:gdLst>
                <a:gd name="T0" fmla="*/ 0 w 1"/>
                <a:gd name="T1" fmla="*/ 43 h 1172"/>
                <a:gd name="T2" fmla="*/ 0 w 1"/>
                <a:gd name="T3" fmla="*/ 0 h 1172"/>
                <a:gd name="T4" fmla="*/ 1 w 1"/>
                <a:gd name="T5" fmla="*/ 0 h 1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72">
                  <a:moveTo>
                    <a:pt x="0" y="117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19" name="Group 51"/>
            <p:cNvGrpSpPr>
              <a:grpSpLocks/>
            </p:cNvGrpSpPr>
            <p:nvPr/>
          </p:nvGrpSpPr>
          <p:grpSpPr bwMode="auto">
            <a:xfrm>
              <a:off x="2265" y="2501"/>
              <a:ext cx="1" cy="957"/>
              <a:chOff x="4367" y="2301"/>
              <a:chExt cx="1" cy="957"/>
            </a:xfrm>
          </p:grpSpPr>
          <p:sp>
            <p:nvSpPr>
              <p:cNvPr id="12355" name="Freeform 52"/>
              <p:cNvSpPr>
                <a:spLocks/>
              </p:cNvSpPr>
              <p:nvPr/>
            </p:nvSpPr>
            <p:spPr bwMode="auto">
              <a:xfrm>
                <a:off x="4367" y="2873"/>
                <a:ext cx="1" cy="385"/>
              </a:xfrm>
              <a:custGeom>
                <a:avLst/>
                <a:gdLst>
                  <a:gd name="T0" fmla="*/ 0 w 1"/>
                  <a:gd name="T1" fmla="*/ 0 h 1155"/>
                  <a:gd name="T2" fmla="*/ 0 w 1"/>
                  <a:gd name="T3" fmla="*/ 43 h 1155"/>
                  <a:gd name="T4" fmla="*/ 1 w 1"/>
                  <a:gd name="T5" fmla="*/ 43 h 11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155">
                    <a:moveTo>
                      <a:pt x="0" y="0"/>
                    </a:moveTo>
                    <a:lnTo>
                      <a:pt x="0" y="1155"/>
                    </a:lnTo>
                    <a:lnTo>
                      <a:pt x="1" y="115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6" name="Freeform 53"/>
              <p:cNvSpPr>
                <a:spLocks/>
              </p:cNvSpPr>
              <p:nvPr/>
            </p:nvSpPr>
            <p:spPr bwMode="auto">
              <a:xfrm>
                <a:off x="4367" y="2301"/>
                <a:ext cx="1" cy="500"/>
              </a:xfrm>
              <a:custGeom>
                <a:avLst/>
                <a:gdLst>
                  <a:gd name="T0" fmla="*/ 0 w 1"/>
                  <a:gd name="T1" fmla="*/ 0 h 1498"/>
                  <a:gd name="T2" fmla="*/ 0 w 1"/>
                  <a:gd name="T3" fmla="*/ 56 h 1498"/>
                  <a:gd name="T4" fmla="*/ 1 w 1"/>
                  <a:gd name="T5" fmla="*/ 56 h 149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498">
                    <a:moveTo>
                      <a:pt x="0" y="0"/>
                    </a:moveTo>
                    <a:lnTo>
                      <a:pt x="0" y="1498"/>
                    </a:lnTo>
                    <a:lnTo>
                      <a:pt x="1" y="149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7" name="Freeform 54"/>
              <p:cNvSpPr>
                <a:spLocks/>
              </p:cNvSpPr>
              <p:nvPr/>
            </p:nvSpPr>
            <p:spPr bwMode="auto">
              <a:xfrm>
                <a:off x="4367" y="2826"/>
                <a:ext cx="1" cy="24"/>
              </a:xfrm>
              <a:custGeom>
                <a:avLst/>
                <a:gdLst>
                  <a:gd name="T0" fmla="*/ 0 w 1"/>
                  <a:gd name="T1" fmla="*/ 0 h 72"/>
                  <a:gd name="T2" fmla="*/ 0 w 1"/>
                  <a:gd name="T3" fmla="*/ 3 h 72"/>
                  <a:gd name="T4" fmla="*/ 1 w 1"/>
                  <a:gd name="T5" fmla="*/ 3 h 7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2">
                    <a:moveTo>
                      <a:pt x="0" y="0"/>
                    </a:moveTo>
                    <a:lnTo>
                      <a:pt x="0" y="72"/>
                    </a:lnTo>
                    <a:lnTo>
                      <a:pt x="1" y="7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20" name="Freeform 55"/>
            <p:cNvSpPr>
              <a:spLocks/>
            </p:cNvSpPr>
            <p:nvPr/>
          </p:nvSpPr>
          <p:spPr bwMode="auto">
            <a:xfrm>
              <a:off x="2464" y="2904"/>
              <a:ext cx="1" cy="128"/>
            </a:xfrm>
            <a:custGeom>
              <a:avLst/>
              <a:gdLst>
                <a:gd name="T0" fmla="*/ 0 w 1"/>
                <a:gd name="T1" fmla="*/ 0 h 386"/>
                <a:gd name="T2" fmla="*/ 0 w 1"/>
                <a:gd name="T3" fmla="*/ 14 h 386"/>
                <a:gd name="T4" fmla="*/ 1 w 1"/>
                <a:gd name="T5" fmla="*/ 14 h 3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86">
                  <a:moveTo>
                    <a:pt x="0" y="0"/>
                  </a:moveTo>
                  <a:lnTo>
                    <a:pt x="0" y="386"/>
                  </a:lnTo>
                  <a:lnTo>
                    <a:pt x="1" y="3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1" name="Freeform 56"/>
            <p:cNvSpPr>
              <a:spLocks/>
            </p:cNvSpPr>
            <p:nvPr/>
          </p:nvSpPr>
          <p:spPr bwMode="auto">
            <a:xfrm>
              <a:off x="2387" y="3032"/>
              <a:ext cx="77" cy="1"/>
            </a:xfrm>
            <a:custGeom>
              <a:avLst/>
              <a:gdLst>
                <a:gd name="T0" fmla="*/ 0 w 231"/>
                <a:gd name="T1" fmla="*/ 0 h 1"/>
                <a:gd name="T2" fmla="*/ 9 w 231"/>
                <a:gd name="T3" fmla="*/ 0 h 1"/>
                <a:gd name="T4" fmla="*/ 9 w 23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2" name="Freeform 57"/>
            <p:cNvSpPr>
              <a:spLocks/>
            </p:cNvSpPr>
            <p:nvPr/>
          </p:nvSpPr>
          <p:spPr bwMode="auto">
            <a:xfrm>
              <a:off x="2395" y="2904"/>
              <a:ext cx="77" cy="1"/>
            </a:xfrm>
            <a:custGeom>
              <a:avLst/>
              <a:gdLst>
                <a:gd name="T0" fmla="*/ 0 w 231"/>
                <a:gd name="T1" fmla="*/ 0 h 1"/>
                <a:gd name="T2" fmla="*/ 9 w 231"/>
                <a:gd name="T3" fmla="*/ 0 h 1"/>
                <a:gd name="T4" fmla="*/ 9 w 23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23" name="Group 58"/>
            <p:cNvGrpSpPr>
              <a:grpSpLocks/>
            </p:cNvGrpSpPr>
            <p:nvPr/>
          </p:nvGrpSpPr>
          <p:grpSpPr bwMode="auto">
            <a:xfrm>
              <a:off x="879" y="2968"/>
              <a:ext cx="1848" cy="1"/>
              <a:chOff x="2989" y="2768"/>
              <a:chExt cx="1848" cy="1"/>
            </a:xfrm>
          </p:grpSpPr>
          <p:sp>
            <p:nvSpPr>
              <p:cNvPr id="12350" name="Freeform 59"/>
              <p:cNvSpPr>
                <a:spLocks/>
              </p:cNvSpPr>
              <p:nvPr/>
            </p:nvSpPr>
            <p:spPr bwMode="auto">
              <a:xfrm>
                <a:off x="3560" y="2768"/>
                <a:ext cx="874" cy="1"/>
              </a:xfrm>
              <a:custGeom>
                <a:avLst/>
                <a:gdLst>
                  <a:gd name="T0" fmla="*/ 0 w 2622"/>
                  <a:gd name="T1" fmla="*/ 0 h 1"/>
                  <a:gd name="T2" fmla="*/ 97 w 2622"/>
                  <a:gd name="T3" fmla="*/ 0 h 1"/>
                  <a:gd name="T4" fmla="*/ 97 w 262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22" h="1">
                    <a:moveTo>
                      <a:pt x="0" y="0"/>
                    </a:moveTo>
                    <a:lnTo>
                      <a:pt x="2620" y="0"/>
                    </a:lnTo>
                    <a:lnTo>
                      <a:pt x="26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1" name="Freeform 60"/>
              <p:cNvSpPr>
                <a:spLocks/>
              </p:cNvSpPr>
              <p:nvPr/>
            </p:nvSpPr>
            <p:spPr bwMode="auto">
              <a:xfrm>
                <a:off x="2989" y="2768"/>
                <a:ext cx="498" cy="1"/>
              </a:xfrm>
              <a:custGeom>
                <a:avLst/>
                <a:gdLst>
                  <a:gd name="T0" fmla="*/ 0 w 1492"/>
                  <a:gd name="T1" fmla="*/ 0 h 1"/>
                  <a:gd name="T2" fmla="*/ 55 w 1492"/>
                  <a:gd name="T3" fmla="*/ 0 h 1"/>
                  <a:gd name="T4" fmla="*/ 55 w 149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92" h="1">
                    <a:moveTo>
                      <a:pt x="0" y="0"/>
                    </a:moveTo>
                    <a:lnTo>
                      <a:pt x="1491" y="0"/>
                    </a:lnTo>
                    <a:lnTo>
                      <a:pt x="14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2" name="Freeform 61"/>
              <p:cNvSpPr>
                <a:spLocks/>
              </p:cNvSpPr>
              <p:nvPr/>
            </p:nvSpPr>
            <p:spPr bwMode="auto">
              <a:xfrm>
                <a:off x="3512" y="2768"/>
                <a:ext cx="22" cy="1"/>
              </a:xfrm>
              <a:custGeom>
                <a:avLst/>
                <a:gdLst>
                  <a:gd name="T0" fmla="*/ 0 w 66"/>
                  <a:gd name="T1" fmla="*/ 0 h 1"/>
                  <a:gd name="T2" fmla="*/ 2 w 66"/>
                  <a:gd name="T3" fmla="*/ 0 h 1"/>
                  <a:gd name="T4" fmla="*/ 2 w 66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">
                    <a:moveTo>
                      <a:pt x="0" y="0"/>
                    </a:moveTo>
                    <a:lnTo>
                      <a:pt x="65" y="0"/>
                    </a:lnTo>
                    <a:lnTo>
                      <a:pt x="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3" name="Freeform 62"/>
              <p:cNvSpPr>
                <a:spLocks/>
              </p:cNvSpPr>
              <p:nvPr/>
            </p:nvSpPr>
            <p:spPr bwMode="auto">
              <a:xfrm>
                <a:off x="4527" y="2768"/>
                <a:ext cx="310" cy="1"/>
              </a:xfrm>
              <a:custGeom>
                <a:avLst/>
                <a:gdLst>
                  <a:gd name="T0" fmla="*/ 0 w 930"/>
                  <a:gd name="T1" fmla="*/ 0 h 1"/>
                  <a:gd name="T2" fmla="*/ 34 w 930"/>
                  <a:gd name="T3" fmla="*/ 0 h 1"/>
                  <a:gd name="T4" fmla="*/ 34 w 93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0" h="1">
                    <a:moveTo>
                      <a:pt x="0" y="0"/>
                    </a:moveTo>
                    <a:lnTo>
                      <a:pt x="929" y="0"/>
                    </a:lnTo>
                    <a:lnTo>
                      <a:pt x="9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4" name="Freeform 63"/>
              <p:cNvSpPr>
                <a:spLocks/>
              </p:cNvSpPr>
              <p:nvPr/>
            </p:nvSpPr>
            <p:spPr bwMode="auto">
              <a:xfrm>
                <a:off x="4470" y="2768"/>
                <a:ext cx="21" cy="1"/>
              </a:xfrm>
              <a:custGeom>
                <a:avLst/>
                <a:gdLst>
                  <a:gd name="T0" fmla="*/ 0 w 65"/>
                  <a:gd name="T1" fmla="*/ 0 h 1"/>
                  <a:gd name="T2" fmla="*/ 2 w 65"/>
                  <a:gd name="T3" fmla="*/ 0 h 1"/>
                  <a:gd name="T4" fmla="*/ 2 w 6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1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24" name="Group 64"/>
            <p:cNvGrpSpPr>
              <a:grpSpLocks/>
            </p:cNvGrpSpPr>
            <p:nvPr/>
          </p:nvGrpSpPr>
          <p:grpSpPr bwMode="auto">
            <a:xfrm>
              <a:off x="1492" y="2035"/>
              <a:ext cx="292" cy="100"/>
              <a:chOff x="3594" y="1835"/>
              <a:chExt cx="292" cy="100"/>
            </a:xfrm>
          </p:grpSpPr>
          <p:sp>
            <p:nvSpPr>
              <p:cNvPr id="12343" name="Freeform 65"/>
              <p:cNvSpPr>
                <a:spLocks/>
              </p:cNvSpPr>
              <p:nvPr/>
            </p:nvSpPr>
            <p:spPr bwMode="auto">
              <a:xfrm>
                <a:off x="3594" y="1934"/>
                <a:ext cx="75" cy="1"/>
              </a:xfrm>
              <a:custGeom>
                <a:avLst/>
                <a:gdLst>
                  <a:gd name="T0" fmla="*/ 0 w 225"/>
                  <a:gd name="T1" fmla="*/ 0 h 1"/>
                  <a:gd name="T2" fmla="*/ 8 w 225"/>
                  <a:gd name="T3" fmla="*/ 0 h 1"/>
                  <a:gd name="T4" fmla="*/ 8 w 22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" h="1">
                    <a:moveTo>
                      <a:pt x="0" y="0"/>
                    </a:moveTo>
                    <a:lnTo>
                      <a:pt x="224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4" name="Freeform 66"/>
              <p:cNvSpPr>
                <a:spLocks/>
              </p:cNvSpPr>
              <p:nvPr/>
            </p:nvSpPr>
            <p:spPr bwMode="auto">
              <a:xfrm>
                <a:off x="3693" y="1934"/>
                <a:ext cx="95" cy="1"/>
              </a:xfrm>
              <a:custGeom>
                <a:avLst/>
                <a:gdLst>
                  <a:gd name="T0" fmla="*/ 0 w 285"/>
                  <a:gd name="T1" fmla="*/ 0 h 1"/>
                  <a:gd name="T2" fmla="*/ 11 w 285"/>
                  <a:gd name="T3" fmla="*/ 0 h 1"/>
                  <a:gd name="T4" fmla="*/ 11 w 28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5" h="1">
                    <a:moveTo>
                      <a:pt x="0" y="0"/>
                    </a:moveTo>
                    <a:lnTo>
                      <a:pt x="284" y="0"/>
                    </a:lnTo>
                    <a:lnTo>
                      <a:pt x="28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5" name="Freeform 67"/>
              <p:cNvSpPr>
                <a:spLocks/>
              </p:cNvSpPr>
              <p:nvPr/>
            </p:nvSpPr>
            <p:spPr bwMode="auto">
              <a:xfrm>
                <a:off x="3811" y="1934"/>
                <a:ext cx="75" cy="1"/>
              </a:xfrm>
              <a:custGeom>
                <a:avLst/>
                <a:gdLst>
                  <a:gd name="T0" fmla="*/ 0 w 225"/>
                  <a:gd name="T1" fmla="*/ 0 h 1"/>
                  <a:gd name="T2" fmla="*/ 8 w 225"/>
                  <a:gd name="T3" fmla="*/ 0 h 1"/>
                  <a:gd name="T4" fmla="*/ 8 w 22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" h="1">
                    <a:moveTo>
                      <a:pt x="0" y="0"/>
                    </a:moveTo>
                    <a:lnTo>
                      <a:pt x="223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6" name="Freeform 68"/>
              <p:cNvSpPr>
                <a:spLocks/>
              </p:cNvSpPr>
              <p:nvPr/>
            </p:nvSpPr>
            <p:spPr bwMode="auto">
              <a:xfrm>
                <a:off x="3594" y="1894"/>
                <a:ext cx="1" cy="40"/>
              </a:xfrm>
              <a:custGeom>
                <a:avLst/>
                <a:gdLst>
                  <a:gd name="T0" fmla="*/ 0 w 2"/>
                  <a:gd name="T1" fmla="*/ 4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7" name="Freeform 69"/>
              <p:cNvSpPr>
                <a:spLocks/>
              </p:cNvSpPr>
              <p:nvPr/>
            </p:nvSpPr>
            <p:spPr bwMode="auto">
              <a:xfrm>
                <a:off x="3594" y="1835"/>
                <a:ext cx="1" cy="40"/>
              </a:xfrm>
              <a:custGeom>
                <a:avLst/>
                <a:gdLst>
                  <a:gd name="T0" fmla="*/ 0 w 2"/>
                  <a:gd name="T1" fmla="*/ 4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8" name="Freeform 70"/>
              <p:cNvSpPr>
                <a:spLocks/>
              </p:cNvSpPr>
              <p:nvPr/>
            </p:nvSpPr>
            <p:spPr bwMode="auto">
              <a:xfrm>
                <a:off x="3885" y="1894"/>
                <a:ext cx="1" cy="40"/>
              </a:xfrm>
              <a:custGeom>
                <a:avLst/>
                <a:gdLst>
                  <a:gd name="T0" fmla="*/ 0 w 2"/>
                  <a:gd name="T1" fmla="*/ 4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9" name="Freeform 71"/>
              <p:cNvSpPr>
                <a:spLocks/>
              </p:cNvSpPr>
              <p:nvPr/>
            </p:nvSpPr>
            <p:spPr bwMode="auto">
              <a:xfrm>
                <a:off x="3885" y="1835"/>
                <a:ext cx="1" cy="40"/>
              </a:xfrm>
              <a:custGeom>
                <a:avLst/>
                <a:gdLst>
                  <a:gd name="T0" fmla="*/ 0 w 2"/>
                  <a:gd name="T1" fmla="*/ 4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25" name="Freeform 72"/>
            <p:cNvSpPr>
              <a:spLocks/>
            </p:cNvSpPr>
            <p:nvPr/>
          </p:nvSpPr>
          <p:spPr bwMode="auto">
            <a:xfrm>
              <a:off x="1883" y="1560"/>
              <a:ext cx="765" cy="1"/>
            </a:xfrm>
            <a:custGeom>
              <a:avLst/>
              <a:gdLst>
                <a:gd name="T0" fmla="*/ 85 w 2296"/>
                <a:gd name="T1" fmla="*/ 0 h 1"/>
                <a:gd name="T2" fmla="*/ 0 w 2296"/>
                <a:gd name="T3" fmla="*/ 0 h 1"/>
                <a:gd name="T4" fmla="*/ 0 w 229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6" h="1">
                  <a:moveTo>
                    <a:pt x="229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26" name="Group 73"/>
            <p:cNvGrpSpPr>
              <a:grpSpLocks/>
            </p:cNvGrpSpPr>
            <p:nvPr/>
          </p:nvGrpSpPr>
          <p:grpSpPr bwMode="auto">
            <a:xfrm>
              <a:off x="2265" y="1475"/>
              <a:ext cx="1" cy="872"/>
              <a:chOff x="4367" y="1275"/>
              <a:chExt cx="1" cy="872"/>
            </a:xfrm>
          </p:grpSpPr>
          <p:sp>
            <p:nvSpPr>
              <p:cNvPr id="12340" name="Freeform 74"/>
              <p:cNvSpPr>
                <a:spLocks/>
              </p:cNvSpPr>
              <p:nvPr/>
            </p:nvSpPr>
            <p:spPr bwMode="auto">
              <a:xfrm>
                <a:off x="4367" y="1756"/>
                <a:ext cx="1" cy="391"/>
              </a:xfrm>
              <a:custGeom>
                <a:avLst/>
                <a:gdLst>
                  <a:gd name="T0" fmla="*/ 0 w 1"/>
                  <a:gd name="T1" fmla="*/ 43 h 1174"/>
                  <a:gd name="T2" fmla="*/ 0 w 1"/>
                  <a:gd name="T3" fmla="*/ 0 h 1174"/>
                  <a:gd name="T4" fmla="*/ 1 w 1"/>
                  <a:gd name="T5" fmla="*/ 0 h 11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174">
                    <a:moveTo>
                      <a:pt x="0" y="11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1" name="Freeform 75"/>
              <p:cNvSpPr>
                <a:spLocks/>
              </p:cNvSpPr>
              <p:nvPr/>
            </p:nvSpPr>
            <p:spPr bwMode="auto">
              <a:xfrm>
                <a:off x="4367" y="1275"/>
                <a:ext cx="1" cy="363"/>
              </a:xfrm>
              <a:custGeom>
                <a:avLst/>
                <a:gdLst>
                  <a:gd name="T0" fmla="*/ 0 w 1"/>
                  <a:gd name="T1" fmla="*/ 40 h 1089"/>
                  <a:gd name="T2" fmla="*/ 0 w 1"/>
                  <a:gd name="T3" fmla="*/ 0 h 1089"/>
                  <a:gd name="T4" fmla="*/ 1 w 1"/>
                  <a:gd name="T5" fmla="*/ 0 h 108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89">
                    <a:moveTo>
                      <a:pt x="0" y="108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2" name="Freeform 76"/>
              <p:cNvSpPr>
                <a:spLocks/>
              </p:cNvSpPr>
              <p:nvPr/>
            </p:nvSpPr>
            <p:spPr bwMode="auto">
              <a:xfrm>
                <a:off x="4367" y="1681"/>
                <a:ext cx="1" cy="32"/>
              </a:xfrm>
              <a:custGeom>
                <a:avLst/>
                <a:gdLst>
                  <a:gd name="T0" fmla="*/ 0 w 1"/>
                  <a:gd name="T1" fmla="*/ 3 h 98"/>
                  <a:gd name="T2" fmla="*/ 0 w 1"/>
                  <a:gd name="T3" fmla="*/ 0 h 98"/>
                  <a:gd name="T4" fmla="*/ 1 w 1"/>
                  <a:gd name="T5" fmla="*/ 0 h 9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8">
                    <a:moveTo>
                      <a:pt x="0" y="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27" name="Group 77"/>
            <p:cNvGrpSpPr>
              <a:grpSpLocks/>
            </p:cNvGrpSpPr>
            <p:nvPr/>
          </p:nvGrpSpPr>
          <p:grpSpPr bwMode="auto">
            <a:xfrm>
              <a:off x="1990" y="1560"/>
              <a:ext cx="552" cy="192"/>
              <a:chOff x="4092" y="1360"/>
              <a:chExt cx="552" cy="192"/>
            </a:xfrm>
          </p:grpSpPr>
          <p:sp>
            <p:nvSpPr>
              <p:cNvPr id="12328" name="Freeform 78"/>
              <p:cNvSpPr>
                <a:spLocks/>
              </p:cNvSpPr>
              <p:nvPr/>
            </p:nvSpPr>
            <p:spPr bwMode="auto">
              <a:xfrm>
                <a:off x="4574" y="1491"/>
                <a:ext cx="1" cy="61"/>
              </a:xfrm>
              <a:custGeom>
                <a:avLst/>
                <a:gdLst>
                  <a:gd name="T0" fmla="*/ 0 w 1"/>
                  <a:gd name="T1" fmla="*/ 7 h 184"/>
                  <a:gd name="T2" fmla="*/ 0 w 1"/>
                  <a:gd name="T3" fmla="*/ 0 h 184"/>
                  <a:gd name="T4" fmla="*/ 1 w 1"/>
                  <a:gd name="T5" fmla="*/ 0 h 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9" name="Freeform 79"/>
              <p:cNvSpPr>
                <a:spLocks/>
              </p:cNvSpPr>
              <p:nvPr/>
            </p:nvSpPr>
            <p:spPr bwMode="auto">
              <a:xfrm>
                <a:off x="4497" y="1491"/>
                <a:ext cx="1" cy="61"/>
              </a:xfrm>
              <a:custGeom>
                <a:avLst/>
                <a:gdLst>
                  <a:gd name="T0" fmla="*/ 0 w 2"/>
                  <a:gd name="T1" fmla="*/ 7 h 184"/>
                  <a:gd name="T2" fmla="*/ 0 w 2"/>
                  <a:gd name="T3" fmla="*/ 0 h 184"/>
                  <a:gd name="T4" fmla="*/ 1 w 2"/>
                  <a:gd name="T5" fmla="*/ 0 h 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84">
                    <a:moveTo>
                      <a:pt x="0" y="18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0" name="Freeform 80"/>
              <p:cNvSpPr>
                <a:spLocks/>
              </p:cNvSpPr>
              <p:nvPr/>
            </p:nvSpPr>
            <p:spPr bwMode="auto">
              <a:xfrm>
                <a:off x="4222" y="1491"/>
                <a:ext cx="1" cy="61"/>
              </a:xfrm>
              <a:custGeom>
                <a:avLst/>
                <a:gdLst>
                  <a:gd name="T0" fmla="*/ 0 w 1"/>
                  <a:gd name="T1" fmla="*/ 7 h 184"/>
                  <a:gd name="T2" fmla="*/ 0 w 1"/>
                  <a:gd name="T3" fmla="*/ 0 h 184"/>
                  <a:gd name="T4" fmla="*/ 1 w 1"/>
                  <a:gd name="T5" fmla="*/ 0 h 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1" name="Freeform 81"/>
              <p:cNvSpPr>
                <a:spLocks/>
              </p:cNvSpPr>
              <p:nvPr/>
            </p:nvSpPr>
            <p:spPr bwMode="auto">
              <a:xfrm>
                <a:off x="4092" y="1491"/>
                <a:ext cx="87" cy="1"/>
              </a:xfrm>
              <a:custGeom>
                <a:avLst/>
                <a:gdLst>
                  <a:gd name="T0" fmla="*/ 0 w 259"/>
                  <a:gd name="T1" fmla="*/ 0 h 1"/>
                  <a:gd name="T2" fmla="*/ 10 w 259"/>
                  <a:gd name="T3" fmla="*/ 0 h 1"/>
                  <a:gd name="T4" fmla="*/ 10 w 25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9" h="1">
                    <a:moveTo>
                      <a:pt x="0" y="0"/>
                    </a:moveTo>
                    <a:lnTo>
                      <a:pt x="257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2" name="Freeform 82"/>
              <p:cNvSpPr>
                <a:spLocks/>
              </p:cNvSpPr>
              <p:nvPr/>
            </p:nvSpPr>
            <p:spPr bwMode="auto">
              <a:xfrm>
                <a:off x="4202" y="1491"/>
                <a:ext cx="95" cy="1"/>
              </a:xfrm>
              <a:custGeom>
                <a:avLst/>
                <a:gdLst>
                  <a:gd name="T0" fmla="*/ 0 w 286"/>
                  <a:gd name="T1" fmla="*/ 0 h 1"/>
                  <a:gd name="T2" fmla="*/ 10 w 286"/>
                  <a:gd name="T3" fmla="*/ 0 h 1"/>
                  <a:gd name="T4" fmla="*/ 11 w 286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3" name="Freeform 83"/>
              <p:cNvSpPr>
                <a:spLocks/>
              </p:cNvSpPr>
              <p:nvPr/>
            </p:nvSpPr>
            <p:spPr bwMode="auto">
              <a:xfrm>
                <a:off x="4320" y="1491"/>
                <a:ext cx="95" cy="1"/>
              </a:xfrm>
              <a:custGeom>
                <a:avLst/>
                <a:gdLst>
                  <a:gd name="T0" fmla="*/ 0 w 286"/>
                  <a:gd name="T1" fmla="*/ 0 h 1"/>
                  <a:gd name="T2" fmla="*/ 10 w 286"/>
                  <a:gd name="T3" fmla="*/ 0 h 1"/>
                  <a:gd name="T4" fmla="*/ 11 w 286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Freeform 84"/>
              <p:cNvSpPr>
                <a:spLocks/>
              </p:cNvSpPr>
              <p:nvPr/>
            </p:nvSpPr>
            <p:spPr bwMode="auto">
              <a:xfrm>
                <a:off x="4438" y="1491"/>
                <a:ext cx="96" cy="1"/>
              </a:xfrm>
              <a:custGeom>
                <a:avLst/>
                <a:gdLst>
                  <a:gd name="T0" fmla="*/ 0 w 286"/>
                  <a:gd name="T1" fmla="*/ 0 h 1"/>
                  <a:gd name="T2" fmla="*/ 11 w 286"/>
                  <a:gd name="T3" fmla="*/ 0 h 1"/>
                  <a:gd name="T4" fmla="*/ 11 w 286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Freeform 85"/>
              <p:cNvSpPr>
                <a:spLocks/>
              </p:cNvSpPr>
              <p:nvPr/>
            </p:nvSpPr>
            <p:spPr bwMode="auto">
              <a:xfrm>
                <a:off x="4557" y="1491"/>
                <a:ext cx="86" cy="1"/>
              </a:xfrm>
              <a:custGeom>
                <a:avLst/>
                <a:gdLst>
                  <a:gd name="T0" fmla="*/ 0 w 259"/>
                  <a:gd name="T1" fmla="*/ 0 h 1"/>
                  <a:gd name="T2" fmla="*/ 10 w 259"/>
                  <a:gd name="T3" fmla="*/ 0 h 1"/>
                  <a:gd name="T4" fmla="*/ 10 w 25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9" h="1">
                    <a:moveTo>
                      <a:pt x="0" y="0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6" name="Freeform 86"/>
              <p:cNvSpPr>
                <a:spLocks/>
              </p:cNvSpPr>
              <p:nvPr/>
            </p:nvSpPr>
            <p:spPr bwMode="auto">
              <a:xfrm>
                <a:off x="4092" y="1437"/>
                <a:ext cx="1" cy="54"/>
              </a:xfrm>
              <a:custGeom>
                <a:avLst/>
                <a:gdLst>
                  <a:gd name="T0" fmla="*/ 0 w 1"/>
                  <a:gd name="T1" fmla="*/ 6 h 160"/>
                  <a:gd name="T2" fmla="*/ 0 w 1"/>
                  <a:gd name="T3" fmla="*/ 0 h 160"/>
                  <a:gd name="T4" fmla="*/ 1 w 1"/>
                  <a:gd name="T5" fmla="*/ 0 h 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7" name="Freeform 87"/>
              <p:cNvSpPr>
                <a:spLocks/>
              </p:cNvSpPr>
              <p:nvPr/>
            </p:nvSpPr>
            <p:spPr bwMode="auto">
              <a:xfrm>
                <a:off x="4092" y="1360"/>
                <a:ext cx="1" cy="53"/>
              </a:xfrm>
              <a:custGeom>
                <a:avLst/>
                <a:gdLst>
                  <a:gd name="T0" fmla="*/ 0 w 1"/>
                  <a:gd name="T1" fmla="*/ 6 h 159"/>
                  <a:gd name="T2" fmla="*/ 0 w 1"/>
                  <a:gd name="T3" fmla="*/ 0 h 159"/>
                  <a:gd name="T4" fmla="*/ 1 w 1"/>
                  <a:gd name="T5" fmla="*/ 0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8" name="Freeform 88"/>
              <p:cNvSpPr>
                <a:spLocks/>
              </p:cNvSpPr>
              <p:nvPr/>
            </p:nvSpPr>
            <p:spPr bwMode="auto">
              <a:xfrm>
                <a:off x="4643" y="1437"/>
                <a:ext cx="1" cy="54"/>
              </a:xfrm>
              <a:custGeom>
                <a:avLst/>
                <a:gdLst>
                  <a:gd name="T0" fmla="*/ 0 w 1"/>
                  <a:gd name="T1" fmla="*/ 6 h 160"/>
                  <a:gd name="T2" fmla="*/ 0 w 1"/>
                  <a:gd name="T3" fmla="*/ 0 h 160"/>
                  <a:gd name="T4" fmla="*/ 1 w 1"/>
                  <a:gd name="T5" fmla="*/ 0 h 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9" name="Freeform 89"/>
              <p:cNvSpPr>
                <a:spLocks/>
              </p:cNvSpPr>
              <p:nvPr/>
            </p:nvSpPr>
            <p:spPr bwMode="auto">
              <a:xfrm>
                <a:off x="4643" y="1360"/>
                <a:ext cx="1" cy="53"/>
              </a:xfrm>
              <a:custGeom>
                <a:avLst/>
                <a:gdLst>
                  <a:gd name="T0" fmla="*/ 0 w 1"/>
                  <a:gd name="T1" fmla="*/ 6 h 159"/>
                  <a:gd name="T2" fmla="*/ 0 w 1"/>
                  <a:gd name="T3" fmla="*/ 0 h 159"/>
                  <a:gd name="T4" fmla="*/ 1 w 1"/>
                  <a:gd name="T5" fmla="*/ 0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2293" name="Picture 90" descr="书6-7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4" t="5930" r="19426" b="9741"/>
          <a:stretch>
            <a:fillRect/>
          </a:stretch>
        </p:blipFill>
        <p:spPr bwMode="auto">
          <a:xfrm>
            <a:off x="4597400" y="2446338"/>
            <a:ext cx="3019425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0785CA2-1F7C-4975-96C5-DF9929502B1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pic>
        <p:nvPicPr>
          <p:cNvPr id="207874" name="Picture 2" descr="书6-7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4" t="5930" r="19426" b="9741"/>
          <a:stretch>
            <a:fillRect/>
          </a:stretch>
        </p:blipFill>
        <p:spPr bwMode="auto">
          <a:xfrm>
            <a:off x="1293813" y="3451225"/>
            <a:ext cx="2438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7875" name="Group 3"/>
          <p:cNvGrpSpPr>
            <a:grpSpLocks/>
          </p:cNvGrpSpPr>
          <p:nvPr/>
        </p:nvGrpSpPr>
        <p:grpSpPr bwMode="auto">
          <a:xfrm>
            <a:off x="587375" y="2082800"/>
            <a:ext cx="4438650" cy="4343400"/>
            <a:chOff x="2590" y="1368"/>
            <a:chExt cx="2796" cy="2736"/>
          </a:xfrm>
        </p:grpSpPr>
        <p:grpSp>
          <p:nvGrpSpPr>
            <p:cNvPr id="13418" name="Group 4"/>
            <p:cNvGrpSpPr>
              <a:grpSpLocks/>
            </p:cNvGrpSpPr>
            <p:nvPr/>
          </p:nvGrpSpPr>
          <p:grpSpPr bwMode="auto">
            <a:xfrm>
              <a:off x="2590" y="1368"/>
              <a:ext cx="2796" cy="2736"/>
              <a:chOff x="243" y="855"/>
              <a:chExt cx="2796" cy="2736"/>
            </a:xfrm>
          </p:grpSpPr>
          <p:grpSp>
            <p:nvGrpSpPr>
              <p:cNvPr id="13423" name="Group 5"/>
              <p:cNvGrpSpPr>
                <a:grpSpLocks/>
              </p:cNvGrpSpPr>
              <p:nvPr/>
            </p:nvGrpSpPr>
            <p:grpSpPr bwMode="auto">
              <a:xfrm>
                <a:off x="243" y="855"/>
                <a:ext cx="2796" cy="2736"/>
                <a:chOff x="243" y="855"/>
                <a:chExt cx="2796" cy="2736"/>
              </a:xfrm>
            </p:grpSpPr>
            <p:sp>
              <p:nvSpPr>
                <p:cNvPr id="13448" name="Freeform 6"/>
                <p:cNvSpPr>
                  <a:spLocks/>
                </p:cNvSpPr>
                <p:nvPr/>
              </p:nvSpPr>
              <p:spPr bwMode="auto">
                <a:xfrm>
                  <a:off x="249" y="1971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49" name="Freeform 7"/>
                <p:cNvSpPr>
                  <a:spLocks/>
                </p:cNvSpPr>
                <p:nvPr/>
              </p:nvSpPr>
              <p:spPr bwMode="auto">
                <a:xfrm>
                  <a:off x="243" y="855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24" name="Group 8"/>
              <p:cNvGrpSpPr>
                <a:grpSpLocks/>
              </p:cNvGrpSpPr>
              <p:nvPr/>
            </p:nvGrpSpPr>
            <p:grpSpPr bwMode="auto">
              <a:xfrm>
                <a:off x="865" y="2535"/>
                <a:ext cx="1472" cy="854"/>
                <a:chOff x="1822" y="2376"/>
                <a:chExt cx="1472" cy="854"/>
              </a:xfrm>
            </p:grpSpPr>
            <p:sp>
              <p:nvSpPr>
                <p:cNvPr id="13425" name="Oval 9"/>
                <p:cNvSpPr>
                  <a:spLocks noChangeArrowheads="1"/>
                </p:cNvSpPr>
                <p:nvPr/>
              </p:nvSpPr>
              <p:spPr bwMode="auto">
                <a:xfrm>
                  <a:off x="2352" y="2796"/>
                  <a:ext cx="216" cy="13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426" name="Freeform 10"/>
                <p:cNvSpPr>
                  <a:spLocks/>
                </p:cNvSpPr>
                <p:nvPr/>
              </p:nvSpPr>
              <p:spPr bwMode="auto">
                <a:xfrm>
                  <a:off x="2102" y="2947"/>
                  <a:ext cx="171" cy="23"/>
                </a:xfrm>
                <a:custGeom>
                  <a:avLst/>
                  <a:gdLst>
                    <a:gd name="T0" fmla="*/ 19 w 513"/>
                    <a:gd name="T1" fmla="*/ 3 h 67"/>
                    <a:gd name="T2" fmla="*/ 9 w 513"/>
                    <a:gd name="T3" fmla="*/ 0 h 67"/>
                    <a:gd name="T4" fmla="*/ 0 w 513"/>
                    <a:gd name="T5" fmla="*/ 3 h 67"/>
                    <a:gd name="T6" fmla="*/ 0 w 513"/>
                    <a:gd name="T7" fmla="*/ 3 h 6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13" h="67">
                      <a:moveTo>
                        <a:pt x="513" y="67"/>
                      </a:moveTo>
                      <a:lnTo>
                        <a:pt x="256" y="0"/>
                      </a:ln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27" name="Oval 11"/>
                <p:cNvSpPr>
                  <a:spLocks noChangeArrowheads="1"/>
                </p:cNvSpPr>
                <p:nvPr/>
              </p:nvSpPr>
              <p:spPr bwMode="auto">
                <a:xfrm>
                  <a:off x="2406" y="2838"/>
                  <a:ext cx="108" cy="4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42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004" y="2381"/>
                  <a:ext cx="1290" cy="7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9" name="Freeform 13"/>
                <p:cNvSpPr>
                  <a:spLocks/>
                </p:cNvSpPr>
                <p:nvPr/>
              </p:nvSpPr>
              <p:spPr bwMode="auto">
                <a:xfrm>
                  <a:off x="2774" y="2490"/>
                  <a:ext cx="322" cy="190"/>
                </a:xfrm>
                <a:custGeom>
                  <a:avLst/>
                  <a:gdLst>
                    <a:gd name="T0" fmla="*/ 232 w 322"/>
                    <a:gd name="T1" fmla="*/ 12 h 190"/>
                    <a:gd name="T2" fmla="*/ 154 w 322"/>
                    <a:gd name="T3" fmla="*/ 0 h 190"/>
                    <a:gd name="T4" fmla="*/ 88 w 322"/>
                    <a:gd name="T5" fmla="*/ 9 h 190"/>
                    <a:gd name="T6" fmla="*/ 40 w 322"/>
                    <a:gd name="T7" fmla="*/ 30 h 190"/>
                    <a:gd name="T8" fmla="*/ 13 w 322"/>
                    <a:gd name="T9" fmla="*/ 57 h 190"/>
                    <a:gd name="T10" fmla="*/ 1 w 322"/>
                    <a:gd name="T11" fmla="*/ 99 h 190"/>
                    <a:gd name="T12" fmla="*/ 19 w 322"/>
                    <a:gd name="T13" fmla="*/ 141 h 190"/>
                    <a:gd name="T14" fmla="*/ 46 w 322"/>
                    <a:gd name="T15" fmla="*/ 168 h 190"/>
                    <a:gd name="T16" fmla="*/ 112 w 322"/>
                    <a:gd name="T17" fmla="*/ 186 h 190"/>
                    <a:gd name="T18" fmla="*/ 163 w 322"/>
                    <a:gd name="T19" fmla="*/ 189 h 190"/>
                    <a:gd name="T20" fmla="*/ 226 w 322"/>
                    <a:gd name="T21" fmla="*/ 180 h 190"/>
                    <a:gd name="T22" fmla="*/ 280 w 322"/>
                    <a:gd name="T23" fmla="*/ 162 h 190"/>
                    <a:gd name="T24" fmla="*/ 310 w 322"/>
                    <a:gd name="T25" fmla="*/ 135 h 190"/>
                    <a:gd name="T26" fmla="*/ 322 w 322"/>
                    <a:gd name="T27" fmla="*/ 99 h 190"/>
                    <a:gd name="T28" fmla="*/ 310 w 322"/>
                    <a:gd name="T29" fmla="*/ 54 h 19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322" h="190">
                      <a:moveTo>
                        <a:pt x="232" y="12"/>
                      </a:moveTo>
                      <a:cubicBezTo>
                        <a:pt x="219" y="10"/>
                        <a:pt x="178" y="0"/>
                        <a:pt x="154" y="0"/>
                      </a:cubicBezTo>
                      <a:cubicBezTo>
                        <a:pt x="130" y="0"/>
                        <a:pt x="107" y="4"/>
                        <a:pt x="88" y="9"/>
                      </a:cubicBezTo>
                      <a:cubicBezTo>
                        <a:pt x="69" y="14"/>
                        <a:pt x="52" y="22"/>
                        <a:pt x="40" y="30"/>
                      </a:cubicBezTo>
                      <a:cubicBezTo>
                        <a:pt x="28" y="38"/>
                        <a:pt x="19" y="46"/>
                        <a:pt x="13" y="57"/>
                      </a:cubicBezTo>
                      <a:cubicBezTo>
                        <a:pt x="7" y="68"/>
                        <a:pt x="0" y="85"/>
                        <a:pt x="1" y="99"/>
                      </a:cubicBezTo>
                      <a:cubicBezTo>
                        <a:pt x="2" y="113"/>
                        <a:pt x="12" y="130"/>
                        <a:pt x="19" y="141"/>
                      </a:cubicBezTo>
                      <a:cubicBezTo>
                        <a:pt x="26" y="152"/>
                        <a:pt x="30" y="160"/>
                        <a:pt x="46" y="168"/>
                      </a:cubicBezTo>
                      <a:cubicBezTo>
                        <a:pt x="62" y="176"/>
                        <a:pt x="93" y="183"/>
                        <a:pt x="112" y="186"/>
                      </a:cubicBezTo>
                      <a:cubicBezTo>
                        <a:pt x="131" y="189"/>
                        <a:pt x="144" y="190"/>
                        <a:pt x="163" y="189"/>
                      </a:cubicBezTo>
                      <a:cubicBezTo>
                        <a:pt x="182" y="188"/>
                        <a:pt x="207" y="184"/>
                        <a:pt x="226" y="180"/>
                      </a:cubicBezTo>
                      <a:cubicBezTo>
                        <a:pt x="245" y="176"/>
                        <a:pt x="266" y="170"/>
                        <a:pt x="280" y="162"/>
                      </a:cubicBezTo>
                      <a:cubicBezTo>
                        <a:pt x="294" y="154"/>
                        <a:pt x="303" y="145"/>
                        <a:pt x="310" y="135"/>
                      </a:cubicBezTo>
                      <a:cubicBezTo>
                        <a:pt x="317" y="125"/>
                        <a:pt x="322" y="112"/>
                        <a:pt x="322" y="99"/>
                      </a:cubicBezTo>
                      <a:cubicBezTo>
                        <a:pt x="322" y="86"/>
                        <a:pt x="312" y="63"/>
                        <a:pt x="310" y="54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30" name="Oval 14"/>
                <p:cNvSpPr>
                  <a:spLocks noChangeArrowheads="1"/>
                </p:cNvSpPr>
                <p:nvPr/>
              </p:nvSpPr>
              <p:spPr bwMode="auto">
                <a:xfrm>
                  <a:off x="2700" y="2437"/>
                  <a:ext cx="468" cy="29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431" name="Oval 15"/>
                <p:cNvSpPr>
                  <a:spLocks noChangeArrowheads="1"/>
                </p:cNvSpPr>
                <p:nvPr/>
              </p:nvSpPr>
              <p:spPr bwMode="auto">
                <a:xfrm>
                  <a:off x="2598" y="2376"/>
                  <a:ext cx="678" cy="41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432" name="Freeform 16"/>
                <p:cNvSpPr>
                  <a:spLocks/>
                </p:cNvSpPr>
                <p:nvPr/>
              </p:nvSpPr>
              <p:spPr bwMode="auto">
                <a:xfrm>
                  <a:off x="1822" y="2938"/>
                  <a:ext cx="169" cy="96"/>
                </a:xfrm>
                <a:custGeom>
                  <a:avLst/>
                  <a:gdLst>
                    <a:gd name="T0" fmla="*/ 0 w 505"/>
                    <a:gd name="T1" fmla="*/ 0 h 289"/>
                    <a:gd name="T2" fmla="*/ 19 w 505"/>
                    <a:gd name="T3" fmla="*/ 11 h 289"/>
                    <a:gd name="T4" fmla="*/ 19 w 505"/>
                    <a:gd name="T5" fmla="*/ 11 h 28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05" h="289">
                      <a:moveTo>
                        <a:pt x="0" y="0"/>
                      </a:moveTo>
                      <a:lnTo>
                        <a:pt x="504" y="289"/>
                      </a:lnTo>
                      <a:lnTo>
                        <a:pt x="505" y="28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3" name="Freeform 17"/>
                <p:cNvSpPr>
                  <a:spLocks/>
                </p:cNvSpPr>
                <p:nvPr/>
              </p:nvSpPr>
              <p:spPr bwMode="auto">
                <a:xfrm>
                  <a:off x="1822" y="2441"/>
                  <a:ext cx="860" cy="497"/>
                </a:xfrm>
                <a:custGeom>
                  <a:avLst/>
                  <a:gdLst>
                    <a:gd name="T0" fmla="*/ 96 w 2580"/>
                    <a:gd name="T1" fmla="*/ 0 h 1491"/>
                    <a:gd name="T2" fmla="*/ 0 w 2580"/>
                    <a:gd name="T3" fmla="*/ 55 h 1491"/>
                    <a:gd name="T4" fmla="*/ 0 w 2580"/>
                    <a:gd name="T5" fmla="*/ 55 h 149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580" h="1491">
                      <a:moveTo>
                        <a:pt x="2580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4" name="Freeform 18"/>
                <p:cNvSpPr>
                  <a:spLocks/>
                </p:cNvSpPr>
                <p:nvPr/>
              </p:nvSpPr>
              <p:spPr bwMode="auto">
                <a:xfrm>
                  <a:off x="2328" y="2733"/>
                  <a:ext cx="860" cy="497"/>
                </a:xfrm>
                <a:custGeom>
                  <a:avLst/>
                  <a:gdLst>
                    <a:gd name="T0" fmla="*/ 96 w 2579"/>
                    <a:gd name="T1" fmla="*/ 0 h 1491"/>
                    <a:gd name="T2" fmla="*/ 0 w 2579"/>
                    <a:gd name="T3" fmla="*/ 55 h 1491"/>
                    <a:gd name="T4" fmla="*/ 0 w 2579"/>
                    <a:gd name="T5" fmla="*/ 55 h 149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579" h="1491">
                      <a:moveTo>
                        <a:pt x="2579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5" name="Freeform 19"/>
                <p:cNvSpPr>
                  <a:spLocks/>
                </p:cNvSpPr>
                <p:nvPr/>
              </p:nvSpPr>
              <p:spPr bwMode="auto">
                <a:xfrm>
                  <a:off x="3005" y="2481"/>
                  <a:ext cx="40" cy="23"/>
                </a:xfrm>
                <a:custGeom>
                  <a:avLst/>
                  <a:gdLst>
                    <a:gd name="T0" fmla="*/ 4 w 120"/>
                    <a:gd name="T1" fmla="*/ 0 h 70"/>
                    <a:gd name="T2" fmla="*/ 0 w 120"/>
                    <a:gd name="T3" fmla="*/ 3 h 70"/>
                    <a:gd name="T4" fmla="*/ 0 w 120"/>
                    <a:gd name="T5" fmla="*/ 3 h 7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0" h="70">
                      <a:moveTo>
                        <a:pt x="120" y="0"/>
                      </a:moveTo>
                      <a:lnTo>
                        <a:pt x="0" y="70"/>
                      </a:lnTo>
                      <a:lnTo>
                        <a:pt x="1" y="7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6" name="Freeform 20"/>
                <p:cNvSpPr>
                  <a:spLocks/>
                </p:cNvSpPr>
                <p:nvPr/>
              </p:nvSpPr>
              <p:spPr bwMode="auto">
                <a:xfrm>
                  <a:off x="3075" y="2525"/>
                  <a:ext cx="46" cy="26"/>
                </a:xfrm>
                <a:custGeom>
                  <a:avLst/>
                  <a:gdLst>
                    <a:gd name="T0" fmla="*/ 5 w 137"/>
                    <a:gd name="T1" fmla="*/ 0 h 79"/>
                    <a:gd name="T2" fmla="*/ 0 w 137"/>
                    <a:gd name="T3" fmla="*/ 3 h 79"/>
                    <a:gd name="T4" fmla="*/ 0 w 137"/>
                    <a:gd name="T5" fmla="*/ 3 h 7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7" h="79">
                      <a:moveTo>
                        <a:pt x="137" y="0"/>
                      </a:moveTo>
                      <a:lnTo>
                        <a:pt x="0" y="79"/>
                      </a:lnTo>
                      <a:lnTo>
                        <a:pt x="1" y="7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7" name="Freeform 21"/>
                <p:cNvSpPr>
                  <a:spLocks/>
                </p:cNvSpPr>
                <p:nvPr/>
              </p:nvSpPr>
              <p:spPr bwMode="auto">
                <a:xfrm>
                  <a:off x="3039" y="2481"/>
                  <a:ext cx="76" cy="44"/>
                </a:xfrm>
                <a:custGeom>
                  <a:avLst/>
                  <a:gdLst>
                    <a:gd name="T0" fmla="*/ 0 w 229"/>
                    <a:gd name="T1" fmla="*/ 0 h 132"/>
                    <a:gd name="T2" fmla="*/ 8 w 229"/>
                    <a:gd name="T3" fmla="*/ 5 h 132"/>
                    <a:gd name="T4" fmla="*/ 8 w 229"/>
                    <a:gd name="T5" fmla="*/ 5 h 13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9" h="132">
                      <a:moveTo>
                        <a:pt x="0" y="0"/>
                      </a:moveTo>
                      <a:lnTo>
                        <a:pt x="228" y="132"/>
                      </a:lnTo>
                      <a:lnTo>
                        <a:pt x="229" y="132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8" name="Freeform 22"/>
                <p:cNvSpPr>
                  <a:spLocks/>
                </p:cNvSpPr>
                <p:nvPr/>
              </p:nvSpPr>
              <p:spPr bwMode="auto">
                <a:xfrm>
                  <a:off x="1990" y="2970"/>
                  <a:ext cx="112" cy="64"/>
                </a:xfrm>
                <a:custGeom>
                  <a:avLst/>
                  <a:gdLst>
                    <a:gd name="T0" fmla="*/ 13 w 334"/>
                    <a:gd name="T1" fmla="*/ 0 h 194"/>
                    <a:gd name="T2" fmla="*/ 0 w 334"/>
                    <a:gd name="T3" fmla="*/ 7 h 194"/>
                    <a:gd name="T4" fmla="*/ 0 w 334"/>
                    <a:gd name="T5" fmla="*/ 7 h 19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34" h="194">
                      <a:moveTo>
                        <a:pt x="334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9" name="Freeform 23"/>
                <p:cNvSpPr>
                  <a:spLocks/>
                </p:cNvSpPr>
                <p:nvPr/>
              </p:nvSpPr>
              <p:spPr bwMode="auto">
                <a:xfrm>
                  <a:off x="2161" y="3069"/>
                  <a:ext cx="112" cy="64"/>
                </a:xfrm>
                <a:custGeom>
                  <a:avLst/>
                  <a:gdLst>
                    <a:gd name="T0" fmla="*/ 12 w 336"/>
                    <a:gd name="T1" fmla="*/ 0 h 194"/>
                    <a:gd name="T2" fmla="*/ 0 w 336"/>
                    <a:gd name="T3" fmla="*/ 7 h 194"/>
                    <a:gd name="T4" fmla="*/ 0 w 336"/>
                    <a:gd name="T5" fmla="*/ 7 h 19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36" h="194">
                      <a:moveTo>
                        <a:pt x="336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40" name="Freeform 24"/>
                <p:cNvSpPr>
                  <a:spLocks/>
                </p:cNvSpPr>
                <p:nvPr/>
              </p:nvSpPr>
              <p:spPr bwMode="auto">
                <a:xfrm>
                  <a:off x="2273" y="2970"/>
                  <a:ext cx="25" cy="99"/>
                </a:xfrm>
                <a:custGeom>
                  <a:avLst/>
                  <a:gdLst>
                    <a:gd name="T0" fmla="*/ 0 w 75"/>
                    <a:gd name="T1" fmla="*/ 11 h 297"/>
                    <a:gd name="T2" fmla="*/ 3 w 75"/>
                    <a:gd name="T3" fmla="*/ 8 h 297"/>
                    <a:gd name="T4" fmla="*/ 3 w 75"/>
                    <a:gd name="T5" fmla="*/ 3 h 297"/>
                    <a:gd name="T6" fmla="*/ 0 w 75"/>
                    <a:gd name="T7" fmla="*/ 0 h 297"/>
                    <a:gd name="T8" fmla="*/ 0 w 75"/>
                    <a:gd name="T9" fmla="*/ 0 h 29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" h="297">
                      <a:moveTo>
                        <a:pt x="0" y="297"/>
                      </a:moveTo>
                      <a:lnTo>
                        <a:pt x="75" y="208"/>
                      </a:lnTo>
                      <a:lnTo>
                        <a:pt x="75" y="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41" name="Freeform 25"/>
                <p:cNvSpPr>
                  <a:spLocks/>
                </p:cNvSpPr>
                <p:nvPr/>
              </p:nvSpPr>
              <p:spPr bwMode="auto">
                <a:xfrm>
                  <a:off x="2161" y="3133"/>
                  <a:ext cx="168" cy="97"/>
                </a:xfrm>
                <a:custGeom>
                  <a:avLst/>
                  <a:gdLst>
                    <a:gd name="T0" fmla="*/ 0 w 504"/>
                    <a:gd name="T1" fmla="*/ 0 h 290"/>
                    <a:gd name="T2" fmla="*/ 19 w 504"/>
                    <a:gd name="T3" fmla="*/ 11 h 290"/>
                    <a:gd name="T4" fmla="*/ 19 w 504"/>
                    <a:gd name="T5" fmla="*/ 11 h 29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04" h="290">
                      <a:moveTo>
                        <a:pt x="0" y="0"/>
                      </a:moveTo>
                      <a:lnTo>
                        <a:pt x="503" y="290"/>
                      </a:lnTo>
                      <a:lnTo>
                        <a:pt x="504" y="29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42" name="Freeform 26"/>
                <p:cNvSpPr>
                  <a:spLocks/>
                </p:cNvSpPr>
                <p:nvPr/>
              </p:nvSpPr>
              <p:spPr bwMode="auto">
                <a:xfrm>
                  <a:off x="2336" y="2790"/>
                  <a:ext cx="243" cy="141"/>
                </a:xfrm>
                <a:custGeom>
                  <a:avLst/>
                  <a:gdLst>
                    <a:gd name="T0" fmla="*/ 0 w 730"/>
                    <a:gd name="T1" fmla="*/ 0 h 421"/>
                    <a:gd name="T2" fmla="*/ 27 w 730"/>
                    <a:gd name="T3" fmla="*/ 16 h 421"/>
                    <a:gd name="T4" fmla="*/ 27 w 730"/>
                    <a:gd name="T5" fmla="*/ 16 h 42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30" h="421">
                      <a:moveTo>
                        <a:pt x="0" y="0"/>
                      </a:moveTo>
                      <a:lnTo>
                        <a:pt x="729" y="421"/>
                      </a:lnTo>
                      <a:lnTo>
                        <a:pt x="730" y="42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43" name="Freeform 27"/>
                <p:cNvSpPr>
                  <a:spLocks/>
                </p:cNvSpPr>
                <p:nvPr/>
              </p:nvSpPr>
              <p:spPr bwMode="auto">
                <a:xfrm>
                  <a:off x="2066" y="2949"/>
                  <a:ext cx="259" cy="150"/>
                </a:xfrm>
                <a:custGeom>
                  <a:avLst/>
                  <a:gdLst>
                    <a:gd name="T0" fmla="*/ 0 w 777"/>
                    <a:gd name="T1" fmla="*/ 0 h 449"/>
                    <a:gd name="T2" fmla="*/ 29 w 777"/>
                    <a:gd name="T3" fmla="*/ 17 h 449"/>
                    <a:gd name="T4" fmla="*/ 29 w 777"/>
                    <a:gd name="T5" fmla="*/ 17 h 44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77" h="449">
                      <a:moveTo>
                        <a:pt x="0" y="0"/>
                      </a:moveTo>
                      <a:lnTo>
                        <a:pt x="776" y="449"/>
                      </a:lnTo>
                      <a:lnTo>
                        <a:pt x="777" y="44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3444" name="Group 28"/>
                <p:cNvGrpSpPr>
                  <a:grpSpLocks/>
                </p:cNvGrpSpPr>
                <p:nvPr/>
              </p:nvGrpSpPr>
              <p:grpSpPr bwMode="auto">
                <a:xfrm>
                  <a:off x="2654" y="2424"/>
                  <a:ext cx="601" cy="348"/>
                  <a:chOff x="2654" y="2424"/>
                  <a:chExt cx="601" cy="348"/>
                </a:xfrm>
              </p:grpSpPr>
              <p:sp>
                <p:nvSpPr>
                  <p:cNvPr id="13445" name="Freeform 29"/>
                  <p:cNvSpPr>
                    <a:spLocks/>
                  </p:cNvSpPr>
                  <p:nvPr/>
                </p:nvSpPr>
                <p:spPr bwMode="auto">
                  <a:xfrm>
                    <a:off x="2654" y="2424"/>
                    <a:ext cx="199" cy="116"/>
                  </a:xfrm>
                  <a:custGeom>
                    <a:avLst/>
                    <a:gdLst>
                      <a:gd name="T0" fmla="*/ 0 w 599"/>
                      <a:gd name="T1" fmla="*/ 0 h 347"/>
                      <a:gd name="T2" fmla="*/ 22 w 599"/>
                      <a:gd name="T3" fmla="*/ 13 h 347"/>
                      <a:gd name="T4" fmla="*/ 22 w 599"/>
                      <a:gd name="T5" fmla="*/ 13 h 34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99" h="347">
                        <a:moveTo>
                          <a:pt x="0" y="0"/>
                        </a:moveTo>
                        <a:lnTo>
                          <a:pt x="598" y="347"/>
                        </a:lnTo>
                        <a:lnTo>
                          <a:pt x="599" y="347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46" name="Freeform 30"/>
                  <p:cNvSpPr>
                    <a:spLocks/>
                  </p:cNvSpPr>
                  <p:nvPr/>
                </p:nvSpPr>
                <p:spPr bwMode="auto">
                  <a:xfrm>
                    <a:off x="2876" y="2552"/>
                    <a:ext cx="5" cy="4"/>
                  </a:xfrm>
                  <a:custGeom>
                    <a:avLst/>
                    <a:gdLst>
                      <a:gd name="T0" fmla="*/ 0 w 16"/>
                      <a:gd name="T1" fmla="*/ 0 h 10"/>
                      <a:gd name="T2" fmla="*/ 1 w 16"/>
                      <a:gd name="T3" fmla="*/ 1 h 10"/>
                      <a:gd name="T4" fmla="*/ 1 w 16"/>
                      <a:gd name="T5" fmla="*/ 1 h 1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6" h="10">
                        <a:moveTo>
                          <a:pt x="0" y="0"/>
                        </a:moveTo>
                        <a:lnTo>
                          <a:pt x="15" y="10"/>
                        </a:lnTo>
                        <a:lnTo>
                          <a:pt x="16" y="1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47" name="Freeform 31"/>
                  <p:cNvSpPr>
                    <a:spLocks/>
                  </p:cNvSpPr>
                  <p:nvPr/>
                </p:nvSpPr>
                <p:spPr bwMode="auto">
                  <a:xfrm>
                    <a:off x="2899" y="2566"/>
                    <a:ext cx="356" cy="206"/>
                  </a:xfrm>
                  <a:custGeom>
                    <a:avLst/>
                    <a:gdLst>
                      <a:gd name="T0" fmla="*/ 0 w 1069"/>
                      <a:gd name="T1" fmla="*/ 0 h 618"/>
                      <a:gd name="T2" fmla="*/ 40 w 1069"/>
                      <a:gd name="T3" fmla="*/ 23 h 618"/>
                      <a:gd name="T4" fmla="*/ 40 w 1069"/>
                      <a:gd name="T5" fmla="*/ 23 h 6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069" h="618">
                        <a:moveTo>
                          <a:pt x="0" y="0"/>
                        </a:moveTo>
                        <a:lnTo>
                          <a:pt x="1068" y="618"/>
                        </a:lnTo>
                        <a:lnTo>
                          <a:pt x="1069" y="618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3419" name="Group 32"/>
            <p:cNvGrpSpPr>
              <a:grpSpLocks/>
            </p:cNvGrpSpPr>
            <p:nvPr/>
          </p:nvGrpSpPr>
          <p:grpSpPr bwMode="auto">
            <a:xfrm>
              <a:off x="3058" y="1783"/>
              <a:ext cx="1919" cy="2078"/>
              <a:chOff x="3058" y="1783"/>
              <a:chExt cx="1919" cy="2078"/>
            </a:xfrm>
          </p:grpSpPr>
          <p:pic>
            <p:nvPicPr>
              <p:cNvPr id="13420" name="Picture 33" descr="书6-7-2a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533" t="20857" r="29388" b="22038"/>
              <a:stretch>
                <a:fillRect/>
              </a:stretch>
            </p:blipFill>
            <p:spPr bwMode="auto">
              <a:xfrm>
                <a:off x="3058" y="2188"/>
                <a:ext cx="1430" cy="1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21" name="Freeform 34"/>
              <p:cNvSpPr>
                <a:spLocks/>
              </p:cNvSpPr>
              <p:nvPr/>
            </p:nvSpPr>
            <p:spPr bwMode="auto">
              <a:xfrm>
                <a:off x="3277" y="1783"/>
                <a:ext cx="1700" cy="2078"/>
              </a:xfrm>
              <a:custGeom>
                <a:avLst/>
                <a:gdLst>
                  <a:gd name="T0" fmla="*/ 11 w 1700"/>
                  <a:gd name="T1" fmla="*/ 966 h 2078"/>
                  <a:gd name="T2" fmla="*/ 1700 w 1700"/>
                  <a:gd name="T3" fmla="*/ 0 h 2078"/>
                  <a:gd name="T4" fmla="*/ 1700 w 1700"/>
                  <a:gd name="T5" fmla="*/ 1100 h 2078"/>
                  <a:gd name="T6" fmla="*/ 0 w 1700"/>
                  <a:gd name="T7" fmla="*/ 2078 h 2078"/>
                  <a:gd name="T8" fmla="*/ 11 w 1700"/>
                  <a:gd name="T9" fmla="*/ 966 h 20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00" h="2078">
                    <a:moveTo>
                      <a:pt x="11" y="966"/>
                    </a:moveTo>
                    <a:lnTo>
                      <a:pt x="1700" y="0"/>
                    </a:lnTo>
                    <a:lnTo>
                      <a:pt x="1700" y="1100"/>
                    </a:lnTo>
                    <a:lnTo>
                      <a:pt x="0" y="2078"/>
                    </a:lnTo>
                    <a:lnTo>
                      <a:pt x="11" y="966"/>
                    </a:lnTo>
                    <a:close/>
                  </a:path>
                </a:pathLst>
              </a:custGeom>
              <a:solidFill>
                <a:srgbClr val="CCCCFF">
                  <a:alpha val="50195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13422" name="Picture 35" descr="书6-7-2b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91" t="26241" r="23860" b="10182"/>
              <a:stretch>
                <a:fillRect/>
              </a:stretch>
            </p:blipFill>
            <p:spPr bwMode="auto">
              <a:xfrm>
                <a:off x="3432" y="2265"/>
                <a:ext cx="1176" cy="1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3317" name="Text Box 36"/>
          <p:cNvSpPr txBox="1">
            <a:spLocks noChangeArrowheads="1"/>
          </p:cNvSpPr>
          <p:nvPr/>
        </p:nvSpPr>
        <p:spPr bwMode="auto">
          <a:xfrm>
            <a:off x="198438" y="733425"/>
            <a:ext cx="46624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一、剖视图的概念</a:t>
            </a:r>
          </a:p>
        </p:txBody>
      </p:sp>
      <p:sp>
        <p:nvSpPr>
          <p:cNvPr id="207909" name="Text Box 37"/>
          <p:cNvSpPr txBox="1">
            <a:spLocks noChangeArrowheads="1"/>
          </p:cNvSpPr>
          <p:nvPr/>
        </p:nvSpPr>
        <p:spPr bwMode="auto">
          <a:xfrm>
            <a:off x="417513" y="1436688"/>
            <a:ext cx="2152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⒈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形成</a:t>
            </a:r>
          </a:p>
        </p:txBody>
      </p:sp>
      <p:sp>
        <p:nvSpPr>
          <p:cNvPr id="207910" name="Text Box 38"/>
          <p:cNvSpPr txBox="1">
            <a:spLocks noChangeArrowheads="1"/>
          </p:cNvSpPr>
          <p:nvPr/>
        </p:nvSpPr>
        <p:spPr bwMode="auto">
          <a:xfrm>
            <a:off x="5106988" y="1333500"/>
            <a:ext cx="37734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05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5050"/>
                </a:solidFill>
                <a:latin typeface="黑体" pitchFamily="2" charset="-122"/>
                <a:ea typeface="黑体" pitchFamily="2" charset="-122"/>
              </a:rPr>
              <a:t>剖</a:t>
            </a: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：假想用一剖切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    面将机件剖开。</a:t>
            </a:r>
          </a:p>
        </p:txBody>
      </p:sp>
      <p:sp>
        <p:nvSpPr>
          <p:cNvPr id="207911" name="Text Box 39"/>
          <p:cNvSpPr txBox="1">
            <a:spLocks noChangeArrowheads="1"/>
          </p:cNvSpPr>
          <p:nvPr/>
        </p:nvSpPr>
        <p:spPr bwMode="auto">
          <a:xfrm>
            <a:off x="4764088" y="6124575"/>
            <a:ext cx="421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在</a:t>
            </a:r>
            <a:r>
              <a:rPr lang="zh-CN" altLang="en-US" sz="240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剖面区域</a:t>
            </a: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内画上剖面符号。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7912" name="Text Box 40"/>
          <p:cNvSpPr txBox="1">
            <a:spLocks noChangeArrowheads="1"/>
          </p:cNvSpPr>
          <p:nvPr/>
        </p:nvSpPr>
        <p:spPr bwMode="auto">
          <a:xfrm>
            <a:off x="4506913" y="3370263"/>
            <a:ext cx="41100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5050"/>
                </a:solidFill>
                <a:latin typeface="黑体" pitchFamily="2" charset="-122"/>
                <a:ea typeface="黑体" pitchFamily="2" charset="-122"/>
              </a:rPr>
              <a:t>视</a:t>
            </a: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：将其余部分向投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影面投射。</a:t>
            </a:r>
          </a:p>
        </p:txBody>
      </p:sp>
      <p:sp>
        <p:nvSpPr>
          <p:cNvPr id="207913" name="Text Box 41"/>
          <p:cNvSpPr txBox="1">
            <a:spLocks noChangeArrowheads="1"/>
          </p:cNvSpPr>
          <p:nvPr/>
        </p:nvSpPr>
        <p:spPr bwMode="auto">
          <a:xfrm>
            <a:off x="5068888" y="2374900"/>
            <a:ext cx="40751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5050"/>
                </a:solidFill>
                <a:latin typeface="黑体" pitchFamily="2" charset="-122"/>
                <a:ea typeface="黑体" pitchFamily="2" charset="-122"/>
              </a:rPr>
              <a:t>移</a:t>
            </a: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：移去剖切面和观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    察者之间的部分。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7914" name="Freeform 42"/>
          <p:cNvSpPr>
            <a:spLocks/>
          </p:cNvSpPr>
          <p:nvPr/>
        </p:nvSpPr>
        <p:spPr bwMode="auto">
          <a:xfrm>
            <a:off x="1409700" y="1192213"/>
            <a:ext cx="2971800" cy="3771900"/>
          </a:xfrm>
          <a:custGeom>
            <a:avLst/>
            <a:gdLst>
              <a:gd name="T0" fmla="*/ 0 w 1872"/>
              <a:gd name="T1" fmla="*/ 2147483647 h 2376"/>
              <a:gd name="T2" fmla="*/ 0 w 1872"/>
              <a:gd name="T3" fmla="*/ 2147483647 h 2376"/>
              <a:gd name="T4" fmla="*/ 2147483647 w 1872"/>
              <a:gd name="T5" fmla="*/ 2147483647 h 2376"/>
              <a:gd name="T6" fmla="*/ 2147483647 w 1872"/>
              <a:gd name="T7" fmla="*/ 0 h 2376"/>
              <a:gd name="T8" fmla="*/ 0 w 1872"/>
              <a:gd name="T9" fmla="*/ 2147483647 h 2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2" h="2376">
                <a:moveTo>
                  <a:pt x="0" y="1092"/>
                </a:moveTo>
                <a:lnTo>
                  <a:pt x="0" y="2376"/>
                </a:lnTo>
                <a:lnTo>
                  <a:pt x="1872" y="1284"/>
                </a:lnTo>
                <a:lnTo>
                  <a:pt x="1872" y="0"/>
                </a:lnTo>
                <a:lnTo>
                  <a:pt x="0" y="1092"/>
                </a:lnTo>
                <a:close/>
              </a:path>
            </a:pathLst>
          </a:custGeom>
          <a:solidFill>
            <a:srgbClr val="CCCC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7915" name="Group 43"/>
          <p:cNvGrpSpPr>
            <a:grpSpLocks/>
          </p:cNvGrpSpPr>
          <p:nvPr/>
        </p:nvGrpSpPr>
        <p:grpSpPr bwMode="auto">
          <a:xfrm>
            <a:off x="584200" y="2005013"/>
            <a:ext cx="5051425" cy="4473575"/>
            <a:chOff x="2474" y="0"/>
            <a:chExt cx="3100" cy="2745"/>
          </a:xfrm>
        </p:grpSpPr>
        <p:grpSp>
          <p:nvGrpSpPr>
            <p:cNvPr id="13375" name="Group 44"/>
            <p:cNvGrpSpPr>
              <a:grpSpLocks/>
            </p:cNvGrpSpPr>
            <p:nvPr/>
          </p:nvGrpSpPr>
          <p:grpSpPr bwMode="auto">
            <a:xfrm>
              <a:off x="2474" y="0"/>
              <a:ext cx="2796" cy="2736"/>
              <a:chOff x="2474" y="0"/>
              <a:chExt cx="2796" cy="2736"/>
            </a:xfrm>
          </p:grpSpPr>
          <p:grpSp>
            <p:nvGrpSpPr>
              <p:cNvPr id="13377" name="Group 45"/>
              <p:cNvGrpSpPr>
                <a:grpSpLocks/>
              </p:cNvGrpSpPr>
              <p:nvPr/>
            </p:nvGrpSpPr>
            <p:grpSpPr bwMode="auto">
              <a:xfrm>
                <a:off x="2474" y="0"/>
                <a:ext cx="2796" cy="2736"/>
                <a:chOff x="2474" y="0"/>
                <a:chExt cx="2796" cy="2736"/>
              </a:xfrm>
            </p:grpSpPr>
            <p:sp>
              <p:nvSpPr>
                <p:cNvPr id="13392" name="Freeform 46"/>
                <p:cNvSpPr>
                  <a:spLocks/>
                </p:cNvSpPr>
                <p:nvPr/>
              </p:nvSpPr>
              <p:spPr bwMode="auto">
                <a:xfrm>
                  <a:off x="2480" y="1116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93" name="Freeform 47"/>
                <p:cNvSpPr>
                  <a:spLocks/>
                </p:cNvSpPr>
                <p:nvPr/>
              </p:nvSpPr>
              <p:spPr bwMode="auto">
                <a:xfrm>
                  <a:off x="2474" y="0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3394" name="Group 48"/>
                <p:cNvGrpSpPr>
                  <a:grpSpLocks/>
                </p:cNvGrpSpPr>
                <p:nvPr/>
              </p:nvGrpSpPr>
              <p:grpSpPr bwMode="auto">
                <a:xfrm>
                  <a:off x="3096" y="1680"/>
                  <a:ext cx="1472" cy="854"/>
                  <a:chOff x="1822" y="2376"/>
                  <a:chExt cx="1472" cy="854"/>
                </a:xfrm>
              </p:grpSpPr>
              <p:sp>
                <p:nvSpPr>
                  <p:cNvPr id="13395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2796"/>
                    <a:ext cx="216" cy="131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13396" name="Freeform 50"/>
                  <p:cNvSpPr>
                    <a:spLocks/>
                  </p:cNvSpPr>
                  <p:nvPr/>
                </p:nvSpPr>
                <p:spPr bwMode="auto">
                  <a:xfrm>
                    <a:off x="2102" y="2947"/>
                    <a:ext cx="171" cy="23"/>
                  </a:xfrm>
                  <a:custGeom>
                    <a:avLst/>
                    <a:gdLst>
                      <a:gd name="T0" fmla="*/ 19 w 513"/>
                      <a:gd name="T1" fmla="*/ 3 h 67"/>
                      <a:gd name="T2" fmla="*/ 9 w 513"/>
                      <a:gd name="T3" fmla="*/ 0 h 67"/>
                      <a:gd name="T4" fmla="*/ 0 w 513"/>
                      <a:gd name="T5" fmla="*/ 3 h 67"/>
                      <a:gd name="T6" fmla="*/ 0 w 513"/>
                      <a:gd name="T7" fmla="*/ 3 h 6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13" h="67">
                        <a:moveTo>
                          <a:pt x="513" y="67"/>
                        </a:moveTo>
                        <a:lnTo>
                          <a:pt x="256" y="0"/>
                        </a:lnTo>
                        <a:lnTo>
                          <a:pt x="0" y="67"/>
                        </a:lnTo>
                        <a:lnTo>
                          <a:pt x="1" y="67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97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2406" y="2838"/>
                    <a:ext cx="108" cy="4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13398" name="Line 5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04" y="2381"/>
                    <a:ext cx="1290" cy="7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  <a:headEnd type="none" w="sm" len="lg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99" name="Freeform 53"/>
                  <p:cNvSpPr>
                    <a:spLocks/>
                  </p:cNvSpPr>
                  <p:nvPr/>
                </p:nvSpPr>
                <p:spPr bwMode="auto">
                  <a:xfrm>
                    <a:off x="2774" y="2490"/>
                    <a:ext cx="322" cy="190"/>
                  </a:xfrm>
                  <a:custGeom>
                    <a:avLst/>
                    <a:gdLst>
                      <a:gd name="T0" fmla="*/ 232 w 322"/>
                      <a:gd name="T1" fmla="*/ 12 h 190"/>
                      <a:gd name="T2" fmla="*/ 154 w 322"/>
                      <a:gd name="T3" fmla="*/ 0 h 190"/>
                      <a:gd name="T4" fmla="*/ 88 w 322"/>
                      <a:gd name="T5" fmla="*/ 9 h 190"/>
                      <a:gd name="T6" fmla="*/ 40 w 322"/>
                      <a:gd name="T7" fmla="*/ 30 h 190"/>
                      <a:gd name="T8" fmla="*/ 13 w 322"/>
                      <a:gd name="T9" fmla="*/ 57 h 190"/>
                      <a:gd name="T10" fmla="*/ 1 w 322"/>
                      <a:gd name="T11" fmla="*/ 99 h 190"/>
                      <a:gd name="T12" fmla="*/ 19 w 322"/>
                      <a:gd name="T13" fmla="*/ 141 h 190"/>
                      <a:gd name="T14" fmla="*/ 46 w 322"/>
                      <a:gd name="T15" fmla="*/ 168 h 190"/>
                      <a:gd name="T16" fmla="*/ 112 w 322"/>
                      <a:gd name="T17" fmla="*/ 186 h 190"/>
                      <a:gd name="T18" fmla="*/ 163 w 322"/>
                      <a:gd name="T19" fmla="*/ 189 h 190"/>
                      <a:gd name="T20" fmla="*/ 226 w 322"/>
                      <a:gd name="T21" fmla="*/ 180 h 190"/>
                      <a:gd name="T22" fmla="*/ 280 w 322"/>
                      <a:gd name="T23" fmla="*/ 162 h 190"/>
                      <a:gd name="T24" fmla="*/ 310 w 322"/>
                      <a:gd name="T25" fmla="*/ 135 h 190"/>
                      <a:gd name="T26" fmla="*/ 322 w 322"/>
                      <a:gd name="T27" fmla="*/ 99 h 190"/>
                      <a:gd name="T28" fmla="*/ 310 w 322"/>
                      <a:gd name="T29" fmla="*/ 54 h 19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322" h="190">
                        <a:moveTo>
                          <a:pt x="232" y="12"/>
                        </a:moveTo>
                        <a:cubicBezTo>
                          <a:pt x="219" y="10"/>
                          <a:pt x="178" y="0"/>
                          <a:pt x="154" y="0"/>
                        </a:cubicBezTo>
                        <a:cubicBezTo>
                          <a:pt x="130" y="0"/>
                          <a:pt x="107" y="4"/>
                          <a:pt x="88" y="9"/>
                        </a:cubicBezTo>
                        <a:cubicBezTo>
                          <a:pt x="69" y="14"/>
                          <a:pt x="52" y="22"/>
                          <a:pt x="40" y="30"/>
                        </a:cubicBezTo>
                        <a:cubicBezTo>
                          <a:pt x="28" y="38"/>
                          <a:pt x="19" y="46"/>
                          <a:pt x="13" y="57"/>
                        </a:cubicBezTo>
                        <a:cubicBezTo>
                          <a:pt x="7" y="68"/>
                          <a:pt x="0" y="85"/>
                          <a:pt x="1" y="99"/>
                        </a:cubicBezTo>
                        <a:cubicBezTo>
                          <a:pt x="2" y="113"/>
                          <a:pt x="12" y="130"/>
                          <a:pt x="19" y="141"/>
                        </a:cubicBezTo>
                        <a:cubicBezTo>
                          <a:pt x="26" y="152"/>
                          <a:pt x="30" y="160"/>
                          <a:pt x="46" y="168"/>
                        </a:cubicBezTo>
                        <a:cubicBezTo>
                          <a:pt x="62" y="176"/>
                          <a:pt x="93" y="183"/>
                          <a:pt x="112" y="186"/>
                        </a:cubicBezTo>
                        <a:cubicBezTo>
                          <a:pt x="131" y="189"/>
                          <a:pt x="144" y="190"/>
                          <a:pt x="163" y="189"/>
                        </a:cubicBezTo>
                        <a:cubicBezTo>
                          <a:pt x="182" y="188"/>
                          <a:pt x="207" y="184"/>
                          <a:pt x="226" y="180"/>
                        </a:cubicBezTo>
                        <a:cubicBezTo>
                          <a:pt x="245" y="176"/>
                          <a:pt x="266" y="170"/>
                          <a:pt x="280" y="162"/>
                        </a:cubicBezTo>
                        <a:cubicBezTo>
                          <a:pt x="294" y="154"/>
                          <a:pt x="303" y="145"/>
                          <a:pt x="310" y="135"/>
                        </a:cubicBezTo>
                        <a:cubicBezTo>
                          <a:pt x="317" y="125"/>
                          <a:pt x="322" y="112"/>
                          <a:pt x="322" y="99"/>
                        </a:cubicBezTo>
                        <a:cubicBezTo>
                          <a:pt x="322" y="86"/>
                          <a:pt x="312" y="63"/>
                          <a:pt x="310" y="54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0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2437"/>
                    <a:ext cx="468" cy="29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13401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2598" y="2376"/>
                    <a:ext cx="678" cy="41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13402" name="Freeform 56"/>
                  <p:cNvSpPr>
                    <a:spLocks/>
                  </p:cNvSpPr>
                  <p:nvPr/>
                </p:nvSpPr>
                <p:spPr bwMode="auto">
                  <a:xfrm>
                    <a:off x="1822" y="2938"/>
                    <a:ext cx="169" cy="96"/>
                  </a:xfrm>
                  <a:custGeom>
                    <a:avLst/>
                    <a:gdLst>
                      <a:gd name="T0" fmla="*/ 0 w 505"/>
                      <a:gd name="T1" fmla="*/ 0 h 289"/>
                      <a:gd name="T2" fmla="*/ 19 w 505"/>
                      <a:gd name="T3" fmla="*/ 11 h 289"/>
                      <a:gd name="T4" fmla="*/ 19 w 505"/>
                      <a:gd name="T5" fmla="*/ 11 h 28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05" h="289">
                        <a:moveTo>
                          <a:pt x="0" y="0"/>
                        </a:moveTo>
                        <a:lnTo>
                          <a:pt x="504" y="289"/>
                        </a:lnTo>
                        <a:lnTo>
                          <a:pt x="505" y="289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3" name="Freeform 57"/>
                  <p:cNvSpPr>
                    <a:spLocks/>
                  </p:cNvSpPr>
                  <p:nvPr/>
                </p:nvSpPr>
                <p:spPr bwMode="auto">
                  <a:xfrm>
                    <a:off x="1822" y="2441"/>
                    <a:ext cx="860" cy="497"/>
                  </a:xfrm>
                  <a:custGeom>
                    <a:avLst/>
                    <a:gdLst>
                      <a:gd name="T0" fmla="*/ 96 w 2580"/>
                      <a:gd name="T1" fmla="*/ 0 h 1491"/>
                      <a:gd name="T2" fmla="*/ 0 w 2580"/>
                      <a:gd name="T3" fmla="*/ 55 h 1491"/>
                      <a:gd name="T4" fmla="*/ 0 w 2580"/>
                      <a:gd name="T5" fmla="*/ 55 h 149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580" h="1491">
                        <a:moveTo>
                          <a:pt x="2580" y="0"/>
                        </a:moveTo>
                        <a:lnTo>
                          <a:pt x="0" y="1491"/>
                        </a:lnTo>
                        <a:lnTo>
                          <a:pt x="1" y="1491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4" name="Freeform 58"/>
                  <p:cNvSpPr>
                    <a:spLocks/>
                  </p:cNvSpPr>
                  <p:nvPr/>
                </p:nvSpPr>
                <p:spPr bwMode="auto">
                  <a:xfrm>
                    <a:off x="2328" y="2733"/>
                    <a:ext cx="860" cy="497"/>
                  </a:xfrm>
                  <a:custGeom>
                    <a:avLst/>
                    <a:gdLst>
                      <a:gd name="T0" fmla="*/ 96 w 2579"/>
                      <a:gd name="T1" fmla="*/ 0 h 1491"/>
                      <a:gd name="T2" fmla="*/ 0 w 2579"/>
                      <a:gd name="T3" fmla="*/ 55 h 1491"/>
                      <a:gd name="T4" fmla="*/ 0 w 2579"/>
                      <a:gd name="T5" fmla="*/ 55 h 149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579" h="1491">
                        <a:moveTo>
                          <a:pt x="2579" y="0"/>
                        </a:moveTo>
                        <a:lnTo>
                          <a:pt x="0" y="1491"/>
                        </a:lnTo>
                        <a:lnTo>
                          <a:pt x="1" y="1491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5" name="Freeform 59"/>
                  <p:cNvSpPr>
                    <a:spLocks/>
                  </p:cNvSpPr>
                  <p:nvPr/>
                </p:nvSpPr>
                <p:spPr bwMode="auto">
                  <a:xfrm>
                    <a:off x="3005" y="2481"/>
                    <a:ext cx="40" cy="23"/>
                  </a:xfrm>
                  <a:custGeom>
                    <a:avLst/>
                    <a:gdLst>
                      <a:gd name="T0" fmla="*/ 4 w 120"/>
                      <a:gd name="T1" fmla="*/ 0 h 70"/>
                      <a:gd name="T2" fmla="*/ 0 w 120"/>
                      <a:gd name="T3" fmla="*/ 3 h 70"/>
                      <a:gd name="T4" fmla="*/ 0 w 120"/>
                      <a:gd name="T5" fmla="*/ 3 h 7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20" h="70">
                        <a:moveTo>
                          <a:pt x="120" y="0"/>
                        </a:moveTo>
                        <a:lnTo>
                          <a:pt x="0" y="70"/>
                        </a:lnTo>
                        <a:lnTo>
                          <a:pt x="1" y="70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6" name="Freeform 60"/>
                  <p:cNvSpPr>
                    <a:spLocks/>
                  </p:cNvSpPr>
                  <p:nvPr/>
                </p:nvSpPr>
                <p:spPr bwMode="auto">
                  <a:xfrm>
                    <a:off x="3075" y="2525"/>
                    <a:ext cx="46" cy="26"/>
                  </a:xfrm>
                  <a:custGeom>
                    <a:avLst/>
                    <a:gdLst>
                      <a:gd name="T0" fmla="*/ 5 w 137"/>
                      <a:gd name="T1" fmla="*/ 0 h 79"/>
                      <a:gd name="T2" fmla="*/ 0 w 137"/>
                      <a:gd name="T3" fmla="*/ 3 h 79"/>
                      <a:gd name="T4" fmla="*/ 0 w 137"/>
                      <a:gd name="T5" fmla="*/ 3 h 7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7" h="79">
                        <a:moveTo>
                          <a:pt x="137" y="0"/>
                        </a:moveTo>
                        <a:lnTo>
                          <a:pt x="0" y="79"/>
                        </a:lnTo>
                        <a:lnTo>
                          <a:pt x="1" y="79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7" name="Freeform 61"/>
                  <p:cNvSpPr>
                    <a:spLocks/>
                  </p:cNvSpPr>
                  <p:nvPr/>
                </p:nvSpPr>
                <p:spPr bwMode="auto">
                  <a:xfrm>
                    <a:off x="3039" y="2481"/>
                    <a:ext cx="76" cy="44"/>
                  </a:xfrm>
                  <a:custGeom>
                    <a:avLst/>
                    <a:gdLst>
                      <a:gd name="T0" fmla="*/ 0 w 229"/>
                      <a:gd name="T1" fmla="*/ 0 h 132"/>
                      <a:gd name="T2" fmla="*/ 8 w 229"/>
                      <a:gd name="T3" fmla="*/ 5 h 132"/>
                      <a:gd name="T4" fmla="*/ 8 w 229"/>
                      <a:gd name="T5" fmla="*/ 5 h 13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29" h="132">
                        <a:moveTo>
                          <a:pt x="0" y="0"/>
                        </a:moveTo>
                        <a:lnTo>
                          <a:pt x="228" y="132"/>
                        </a:lnTo>
                        <a:lnTo>
                          <a:pt x="229" y="132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8" name="Freeform 62"/>
                  <p:cNvSpPr>
                    <a:spLocks/>
                  </p:cNvSpPr>
                  <p:nvPr/>
                </p:nvSpPr>
                <p:spPr bwMode="auto">
                  <a:xfrm>
                    <a:off x="1990" y="2970"/>
                    <a:ext cx="112" cy="64"/>
                  </a:xfrm>
                  <a:custGeom>
                    <a:avLst/>
                    <a:gdLst>
                      <a:gd name="T0" fmla="*/ 13 w 334"/>
                      <a:gd name="T1" fmla="*/ 0 h 194"/>
                      <a:gd name="T2" fmla="*/ 0 w 334"/>
                      <a:gd name="T3" fmla="*/ 7 h 194"/>
                      <a:gd name="T4" fmla="*/ 0 w 334"/>
                      <a:gd name="T5" fmla="*/ 7 h 19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34" h="194">
                        <a:moveTo>
                          <a:pt x="334" y="0"/>
                        </a:moveTo>
                        <a:lnTo>
                          <a:pt x="0" y="194"/>
                        </a:lnTo>
                        <a:lnTo>
                          <a:pt x="1" y="194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9" name="Freeform 63"/>
                  <p:cNvSpPr>
                    <a:spLocks/>
                  </p:cNvSpPr>
                  <p:nvPr/>
                </p:nvSpPr>
                <p:spPr bwMode="auto">
                  <a:xfrm>
                    <a:off x="2161" y="3069"/>
                    <a:ext cx="112" cy="64"/>
                  </a:xfrm>
                  <a:custGeom>
                    <a:avLst/>
                    <a:gdLst>
                      <a:gd name="T0" fmla="*/ 12 w 336"/>
                      <a:gd name="T1" fmla="*/ 0 h 194"/>
                      <a:gd name="T2" fmla="*/ 0 w 336"/>
                      <a:gd name="T3" fmla="*/ 7 h 194"/>
                      <a:gd name="T4" fmla="*/ 0 w 336"/>
                      <a:gd name="T5" fmla="*/ 7 h 19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36" h="194">
                        <a:moveTo>
                          <a:pt x="336" y="0"/>
                        </a:moveTo>
                        <a:lnTo>
                          <a:pt x="0" y="194"/>
                        </a:lnTo>
                        <a:lnTo>
                          <a:pt x="1" y="194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10" name="Freeform 64"/>
                  <p:cNvSpPr>
                    <a:spLocks/>
                  </p:cNvSpPr>
                  <p:nvPr/>
                </p:nvSpPr>
                <p:spPr bwMode="auto">
                  <a:xfrm>
                    <a:off x="2273" y="2970"/>
                    <a:ext cx="25" cy="99"/>
                  </a:xfrm>
                  <a:custGeom>
                    <a:avLst/>
                    <a:gdLst>
                      <a:gd name="T0" fmla="*/ 0 w 75"/>
                      <a:gd name="T1" fmla="*/ 11 h 297"/>
                      <a:gd name="T2" fmla="*/ 3 w 75"/>
                      <a:gd name="T3" fmla="*/ 8 h 297"/>
                      <a:gd name="T4" fmla="*/ 3 w 75"/>
                      <a:gd name="T5" fmla="*/ 3 h 297"/>
                      <a:gd name="T6" fmla="*/ 0 w 75"/>
                      <a:gd name="T7" fmla="*/ 0 h 297"/>
                      <a:gd name="T8" fmla="*/ 0 w 75"/>
                      <a:gd name="T9" fmla="*/ 0 h 2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75" h="297">
                        <a:moveTo>
                          <a:pt x="0" y="297"/>
                        </a:moveTo>
                        <a:lnTo>
                          <a:pt x="75" y="208"/>
                        </a:lnTo>
                        <a:lnTo>
                          <a:pt x="75" y="90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11" name="Freeform 65"/>
                  <p:cNvSpPr>
                    <a:spLocks/>
                  </p:cNvSpPr>
                  <p:nvPr/>
                </p:nvSpPr>
                <p:spPr bwMode="auto">
                  <a:xfrm>
                    <a:off x="2161" y="3133"/>
                    <a:ext cx="168" cy="97"/>
                  </a:xfrm>
                  <a:custGeom>
                    <a:avLst/>
                    <a:gdLst>
                      <a:gd name="T0" fmla="*/ 0 w 504"/>
                      <a:gd name="T1" fmla="*/ 0 h 290"/>
                      <a:gd name="T2" fmla="*/ 19 w 504"/>
                      <a:gd name="T3" fmla="*/ 11 h 290"/>
                      <a:gd name="T4" fmla="*/ 19 w 504"/>
                      <a:gd name="T5" fmla="*/ 11 h 29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04" h="290">
                        <a:moveTo>
                          <a:pt x="0" y="0"/>
                        </a:moveTo>
                        <a:lnTo>
                          <a:pt x="503" y="290"/>
                        </a:lnTo>
                        <a:lnTo>
                          <a:pt x="504" y="290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12" name="Freeform 66"/>
                  <p:cNvSpPr>
                    <a:spLocks/>
                  </p:cNvSpPr>
                  <p:nvPr/>
                </p:nvSpPr>
                <p:spPr bwMode="auto">
                  <a:xfrm>
                    <a:off x="2336" y="2790"/>
                    <a:ext cx="243" cy="141"/>
                  </a:xfrm>
                  <a:custGeom>
                    <a:avLst/>
                    <a:gdLst>
                      <a:gd name="T0" fmla="*/ 0 w 730"/>
                      <a:gd name="T1" fmla="*/ 0 h 421"/>
                      <a:gd name="T2" fmla="*/ 27 w 730"/>
                      <a:gd name="T3" fmla="*/ 16 h 421"/>
                      <a:gd name="T4" fmla="*/ 27 w 730"/>
                      <a:gd name="T5" fmla="*/ 16 h 42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30" h="421">
                        <a:moveTo>
                          <a:pt x="0" y="0"/>
                        </a:moveTo>
                        <a:lnTo>
                          <a:pt x="729" y="421"/>
                        </a:lnTo>
                        <a:lnTo>
                          <a:pt x="730" y="421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13" name="Freeform 67"/>
                  <p:cNvSpPr>
                    <a:spLocks/>
                  </p:cNvSpPr>
                  <p:nvPr/>
                </p:nvSpPr>
                <p:spPr bwMode="auto">
                  <a:xfrm>
                    <a:off x="2066" y="2949"/>
                    <a:ext cx="259" cy="150"/>
                  </a:xfrm>
                  <a:custGeom>
                    <a:avLst/>
                    <a:gdLst>
                      <a:gd name="T0" fmla="*/ 0 w 777"/>
                      <a:gd name="T1" fmla="*/ 0 h 449"/>
                      <a:gd name="T2" fmla="*/ 29 w 777"/>
                      <a:gd name="T3" fmla="*/ 17 h 449"/>
                      <a:gd name="T4" fmla="*/ 29 w 777"/>
                      <a:gd name="T5" fmla="*/ 17 h 44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77" h="449">
                        <a:moveTo>
                          <a:pt x="0" y="0"/>
                        </a:moveTo>
                        <a:lnTo>
                          <a:pt x="776" y="449"/>
                        </a:lnTo>
                        <a:lnTo>
                          <a:pt x="777" y="449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3414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2654" y="2424"/>
                    <a:ext cx="601" cy="348"/>
                    <a:chOff x="2654" y="2424"/>
                    <a:chExt cx="601" cy="348"/>
                  </a:xfrm>
                </p:grpSpPr>
                <p:sp>
                  <p:nvSpPr>
                    <p:cNvPr id="13415" name="Freeform 69"/>
                    <p:cNvSpPr>
                      <a:spLocks/>
                    </p:cNvSpPr>
                    <p:nvPr/>
                  </p:nvSpPr>
                  <p:spPr bwMode="auto">
                    <a:xfrm>
                      <a:off x="2654" y="2424"/>
                      <a:ext cx="199" cy="116"/>
                    </a:xfrm>
                    <a:custGeom>
                      <a:avLst/>
                      <a:gdLst>
                        <a:gd name="T0" fmla="*/ 0 w 599"/>
                        <a:gd name="T1" fmla="*/ 0 h 347"/>
                        <a:gd name="T2" fmla="*/ 22 w 599"/>
                        <a:gd name="T3" fmla="*/ 13 h 347"/>
                        <a:gd name="T4" fmla="*/ 22 w 599"/>
                        <a:gd name="T5" fmla="*/ 13 h 34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599" h="347">
                          <a:moveTo>
                            <a:pt x="0" y="0"/>
                          </a:moveTo>
                          <a:lnTo>
                            <a:pt x="598" y="347"/>
                          </a:lnTo>
                          <a:lnTo>
                            <a:pt x="599" y="347"/>
                          </a:lnTo>
                        </a:path>
                      </a:pathLst>
                    </a:custGeom>
                    <a:noFill/>
                    <a:ln w="1905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416" name="Freeform 70"/>
                    <p:cNvSpPr>
                      <a:spLocks/>
                    </p:cNvSpPr>
                    <p:nvPr/>
                  </p:nvSpPr>
                  <p:spPr bwMode="auto">
                    <a:xfrm>
                      <a:off x="2876" y="2552"/>
                      <a:ext cx="5" cy="4"/>
                    </a:xfrm>
                    <a:custGeom>
                      <a:avLst/>
                      <a:gdLst>
                        <a:gd name="T0" fmla="*/ 0 w 16"/>
                        <a:gd name="T1" fmla="*/ 0 h 10"/>
                        <a:gd name="T2" fmla="*/ 1 w 16"/>
                        <a:gd name="T3" fmla="*/ 1 h 10"/>
                        <a:gd name="T4" fmla="*/ 1 w 16"/>
                        <a:gd name="T5" fmla="*/ 1 h 1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6" h="10">
                          <a:moveTo>
                            <a:pt x="0" y="0"/>
                          </a:moveTo>
                          <a:lnTo>
                            <a:pt x="15" y="10"/>
                          </a:lnTo>
                          <a:lnTo>
                            <a:pt x="16" y="10"/>
                          </a:lnTo>
                        </a:path>
                      </a:pathLst>
                    </a:custGeom>
                    <a:noFill/>
                    <a:ln w="1905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417" name="Freeform 71"/>
                    <p:cNvSpPr>
                      <a:spLocks/>
                    </p:cNvSpPr>
                    <p:nvPr/>
                  </p:nvSpPr>
                  <p:spPr bwMode="auto">
                    <a:xfrm>
                      <a:off x="2899" y="2566"/>
                      <a:ext cx="356" cy="206"/>
                    </a:xfrm>
                    <a:custGeom>
                      <a:avLst/>
                      <a:gdLst>
                        <a:gd name="T0" fmla="*/ 0 w 1069"/>
                        <a:gd name="T1" fmla="*/ 0 h 618"/>
                        <a:gd name="T2" fmla="*/ 40 w 1069"/>
                        <a:gd name="T3" fmla="*/ 23 h 618"/>
                        <a:gd name="T4" fmla="*/ 40 w 1069"/>
                        <a:gd name="T5" fmla="*/ 23 h 618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069" h="618">
                          <a:moveTo>
                            <a:pt x="0" y="0"/>
                          </a:moveTo>
                          <a:lnTo>
                            <a:pt x="1068" y="618"/>
                          </a:lnTo>
                          <a:lnTo>
                            <a:pt x="1069" y="618"/>
                          </a:lnTo>
                        </a:path>
                      </a:pathLst>
                    </a:custGeom>
                    <a:noFill/>
                    <a:ln w="1905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13378" name="Group 72"/>
              <p:cNvGrpSpPr>
                <a:grpSpLocks/>
              </p:cNvGrpSpPr>
              <p:nvPr/>
            </p:nvGrpSpPr>
            <p:grpSpPr bwMode="auto">
              <a:xfrm>
                <a:off x="3076" y="775"/>
                <a:ext cx="1430" cy="1230"/>
                <a:chOff x="572" y="1639"/>
                <a:chExt cx="1430" cy="1230"/>
              </a:xfrm>
            </p:grpSpPr>
            <p:pic>
              <p:nvPicPr>
                <p:cNvPr id="13379" name="Picture 73" descr="书6-7-2a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533" t="20857" r="29388" b="22038"/>
                <a:stretch>
                  <a:fillRect/>
                </a:stretch>
              </p:blipFill>
              <p:spPr bwMode="auto">
                <a:xfrm>
                  <a:off x="572" y="1639"/>
                  <a:ext cx="1430" cy="1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380" name="Freeform 74"/>
                <p:cNvSpPr>
                  <a:spLocks/>
                </p:cNvSpPr>
                <p:nvPr/>
              </p:nvSpPr>
              <p:spPr bwMode="auto">
                <a:xfrm>
                  <a:off x="1089" y="2592"/>
                  <a:ext cx="56" cy="89"/>
                </a:xfrm>
                <a:custGeom>
                  <a:avLst/>
                  <a:gdLst>
                    <a:gd name="T0" fmla="*/ 0 w 221"/>
                    <a:gd name="T1" fmla="*/ 5 h 380"/>
                    <a:gd name="T2" fmla="*/ 4 w 221"/>
                    <a:gd name="T3" fmla="*/ 0 h 380"/>
                    <a:gd name="T4" fmla="*/ 4 w 221"/>
                    <a:gd name="T5" fmla="*/ 0 h 38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1" h="380">
                      <a:moveTo>
                        <a:pt x="0" y="380"/>
                      </a:moveTo>
                      <a:lnTo>
                        <a:pt x="220" y="0"/>
                      </a:lnTo>
                      <a:lnTo>
                        <a:pt x="221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1" name="Freeform 75"/>
                <p:cNvSpPr>
                  <a:spLocks/>
                </p:cNvSpPr>
                <p:nvPr/>
              </p:nvSpPr>
              <p:spPr bwMode="auto">
                <a:xfrm>
                  <a:off x="1556" y="2445"/>
                  <a:ext cx="44" cy="80"/>
                </a:xfrm>
                <a:custGeom>
                  <a:avLst/>
                  <a:gdLst>
                    <a:gd name="T0" fmla="*/ 0 w 120"/>
                    <a:gd name="T1" fmla="*/ 12 h 205"/>
                    <a:gd name="T2" fmla="*/ 6 w 120"/>
                    <a:gd name="T3" fmla="*/ 0 h 205"/>
                    <a:gd name="T4" fmla="*/ 6 w 120"/>
                    <a:gd name="T5" fmla="*/ 0 h 20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2" name="Freeform 76"/>
                <p:cNvSpPr>
                  <a:spLocks/>
                </p:cNvSpPr>
                <p:nvPr/>
              </p:nvSpPr>
              <p:spPr bwMode="auto">
                <a:xfrm>
                  <a:off x="1311" y="2151"/>
                  <a:ext cx="289" cy="505"/>
                </a:xfrm>
                <a:custGeom>
                  <a:avLst/>
                  <a:gdLst>
                    <a:gd name="T0" fmla="*/ 0 w 885"/>
                    <a:gd name="T1" fmla="*/ 55 h 1531"/>
                    <a:gd name="T2" fmla="*/ 31 w 885"/>
                    <a:gd name="T3" fmla="*/ 0 h 1531"/>
                    <a:gd name="T4" fmla="*/ 31 w 885"/>
                    <a:gd name="T5" fmla="*/ 0 h 15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85" h="1531">
                      <a:moveTo>
                        <a:pt x="0" y="1531"/>
                      </a:moveTo>
                      <a:lnTo>
                        <a:pt x="884" y="0"/>
                      </a:lnTo>
                      <a:lnTo>
                        <a:pt x="88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3" name="Freeform 77"/>
                <p:cNvSpPr>
                  <a:spLocks/>
                </p:cNvSpPr>
                <p:nvPr/>
              </p:nvSpPr>
              <p:spPr bwMode="auto">
                <a:xfrm>
                  <a:off x="1434" y="2309"/>
                  <a:ext cx="166" cy="283"/>
                </a:xfrm>
                <a:custGeom>
                  <a:avLst/>
                  <a:gdLst>
                    <a:gd name="T0" fmla="*/ 0 w 552"/>
                    <a:gd name="T1" fmla="*/ 25 h 957"/>
                    <a:gd name="T2" fmla="*/ 15 w 552"/>
                    <a:gd name="T3" fmla="*/ 0 h 957"/>
                    <a:gd name="T4" fmla="*/ 15 w 552"/>
                    <a:gd name="T5" fmla="*/ 0 h 95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52" h="957">
                      <a:moveTo>
                        <a:pt x="0" y="957"/>
                      </a:moveTo>
                      <a:lnTo>
                        <a:pt x="551" y="0"/>
                      </a:lnTo>
                      <a:lnTo>
                        <a:pt x="552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4" name="Freeform 78"/>
                <p:cNvSpPr>
                  <a:spLocks/>
                </p:cNvSpPr>
                <p:nvPr/>
              </p:nvSpPr>
              <p:spPr bwMode="auto">
                <a:xfrm>
                  <a:off x="1435" y="2017"/>
                  <a:ext cx="79" cy="136"/>
                </a:xfrm>
                <a:custGeom>
                  <a:avLst/>
                  <a:gdLst>
                    <a:gd name="T0" fmla="*/ 0 w 264"/>
                    <a:gd name="T1" fmla="*/ 12 h 455"/>
                    <a:gd name="T2" fmla="*/ 7 w 264"/>
                    <a:gd name="T3" fmla="*/ 0 h 455"/>
                    <a:gd name="T4" fmla="*/ 7 w 264"/>
                    <a:gd name="T5" fmla="*/ 0 h 45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64" h="455">
                      <a:moveTo>
                        <a:pt x="0" y="455"/>
                      </a:moveTo>
                      <a:lnTo>
                        <a:pt x="263" y="0"/>
                      </a:lnTo>
                      <a:lnTo>
                        <a:pt x="264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5" name="Freeform 79"/>
                <p:cNvSpPr>
                  <a:spLocks/>
                </p:cNvSpPr>
                <p:nvPr/>
              </p:nvSpPr>
              <p:spPr bwMode="auto">
                <a:xfrm>
                  <a:off x="1855" y="1804"/>
                  <a:ext cx="118" cy="202"/>
                </a:xfrm>
                <a:custGeom>
                  <a:avLst/>
                  <a:gdLst>
                    <a:gd name="T0" fmla="*/ 0 w 308"/>
                    <a:gd name="T1" fmla="*/ 29 h 534"/>
                    <a:gd name="T2" fmla="*/ 17 w 308"/>
                    <a:gd name="T3" fmla="*/ 0 h 534"/>
                    <a:gd name="T4" fmla="*/ 17 w 308"/>
                    <a:gd name="T5" fmla="*/ 0 h 53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8" h="534">
                      <a:moveTo>
                        <a:pt x="0" y="534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6" name="Freeform 80"/>
                <p:cNvSpPr>
                  <a:spLocks/>
                </p:cNvSpPr>
                <p:nvPr/>
              </p:nvSpPr>
              <p:spPr bwMode="auto">
                <a:xfrm>
                  <a:off x="1855" y="1939"/>
                  <a:ext cx="118" cy="211"/>
                </a:xfrm>
                <a:custGeom>
                  <a:avLst/>
                  <a:gdLst>
                    <a:gd name="T0" fmla="*/ 0 w 308"/>
                    <a:gd name="T1" fmla="*/ 33 h 535"/>
                    <a:gd name="T2" fmla="*/ 17 w 308"/>
                    <a:gd name="T3" fmla="*/ 0 h 535"/>
                    <a:gd name="T4" fmla="*/ 17 w 308"/>
                    <a:gd name="T5" fmla="*/ 0 h 53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8" h="535">
                      <a:moveTo>
                        <a:pt x="0" y="535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7" name="Freeform 81"/>
                <p:cNvSpPr>
                  <a:spLocks/>
                </p:cNvSpPr>
                <p:nvPr/>
              </p:nvSpPr>
              <p:spPr bwMode="auto">
                <a:xfrm>
                  <a:off x="1851" y="2076"/>
                  <a:ext cx="122" cy="213"/>
                </a:xfrm>
                <a:custGeom>
                  <a:avLst/>
                  <a:gdLst>
                    <a:gd name="T0" fmla="*/ 0 w 308"/>
                    <a:gd name="T1" fmla="*/ 34 h 533"/>
                    <a:gd name="T2" fmla="*/ 19 w 308"/>
                    <a:gd name="T3" fmla="*/ 0 h 533"/>
                    <a:gd name="T4" fmla="*/ 19 w 308"/>
                    <a:gd name="T5" fmla="*/ 0 h 53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8" name="Freeform 82"/>
                <p:cNvSpPr>
                  <a:spLocks/>
                </p:cNvSpPr>
                <p:nvPr/>
              </p:nvSpPr>
              <p:spPr bwMode="auto">
                <a:xfrm>
                  <a:off x="1907" y="2203"/>
                  <a:ext cx="66" cy="118"/>
                </a:xfrm>
                <a:custGeom>
                  <a:avLst/>
                  <a:gdLst>
                    <a:gd name="T0" fmla="*/ 0 w 308"/>
                    <a:gd name="T1" fmla="*/ 6 h 533"/>
                    <a:gd name="T2" fmla="*/ 3 w 308"/>
                    <a:gd name="T3" fmla="*/ 0 h 533"/>
                    <a:gd name="T4" fmla="*/ 3 w 308"/>
                    <a:gd name="T5" fmla="*/ 0 h 53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9" name="Freeform 83"/>
                <p:cNvSpPr>
                  <a:spLocks/>
                </p:cNvSpPr>
                <p:nvPr/>
              </p:nvSpPr>
              <p:spPr bwMode="auto">
                <a:xfrm>
                  <a:off x="1441" y="2062"/>
                  <a:ext cx="125" cy="217"/>
                </a:xfrm>
                <a:custGeom>
                  <a:avLst/>
                  <a:gdLst>
                    <a:gd name="T0" fmla="*/ 0 w 376"/>
                    <a:gd name="T1" fmla="*/ 24 h 650"/>
                    <a:gd name="T2" fmla="*/ 14 w 376"/>
                    <a:gd name="T3" fmla="*/ 0 h 650"/>
                    <a:gd name="T4" fmla="*/ 14 w 376"/>
                    <a:gd name="T5" fmla="*/ 0 h 65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76" h="650">
                      <a:moveTo>
                        <a:pt x="0" y="650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0" name="Freeform 84"/>
                <p:cNvSpPr>
                  <a:spLocks/>
                </p:cNvSpPr>
                <p:nvPr/>
              </p:nvSpPr>
              <p:spPr bwMode="auto">
                <a:xfrm>
                  <a:off x="1109" y="2626"/>
                  <a:ext cx="87" cy="149"/>
                </a:xfrm>
                <a:custGeom>
                  <a:avLst/>
                  <a:gdLst>
                    <a:gd name="T0" fmla="*/ 0 w 259"/>
                    <a:gd name="T1" fmla="*/ 17 h 448"/>
                    <a:gd name="T2" fmla="*/ 10 w 259"/>
                    <a:gd name="T3" fmla="*/ 0 h 448"/>
                    <a:gd name="T4" fmla="*/ 10 w 259"/>
                    <a:gd name="T5" fmla="*/ 0 h 4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59" h="448">
                      <a:moveTo>
                        <a:pt x="0" y="448"/>
                      </a:moveTo>
                      <a:lnTo>
                        <a:pt x="258" y="0"/>
                      </a:lnTo>
                      <a:lnTo>
                        <a:pt x="25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1" name="Freeform 85"/>
                <p:cNvSpPr>
                  <a:spLocks/>
                </p:cNvSpPr>
                <p:nvPr/>
              </p:nvSpPr>
              <p:spPr bwMode="auto">
                <a:xfrm>
                  <a:off x="1897" y="1743"/>
                  <a:ext cx="44" cy="71"/>
                </a:xfrm>
                <a:custGeom>
                  <a:avLst/>
                  <a:gdLst>
                    <a:gd name="T0" fmla="*/ 0 w 120"/>
                    <a:gd name="T1" fmla="*/ 9 h 205"/>
                    <a:gd name="T2" fmla="*/ 6 w 120"/>
                    <a:gd name="T3" fmla="*/ 0 h 205"/>
                    <a:gd name="T4" fmla="*/ 6 w 120"/>
                    <a:gd name="T5" fmla="*/ 0 h 20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13376" name="Picture 86" descr="书6-7-2b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91" t="26241" r="23860" b="10182"/>
            <a:stretch>
              <a:fillRect/>
            </a:stretch>
          </p:blipFill>
          <p:spPr bwMode="auto">
            <a:xfrm>
              <a:off x="4398" y="1367"/>
              <a:ext cx="1176" cy="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7959" name="Group 87"/>
          <p:cNvGrpSpPr>
            <a:grpSpLocks/>
          </p:cNvGrpSpPr>
          <p:nvPr/>
        </p:nvGrpSpPr>
        <p:grpSpPr bwMode="auto">
          <a:xfrm>
            <a:off x="954088" y="2813050"/>
            <a:ext cx="2900362" cy="2347913"/>
            <a:chOff x="562" y="1279"/>
            <a:chExt cx="1827" cy="1479"/>
          </a:xfrm>
        </p:grpSpPr>
        <p:sp>
          <p:nvSpPr>
            <p:cNvPr id="13371" name="Line 88"/>
            <p:cNvSpPr>
              <a:spLocks noChangeShapeType="1"/>
            </p:cNvSpPr>
            <p:nvPr/>
          </p:nvSpPr>
          <p:spPr bwMode="auto">
            <a:xfrm flipH="1" flipV="1">
              <a:off x="562" y="2227"/>
              <a:ext cx="443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2" name="Line 89"/>
            <p:cNvSpPr>
              <a:spLocks noChangeShapeType="1"/>
            </p:cNvSpPr>
            <p:nvPr/>
          </p:nvSpPr>
          <p:spPr bwMode="auto">
            <a:xfrm flipH="1" flipV="1">
              <a:off x="567" y="2490"/>
              <a:ext cx="456" cy="26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3" name="Line 90"/>
            <p:cNvSpPr>
              <a:spLocks noChangeShapeType="1"/>
            </p:cNvSpPr>
            <p:nvPr/>
          </p:nvSpPr>
          <p:spPr bwMode="auto">
            <a:xfrm flipH="1" flipV="1">
              <a:off x="1177" y="1590"/>
              <a:ext cx="665" cy="3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4" name="Line 91"/>
            <p:cNvSpPr>
              <a:spLocks noChangeShapeType="1"/>
            </p:cNvSpPr>
            <p:nvPr/>
          </p:nvSpPr>
          <p:spPr bwMode="auto">
            <a:xfrm flipH="1" flipV="1">
              <a:off x="1690" y="1279"/>
              <a:ext cx="699" cy="3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7964" name="Group 92"/>
          <p:cNvGrpSpPr>
            <a:grpSpLocks/>
          </p:cNvGrpSpPr>
          <p:nvPr/>
        </p:nvGrpSpPr>
        <p:grpSpPr bwMode="auto">
          <a:xfrm>
            <a:off x="969963" y="2817813"/>
            <a:ext cx="1776412" cy="1952625"/>
            <a:chOff x="572" y="1282"/>
            <a:chExt cx="1119" cy="1230"/>
          </a:xfrm>
        </p:grpSpPr>
        <p:sp>
          <p:nvSpPr>
            <p:cNvPr id="13343" name="Freeform 93"/>
            <p:cNvSpPr>
              <a:spLocks/>
            </p:cNvSpPr>
            <p:nvPr/>
          </p:nvSpPr>
          <p:spPr bwMode="auto">
            <a:xfrm>
              <a:off x="774" y="2103"/>
              <a:ext cx="1" cy="288"/>
            </a:xfrm>
            <a:custGeom>
              <a:avLst/>
              <a:gdLst>
                <a:gd name="T0" fmla="*/ 0 w 1"/>
                <a:gd name="T1" fmla="*/ 0 h 862"/>
                <a:gd name="T2" fmla="*/ 0 w 1"/>
                <a:gd name="T3" fmla="*/ 32 h 862"/>
                <a:gd name="T4" fmla="*/ 1 w 1"/>
                <a:gd name="T5" fmla="*/ 32 h 8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62">
                  <a:moveTo>
                    <a:pt x="0" y="0"/>
                  </a:moveTo>
                  <a:lnTo>
                    <a:pt x="0" y="862"/>
                  </a:lnTo>
                  <a:lnTo>
                    <a:pt x="1" y="86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Freeform 94"/>
            <p:cNvSpPr>
              <a:spLocks/>
            </p:cNvSpPr>
            <p:nvPr/>
          </p:nvSpPr>
          <p:spPr bwMode="auto">
            <a:xfrm>
              <a:off x="1014" y="2081"/>
              <a:ext cx="1" cy="171"/>
            </a:xfrm>
            <a:custGeom>
              <a:avLst/>
              <a:gdLst>
                <a:gd name="T0" fmla="*/ 0 w 1"/>
                <a:gd name="T1" fmla="*/ 0 h 513"/>
                <a:gd name="T2" fmla="*/ 0 w 1"/>
                <a:gd name="T3" fmla="*/ 19 h 513"/>
                <a:gd name="T4" fmla="*/ 1 w 1"/>
                <a:gd name="T5" fmla="*/ 19 h 5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13">
                  <a:moveTo>
                    <a:pt x="0" y="0"/>
                  </a:moveTo>
                  <a:lnTo>
                    <a:pt x="0" y="513"/>
                  </a:lnTo>
                  <a:lnTo>
                    <a:pt x="1" y="51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5" name="Line 95"/>
            <p:cNvSpPr>
              <a:spLocks noChangeShapeType="1"/>
            </p:cNvSpPr>
            <p:nvPr/>
          </p:nvSpPr>
          <p:spPr bwMode="auto">
            <a:xfrm>
              <a:off x="1609" y="1322"/>
              <a:ext cx="0" cy="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Line 96"/>
            <p:cNvSpPr>
              <a:spLocks noChangeShapeType="1"/>
            </p:cNvSpPr>
            <p:nvPr/>
          </p:nvSpPr>
          <p:spPr bwMode="auto">
            <a:xfrm>
              <a:off x="1261" y="1526"/>
              <a:ext cx="0" cy="1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7" name="Freeform 97"/>
            <p:cNvSpPr>
              <a:spLocks/>
            </p:cNvSpPr>
            <p:nvPr/>
          </p:nvSpPr>
          <p:spPr bwMode="auto">
            <a:xfrm>
              <a:off x="572" y="1861"/>
              <a:ext cx="1118" cy="647"/>
            </a:xfrm>
            <a:custGeom>
              <a:avLst/>
              <a:gdLst>
                <a:gd name="T0" fmla="*/ 124 w 3354"/>
                <a:gd name="T1" fmla="*/ 0 h 1939"/>
                <a:gd name="T2" fmla="*/ 0 w 3354"/>
                <a:gd name="T3" fmla="*/ 72 h 1939"/>
                <a:gd name="T4" fmla="*/ 0 w 3354"/>
                <a:gd name="T5" fmla="*/ 72 h 19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54" h="1939">
                  <a:moveTo>
                    <a:pt x="3354" y="0"/>
                  </a:moveTo>
                  <a:lnTo>
                    <a:pt x="0" y="1939"/>
                  </a:lnTo>
                  <a:lnTo>
                    <a:pt x="1" y="19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Freeform 98"/>
            <p:cNvSpPr>
              <a:spLocks/>
            </p:cNvSpPr>
            <p:nvPr/>
          </p:nvSpPr>
          <p:spPr bwMode="auto">
            <a:xfrm>
              <a:off x="572" y="1875"/>
              <a:ext cx="612" cy="353"/>
            </a:xfrm>
            <a:custGeom>
              <a:avLst/>
              <a:gdLst>
                <a:gd name="T0" fmla="*/ 68 w 1837"/>
                <a:gd name="T1" fmla="*/ 0 h 1061"/>
                <a:gd name="T2" fmla="*/ 0 w 1837"/>
                <a:gd name="T3" fmla="*/ 39 h 1061"/>
                <a:gd name="T4" fmla="*/ 0 w 1837"/>
                <a:gd name="T5" fmla="*/ 39 h 10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7" h="1061">
                  <a:moveTo>
                    <a:pt x="1837" y="0"/>
                  </a:moveTo>
                  <a:lnTo>
                    <a:pt x="0" y="1061"/>
                  </a:lnTo>
                  <a:lnTo>
                    <a:pt x="1" y="10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Freeform 99"/>
            <p:cNvSpPr>
              <a:spLocks/>
            </p:cNvSpPr>
            <p:nvPr/>
          </p:nvSpPr>
          <p:spPr bwMode="auto">
            <a:xfrm>
              <a:off x="1184" y="1282"/>
              <a:ext cx="506" cy="292"/>
            </a:xfrm>
            <a:custGeom>
              <a:avLst/>
              <a:gdLst>
                <a:gd name="T0" fmla="*/ 56 w 1517"/>
                <a:gd name="T1" fmla="*/ 0 h 877"/>
                <a:gd name="T2" fmla="*/ 0 w 1517"/>
                <a:gd name="T3" fmla="*/ 32 h 877"/>
                <a:gd name="T4" fmla="*/ 0 w 1517"/>
                <a:gd name="T5" fmla="*/ 32 h 8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7" h="877">
                  <a:moveTo>
                    <a:pt x="1517" y="0"/>
                  </a:moveTo>
                  <a:lnTo>
                    <a:pt x="0" y="877"/>
                  </a:lnTo>
                  <a:lnTo>
                    <a:pt x="1" y="8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Freeform 100"/>
            <p:cNvSpPr>
              <a:spLocks/>
            </p:cNvSpPr>
            <p:nvPr/>
          </p:nvSpPr>
          <p:spPr bwMode="auto">
            <a:xfrm>
              <a:off x="1690" y="1282"/>
              <a:ext cx="1" cy="579"/>
            </a:xfrm>
            <a:custGeom>
              <a:avLst/>
              <a:gdLst>
                <a:gd name="T0" fmla="*/ 0 w 1"/>
                <a:gd name="T1" fmla="*/ 64 h 1738"/>
                <a:gd name="T2" fmla="*/ 0 w 1"/>
                <a:gd name="T3" fmla="*/ 0 h 1738"/>
                <a:gd name="T4" fmla="*/ 1 w 1"/>
                <a:gd name="T5" fmla="*/ 0 h 17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38">
                  <a:moveTo>
                    <a:pt x="0" y="173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Freeform 101"/>
            <p:cNvSpPr>
              <a:spLocks/>
            </p:cNvSpPr>
            <p:nvPr/>
          </p:nvSpPr>
          <p:spPr bwMode="auto">
            <a:xfrm>
              <a:off x="1062" y="1937"/>
              <a:ext cx="1" cy="117"/>
            </a:xfrm>
            <a:custGeom>
              <a:avLst/>
              <a:gdLst>
                <a:gd name="T0" fmla="*/ 0 w 1"/>
                <a:gd name="T1" fmla="*/ 0 h 350"/>
                <a:gd name="T2" fmla="*/ 0 w 1"/>
                <a:gd name="T3" fmla="*/ 13 h 350"/>
                <a:gd name="T4" fmla="*/ 1 w 1"/>
                <a:gd name="T5" fmla="*/ 13 h 3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50">
                  <a:moveTo>
                    <a:pt x="0" y="0"/>
                  </a:moveTo>
                  <a:lnTo>
                    <a:pt x="0" y="350"/>
                  </a:lnTo>
                  <a:lnTo>
                    <a:pt x="1" y="3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Freeform 102"/>
            <p:cNvSpPr>
              <a:spLocks/>
            </p:cNvSpPr>
            <p:nvPr/>
          </p:nvSpPr>
          <p:spPr bwMode="auto">
            <a:xfrm>
              <a:off x="961" y="1954"/>
              <a:ext cx="1" cy="412"/>
            </a:xfrm>
            <a:custGeom>
              <a:avLst/>
              <a:gdLst>
                <a:gd name="T0" fmla="*/ 0 w 1"/>
                <a:gd name="T1" fmla="*/ 0 h 1238"/>
                <a:gd name="T2" fmla="*/ 0 w 1"/>
                <a:gd name="T3" fmla="*/ 46 h 1238"/>
                <a:gd name="T4" fmla="*/ 1 w 1"/>
                <a:gd name="T5" fmla="*/ 46 h 1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38">
                  <a:moveTo>
                    <a:pt x="0" y="0"/>
                  </a:moveTo>
                  <a:lnTo>
                    <a:pt x="0" y="1238"/>
                  </a:lnTo>
                  <a:lnTo>
                    <a:pt x="1" y="123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Freeform 103"/>
            <p:cNvSpPr>
              <a:spLocks/>
            </p:cNvSpPr>
            <p:nvPr/>
          </p:nvSpPr>
          <p:spPr bwMode="auto">
            <a:xfrm>
              <a:off x="860" y="2054"/>
              <a:ext cx="1" cy="114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13 h 342"/>
                <a:gd name="T4" fmla="*/ 1 w 1"/>
                <a:gd name="T5" fmla="*/ 13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  <a:lnTo>
                    <a:pt x="1" y="34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Freeform 104"/>
            <p:cNvSpPr>
              <a:spLocks/>
            </p:cNvSpPr>
            <p:nvPr/>
          </p:nvSpPr>
          <p:spPr bwMode="auto">
            <a:xfrm>
              <a:off x="860" y="2054"/>
              <a:ext cx="203" cy="114"/>
            </a:xfrm>
            <a:custGeom>
              <a:avLst/>
              <a:gdLst>
                <a:gd name="T0" fmla="*/ 0 w 608"/>
                <a:gd name="T1" fmla="*/ 13 h 342"/>
                <a:gd name="T2" fmla="*/ 23 w 608"/>
                <a:gd name="T3" fmla="*/ 0 h 342"/>
                <a:gd name="T4" fmla="*/ 23 w 608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8" h="342">
                  <a:moveTo>
                    <a:pt x="0" y="342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5" name="Freeform 105"/>
            <p:cNvSpPr>
              <a:spLocks/>
            </p:cNvSpPr>
            <p:nvPr/>
          </p:nvSpPr>
          <p:spPr bwMode="auto">
            <a:xfrm>
              <a:off x="909" y="2140"/>
              <a:ext cx="1" cy="173"/>
            </a:xfrm>
            <a:custGeom>
              <a:avLst/>
              <a:gdLst>
                <a:gd name="T0" fmla="*/ 0 w 1"/>
                <a:gd name="T1" fmla="*/ 0 h 517"/>
                <a:gd name="T2" fmla="*/ 0 w 1"/>
                <a:gd name="T3" fmla="*/ 19 h 517"/>
                <a:gd name="T4" fmla="*/ 1 w 1"/>
                <a:gd name="T5" fmla="*/ 19 h 5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17">
                  <a:moveTo>
                    <a:pt x="0" y="0"/>
                  </a:moveTo>
                  <a:lnTo>
                    <a:pt x="0" y="517"/>
                  </a:lnTo>
                  <a:lnTo>
                    <a:pt x="1" y="51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6" name="Freeform 106"/>
            <p:cNvSpPr>
              <a:spLocks/>
            </p:cNvSpPr>
            <p:nvPr/>
          </p:nvSpPr>
          <p:spPr bwMode="auto">
            <a:xfrm>
              <a:off x="1184" y="1570"/>
              <a:ext cx="1" cy="310"/>
            </a:xfrm>
            <a:custGeom>
              <a:avLst/>
              <a:gdLst>
                <a:gd name="T0" fmla="*/ 0 w 1"/>
                <a:gd name="T1" fmla="*/ 0 h 310"/>
                <a:gd name="T2" fmla="*/ 0 w 1"/>
                <a:gd name="T3" fmla="*/ 310 h 310"/>
                <a:gd name="T4" fmla="*/ 1 w 1"/>
                <a:gd name="T5" fmla="*/ 293 h 3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10">
                  <a:moveTo>
                    <a:pt x="0" y="0"/>
                  </a:moveTo>
                  <a:lnTo>
                    <a:pt x="0" y="310"/>
                  </a:lnTo>
                  <a:lnTo>
                    <a:pt x="1" y="29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Freeform 107"/>
            <p:cNvSpPr>
              <a:spLocks/>
            </p:cNvSpPr>
            <p:nvPr/>
          </p:nvSpPr>
          <p:spPr bwMode="auto">
            <a:xfrm>
              <a:off x="1260" y="1428"/>
              <a:ext cx="354" cy="204"/>
            </a:xfrm>
            <a:custGeom>
              <a:avLst/>
              <a:gdLst>
                <a:gd name="T0" fmla="*/ 39 w 1062"/>
                <a:gd name="T1" fmla="*/ 0 h 613"/>
                <a:gd name="T2" fmla="*/ 0 w 1062"/>
                <a:gd name="T3" fmla="*/ 23 h 613"/>
                <a:gd name="T4" fmla="*/ 0 w 1062"/>
                <a:gd name="T5" fmla="*/ 23 h 6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2" h="613">
                  <a:moveTo>
                    <a:pt x="1062" y="0"/>
                  </a:moveTo>
                  <a:lnTo>
                    <a:pt x="0" y="613"/>
                  </a:lnTo>
                  <a:lnTo>
                    <a:pt x="1" y="61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8" name="Freeform 108"/>
            <p:cNvSpPr>
              <a:spLocks/>
            </p:cNvSpPr>
            <p:nvPr/>
          </p:nvSpPr>
          <p:spPr bwMode="auto">
            <a:xfrm>
              <a:off x="1184" y="1567"/>
              <a:ext cx="13" cy="22"/>
            </a:xfrm>
            <a:custGeom>
              <a:avLst/>
              <a:gdLst>
                <a:gd name="T0" fmla="*/ 0 w 39"/>
                <a:gd name="T1" fmla="*/ 2 h 68"/>
                <a:gd name="T2" fmla="*/ 1 w 39"/>
                <a:gd name="T3" fmla="*/ 0 h 68"/>
                <a:gd name="T4" fmla="*/ 1 w 39"/>
                <a:gd name="T5" fmla="*/ 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68">
                  <a:moveTo>
                    <a:pt x="0" y="68"/>
                  </a:moveTo>
                  <a:lnTo>
                    <a:pt x="38" y="0"/>
                  </a:lnTo>
                  <a:lnTo>
                    <a:pt x="3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59" name="Group 109"/>
            <p:cNvGrpSpPr>
              <a:grpSpLocks/>
            </p:cNvGrpSpPr>
            <p:nvPr/>
          </p:nvGrpSpPr>
          <p:grpSpPr bwMode="auto">
            <a:xfrm>
              <a:off x="689" y="2109"/>
              <a:ext cx="1" cy="402"/>
              <a:chOff x="1498" y="1927"/>
              <a:chExt cx="1" cy="402"/>
            </a:xfrm>
          </p:grpSpPr>
          <p:sp>
            <p:nvSpPr>
              <p:cNvPr id="13368" name="Freeform 110"/>
              <p:cNvSpPr>
                <a:spLocks/>
              </p:cNvSpPr>
              <p:nvPr/>
            </p:nvSpPr>
            <p:spPr bwMode="auto">
              <a:xfrm>
                <a:off x="1498" y="1927"/>
                <a:ext cx="1" cy="158"/>
              </a:xfrm>
              <a:custGeom>
                <a:avLst/>
                <a:gdLst>
                  <a:gd name="T0" fmla="*/ 0 w 1"/>
                  <a:gd name="T1" fmla="*/ 0 h 475"/>
                  <a:gd name="T2" fmla="*/ 0 w 1"/>
                  <a:gd name="T3" fmla="*/ 18 h 475"/>
                  <a:gd name="T4" fmla="*/ 1 w 1"/>
                  <a:gd name="T5" fmla="*/ 18 h 4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75">
                    <a:moveTo>
                      <a:pt x="0" y="0"/>
                    </a:moveTo>
                    <a:lnTo>
                      <a:pt x="0" y="475"/>
                    </a:lnTo>
                    <a:lnTo>
                      <a:pt x="1" y="47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" name="Freeform 111"/>
              <p:cNvSpPr>
                <a:spLocks/>
              </p:cNvSpPr>
              <p:nvPr/>
            </p:nvSpPr>
            <p:spPr bwMode="auto">
              <a:xfrm>
                <a:off x="1498" y="2176"/>
                <a:ext cx="1" cy="153"/>
              </a:xfrm>
              <a:custGeom>
                <a:avLst/>
                <a:gdLst>
                  <a:gd name="T0" fmla="*/ 0 w 1"/>
                  <a:gd name="T1" fmla="*/ 0 h 459"/>
                  <a:gd name="T2" fmla="*/ 0 w 1"/>
                  <a:gd name="T3" fmla="*/ 17 h 459"/>
                  <a:gd name="T4" fmla="*/ 1 w 1"/>
                  <a:gd name="T5" fmla="*/ 17 h 4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59">
                    <a:moveTo>
                      <a:pt x="0" y="0"/>
                    </a:moveTo>
                    <a:lnTo>
                      <a:pt x="0" y="459"/>
                    </a:lnTo>
                    <a:lnTo>
                      <a:pt x="1" y="45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" name="Freeform 112"/>
              <p:cNvSpPr>
                <a:spLocks/>
              </p:cNvSpPr>
              <p:nvPr/>
            </p:nvSpPr>
            <p:spPr bwMode="auto">
              <a:xfrm>
                <a:off x="1498" y="2123"/>
                <a:ext cx="1" cy="15"/>
              </a:xfrm>
              <a:custGeom>
                <a:avLst/>
                <a:gdLst>
                  <a:gd name="T0" fmla="*/ 0 w 1"/>
                  <a:gd name="T1" fmla="*/ 0 h 43"/>
                  <a:gd name="T2" fmla="*/ 0 w 1"/>
                  <a:gd name="T3" fmla="*/ 2 h 43"/>
                  <a:gd name="T4" fmla="*/ 1 w 1"/>
                  <a:gd name="T5" fmla="*/ 2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3">
                    <a:moveTo>
                      <a:pt x="0" y="0"/>
                    </a:moveTo>
                    <a:lnTo>
                      <a:pt x="0" y="43"/>
                    </a:lnTo>
                    <a:lnTo>
                      <a:pt x="1" y="4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60" name="Group 113"/>
            <p:cNvGrpSpPr>
              <a:grpSpLocks/>
            </p:cNvGrpSpPr>
            <p:nvPr/>
          </p:nvGrpSpPr>
          <p:grpSpPr bwMode="auto">
            <a:xfrm>
              <a:off x="1437" y="1381"/>
              <a:ext cx="1" cy="694"/>
              <a:chOff x="2246" y="1199"/>
              <a:chExt cx="1" cy="694"/>
            </a:xfrm>
          </p:grpSpPr>
          <p:sp>
            <p:nvSpPr>
              <p:cNvPr id="13365" name="Freeform 114"/>
              <p:cNvSpPr>
                <a:spLocks/>
              </p:cNvSpPr>
              <p:nvPr/>
            </p:nvSpPr>
            <p:spPr bwMode="auto">
              <a:xfrm>
                <a:off x="2246" y="1627"/>
                <a:ext cx="1" cy="266"/>
              </a:xfrm>
              <a:custGeom>
                <a:avLst/>
                <a:gdLst>
                  <a:gd name="T0" fmla="*/ 0 w 1"/>
                  <a:gd name="T1" fmla="*/ 30 h 799"/>
                  <a:gd name="T2" fmla="*/ 0 w 1"/>
                  <a:gd name="T3" fmla="*/ 0 h 799"/>
                  <a:gd name="T4" fmla="*/ 1 w 1"/>
                  <a:gd name="T5" fmla="*/ 0 h 7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99">
                    <a:moveTo>
                      <a:pt x="0" y="7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" name="Freeform 115"/>
              <p:cNvSpPr>
                <a:spLocks/>
              </p:cNvSpPr>
              <p:nvPr/>
            </p:nvSpPr>
            <p:spPr bwMode="auto">
              <a:xfrm>
                <a:off x="2246" y="1565"/>
                <a:ext cx="1" cy="19"/>
              </a:xfrm>
              <a:custGeom>
                <a:avLst/>
                <a:gdLst>
                  <a:gd name="T0" fmla="*/ 0 w 1"/>
                  <a:gd name="T1" fmla="*/ 2 h 57"/>
                  <a:gd name="T2" fmla="*/ 0 w 1"/>
                  <a:gd name="T3" fmla="*/ 0 h 57"/>
                  <a:gd name="T4" fmla="*/ 1 w 1"/>
                  <a:gd name="T5" fmla="*/ 0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7">
                    <a:moveTo>
                      <a:pt x="0" y="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" name="Freeform 116"/>
              <p:cNvSpPr>
                <a:spLocks/>
              </p:cNvSpPr>
              <p:nvPr/>
            </p:nvSpPr>
            <p:spPr bwMode="auto">
              <a:xfrm>
                <a:off x="2246" y="1199"/>
                <a:ext cx="1" cy="332"/>
              </a:xfrm>
              <a:custGeom>
                <a:avLst/>
                <a:gdLst>
                  <a:gd name="T0" fmla="*/ 0 w 1"/>
                  <a:gd name="T1" fmla="*/ 37 h 997"/>
                  <a:gd name="T2" fmla="*/ 0 w 1"/>
                  <a:gd name="T3" fmla="*/ 0 h 997"/>
                  <a:gd name="T4" fmla="*/ 1 w 1"/>
                  <a:gd name="T5" fmla="*/ 0 h 9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97">
                    <a:moveTo>
                      <a:pt x="0" y="9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61" name="Line 117"/>
            <p:cNvSpPr>
              <a:spLocks noChangeShapeType="1"/>
            </p:cNvSpPr>
            <p:nvPr/>
          </p:nvSpPr>
          <p:spPr bwMode="auto">
            <a:xfrm flipV="1">
              <a:off x="1321" y="1598"/>
              <a:ext cx="0" cy="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2" name="Line 118"/>
            <p:cNvSpPr>
              <a:spLocks noChangeShapeType="1"/>
            </p:cNvSpPr>
            <p:nvPr/>
          </p:nvSpPr>
          <p:spPr bwMode="auto">
            <a:xfrm flipV="1">
              <a:off x="1549" y="1460"/>
              <a:ext cx="0" cy="4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3" name="Line 119"/>
            <p:cNvSpPr>
              <a:spLocks noChangeShapeType="1"/>
            </p:cNvSpPr>
            <p:nvPr/>
          </p:nvSpPr>
          <p:spPr bwMode="auto">
            <a:xfrm>
              <a:off x="1585" y="1442"/>
              <a:ext cx="0" cy="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4" name="Line 120"/>
            <p:cNvSpPr>
              <a:spLocks noChangeShapeType="1"/>
            </p:cNvSpPr>
            <p:nvPr/>
          </p:nvSpPr>
          <p:spPr bwMode="auto">
            <a:xfrm>
              <a:off x="575" y="2220"/>
              <a:ext cx="0" cy="2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7993" name="Group 121"/>
          <p:cNvGrpSpPr>
            <a:grpSpLocks/>
          </p:cNvGrpSpPr>
          <p:nvPr/>
        </p:nvGrpSpPr>
        <p:grpSpPr bwMode="auto">
          <a:xfrm>
            <a:off x="1290638" y="2863850"/>
            <a:ext cx="1454150" cy="1679575"/>
            <a:chOff x="774" y="1311"/>
            <a:chExt cx="916" cy="1058"/>
          </a:xfrm>
        </p:grpSpPr>
        <p:sp>
          <p:nvSpPr>
            <p:cNvPr id="13329" name="Freeform 122"/>
            <p:cNvSpPr>
              <a:spLocks/>
            </p:cNvSpPr>
            <p:nvPr/>
          </p:nvSpPr>
          <p:spPr bwMode="auto">
            <a:xfrm>
              <a:off x="1028" y="1734"/>
              <a:ext cx="294" cy="510"/>
            </a:xfrm>
            <a:custGeom>
              <a:avLst/>
              <a:gdLst>
                <a:gd name="T0" fmla="*/ 0 w 884"/>
                <a:gd name="T1" fmla="*/ 57 h 1531"/>
                <a:gd name="T2" fmla="*/ 33 w 884"/>
                <a:gd name="T3" fmla="*/ 0 h 1531"/>
                <a:gd name="T4" fmla="*/ 33 w 884"/>
                <a:gd name="T5" fmla="*/ 0 h 15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84" h="1531">
                  <a:moveTo>
                    <a:pt x="0" y="1531"/>
                  </a:moveTo>
                  <a:lnTo>
                    <a:pt x="883" y="0"/>
                  </a:lnTo>
                  <a:lnTo>
                    <a:pt x="88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Freeform 123"/>
            <p:cNvSpPr>
              <a:spLocks/>
            </p:cNvSpPr>
            <p:nvPr/>
          </p:nvSpPr>
          <p:spPr bwMode="auto">
            <a:xfrm>
              <a:off x="1249" y="1989"/>
              <a:ext cx="73" cy="127"/>
            </a:xfrm>
            <a:custGeom>
              <a:avLst/>
              <a:gdLst>
                <a:gd name="T0" fmla="*/ 0 w 221"/>
                <a:gd name="T1" fmla="*/ 14 h 382"/>
                <a:gd name="T2" fmla="*/ 8 w 221"/>
                <a:gd name="T3" fmla="*/ 0 h 382"/>
                <a:gd name="T4" fmla="*/ 8 w 221"/>
                <a:gd name="T5" fmla="*/ 0 h 3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" h="382">
                  <a:moveTo>
                    <a:pt x="0" y="382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Freeform 124"/>
            <p:cNvSpPr>
              <a:spLocks/>
            </p:cNvSpPr>
            <p:nvPr/>
          </p:nvSpPr>
          <p:spPr bwMode="auto">
            <a:xfrm>
              <a:off x="1184" y="1606"/>
              <a:ext cx="138" cy="239"/>
            </a:xfrm>
            <a:custGeom>
              <a:avLst/>
              <a:gdLst>
                <a:gd name="T0" fmla="*/ 0 w 415"/>
                <a:gd name="T1" fmla="*/ 26 h 719"/>
                <a:gd name="T2" fmla="*/ 15 w 415"/>
                <a:gd name="T3" fmla="*/ 0 h 719"/>
                <a:gd name="T4" fmla="*/ 15 w 415"/>
                <a:gd name="T5" fmla="*/ 0 h 7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719">
                  <a:moveTo>
                    <a:pt x="0" y="719"/>
                  </a:moveTo>
                  <a:lnTo>
                    <a:pt x="414" y="0"/>
                  </a:lnTo>
                  <a:lnTo>
                    <a:pt x="41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Freeform 125"/>
            <p:cNvSpPr>
              <a:spLocks/>
            </p:cNvSpPr>
            <p:nvPr/>
          </p:nvSpPr>
          <p:spPr bwMode="auto">
            <a:xfrm>
              <a:off x="1014" y="1877"/>
              <a:ext cx="152" cy="263"/>
            </a:xfrm>
            <a:custGeom>
              <a:avLst/>
              <a:gdLst>
                <a:gd name="T0" fmla="*/ 0 w 456"/>
                <a:gd name="T1" fmla="*/ 29 h 788"/>
                <a:gd name="T2" fmla="*/ 17 w 456"/>
                <a:gd name="T3" fmla="*/ 0 h 788"/>
                <a:gd name="T4" fmla="*/ 17 w 456"/>
                <a:gd name="T5" fmla="*/ 0 h 7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6" h="788">
                  <a:moveTo>
                    <a:pt x="0" y="788"/>
                  </a:moveTo>
                  <a:lnTo>
                    <a:pt x="455" y="0"/>
                  </a:lnTo>
                  <a:lnTo>
                    <a:pt x="456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Freeform 126"/>
            <p:cNvSpPr>
              <a:spLocks/>
            </p:cNvSpPr>
            <p:nvPr/>
          </p:nvSpPr>
          <p:spPr bwMode="auto">
            <a:xfrm>
              <a:off x="1184" y="1586"/>
              <a:ext cx="76" cy="132"/>
            </a:xfrm>
            <a:custGeom>
              <a:avLst/>
              <a:gdLst>
                <a:gd name="T0" fmla="*/ 0 w 228"/>
                <a:gd name="T1" fmla="*/ 15 h 395"/>
                <a:gd name="T2" fmla="*/ 8 w 228"/>
                <a:gd name="T3" fmla="*/ 0 h 395"/>
                <a:gd name="T4" fmla="*/ 8 w 228"/>
                <a:gd name="T5" fmla="*/ 0 h 3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8" h="395">
                  <a:moveTo>
                    <a:pt x="0" y="395"/>
                  </a:moveTo>
                  <a:lnTo>
                    <a:pt x="227" y="0"/>
                  </a:lnTo>
                  <a:lnTo>
                    <a:pt x="2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Freeform 127"/>
            <p:cNvSpPr>
              <a:spLocks/>
            </p:cNvSpPr>
            <p:nvPr/>
          </p:nvSpPr>
          <p:spPr bwMode="auto">
            <a:xfrm>
              <a:off x="1587" y="1736"/>
              <a:ext cx="103" cy="177"/>
            </a:xfrm>
            <a:custGeom>
              <a:avLst/>
              <a:gdLst>
                <a:gd name="T0" fmla="*/ 0 w 309"/>
                <a:gd name="T1" fmla="*/ 20 h 533"/>
                <a:gd name="T2" fmla="*/ 11 w 309"/>
                <a:gd name="T3" fmla="*/ 0 h 533"/>
                <a:gd name="T4" fmla="*/ 11 w 309"/>
                <a:gd name="T5" fmla="*/ 0 h 5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Freeform 128"/>
            <p:cNvSpPr>
              <a:spLocks/>
            </p:cNvSpPr>
            <p:nvPr/>
          </p:nvSpPr>
          <p:spPr bwMode="auto">
            <a:xfrm>
              <a:off x="1587" y="1607"/>
              <a:ext cx="103" cy="179"/>
            </a:xfrm>
            <a:custGeom>
              <a:avLst/>
              <a:gdLst>
                <a:gd name="T0" fmla="*/ 0 w 309"/>
                <a:gd name="T1" fmla="*/ 20 h 535"/>
                <a:gd name="T2" fmla="*/ 11 w 309"/>
                <a:gd name="T3" fmla="*/ 0 h 535"/>
                <a:gd name="T4" fmla="*/ 11 w 309"/>
                <a:gd name="T5" fmla="*/ 0 h 5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9" h="535">
                  <a:moveTo>
                    <a:pt x="0" y="535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Freeform 129"/>
            <p:cNvSpPr>
              <a:spLocks/>
            </p:cNvSpPr>
            <p:nvPr/>
          </p:nvSpPr>
          <p:spPr bwMode="auto">
            <a:xfrm>
              <a:off x="1587" y="1480"/>
              <a:ext cx="103" cy="177"/>
            </a:xfrm>
            <a:custGeom>
              <a:avLst/>
              <a:gdLst>
                <a:gd name="T0" fmla="*/ 0 w 309"/>
                <a:gd name="T1" fmla="*/ 20 h 533"/>
                <a:gd name="T2" fmla="*/ 11 w 309"/>
                <a:gd name="T3" fmla="*/ 0 h 533"/>
                <a:gd name="T4" fmla="*/ 11 w 309"/>
                <a:gd name="T5" fmla="*/ 0 h 5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Freeform 130"/>
            <p:cNvSpPr>
              <a:spLocks/>
            </p:cNvSpPr>
            <p:nvPr/>
          </p:nvSpPr>
          <p:spPr bwMode="auto">
            <a:xfrm>
              <a:off x="1587" y="1352"/>
              <a:ext cx="103" cy="178"/>
            </a:xfrm>
            <a:custGeom>
              <a:avLst/>
              <a:gdLst>
                <a:gd name="T0" fmla="*/ 0 w 309"/>
                <a:gd name="T1" fmla="*/ 20 h 533"/>
                <a:gd name="T2" fmla="*/ 11 w 309"/>
                <a:gd name="T3" fmla="*/ 0 h 533"/>
                <a:gd name="T4" fmla="*/ 11 w 309"/>
                <a:gd name="T5" fmla="*/ 0 h 5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Freeform 131"/>
            <p:cNvSpPr>
              <a:spLocks/>
            </p:cNvSpPr>
            <p:nvPr/>
          </p:nvSpPr>
          <p:spPr bwMode="auto">
            <a:xfrm>
              <a:off x="1614" y="1311"/>
              <a:ext cx="26" cy="45"/>
            </a:xfrm>
            <a:custGeom>
              <a:avLst/>
              <a:gdLst>
                <a:gd name="T0" fmla="*/ 0 w 78"/>
                <a:gd name="T1" fmla="*/ 5 h 134"/>
                <a:gd name="T2" fmla="*/ 3 w 78"/>
                <a:gd name="T3" fmla="*/ 0 h 134"/>
                <a:gd name="T4" fmla="*/ 3 w 78"/>
                <a:gd name="T5" fmla="*/ 0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34">
                  <a:moveTo>
                    <a:pt x="0" y="134"/>
                  </a:moveTo>
                  <a:lnTo>
                    <a:pt x="77" y="0"/>
                  </a:lnTo>
                  <a:lnTo>
                    <a:pt x="7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Freeform 132"/>
            <p:cNvSpPr>
              <a:spLocks/>
            </p:cNvSpPr>
            <p:nvPr/>
          </p:nvSpPr>
          <p:spPr bwMode="auto">
            <a:xfrm>
              <a:off x="812" y="2201"/>
              <a:ext cx="97" cy="168"/>
            </a:xfrm>
            <a:custGeom>
              <a:avLst/>
              <a:gdLst>
                <a:gd name="T0" fmla="*/ 0 w 292"/>
                <a:gd name="T1" fmla="*/ 19 h 502"/>
                <a:gd name="T2" fmla="*/ 11 w 292"/>
                <a:gd name="T3" fmla="*/ 0 h 502"/>
                <a:gd name="T4" fmla="*/ 11 w 292"/>
                <a:gd name="T5" fmla="*/ 0 h 5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2" h="502">
                  <a:moveTo>
                    <a:pt x="0" y="502"/>
                  </a:moveTo>
                  <a:lnTo>
                    <a:pt x="291" y="0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Freeform 133"/>
            <p:cNvSpPr>
              <a:spLocks/>
            </p:cNvSpPr>
            <p:nvPr/>
          </p:nvSpPr>
          <p:spPr bwMode="auto">
            <a:xfrm>
              <a:off x="774" y="2158"/>
              <a:ext cx="86" cy="149"/>
            </a:xfrm>
            <a:custGeom>
              <a:avLst/>
              <a:gdLst>
                <a:gd name="T0" fmla="*/ 0 w 260"/>
                <a:gd name="T1" fmla="*/ 17 h 447"/>
                <a:gd name="T2" fmla="*/ 9 w 260"/>
                <a:gd name="T3" fmla="*/ 0 h 447"/>
                <a:gd name="T4" fmla="*/ 9 w 260"/>
                <a:gd name="T5" fmla="*/ 0 h 4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0" h="447">
                  <a:moveTo>
                    <a:pt x="0" y="447"/>
                  </a:moveTo>
                  <a:lnTo>
                    <a:pt x="259" y="0"/>
                  </a:lnTo>
                  <a:lnTo>
                    <a:pt x="26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Freeform 134"/>
            <p:cNvSpPr>
              <a:spLocks/>
            </p:cNvSpPr>
            <p:nvPr/>
          </p:nvSpPr>
          <p:spPr bwMode="auto">
            <a:xfrm>
              <a:off x="774" y="2066"/>
              <a:ext cx="65" cy="113"/>
            </a:xfrm>
            <a:custGeom>
              <a:avLst/>
              <a:gdLst>
                <a:gd name="T0" fmla="*/ 0 w 197"/>
                <a:gd name="T1" fmla="*/ 13 h 338"/>
                <a:gd name="T2" fmla="*/ 7 w 197"/>
                <a:gd name="T3" fmla="*/ 0 h 338"/>
                <a:gd name="T4" fmla="*/ 7 w 197"/>
                <a:gd name="T5" fmla="*/ 0 h 3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7" h="338">
                  <a:moveTo>
                    <a:pt x="0" y="338"/>
                  </a:moveTo>
                  <a:lnTo>
                    <a:pt x="196" y="0"/>
                  </a:lnTo>
                  <a:lnTo>
                    <a:pt x="19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Freeform 135"/>
            <p:cNvSpPr>
              <a:spLocks/>
            </p:cNvSpPr>
            <p:nvPr/>
          </p:nvSpPr>
          <p:spPr bwMode="auto">
            <a:xfrm>
              <a:off x="1138" y="1861"/>
              <a:ext cx="184" cy="319"/>
            </a:xfrm>
            <a:custGeom>
              <a:avLst/>
              <a:gdLst>
                <a:gd name="T0" fmla="*/ 0 w 553"/>
                <a:gd name="T1" fmla="*/ 35 h 956"/>
                <a:gd name="T2" fmla="*/ 20 w 553"/>
                <a:gd name="T3" fmla="*/ 0 h 956"/>
                <a:gd name="T4" fmla="*/ 20 w 553"/>
                <a:gd name="T5" fmla="*/ 0 h 9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3" h="956">
                  <a:moveTo>
                    <a:pt x="0" y="956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8" name="Text Box 136"/>
          <p:cNvSpPr txBox="1">
            <a:spLocks noChangeArrowheads="1"/>
          </p:cNvSpPr>
          <p:nvPr/>
        </p:nvSpPr>
        <p:spPr bwMode="auto">
          <a:xfrm>
            <a:off x="109538" y="127000"/>
            <a:ext cx="73961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§12.2  </a:t>
            </a:r>
            <a:r>
              <a:rPr lang="zh-CN" altLang="en-US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剖视图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207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207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7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09" grpId="0" autoUpdateAnimBg="0"/>
      <p:bldP spid="207910" grpId="0" autoUpdateAnimBg="0"/>
      <p:bldP spid="207911" grpId="0" autoUpdateAnimBg="0"/>
      <p:bldP spid="207912" grpId="0" autoUpdateAnimBg="0"/>
      <p:bldP spid="207913" grpId="0" autoUpdateAnimBg="0"/>
      <p:bldP spid="2079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AB83CA4-A5A6-484E-83C0-3B730747F8F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06935" name="Group 87"/>
          <p:cNvGrpSpPr>
            <a:grpSpLocks/>
          </p:cNvGrpSpPr>
          <p:nvPr/>
        </p:nvGrpSpPr>
        <p:grpSpPr bwMode="auto">
          <a:xfrm>
            <a:off x="1000125" y="679450"/>
            <a:ext cx="2976563" cy="1635125"/>
            <a:chOff x="767" y="608"/>
            <a:chExt cx="1875" cy="1030"/>
          </a:xfrm>
        </p:grpSpPr>
        <p:sp>
          <p:nvSpPr>
            <p:cNvPr id="14430" name="Line 88"/>
            <p:cNvSpPr>
              <a:spLocks noChangeShapeType="1"/>
            </p:cNvSpPr>
            <p:nvPr/>
          </p:nvSpPr>
          <p:spPr bwMode="auto">
            <a:xfrm>
              <a:off x="1909" y="726"/>
              <a:ext cx="0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1" name="Freeform 89"/>
            <p:cNvSpPr>
              <a:spLocks/>
            </p:cNvSpPr>
            <p:nvPr/>
          </p:nvSpPr>
          <p:spPr bwMode="auto">
            <a:xfrm>
              <a:off x="2446" y="871"/>
              <a:ext cx="1" cy="631"/>
            </a:xfrm>
            <a:custGeom>
              <a:avLst/>
              <a:gdLst>
                <a:gd name="T0" fmla="*/ 0 w 2"/>
                <a:gd name="T1" fmla="*/ 76 h 1818"/>
                <a:gd name="T2" fmla="*/ 0 w 2"/>
                <a:gd name="T3" fmla="*/ 0 h 1818"/>
                <a:gd name="T4" fmla="*/ 1 w 2"/>
                <a:gd name="T5" fmla="*/ 0 h 18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818">
                  <a:moveTo>
                    <a:pt x="0" y="181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2" name="Freeform 90"/>
            <p:cNvSpPr>
              <a:spLocks/>
            </p:cNvSpPr>
            <p:nvPr/>
          </p:nvSpPr>
          <p:spPr bwMode="auto">
            <a:xfrm>
              <a:off x="1790" y="727"/>
              <a:ext cx="1" cy="528"/>
            </a:xfrm>
            <a:custGeom>
              <a:avLst/>
              <a:gdLst>
                <a:gd name="T0" fmla="*/ 0 w 1"/>
                <a:gd name="T1" fmla="*/ 63 h 1523"/>
                <a:gd name="T2" fmla="*/ 0 w 1"/>
                <a:gd name="T3" fmla="*/ 0 h 1523"/>
                <a:gd name="T4" fmla="*/ 1 w 1"/>
                <a:gd name="T5" fmla="*/ 0 h 15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23">
                  <a:moveTo>
                    <a:pt x="0" y="15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3" name="Freeform 91"/>
            <p:cNvSpPr>
              <a:spLocks/>
            </p:cNvSpPr>
            <p:nvPr/>
          </p:nvSpPr>
          <p:spPr bwMode="auto">
            <a:xfrm>
              <a:off x="2641" y="727"/>
              <a:ext cx="1" cy="775"/>
            </a:xfrm>
            <a:custGeom>
              <a:avLst/>
              <a:gdLst>
                <a:gd name="T0" fmla="*/ 0 w 2"/>
                <a:gd name="T1" fmla="*/ 93 h 2235"/>
                <a:gd name="T2" fmla="*/ 0 w 2"/>
                <a:gd name="T3" fmla="*/ 0 h 2235"/>
                <a:gd name="T4" fmla="*/ 1 w 2"/>
                <a:gd name="T5" fmla="*/ 0 h 22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235">
                  <a:moveTo>
                    <a:pt x="0" y="2235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4" name="Freeform 92"/>
            <p:cNvSpPr>
              <a:spLocks/>
            </p:cNvSpPr>
            <p:nvPr/>
          </p:nvSpPr>
          <p:spPr bwMode="auto">
            <a:xfrm>
              <a:off x="2522" y="727"/>
              <a:ext cx="1" cy="144"/>
            </a:xfrm>
            <a:custGeom>
              <a:avLst/>
              <a:gdLst>
                <a:gd name="T0" fmla="*/ 0 w 2"/>
                <a:gd name="T1" fmla="*/ 17 h 417"/>
                <a:gd name="T2" fmla="*/ 0 w 2"/>
                <a:gd name="T3" fmla="*/ 0 h 417"/>
                <a:gd name="T4" fmla="*/ 1 w 2"/>
                <a:gd name="T5" fmla="*/ 0 h 4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5" name="Freeform 93"/>
            <p:cNvSpPr>
              <a:spLocks/>
            </p:cNvSpPr>
            <p:nvPr/>
          </p:nvSpPr>
          <p:spPr bwMode="auto">
            <a:xfrm>
              <a:off x="2360" y="871"/>
              <a:ext cx="1" cy="631"/>
            </a:xfrm>
            <a:custGeom>
              <a:avLst/>
              <a:gdLst>
                <a:gd name="T0" fmla="*/ 0 w 1"/>
                <a:gd name="T1" fmla="*/ 76 h 1818"/>
                <a:gd name="T2" fmla="*/ 0 w 1"/>
                <a:gd name="T3" fmla="*/ 0 h 1818"/>
                <a:gd name="T4" fmla="*/ 1 w 1"/>
                <a:gd name="T5" fmla="*/ 0 h 18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6" name="Freeform 94"/>
            <p:cNvSpPr>
              <a:spLocks/>
            </p:cNvSpPr>
            <p:nvPr/>
          </p:nvSpPr>
          <p:spPr bwMode="auto">
            <a:xfrm>
              <a:off x="2053" y="871"/>
              <a:ext cx="1" cy="631"/>
            </a:xfrm>
            <a:custGeom>
              <a:avLst/>
              <a:gdLst>
                <a:gd name="T0" fmla="*/ 0 w 1"/>
                <a:gd name="T1" fmla="*/ 76 h 1818"/>
                <a:gd name="T2" fmla="*/ 0 w 1"/>
                <a:gd name="T3" fmla="*/ 0 h 1818"/>
                <a:gd name="T4" fmla="*/ 1 w 1"/>
                <a:gd name="T5" fmla="*/ 0 h 18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7" name="Freeform 95"/>
            <p:cNvSpPr>
              <a:spLocks/>
            </p:cNvSpPr>
            <p:nvPr/>
          </p:nvSpPr>
          <p:spPr bwMode="auto">
            <a:xfrm>
              <a:off x="767" y="1502"/>
              <a:ext cx="1875" cy="1"/>
            </a:xfrm>
            <a:custGeom>
              <a:avLst/>
              <a:gdLst>
                <a:gd name="T0" fmla="*/ 0 w 5406"/>
                <a:gd name="T1" fmla="*/ 0 h 1"/>
                <a:gd name="T2" fmla="*/ 225 w 5406"/>
                <a:gd name="T3" fmla="*/ 0 h 1"/>
                <a:gd name="T4" fmla="*/ 225 w 540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06" h="1">
                  <a:moveTo>
                    <a:pt x="0" y="0"/>
                  </a:moveTo>
                  <a:lnTo>
                    <a:pt x="5404" y="0"/>
                  </a:lnTo>
                  <a:lnTo>
                    <a:pt x="540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8" name="Freeform 96"/>
            <p:cNvSpPr>
              <a:spLocks/>
            </p:cNvSpPr>
            <p:nvPr/>
          </p:nvSpPr>
          <p:spPr bwMode="auto">
            <a:xfrm>
              <a:off x="767" y="1255"/>
              <a:ext cx="1023" cy="1"/>
            </a:xfrm>
            <a:custGeom>
              <a:avLst/>
              <a:gdLst>
                <a:gd name="T0" fmla="*/ 0 w 2949"/>
                <a:gd name="T1" fmla="*/ 0 h 1"/>
                <a:gd name="T2" fmla="*/ 123 w 2949"/>
                <a:gd name="T3" fmla="*/ 0 h 1"/>
                <a:gd name="T4" fmla="*/ 123 w 294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49" h="1">
                  <a:moveTo>
                    <a:pt x="0" y="0"/>
                  </a:moveTo>
                  <a:lnTo>
                    <a:pt x="2948" y="0"/>
                  </a:lnTo>
                  <a:lnTo>
                    <a:pt x="294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" name="Freeform 97"/>
            <p:cNvSpPr>
              <a:spLocks/>
            </p:cNvSpPr>
            <p:nvPr/>
          </p:nvSpPr>
          <p:spPr bwMode="auto">
            <a:xfrm>
              <a:off x="1192" y="1255"/>
              <a:ext cx="1" cy="247"/>
            </a:xfrm>
            <a:custGeom>
              <a:avLst/>
              <a:gdLst>
                <a:gd name="T0" fmla="*/ 0 w 2"/>
                <a:gd name="T1" fmla="*/ 30 h 712"/>
                <a:gd name="T2" fmla="*/ 0 w 2"/>
                <a:gd name="T3" fmla="*/ 0 h 712"/>
                <a:gd name="T4" fmla="*/ 1 w 2"/>
                <a:gd name="T5" fmla="*/ 0 h 7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" name="Freeform 98"/>
            <p:cNvSpPr>
              <a:spLocks/>
            </p:cNvSpPr>
            <p:nvPr/>
          </p:nvSpPr>
          <p:spPr bwMode="auto">
            <a:xfrm>
              <a:off x="767" y="1255"/>
              <a:ext cx="1" cy="247"/>
            </a:xfrm>
            <a:custGeom>
              <a:avLst/>
              <a:gdLst>
                <a:gd name="T0" fmla="*/ 0 w 2"/>
                <a:gd name="T1" fmla="*/ 30 h 712"/>
                <a:gd name="T2" fmla="*/ 0 w 2"/>
                <a:gd name="T3" fmla="*/ 0 h 712"/>
                <a:gd name="T4" fmla="*/ 1 w 2"/>
                <a:gd name="T5" fmla="*/ 0 h 7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441" name="Group 99"/>
            <p:cNvGrpSpPr>
              <a:grpSpLocks/>
            </p:cNvGrpSpPr>
            <p:nvPr/>
          </p:nvGrpSpPr>
          <p:grpSpPr bwMode="auto">
            <a:xfrm>
              <a:off x="1031" y="1161"/>
              <a:ext cx="1" cy="468"/>
              <a:chOff x="2479" y="1715"/>
              <a:chExt cx="1" cy="468"/>
            </a:xfrm>
          </p:grpSpPr>
          <p:sp>
            <p:nvSpPr>
              <p:cNvPr id="14454" name="Freeform 100"/>
              <p:cNvSpPr>
                <a:spLocks/>
              </p:cNvSpPr>
              <p:nvPr/>
            </p:nvSpPr>
            <p:spPr bwMode="auto">
              <a:xfrm>
                <a:off x="2479" y="1715"/>
                <a:ext cx="1" cy="154"/>
              </a:xfrm>
              <a:custGeom>
                <a:avLst/>
                <a:gdLst>
                  <a:gd name="T0" fmla="*/ 0 w 2"/>
                  <a:gd name="T1" fmla="*/ 19 h 443"/>
                  <a:gd name="T2" fmla="*/ 0 w 2"/>
                  <a:gd name="T3" fmla="*/ 0 h 443"/>
                  <a:gd name="T4" fmla="*/ 1 w 2"/>
                  <a:gd name="T5" fmla="*/ 0 h 4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443">
                    <a:moveTo>
                      <a:pt x="0" y="443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55" name="Freeform 101"/>
              <p:cNvSpPr>
                <a:spLocks/>
              </p:cNvSpPr>
              <p:nvPr/>
            </p:nvSpPr>
            <p:spPr bwMode="auto">
              <a:xfrm>
                <a:off x="2479" y="1988"/>
                <a:ext cx="1" cy="195"/>
              </a:xfrm>
              <a:custGeom>
                <a:avLst/>
                <a:gdLst>
                  <a:gd name="T0" fmla="*/ 0 w 2"/>
                  <a:gd name="T1" fmla="*/ 23 h 564"/>
                  <a:gd name="T2" fmla="*/ 0 w 2"/>
                  <a:gd name="T3" fmla="*/ 0 h 564"/>
                  <a:gd name="T4" fmla="*/ 1 w 2"/>
                  <a:gd name="T5" fmla="*/ 0 h 5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64">
                    <a:moveTo>
                      <a:pt x="0" y="56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56" name="Freeform 102"/>
              <p:cNvSpPr>
                <a:spLocks/>
              </p:cNvSpPr>
              <p:nvPr/>
            </p:nvSpPr>
            <p:spPr bwMode="auto">
              <a:xfrm>
                <a:off x="2479" y="1923"/>
                <a:ext cx="1" cy="19"/>
              </a:xfrm>
              <a:custGeom>
                <a:avLst/>
                <a:gdLst>
                  <a:gd name="T0" fmla="*/ 0 w 2"/>
                  <a:gd name="T1" fmla="*/ 2 h 54"/>
                  <a:gd name="T2" fmla="*/ 0 w 2"/>
                  <a:gd name="T3" fmla="*/ 0 h 54"/>
                  <a:gd name="T4" fmla="*/ 1 w 2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4">
                    <a:moveTo>
                      <a:pt x="0" y="5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442" name="Freeform 103"/>
            <p:cNvSpPr>
              <a:spLocks/>
            </p:cNvSpPr>
            <p:nvPr/>
          </p:nvSpPr>
          <p:spPr bwMode="auto">
            <a:xfrm>
              <a:off x="1355" y="1255"/>
              <a:ext cx="1" cy="111"/>
            </a:xfrm>
            <a:custGeom>
              <a:avLst/>
              <a:gdLst>
                <a:gd name="T0" fmla="*/ 0 w 2"/>
                <a:gd name="T1" fmla="*/ 14 h 319"/>
                <a:gd name="T2" fmla="*/ 0 w 2"/>
                <a:gd name="T3" fmla="*/ 0 h 319"/>
                <a:gd name="T4" fmla="*/ 1 w 2"/>
                <a:gd name="T5" fmla="*/ 0 h 3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3" name="Freeform 104"/>
            <p:cNvSpPr>
              <a:spLocks/>
            </p:cNvSpPr>
            <p:nvPr/>
          </p:nvSpPr>
          <p:spPr bwMode="auto">
            <a:xfrm>
              <a:off x="1517" y="1175"/>
              <a:ext cx="1" cy="463"/>
            </a:xfrm>
            <a:custGeom>
              <a:avLst/>
              <a:gdLst>
                <a:gd name="T0" fmla="*/ 0 w 1"/>
                <a:gd name="T1" fmla="*/ 56 h 1332"/>
                <a:gd name="T2" fmla="*/ 0 w 1"/>
                <a:gd name="T3" fmla="*/ 0 h 1332"/>
                <a:gd name="T4" fmla="*/ 1 w 1"/>
                <a:gd name="T5" fmla="*/ 0 h 13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32">
                  <a:moveTo>
                    <a:pt x="0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4" name="Freeform 105"/>
            <p:cNvSpPr>
              <a:spLocks/>
            </p:cNvSpPr>
            <p:nvPr/>
          </p:nvSpPr>
          <p:spPr bwMode="auto">
            <a:xfrm>
              <a:off x="1355" y="1366"/>
              <a:ext cx="323" cy="1"/>
            </a:xfrm>
            <a:custGeom>
              <a:avLst/>
              <a:gdLst>
                <a:gd name="T0" fmla="*/ 0 w 935"/>
                <a:gd name="T1" fmla="*/ 0 h 1"/>
                <a:gd name="T2" fmla="*/ 38 w 935"/>
                <a:gd name="T3" fmla="*/ 0 h 1"/>
                <a:gd name="T4" fmla="*/ 39 w 93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5" h="1">
                  <a:moveTo>
                    <a:pt x="0" y="0"/>
                  </a:moveTo>
                  <a:lnTo>
                    <a:pt x="933" y="0"/>
                  </a:lnTo>
                  <a:lnTo>
                    <a:pt x="93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5" name="Freeform 106"/>
            <p:cNvSpPr>
              <a:spLocks/>
            </p:cNvSpPr>
            <p:nvPr/>
          </p:nvSpPr>
          <p:spPr bwMode="auto">
            <a:xfrm>
              <a:off x="1602" y="1366"/>
              <a:ext cx="1" cy="136"/>
            </a:xfrm>
            <a:custGeom>
              <a:avLst/>
              <a:gdLst>
                <a:gd name="T0" fmla="*/ 0 w 1"/>
                <a:gd name="T1" fmla="*/ 16 h 393"/>
                <a:gd name="T2" fmla="*/ 0 w 1"/>
                <a:gd name="T3" fmla="*/ 0 h 393"/>
                <a:gd name="T4" fmla="*/ 1 w 1"/>
                <a:gd name="T5" fmla="*/ 0 h 3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446" name="Group 107"/>
            <p:cNvGrpSpPr>
              <a:grpSpLocks/>
            </p:cNvGrpSpPr>
            <p:nvPr/>
          </p:nvGrpSpPr>
          <p:grpSpPr bwMode="auto">
            <a:xfrm>
              <a:off x="2216" y="608"/>
              <a:ext cx="1" cy="986"/>
              <a:chOff x="3664" y="1162"/>
              <a:chExt cx="1" cy="986"/>
            </a:xfrm>
          </p:grpSpPr>
          <p:sp>
            <p:nvSpPr>
              <p:cNvPr id="14451" name="Freeform 108"/>
              <p:cNvSpPr>
                <a:spLocks/>
              </p:cNvSpPr>
              <p:nvPr/>
            </p:nvSpPr>
            <p:spPr bwMode="auto">
              <a:xfrm>
                <a:off x="3664" y="1162"/>
                <a:ext cx="1" cy="446"/>
              </a:xfrm>
              <a:custGeom>
                <a:avLst/>
                <a:gdLst>
                  <a:gd name="T0" fmla="*/ 0 w 1"/>
                  <a:gd name="T1" fmla="*/ 54 h 1286"/>
                  <a:gd name="T2" fmla="*/ 0 w 1"/>
                  <a:gd name="T3" fmla="*/ 0 h 1286"/>
                  <a:gd name="T4" fmla="*/ 1 w 1"/>
                  <a:gd name="T5" fmla="*/ 0 h 12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86">
                    <a:moveTo>
                      <a:pt x="0" y="12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52" name="Freeform 109"/>
              <p:cNvSpPr>
                <a:spLocks/>
              </p:cNvSpPr>
              <p:nvPr/>
            </p:nvSpPr>
            <p:spPr bwMode="auto">
              <a:xfrm>
                <a:off x="3664" y="1698"/>
                <a:ext cx="1" cy="450"/>
              </a:xfrm>
              <a:custGeom>
                <a:avLst/>
                <a:gdLst>
                  <a:gd name="T0" fmla="*/ 0 w 1"/>
                  <a:gd name="T1" fmla="*/ 54 h 1297"/>
                  <a:gd name="T2" fmla="*/ 0 w 1"/>
                  <a:gd name="T3" fmla="*/ 0 h 1297"/>
                  <a:gd name="T4" fmla="*/ 1 w 1"/>
                  <a:gd name="T5" fmla="*/ 0 h 12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97">
                    <a:moveTo>
                      <a:pt x="0" y="12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53" name="Freeform 110"/>
              <p:cNvSpPr>
                <a:spLocks/>
              </p:cNvSpPr>
              <p:nvPr/>
            </p:nvSpPr>
            <p:spPr bwMode="auto">
              <a:xfrm>
                <a:off x="3664" y="1628"/>
                <a:ext cx="1" cy="38"/>
              </a:xfrm>
              <a:custGeom>
                <a:avLst/>
                <a:gdLst>
                  <a:gd name="T0" fmla="*/ 0 w 1"/>
                  <a:gd name="T1" fmla="*/ 5 h 107"/>
                  <a:gd name="T2" fmla="*/ 0 w 1"/>
                  <a:gd name="T3" fmla="*/ 0 h 107"/>
                  <a:gd name="T4" fmla="*/ 1 w 1"/>
                  <a:gd name="T5" fmla="*/ 0 h 10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7">
                    <a:moveTo>
                      <a:pt x="0" y="10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447" name="Freeform 111"/>
            <p:cNvSpPr>
              <a:spLocks/>
            </p:cNvSpPr>
            <p:nvPr/>
          </p:nvSpPr>
          <p:spPr bwMode="auto">
            <a:xfrm>
              <a:off x="1790" y="727"/>
              <a:ext cx="851" cy="1"/>
            </a:xfrm>
            <a:custGeom>
              <a:avLst/>
              <a:gdLst>
                <a:gd name="T0" fmla="*/ 102 w 2456"/>
                <a:gd name="T1" fmla="*/ 0 h 1"/>
                <a:gd name="T2" fmla="*/ 0 w 2456"/>
                <a:gd name="T3" fmla="*/ 0 h 1"/>
                <a:gd name="T4" fmla="*/ 0 w 245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6" h="1">
                  <a:moveTo>
                    <a:pt x="245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8" name="Freeform 112"/>
            <p:cNvSpPr>
              <a:spLocks/>
            </p:cNvSpPr>
            <p:nvPr/>
          </p:nvSpPr>
          <p:spPr bwMode="auto">
            <a:xfrm>
              <a:off x="1909" y="871"/>
              <a:ext cx="614" cy="1"/>
            </a:xfrm>
            <a:custGeom>
              <a:avLst/>
              <a:gdLst>
                <a:gd name="T0" fmla="*/ 0 w 1769"/>
                <a:gd name="T1" fmla="*/ 0 h 1"/>
                <a:gd name="T2" fmla="*/ 74 w 1769"/>
                <a:gd name="T3" fmla="*/ 0 h 1"/>
                <a:gd name="T4" fmla="*/ 74 w 176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9" h="1">
                  <a:moveTo>
                    <a:pt x="0" y="0"/>
                  </a:moveTo>
                  <a:lnTo>
                    <a:pt x="1767" y="0"/>
                  </a:lnTo>
                  <a:lnTo>
                    <a:pt x="176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9" name="Line 113"/>
            <p:cNvSpPr>
              <a:spLocks noChangeShapeType="1"/>
            </p:cNvSpPr>
            <p:nvPr/>
          </p:nvSpPr>
          <p:spPr bwMode="auto">
            <a:xfrm>
              <a:off x="1675" y="1256"/>
              <a:ext cx="0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50" name="Line 114"/>
            <p:cNvSpPr>
              <a:spLocks noChangeShapeType="1"/>
            </p:cNvSpPr>
            <p:nvPr/>
          </p:nvSpPr>
          <p:spPr bwMode="auto">
            <a:xfrm>
              <a:off x="1431" y="1369"/>
              <a:ext cx="0" cy="1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6963" name="Group 115"/>
          <p:cNvGrpSpPr>
            <a:grpSpLocks/>
          </p:cNvGrpSpPr>
          <p:nvPr/>
        </p:nvGrpSpPr>
        <p:grpSpPr bwMode="auto">
          <a:xfrm>
            <a:off x="1676400" y="1708150"/>
            <a:ext cx="377825" cy="392113"/>
            <a:chOff x="2641" y="1810"/>
            <a:chExt cx="238" cy="247"/>
          </a:xfrm>
        </p:grpSpPr>
        <p:sp>
          <p:nvSpPr>
            <p:cNvPr id="14424" name="Line 116"/>
            <p:cNvSpPr>
              <a:spLocks noChangeShapeType="1"/>
            </p:cNvSpPr>
            <p:nvPr/>
          </p:nvSpPr>
          <p:spPr bwMode="auto">
            <a:xfrm>
              <a:off x="2641" y="1810"/>
              <a:ext cx="0" cy="2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5" name="Line 117"/>
            <p:cNvSpPr>
              <a:spLocks noChangeShapeType="1"/>
            </p:cNvSpPr>
            <p:nvPr/>
          </p:nvSpPr>
          <p:spPr bwMode="auto">
            <a:xfrm>
              <a:off x="2641" y="1810"/>
              <a:ext cx="16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6" name="Line 118"/>
            <p:cNvSpPr>
              <a:spLocks noChangeShapeType="1"/>
            </p:cNvSpPr>
            <p:nvPr/>
          </p:nvSpPr>
          <p:spPr bwMode="auto">
            <a:xfrm>
              <a:off x="2801" y="1810"/>
              <a:ext cx="0" cy="11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7" name="Line 119"/>
            <p:cNvSpPr>
              <a:spLocks noChangeShapeType="1"/>
            </p:cNvSpPr>
            <p:nvPr/>
          </p:nvSpPr>
          <p:spPr bwMode="auto">
            <a:xfrm flipV="1">
              <a:off x="2879" y="1923"/>
              <a:ext cx="0" cy="13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8" name="Line 120"/>
            <p:cNvSpPr>
              <a:spLocks noChangeShapeType="1"/>
            </p:cNvSpPr>
            <p:nvPr/>
          </p:nvSpPr>
          <p:spPr bwMode="auto">
            <a:xfrm>
              <a:off x="2641" y="2057"/>
              <a:ext cx="22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9" name="Line 121"/>
            <p:cNvSpPr>
              <a:spLocks noChangeShapeType="1"/>
            </p:cNvSpPr>
            <p:nvPr/>
          </p:nvSpPr>
          <p:spPr bwMode="auto">
            <a:xfrm>
              <a:off x="2801" y="1923"/>
              <a:ext cx="7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6970" name="Group 122"/>
          <p:cNvGrpSpPr>
            <a:grpSpLocks/>
          </p:cNvGrpSpPr>
          <p:nvPr/>
        </p:nvGrpSpPr>
        <p:grpSpPr bwMode="auto">
          <a:xfrm>
            <a:off x="2319338" y="866775"/>
            <a:ext cx="722312" cy="1233488"/>
            <a:chOff x="1598" y="726"/>
            <a:chExt cx="455" cy="777"/>
          </a:xfrm>
        </p:grpSpPr>
        <p:sp>
          <p:nvSpPr>
            <p:cNvPr id="14414" name="Line 123"/>
            <p:cNvSpPr>
              <a:spLocks noChangeShapeType="1"/>
            </p:cNvSpPr>
            <p:nvPr/>
          </p:nvSpPr>
          <p:spPr bwMode="auto">
            <a:xfrm flipV="1">
              <a:off x="1910" y="726"/>
              <a:ext cx="0" cy="1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5" name="Line 124"/>
            <p:cNvSpPr>
              <a:spLocks noChangeShapeType="1"/>
            </p:cNvSpPr>
            <p:nvPr/>
          </p:nvSpPr>
          <p:spPr bwMode="auto">
            <a:xfrm>
              <a:off x="1790" y="727"/>
              <a:ext cx="0" cy="52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6" name="Line 125"/>
            <p:cNvSpPr>
              <a:spLocks noChangeShapeType="1"/>
            </p:cNvSpPr>
            <p:nvPr/>
          </p:nvSpPr>
          <p:spPr bwMode="auto">
            <a:xfrm>
              <a:off x="1675" y="1256"/>
              <a:ext cx="11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7" name="Line 126"/>
            <p:cNvSpPr>
              <a:spLocks noChangeShapeType="1"/>
            </p:cNvSpPr>
            <p:nvPr/>
          </p:nvSpPr>
          <p:spPr bwMode="auto">
            <a:xfrm>
              <a:off x="1598" y="1369"/>
              <a:ext cx="7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8" name="Line 127"/>
            <p:cNvSpPr>
              <a:spLocks noChangeShapeType="1"/>
            </p:cNvSpPr>
            <p:nvPr/>
          </p:nvSpPr>
          <p:spPr bwMode="auto">
            <a:xfrm flipV="1">
              <a:off x="1603" y="1375"/>
              <a:ext cx="0" cy="1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9" name="Line 128"/>
            <p:cNvSpPr>
              <a:spLocks noChangeShapeType="1"/>
            </p:cNvSpPr>
            <p:nvPr/>
          </p:nvSpPr>
          <p:spPr bwMode="auto">
            <a:xfrm>
              <a:off x="1598" y="1503"/>
              <a:ext cx="45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0" name="Line 129"/>
            <p:cNvSpPr>
              <a:spLocks noChangeShapeType="1"/>
            </p:cNvSpPr>
            <p:nvPr/>
          </p:nvSpPr>
          <p:spPr bwMode="auto">
            <a:xfrm flipV="1">
              <a:off x="2053" y="871"/>
              <a:ext cx="0" cy="63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1" name="Line 130"/>
            <p:cNvSpPr>
              <a:spLocks noChangeShapeType="1"/>
            </p:cNvSpPr>
            <p:nvPr/>
          </p:nvSpPr>
          <p:spPr bwMode="auto">
            <a:xfrm flipH="1">
              <a:off x="1909" y="871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2" name="Line 131"/>
            <p:cNvSpPr>
              <a:spLocks noChangeShapeType="1"/>
            </p:cNvSpPr>
            <p:nvPr/>
          </p:nvSpPr>
          <p:spPr bwMode="auto">
            <a:xfrm>
              <a:off x="1790" y="727"/>
              <a:ext cx="11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3" name="Line 132"/>
            <p:cNvSpPr>
              <a:spLocks noChangeShapeType="1"/>
            </p:cNvSpPr>
            <p:nvPr/>
          </p:nvSpPr>
          <p:spPr bwMode="auto">
            <a:xfrm>
              <a:off x="1675" y="1255"/>
              <a:ext cx="0" cy="1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6981" name="Group 133"/>
          <p:cNvGrpSpPr>
            <a:grpSpLocks/>
          </p:cNvGrpSpPr>
          <p:nvPr/>
        </p:nvGrpSpPr>
        <p:grpSpPr bwMode="auto">
          <a:xfrm>
            <a:off x="3667125" y="866775"/>
            <a:ext cx="311150" cy="1231900"/>
            <a:chOff x="3447" y="922"/>
            <a:chExt cx="196" cy="776"/>
          </a:xfrm>
        </p:grpSpPr>
        <p:sp>
          <p:nvSpPr>
            <p:cNvPr id="14408" name="Line 134"/>
            <p:cNvSpPr>
              <a:spLocks noChangeShapeType="1"/>
            </p:cNvSpPr>
            <p:nvPr/>
          </p:nvSpPr>
          <p:spPr bwMode="auto">
            <a:xfrm>
              <a:off x="3447" y="1067"/>
              <a:ext cx="0" cy="63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9" name="Line 135"/>
            <p:cNvSpPr>
              <a:spLocks noChangeShapeType="1"/>
            </p:cNvSpPr>
            <p:nvPr/>
          </p:nvSpPr>
          <p:spPr bwMode="auto">
            <a:xfrm>
              <a:off x="3523" y="922"/>
              <a:ext cx="0" cy="1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0" name="Line 136"/>
            <p:cNvSpPr>
              <a:spLocks noChangeShapeType="1"/>
            </p:cNvSpPr>
            <p:nvPr/>
          </p:nvSpPr>
          <p:spPr bwMode="auto">
            <a:xfrm>
              <a:off x="3447" y="1067"/>
              <a:ext cx="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1" name="Line 137"/>
            <p:cNvSpPr>
              <a:spLocks noChangeShapeType="1"/>
            </p:cNvSpPr>
            <p:nvPr/>
          </p:nvSpPr>
          <p:spPr bwMode="auto">
            <a:xfrm>
              <a:off x="3448" y="1697"/>
              <a:ext cx="19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2" name="Line 138"/>
            <p:cNvSpPr>
              <a:spLocks noChangeShapeType="1"/>
            </p:cNvSpPr>
            <p:nvPr/>
          </p:nvSpPr>
          <p:spPr bwMode="auto">
            <a:xfrm>
              <a:off x="3643" y="923"/>
              <a:ext cx="0" cy="7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3" name="Line 139"/>
            <p:cNvSpPr>
              <a:spLocks noChangeShapeType="1"/>
            </p:cNvSpPr>
            <p:nvPr/>
          </p:nvSpPr>
          <p:spPr bwMode="auto">
            <a:xfrm>
              <a:off x="3524" y="922"/>
              <a:ext cx="11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43" name="Rectangle 140"/>
          <p:cNvSpPr>
            <a:spLocks noChangeArrowheads="1"/>
          </p:cNvSpPr>
          <p:nvPr/>
        </p:nvSpPr>
        <p:spPr bwMode="auto">
          <a:xfrm>
            <a:off x="373063" y="100013"/>
            <a:ext cx="4406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画图步骤</a:t>
            </a:r>
            <a:endParaRPr lang="zh-CN" altLang="en-US" sz="36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6989" name="Text Box 141"/>
          <p:cNvSpPr txBox="1">
            <a:spLocks noChangeArrowheads="1"/>
          </p:cNvSpPr>
          <p:nvPr/>
        </p:nvSpPr>
        <p:spPr bwMode="auto">
          <a:xfrm>
            <a:off x="4557713" y="908050"/>
            <a:ext cx="45862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① 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确定剖切位置</a:t>
            </a:r>
          </a:p>
          <a:p>
            <a:pPr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(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物体的对称面</a:t>
            </a: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)</a:t>
            </a:r>
          </a:p>
        </p:txBody>
      </p:sp>
      <p:sp>
        <p:nvSpPr>
          <p:cNvPr id="206990" name="Text Box 142"/>
          <p:cNvSpPr txBox="1">
            <a:spLocks noChangeArrowheads="1"/>
          </p:cNvSpPr>
          <p:nvPr/>
        </p:nvSpPr>
        <p:spPr bwMode="auto">
          <a:xfrm>
            <a:off x="4541838" y="1890713"/>
            <a:ext cx="444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②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空间分析</a:t>
            </a:r>
          </a:p>
        </p:txBody>
      </p:sp>
      <p:sp>
        <p:nvSpPr>
          <p:cNvPr id="206991" name="Text Box 143"/>
          <p:cNvSpPr txBox="1">
            <a:spLocks noChangeArrowheads="1"/>
          </p:cNvSpPr>
          <p:nvPr/>
        </p:nvSpPr>
        <p:spPr bwMode="auto">
          <a:xfrm>
            <a:off x="4551363" y="3943350"/>
            <a:ext cx="447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④ 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在剖面区域内画剖面符号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06992" name="Group 144"/>
          <p:cNvGrpSpPr>
            <a:grpSpLocks/>
          </p:cNvGrpSpPr>
          <p:nvPr/>
        </p:nvGrpSpPr>
        <p:grpSpPr bwMode="auto">
          <a:xfrm>
            <a:off x="1674813" y="868363"/>
            <a:ext cx="2301875" cy="1230312"/>
            <a:chOff x="2640" y="1281"/>
            <a:chExt cx="1450" cy="775"/>
          </a:xfrm>
        </p:grpSpPr>
        <p:sp>
          <p:nvSpPr>
            <p:cNvPr id="14395" name="Freeform 145"/>
            <p:cNvSpPr>
              <a:spLocks/>
            </p:cNvSpPr>
            <p:nvPr/>
          </p:nvSpPr>
          <p:spPr bwMode="auto">
            <a:xfrm>
              <a:off x="3238" y="1281"/>
              <a:ext cx="52" cy="51"/>
            </a:xfrm>
            <a:custGeom>
              <a:avLst/>
              <a:gdLst>
                <a:gd name="T0" fmla="*/ 0 w 150"/>
                <a:gd name="T1" fmla="*/ 6 h 149"/>
                <a:gd name="T2" fmla="*/ 6 w 150"/>
                <a:gd name="T3" fmla="*/ 0 h 149"/>
                <a:gd name="T4" fmla="*/ 6 w 150"/>
                <a:gd name="T5" fmla="*/ 0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149">
                  <a:moveTo>
                    <a:pt x="0" y="149"/>
                  </a:moveTo>
                  <a:lnTo>
                    <a:pt x="149" y="0"/>
                  </a:lnTo>
                  <a:lnTo>
                    <a:pt x="1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6" name="Freeform 146"/>
            <p:cNvSpPr>
              <a:spLocks/>
            </p:cNvSpPr>
            <p:nvPr/>
          </p:nvSpPr>
          <p:spPr bwMode="auto">
            <a:xfrm>
              <a:off x="2640" y="1809"/>
              <a:ext cx="121" cy="120"/>
            </a:xfrm>
            <a:custGeom>
              <a:avLst/>
              <a:gdLst>
                <a:gd name="T0" fmla="*/ 0 w 349"/>
                <a:gd name="T1" fmla="*/ 14 h 347"/>
                <a:gd name="T2" fmla="*/ 15 w 349"/>
                <a:gd name="T3" fmla="*/ 0 h 347"/>
                <a:gd name="T4" fmla="*/ 15 w 349"/>
                <a:gd name="T5" fmla="*/ 0 h 3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9" h="347">
                  <a:moveTo>
                    <a:pt x="0" y="347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7" name="Freeform 147"/>
            <p:cNvSpPr>
              <a:spLocks/>
            </p:cNvSpPr>
            <p:nvPr/>
          </p:nvSpPr>
          <p:spPr bwMode="auto">
            <a:xfrm>
              <a:off x="2733" y="1920"/>
              <a:ext cx="137" cy="136"/>
            </a:xfrm>
            <a:custGeom>
              <a:avLst/>
              <a:gdLst>
                <a:gd name="T0" fmla="*/ 0 w 395"/>
                <a:gd name="T1" fmla="*/ 16 h 393"/>
                <a:gd name="T2" fmla="*/ 16 w 395"/>
                <a:gd name="T3" fmla="*/ 0 h 393"/>
                <a:gd name="T4" fmla="*/ 17 w 395"/>
                <a:gd name="T5" fmla="*/ 0 h 3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393">
                  <a:moveTo>
                    <a:pt x="0" y="393"/>
                  </a:moveTo>
                  <a:lnTo>
                    <a:pt x="393" y="0"/>
                  </a:lnTo>
                  <a:lnTo>
                    <a:pt x="3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8" name="Freeform 148"/>
            <p:cNvSpPr>
              <a:spLocks/>
            </p:cNvSpPr>
            <p:nvPr/>
          </p:nvSpPr>
          <p:spPr bwMode="auto">
            <a:xfrm>
              <a:off x="3238" y="1425"/>
              <a:ext cx="126" cy="126"/>
            </a:xfrm>
            <a:custGeom>
              <a:avLst/>
              <a:gdLst>
                <a:gd name="T0" fmla="*/ 0 w 365"/>
                <a:gd name="T1" fmla="*/ 15 h 365"/>
                <a:gd name="T2" fmla="*/ 15 w 365"/>
                <a:gd name="T3" fmla="*/ 0 h 365"/>
                <a:gd name="T4" fmla="*/ 15 w 365"/>
                <a:gd name="T5" fmla="*/ 0 h 3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5" h="365">
                  <a:moveTo>
                    <a:pt x="0" y="365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9" name="Freeform 149"/>
            <p:cNvSpPr>
              <a:spLocks/>
            </p:cNvSpPr>
            <p:nvPr/>
          </p:nvSpPr>
          <p:spPr bwMode="auto">
            <a:xfrm>
              <a:off x="3050" y="1920"/>
              <a:ext cx="40" cy="39"/>
            </a:xfrm>
            <a:custGeom>
              <a:avLst/>
              <a:gdLst>
                <a:gd name="T0" fmla="*/ 0 w 114"/>
                <a:gd name="T1" fmla="*/ 4 h 113"/>
                <a:gd name="T2" fmla="*/ 5 w 114"/>
                <a:gd name="T3" fmla="*/ 0 h 113"/>
                <a:gd name="T4" fmla="*/ 5 w 114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0" name="Freeform 150"/>
            <p:cNvSpPr>
              <a:spLocks/>
            </p:cNvSpPr>
            <p:nvPr/>
          </p:nvSpPr>
          <p:spPr bwMode="auto">
            <a:xfrm>
              <a:off x="3238" y="1507"/>
              <a:ext cx="264" cy="264"/>
            </a:xfrm>
            <a:custGeom>
              <a:avLst/>
              <a:gdLst>
                <a:gd name="T0" fmla="*/ 0 w 762"/>
                <a:gd name="T1" fmla="*/ 31 h 764"/>
                <a:gd name="T2" fmla="*/ 32 w 762"/>
                <a:gd name="T3" fmla="*/ 0 h 764"/>
                <a:gd name="T4" fmla="*/ 32 w 762"/>
                <a:gd name="T5" fmla="*/ 0 h 7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2" h="764">
                  <a:moveTo>
                    <a:pt x="0" y="764"/>
                  </a:moveTo>
                  <a:lnTo>
                    <a:pt x="761" y="0"/>
                  </a:lnTo>
                  <a:lnTo>
                    <a:pt x="7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1" name="Freeform 151"/>
            <p:cNvSpPr>
              <a:spLocks/>
            </p:cNvSpPr>
            <p:nvPr/>
          </p:nvSpPr>
          <p:spPr bwMode="auto">
            <a:xfrm>
              <a:off x="3126" y="1809"/>
              <a:ext cx="74" cy="73"/>
            </a:xfrm>
            <a:custGeom>
              <a:avLst/>
              <a:gdLst>
                <a:gd name="T0" fmla="*/ 0 w 214"/>
                <a:gd name="T1" fmla="*/ 9 h 211"/>
                <a:gd name="T2" fmla="*/ 9 w 214"/>
                <a:gd name="T3" fmla="*/ 0 h 211"/>
                <a:gd name="T4" fmla="*/ 9 w 214"/>
                <a:gd name="T5" fmla="*/ 0 h 2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" h="211">
                  <a:moveTo>
                    <a:pt x="0" y="211"/>
                  </a:moveTo>
                  <a:lnTo>
                    <a:pt x="213" y="0"/>
                  </a:lnTo>
                  <a:lnTo>
                    <a:pt x="2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2" name="Freeform 152"/>
            <p:cNvSpPr>
              <a:spLocks/>
            </p:cNvSpPr>
            <p:nvPr/>
          </p:nvSpPr>
          <p:spPr bwMode="auto">
            <a:xfrm>
              <a:off x="3172" y="1726"/>
              <a:ext cx="330" cy="330"/>
            </a:xfrm>
            <a:custGeom>
              <a:avLst/>
              <a:gdLst>
                <a:gd name="T0" fmla="*/ 0 w 951"/>
                <a:gd name="T1" fmla="*/ 40 h 950"/>
                <a:gd name="T2" fmla="*/ 40 w 951"/>
                <a:gd name="T3" fmla="*/ 0 h 950"/>
                <a:gd name="T4" fmla="*/ 40 w 951"/>
                <a:gd name="T5" fmla="*/ 0 h 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1" h="950">
                  <a:moveTo>
                    <a:pt x="0" y="950"/>
                  </a:moveTo>
                  <a:lnTo>
                    <a:pt x="950" y="0"/>
                  </a:lnTo>
                  <a:lnTo>
                    <a:pt x="9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3" name="Freeform 153"/>
            <p:cNvSpPr>
              <a:spLocks/>
            </p:cNvSpPr>
            <p:nvPr/>
          </p:nvSpPr>
          <p:spPr bwMode="auto">
            <a:xfrm>
              <a:off x="3391" y="1946"/>
              <a:ext cx="111" cy="110"/>
            </a:xfrm>
            <a:custGeom>
              <a:avLst/>
              <a:gdLst>
                <a:gd name="T0" fmla="*/ 0 w 319"/>
                <a:gd name="T1" fmla="*/ 13 h 318"/>
                <a:gd name="T2" fmla="*/ 14 w 319"/>
                <a:gd name="T3" fmla="*/ 0 h 318"/>
                <a:gd name="T4" fmla="*/ 14 w 319"/>
                <a:gd name="T5" fmla="*/ 0 h 3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318" y="0"/>
                  </a:lnTo>
                  <a:lnTo>
                    <a:pt x="3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4" name="Freeform 154"/>
            <p:cNvSpPr>
              <a:spLocks/>
            </p:cNvSpPr>
            <p:nvPr/>
          </p:nvSpPr>
          <p:spPr bwMode="auto">
            <a:xfrm>
              <a:off x="3894" y="1357"/>
              <a:ext cx="196" cy="196"/>
            </a:xfrm>
            <a:custGeom>
              <a:avLst/>
              <a:gdLst>
                <a:gd name="T0" fmla="*/ 0 w 568"/>
                <a:gd name="T1" fmla="*/ 24 h 566"/>
                <a:gd name="T2" fmla="*/ 23 w 568"/>
                <a:gd name="T3" fmla="*/ 0 h 566"/>
                <a:gd name="T4" fmla="*/ 23 w 568"/>
                <a:gd name="T5" fmla="*/ 0 h 5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5" name="Freeform 155"/>
            <p:cNvSpPr>
              <a:spLocks/>
            </p:cNvSpPr>
            <p:nvPr/>
          </p:nvSpPr>
          <p:spPr bwMode="auto">
            <a:xfrm>
              <a:off x="3894" y="1576"/>
              <a:ext cx="196" cy="197"/>
            </a:xfrm>
            <a:custGeom>
              <a:avLst/>
              <a:gdLst>
                <a:gd name="T0" fmla="*/ 0 w 568"/>
                <a:gd name="T1" fmla="*/ 24 h 566"/>
                <a:gd name="T2" fmla="*/ 23 w 568"/>
                <a:gd name="T3" fmla="*/ 0 h 566"/>
                <a:gd name="T4" fmla="*/ 23 w 568"/>
                <a:gd name="T5" fmla="*/ 0 h 5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6" name="Freeform 156"/>
            <p:cNvSpPr>
              <a:spLocks/>
            </p:cNvSpPr>
            <p:nvPr/>
          </p:nvSpPr>
          <p:spPr bwMode="auto">
            <a:xfrm>
              <a:off x="3894" y="1796"/>
              <a:ext cx="196" cy="196"/>
            </a:xfrm>
            <a:custGeom>
              <a:avLst/>
              <a:gdLst>
                <a:gd name="T0" fmla="*/ 0 w 568"/>
                <a:gd name="T1" fmla="*/ 24 h 566"/>
                <a:gd name="T2" fmla="*/ 23 w 568"/>
                <a:gd name="T3" fmla="*/ 0 h 566"/>
                <a:gd name="T4" fmla="*/ 23 w 568"/>
                <a:gd name="T5" fmla="*/ 0 h 5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7" name="Freeform 157"/>
            <p:cNvSpPr>
              <a:spLocks/>
            </p:cNvSpPr>
            <p:nvPr/>
          </p:nvSpPr>
          <p:spPr bwMode="auto">
            <a:xfrm>
              <a:off x="4049" y="2016"/>
              <a:ext cx="41" cy="40"/>
            </a:xfrm>
            <a:custGeom>
              <a:avLst/>
              <a:gdLst>
                <a:gd name="T0" fmla="*/ 0 w 119"/>
                <a:gd name="T1" fmla="*/ 5 h 116"/>
                <a:gd name="T2" fmla="*/ 5 w 119"/>
                <a:gd name="T3" fmla="*/ 0 h 116"/>
                <a:gd name="T4" fmla="*/ 5 w 119"/>
                <a:gd name="T5" fmla="*/ 0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16">
                  <a:moveTo>
                    <a:pt x="0" y="116"/>
                  </a:moveTo>
                  <a:lnTo>
                    <a:pt x="117" y="0"/>
                  </a:lnTo>
                  <a:lnTo>
                    <a:pt x="1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48" name="Group 158"/>
          <p:cNvGrpSpPr>
            <a:grpSpLocks/>
          </p:cNvGrpSpPr>
          <p:nvPr/>
        </p:nvGrpSpPr>
        <p:grpSpPr bwMode="auto">
          <a:xfrm>
            <a:off x="930275" y="2371725"/>
            <a:ext cx="3117850" cy="1636713"/>
            <a:chOff x="910" y="1746"/>
            <a:chExt cx="1964" cy="1031"/>
          </a:xfrm>
        </p:grpSpPr>
        <p:sp>
          <p:nvSpPr>
            <p:cNvPr id="14368" name="Arc 159"/>
            <p:cNvSpPr>
              <a:spLocks/>
            </p:cNvSpPr>
            <p:nvPr/>
          </p:nvSpPr>
          <p:spPr bwMode="auto">
            <a:xfrm flipH="1">
              <a:off x="2241" y="2092"/>
              <a:ext cx="306" cy="324"/>
            </a:xfrm>
            <a:custGeom>
              <a:avLst/>
              <a:gdLst>
                <a:gd name="T0" fmla="*/ 0 w 40741"/>
                <a:gd name="T1" fmla="*/ 0 h 43200"/>
                <a:gd name="T2" fmla="*/ 0 w 40741"/>
                <a:gd name="T3" fmla="*/ 0 h 43200"/>
                <a:gd name="T4" fmla="*/ 0 w 4074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741" h="43200" fill="none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</a:path>
                <a:path w="40741" h="43200" stroke="0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  <a:lnTo>
                    <a:pt x="19141" y="21600"/>
                  </a:lnTo>
                  <a:lnTo>
                    <a:pt x="250" y="11124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9" name="Arc 160"/>
            <p:cNvSpPr>
              <a:spLocks/>
            </p:cNvSpPr>
            <p:nvPr/>
          </p:nvSpPr>
          <p:spPr bwMode="auto">
            <a:xfrm>
              <a:off x="1213" y="2092"/>
              <a:ext cx="166" cy="320"/>
            </a:xfrm>
            <a:custGeom>
              <a:avLst/>
              <a:gdLst>
                <a:gd name="T0" fmla="*/ 0 w 22199"/>
                <a:gd name="T1" fmla="*/ 0 h 43200"/>
                <a:gd name="T2" fmla="*/ 0 w 22199"/>
                <a:gd name="T3" fmla="*/ 0 h 43200"/>
                <a:gd name="T4" fmla="*/ 0 w 22199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99" h="43200" fill="none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</a:path>
                <a:path w="22199" h="43200" stroke="0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  <a:lnTo>
                    <a:pt x="599" y="21600"/>
                  </a:lnTo>
                  <a:lnTo>
                    <a:pt x="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0" name="Oval 161"/>
            <p:cNvSpPr>
              <a:spLocks noChangeArrowheads="1"/>
            </p:cNvSpPr>
            <p:nvPr/>
          </p:nvSpPr>
          <p:spPr bwMode="auto">
            <a:xfrm>
              <a:off x="1977" y="1827"/>
              <a:ext cx="852" cy="8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4371" name="Oval 162"/>
            <p:cNvSpPr>
              <a:spLocks noChangeArrowheads="1"/>
            </p:cNvSpPr>
            <p:nvPr/>
          </p:nvSpPr>
          <p:spPr bwMode="auto">
            <a:xfrm>
              <a:off x="2097" y="1964"/>
              <a:ext cx="612" cy="5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4372" name="Oval 163"/>
            <p:cNvSpPr>
              <a:spLocks noChangeArrowheads="1"/>
            </p:cNvSpPr>
            <p:nvPr/>
          </p:nvSpPr>
          <p:spPr bwMode="auto">
            <a:xfrm>
              <a:off x="1618" y="2168"/>
              <a:ext cx="167" cy="1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4373" name="Oval 164"/>
            <p:cNvSpPr>
              <a:spLocks noChangeArrowheads="1"/>
            </p:cNvSpPr>
            <p:nvPr/>
          </p:nvSpPr>
          <p:spPr bwMode="auto">
            <a:xfrm>
              <a:off x="1551" y="2102"/>
              <a:ext cx="311" cy="3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4374" name="Freeform 165"/>
            <p:cNvSpPr>
              <a:spLocks/>
            </p:cNvSpPr>
            <p:nvPr/>
          </p:nvSpPr>
          <p:spPr bwMode="auto">
            <a:xfrm>
              <a:off x="1704" y="2023"/>
              <a:ext cx="1" cy="512"/>
            </a:xfrm>
            <a:custGeom>
              <a:avLst/>
              <a:gdLst>
                <a:gd name="T0" fmla="*/ 0 w 1"/>
                <a:gd name="T1" fmla="*/ 0 h 1472"/>
                <a:gd name="T2" fmla="*/ 0 w 1"/>
                <a:gd name="T3" fmla="*/ 62 h 1472"/>
                <a:gd name="T4" fmla="*/ 1 w 1"/>
                <a:gd name="T5" fmla="*/ 62 h 14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472">
                  <a:moveTo>
                    <a:pt x="0" y="0"/>
                  </a:moveTo>
                  <a:lnTo>
                    <a:pt x="0" y="1472"/>
                  </a:lnTo>
                  <a:lnTo>
                    <a:pt x="1" y="147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5" name="Freeform 166"/>
            <p:cNvSpPr>
              <a:spLocks/>
            </p:cNvSpPr>
            <p:nvPr/>
          </p:nvSpPr>
          <p:spPr bwMode="auto">
            <a:xfrm>
              <a:off x="1218" y="1997"/>
              <a:ext cx="1" cy="528"/>
            </a:xfrm>
            <a:custGeom>
              <a:avLst/>
              <a:gdLst>
                <a:gd name="T0" fmla="*/ 0 w 2"/>
                <a:gd name="T1" fmla="*/ 0 h 1522"/>
                <a:gd name="T2" fmla="*/ 0 w 2"/>
                <a:gd name="T3" fmla="*/ 63 h 1522"/>
                <a:gd name="T4" fmla="*/ 1 w 2"/>
                <a:gd name="T5" fmla="*/ 63 h 15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522">
                  <a:moveTo>
                    <a:pt x="0" y="0"/>
                  </a:moveTo>
                  <a:lnTo>
                    <a:pt x="0" y="1522"/>
                  </a:lnTo>
                  <a:lnTo>
                    <a:pt x="2" y="152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6" name="Freeform 167"/>
            <p:cNvSpPr>
              <a:spLocks/>
            </p:cNvSpPr>
            <p:nvPr/>
          </p:nvSpPr>
          <p:spPr bwMode="auto">
            <a:xfrm>
              <a:off x="954" y="2679"/>
              <a:ext cx="1449" cy="1"/>
            </a:xfrm>
            <a:custGeom>
              <a:avLst/>
              <a:gdLst>
                <a:gd name="T0" fmla="*/ 175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7" name="Freeform 168"/>
            <p:cNvSpPr>
              <a:spLocks/>
            </p:cNvSpPr>
            <p:nvPr/>
          </p:nvSpPr>
          <p:spPr bwMode="auto">
            <a:xfrm>
              <a:off x="954" y="2415"/>
              <a:ext cx="1" cy="264"/>
            </a:xfrm>
            <a:custGeom>
              <a:avLst/>
              <a:gdLst>
                <a:gd name="T0" fmla="*/ 0 w 2"/>
                <a:gd name="T1" fmla="*/ 32 h 762"/>
                <a:gd name="T2" fmla="*/ 0 w 2"/>
                <a:gd name="T3" fmla="*/ 0 h 762"/>
                <a:gd name="T4" fmla="*/ 1 w 2"/>
                <a:gd name="T5" fmla="*/ 0 h 7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62">
                  <a:moveTo>
                    <a:pt x="0" y="76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Freeform 169"/>
            <p:cNvSpPr>
              <a:spLocks/>
            </p:cNvSpPr>
            <p:nvPr/>
          </p:nvSpPr>
          <p:spPr bwMode="auto">
            <a:xfrm>
              <a:off x="954" y="2415"/>
              <a:ext cx="264" cy="1"/>
            </a:xfrm>
            <a:custGeom>
              <a:avLst/>
              <a:gdLst>
                <a:gd name="T0" fmla="*/ 32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9" name="Freeform 170"/>
            <p:cNvSpPr>
              <a:spLocks/>
            </p:cNvSpPr>
            <p:nvPr/>
          </p:nvSpPr>
          <p:spPr bwMode="auto">
            <a:xfrm>
              <a:off x="954" y="1827"/>
              <a:ext cx="1449" cy="1"/>
            </a:xfrm>
            <a:custGeom>
              <a:avLst/>
              <a:gdLst>
                <a:gd name="T0" fmla="*/ 175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Freeform 171"/>
            <p:cNvSpPr>
              <a:spLocks/>
            </p:cNvSpPr>
            <p:nvPr/>
          </p:nvSpPr>
          <p:spPr bwMode="auto">
            <a:xfrm>
              <a:off x="954" y="1827"/>
              <a:ext cx="1" cy="264"/>
            </a:xfrm>
            <a:custGeom>
              <a:avLst/>
              <a:gdLst>
                <a:gd name="T0" fmla="*/ 0 w 2"/>
                <a:gd name="T1" fmla="*/ 0 h 763"/>
                <a:gd name="T2" fmla="*/ 0 w 2"/>
                <a:gd name="T3" fmla="*/ 31 h 763"/>
                <a:gd name="T4" fmla="*/ 1 w 2"/>
                <a:gd name="T5" fmla="*/ 31 h 7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63">
                  <a:moveTo>
                    <a:pt x="0" y="0"/>
                  </a:moveTo>
                  <a:lnTo>
                    <a:pt x="0" y="763"/>
                  </a:lnTo>
                  <a:lnTo>
                    <a:pt x="2" y="7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Freeform 172"/>
            <p:cNvSpPr>
              <a:spLocks/>
            </p:cNvSpPr>
            <p:nvPr/>
          </p:nvSpPr>
          <p:spPr bwMode="auto">
            <a:xfrm>
              <a:off x="954" y="2091"/>
              <a:ext cx="264" cy="1"/>
            </a:xfrm>
            <a:custGeom>
              <a:avLst/>
              <a:gdLst>
                <a:gd name="T0" fmla="*/ 32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2" name="Freeform 173"/>
            <p:cNvSpPr>
              <a:spLocks/>
            </p:cNvSpPr>
            <p:nvPr/>
          </p:nvSpPr>
          <p:spPr bwMode="auto">
            <a:xfrm>
              <a:off x="2633" y="2182"/>
              <a:ext cx="1" cy="143"/>
            </a:xfrm>
            <a:custGeom>
              <a:avLst/>
              <a:gdLst>
                <a:gd name="T0" fmla="*/ 0 w 2"/>
                <a:gd name="T1" fmla="*/ 0 h 414"/>
                <a:gd name="T2" fmla="*/ 0 w 2"/>
                <a:gd name="T3" fmla="*/ 17 h 414"/>
                <a:gd name="T4" fmla="*/ 1 w 2"/>
                <a:gd name="T5" fmla="*/ 17 h 4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14">
                  <a:moveTo>
                    <a:pt x="0" y="0"/>
                  </a:moveTo>
                  <a:lnTo>
                    <a:pt x="0" y="414"/>
                  </a:lnTo>
                  <a:lnTo>
                    <a:pt x="2" y="4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383" name="Group 174"/>
            <p:cNvGrpSpPr>
              <a:grpSpLocks/>
            </p:cNvGrpSpPr>
            <p:nvPr/>
          </p:nvGrpSpPr>
          <p:grpSpPr bwMode="auto">
            <a:xfrm>
              <a:off x="2403" y="1746"/>
              <a:ext cx="1" cy="1031"/>
              <a:chOff x="3664" y="2388"/>
              <a:chExt cx="1" cy="1031"/>
            </a:xfrm>
          </p:grpSpPr>
          <p:sp>
            <p:nvSpPr>
              <p:cNvPr id="14392" name="Freeform 175"/>
              <p:cNvSpPr>
                <a:spLocks/>
              </p:cNvSpPr>
              <p:nvPr/>
            </p:nvSpPr>
            <p:spPr bwMode="auto">
              <a:xfrm>
                <a:off x="3664" y="2991"/>
                <a:ext cx="1" cy="428"/>
              </a:xfrm>
              <a:custGeom>
                <a:avLst/>
                <a:gdLst>
                  <a:gd name="T0" fmla="*/ 0 w 1"/>
                  <a:gd name="T1" fmla="*/ 0 h 1234"/>
                  <a:gd name="T2" fmla="*/ 0 w 1"/>
                  <a:gd name="T3" fmla="*/ 51 h 1234"/>
                  <a:gd name="T4" fmla="*/ 1 w 1"/>
                  <a:gd name="T5" fmla="*/ 51 h 12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34">
                    <a:moveTo>
                      <a:pt x="0" y="0"/>
                    </a:moveTo>
                    <a:lnTo>
                      <a:pt x="0" y="1234"/>
                    </a:lnTo>
                    <a:lnTo>
                      <a:pt x="1" y="123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3" name="Freeform 176"/>
              <p:cNvSpPr>
                <a:spLocks/>
              </p:cNvSpPr>
              <p:nvPr/>
            </p:nvSpPr>
            <p:spPr bwMode="auto">
              <a:xfrm>
                <a:off x="3664" y="2388"/>
                <a:ext cx="1" cy="556"/>
              </a:xfrm>
              <a:custGeom>
                <a:avLst/>
                <a:gdLst>
                  <a:gd name="T0" fmla="*/ 0 w 1"/>
                  <a:gd name="T1" fmla="*/ 0 h 1602"/>
                  <a:gd name="T2" fmla="*/ 0 w 1"/>
                  <a:gd name="T3" fmla="*/ 67 h 1602"/>
                  <a:gd name="T4" fmla="*/ 1 w 1"/>
                  <a:gd name="T5" fmla="*/ 67 h 160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602">
                    <a:moveTo>
                      <a:pt x="0" y="0"/>
                    </a:moveTo>
                    <a:lnTo>
                      <a:pt x="0" y="1602"/>
                    </a:lnTo>
                    <a:lnTo>
                      <a:pt x="1" y="160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4" name="Freeform 177"/>
              <p:cNvSpPr>
                <a:spLocks/>
              </p:cNvSpPr>
              <p:nvPr/>
            </p:nvSpPr>
            <p:spPr bwMode="auto">
              <a:xfrm>
                <a:off x="3664" y="2963"/>
                <a:ext cx="1" cy="9"/>
              </a:xfrm>
              <a:custGeom>
                <a:avLst/>
                <a:gdLst>
                  <a:gd name="T0" fmla="*/ 0 w 1"/>
                  <a:gd name="T1" fmla="*/ 0 h 24"/>
                  <a:gd name="T2" fmla="*/ 0 w 1"/>
                  <a:gd name="T3" fmla="*/ 1 h 24"/>
                  <a:gd name="T4" fmla="*/ 1 w 1"/>
                  <a:gd name="T5" fmla="*/ 1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4">
                    <a:moveTo>
                      <a:pt x="0" y="0"/>
                    </a:moveTo>
                    <a:lnTo>
                      <a:pt x="0" y="24"/>
                    </a:lnTo>
                    <a:lnTo>
                      <a:pt x="1" y="2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384" name="Group 178"/>
            <p:cNvGrpSpPr>
              <a:grpSpLocks/>
            </p:cNvGrpSpPr>
            <p:nvPr/>
          </p:nvGrpSpPr>
          <p:grpSpPr bwMode="auto">
            <a:xfrm>
              <a:off x="910" y="2254"/>
              <a:ext cx="1964" cy="1"/>
              <a:chOff x="2171" y="2896"/>
              <a:chExt cx="1964" cy="1"/>
            </a:xfrm>
          </p:grpSpPr>
          <p:sp>
            <p:nvSpPr>
              <p:cNvPr id="14387" name="Freeform 179"/>
              <p:cNvSpPr>
                <a:spLocks/>
              </p:cNvSpPr>
              <p:nvPr/>
            </p:nvSpPr>
            <p:spPr bwMode="auto">
              <a:xfrm>
                <a:off x="2171" y="2896"/>
                <a:ext cx="529" cy="1"/>
              </a:xfrm>
              <a:custGeom>
                <a:avLst/>
                <a:gdLst>
                  <a:gd name="T0" fmla="*/ 0 w 1526"/>
                  <a:gd name="T1" fmla="*/ 0 h 1"/>
                  <a:gd name="T2" fmla="*/ 63 w 1526"/>
                  <a:gd name="T3" fmla="*/ 0 h 1"/>
                  <a:gd name="T4" fmla="*/ 63 w 1526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26" h="1">
                    <a:moveTo>
                      <a:pt x="0" y="0"/>
                    </a:moveTo>
                    <a:lnTo>
                      <a:pt x="1525" y="0"/>
                    </a:lnTo>
                    <a:lnTo>
                      <a:pt x="152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88" name="Freeform 180"/>
              <p:cNvSpPr>
                <a:spLocks/>
              </p:cNvSpPr>
              <p:nvPr/>
            </p:nvSpPr>
            <p:spPr bwMode="auto">
              <a:xfrm>
                <a:off x="2782" y="2896"/>
                <a:ext cx="956" cy="1"/>
              </a:xfrm>
              <a:custGeom>
                <a:avLst/>
                <a:gdLst>
                  <a:gd name="T0" fmla="*/ 0 w 2753"/>
                  <a:gd name="T1" fmla="*/ 0 h 1"/>
                  <a:gd name="T2" fmla="*/ 115 w 2753"/>
                  <a:gd name="T3" fmla="*/ 0 h 1"/>
                  <a:gd name="T4" fmla="*/ 115 w 275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53" h="1">
                    <a:moveTo>
                      <a:pt x="0" y="0"/>
                    </a:moveTo>
                    <a:lnTo>
                      <a:pt x="2752" y="0"/>
                    </a:lnTo>
                    <a:lnTo>
                      <a:pt x="275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89" name="Freeform 181"/>
              <p:cNvSpPr>
                <a:spLocks/>
              </p:cNvSpPr>
              <p:nvPr/>
            </p:nvSpPr>
            <p:spPr bwMode="auto">
              <a:xfrm>
                <a:off x="2728" y="2896"/>
                <a:ext cx="25" cy="1"/>
              </a:xfrm>
              <a:custGeom>
                <a:avLst/>
                <a:gdLst>
                  <a:gd name="T0" fmla="*/ 0 w 71"/>
                  <a:gd name="T1" fmla="*/ 0 h 1"/>
                  <a:gd name="T2" fmla="*/ 3 w 71"/>
                  <a:gd name="T3" fmla="*/ 0 h 1"/>
                  <a:gd name="T4" fmla="*/ 3 w 7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1" h="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0" name="Freeform 182"/>
              <p:cNvSpPr>
                <a:spLocks/>
              </p:cNvSpPr>
              <p:nvPr/>
            </p:nvSpPr>
            <p:spPr bwMode="auto">
              <a:xfrm>
                <a:off x="3810" y="2896"/>
                <a:ext cx="325" cy="1"/>
              </a:xfrm>
              <a:custGeom>
                <a:avLst/>
                <a:gdLst>
                  <a:gd name="T0" fmla="*/ 0 w 935"/>
                  <a:gd name="T1" fmla="*/ 0 h 1"/>
                  <a:gd name="T2" fmla="*/ 39 w 935"/>
                  <a:gd name="T3" fmla="*/ 0 h 1"/>
                  <a:gd name="T4" fmla="*/ 39 w 93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5" h="1">
                    <a:moveTo>
                      <a:pt x="0" y="0"/>
                    </a:moveTo>
                    <a:lnTo>
                      <a:pt x="934" y="0"/>
                    </a:lnTo>
                    <a:lnTo>
                      <a:pt x="9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1" name="Freeform 183"/>
              <p:cNvSpPr>
                <a:spLocks/>
              </p:cNvSpPr>
              <p:nvPr/>
            </p:nvSpPr>
            <p:spPr bwMode="auto">
              <a:xfrm>
                <a:off x="3762" y="2896"/>
                <a:ext cx="25" cy="1"/>
              </a:xfrm>
              <a:custGeom>
                <a:avLst/>
                <a:gdLst>
                  <a:gd name="T0" fmla="*/ 0 w 71"/>
                  <a:gd name="T1" fmla="*/ 0 h 1"/>
                  <a:gd name="T2" fmla="*/ 3 w 71"/>
                  <a:gd name="T3" fmla="*/ 0 h 1"/>
                  <a:gd name="T4" fmla="*/ 3 w 7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1" h="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85" name="Freeform 184"/>
            <p:cNvSpPr>
              <a:spLocks/>
            </p:cNvSpPr>
            <p:nvPr/>
          </p:nvSpPr>
          <p:spPr bwMode="auto">
            <a:xfrm>
              <a:off x="2547" y="2325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0 w 246"/>
                <a:gd name="T3" fmla="*/ 0 h 1"/>
                <a:gd name="T4" fmla="*/ 10 w 24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6" name="Freeform 185"/>
            <p:cNvSpPr>
              <a:spLocks/>
            </p:cNvSpPr>
            <p:nvPr/>
          </p:nvSpPr>
          <p:spPr bwMode="auto">
            <a:xfrm>
              <a:off x="2547" y="2182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0 w 246"/>
                <a:gd name="T3" fmla="*/ 0 h 1"/>
                <a:gd name="T4" fmla="*/ 10 w 24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7034" name="Line 186"/>
          <p:cNvSpPr>
            <a:spLocks noChangeShapeType="1"/>
          </p:cNvSpPr>
          <p:nvPr/>
        </p:nvSpPr>
        <p:spPr bwMode="auto">
          <a:xfrm>
            <a:off x="3041650" y="1098550"/>
            <a:ext cx="627063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35" name="Line 187"/>
          <p:cNvSpPr>
            <a:spLocks noChangeShapeType="1"/>
          </p:cNvSpPr>
          <p:nvPr/>
        </p:nvSpPr>
        <p:spPr bwMode="auto">
          <a:xfrm>
            <a:off x="3529013" y="1096963"/>
            <a:ext cx="0" cy="10033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36" name="Line 188"/>
          <p:cNvSpPr>
            <a:spLocks noChangeShapeType="1"/>
          </p:cNvSpPr>
          <p:nvPr/>
        </p:nvSpPr>
        <p:spPr bwMode="auto">
          <a:xfrm>
            <a:off x="2054225" y="1887538"/>
            <a:ext cx="27305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37" name="Text Box 189"/>
          <p:cNvSpPr txBox="1">
            <a:spLocks noChangeArrowheads="1"/>
          </p:cNvSpPr>
          <p:nvPr/>
        </p:nvSpPr>
        <p:spPr bwMode="auto">
          <a:xfrm>
            <a:off x="4533900" y="2706688"/>
            <a:ext cx="4484688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③ </a:t>
            </a:r>
            <a:r>
              <a:rPr lang="zh-CN" altLang="en-US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画外形轮廓。</a:t>
            </a:r>
          </a:p>
          <a:p>
            <a:pPr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lang="zh-CN" altLang="en-US" sz="2000" dirty="0">
                <a:solidFill>
                  <a:srgbClr val="000000"/>
                </a:solidFill>
              </a:rPr>
              <a:t>在机件形状已表达清楚的情况下，</a:t>
            </a:r>
          </a:p>
          <a:p>
            <a:pPr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虚线可不画。</a:t>
            </a:r>
          </a:p>
        </p:txBody>
      </p:sp>
      <p:grpSp>
        <p:nvGrpSpPr>
          <p:cNvPr id="14353" name="Group 190"/>
          <p:cNvGrpSpPr>
            <a:grpSpLocks/>
          </p:cNvGrpSpPr>
          <p:nvPr/>
        </p:nvGrpSpPr>
        <p:grpSpPr bwMode="auto">
          <a:xfrm>
            <a:off x="1606550" y="4087813"/>
            <a:ext cx="2270125" cy="1952625"/>
            <a:chOff x="572" y="1639"/>
            <a:chExt cx="1430" cy="1230"/>
          </a:xfrm>
        </p:grpSpPr>
        <p:pic>
          <p:nvPicPr>
            <p:cNvPr id="14355" name="Picture 191" descr="书6-7-2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33" t="20857" r="29388" b="22038"/>
            <a:stretch>
              <a:fillRect/>
            </a:stretch>
          </p:blipFill>
          <p:spPr bwMode="auto">
            <a:xfrm>
              <a:off x="572" y="1639"/>
              <a:ext cx="1430" cy="1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6" name="Freeform 192"/>
            <p:cNvSpPr>
              <a:spLocks/>
            </p:cNvSpPr>
            <p:nvPr/>
          </p:nvSpPr>
          <p:spPr bwMode="auto">
            <a:xfrm>
              <a:off x="1089" y="2592"/>
              <a:ext cx="56" cy="89"/>
            </a:xfrm>
            <a:custGeom>
              <a:avLst/>
              <a:gdLst>
                <a:gd name="T0" fmla="*/ 0 w 221"/>
                <a:gd name="T1" fmla="*/ 5 h 380"/>
                <a:gd name="T2" fmla="*/ 4 w 221"/>
                <a:gd name="T3" fmla="*/ 0 h 380"/>
                <a:gd name="T4" fmla="*/ 4 w 221"/>
                <a:gd name="T5" fmla="*/ 0 h 3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" h="380">
                  <a:moveTo>
                    <a:pt x="0" y="380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7" name="Freeform 193"/>
            <p:cNvSpPr>
              <a:spLocks/>
            </p:cNvSpPr>
            <p:nvPr/>
          </p:nvSpPr>
          <p:spPr bwMode="auto">
            <a:xfrm>
              <a:off x="1556" y="2445"/>
              <a:ext cx="44" cy="80"/>
            </a:xfrm>
            <a:custGeom>
              <a:avLst/>
              <a:gdLst>
                <a:gd name="T0" fmla="*/ 0 w 120"/>
                <a:gd name="T1" fmla="*/ 12 h 205"/>
                <a:gd name="T2" fmla="*/ 6 w 120"/>
                <a:gd name="T3" fmla="*/ 0 h 205"/>
                <a:gd name="T4" fmla="*/ 6 w 120"/>
                <a:gd name="T5" fmla="*/ 0 h 2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205">
                  <a:moveTo>
                    <a:pt x="0" y="205"/>
                  </a:moveTo>
                  <a:lnTo>
                    <a:pt x="119" y="0"/>
                  </a:lnTo>
                  <a:lnTo>
                    <a:pt x="120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Freeform 194"/>
            <p:cNvSpPr>
              <a:spLocks/>
            </p:cNvSpPr>
            <p:nvPr/>
          </p:nvSpPr>
          <p:spPr bwMode="auto">
            <a:xfrm>
              <a:off x="1311" y="2151"/>
              <a:ext cx="289" cy="505"/>
            </a:xfrm>
            <a:custGeom>
              <a:avLst/>
              <a:gdLst>
                <a:gd name="T0" fmla="*/ 0 w 885"/>
                <a:gd name="T1" fmla="*/ 55 h 1531"/>
                <a:gd name="T2" fmla="*/ 31 w 885"/>
                <a:gd name="T3" fmla="*/ 0 h 1531"/>
                <a:gd name="T4" fmla="*/ 31 w 885"/>
                <a:gd name="T5" fmla="*/ 0 h 15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85" h="1531">
                  <a:moveTo>
                    <a:pt x="0" y="1531"/>
                  </a:moveTo>
                  <a:lnTo>
                    <a:pt x="884" y="0"/>
                  </a:lnTo>
                  <a:lnTo>
                    <a:pt x="885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Freeform 195"/>
            <p:cNvSpPr>
              <a:spLocks/>
            </p:cNvSpPr>
            <p:nvPr/>
          </p:nvSpPr>
          <p:spPr bwMode="auto">
            <a:xfrm>
              <a:off x="1434" y="2309"/>
              <a:ext cx="166" cy="283"/>
            </a:xfrm>
            <a:custGeom>
              <a:avLst/>
              <a:gdLst>
                <a:gd name="T0" fmla="*/ 0 w 552"/>
                <a:gd name="T1" fmla="*/ 25 h 957"/>
                <a:gd name="T2" fmla="*/ 15 w 552"/>
                <a:gd name="T3" fmla="*/ 0 h 957"/>
                <a:gd name="T4" fmla="*/ 15 w 552"/>
                <a:gd name="T5" fmla="*/ 0 h 9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2" h="957">
                  <a:moveTo>
                    <a:pt x="0" y="957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Freeform 196"/>
            <p:cNvSpPr>
              <a:spLocks/>
            </p:cNvSpPr>
            <p:nvPr/>
          </p:nvSpPr>
          <p:spPr bwMode="auto">
            <a:xfrm>
              <a:off x="1435" y="2017"/>
              <a:ext cx="79" cy="136"/>
            </a:xfrm>
            <a:custGeom>
              <a:avLst/>
              <a:gdLst>
                <a:gd name="T0" fmla="*/ 0 w 264"/>
                <a:gd name="T1" fmla="*/ 12 h 455"/>
                <a:gd name="T2" fmla="*/ 7 w 264"/>
                <a:gd name="T3" fmla="*/ 0 h 455"/>
                <a:gd name="T4" fmla="*/ 7 w 264"/>
                <a:gd name="T5" fmla="*/ 0 h 4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4" h="455">
                  <a:moveTo>
                    <a:pt x="0" y="455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Freeform 197"/>
            <p:cNvSpPr>
              <a:spLocks/>
            </p:cNvSpPr>
            <p:nvPr/>
          </p:nvSpPr>
          <p:spPr bwMode="auto">
            <a:xfrm>
              <a:off x="1855" y="1804"/>
              <a:ext cx="118" cy="202"/>
            </a:xfrm>
            <a:custGeom>
              <a:avLst/>
              <a:gdLst>
                <a:gd name="T0" fmla="*/ 0 w 308"/>
                <a:gd name="T1" fmla="*/ 29 h 534"/>
                <a:gd name="T2" fmla="*/ 17 w 308"/>
                <a:gd name="T3" fmla="*/ 0 h 534"/>
                <a:gd name="T4" fmla="*/ 17 w 308"/>
                <a:gd name="T5" fmla="*/ 0 h 5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534">
                  <a:moveTo>
                    <a:pt x="0" y="534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Freeform 198"/>
            <p:cNvSpPr>
              <a:spLocks/>
            </p:cNvSpPr>
            <p:nvPr/>
          </p:nvSpPr>
          <p:spPr bwMode="auto">
            <a:xfrm>
              <a:off x="1855" y="1939"/>
              <a:ext cx="118" cy="211"/>
            </a:xfrm>
            <a:custGeom>
              <a:avLst/>
              <a:gdLst>
                <a:gd name="T0" fmla="*/ 0 w 308"/>
                <a:gd name="T1" fmla="*/ 33 h 535"/>
                <a:gd name="T2" fmla="*/ 17 w 308"/>
                <a:gd name="T3" fmla="*/ 0 h 535"/>
                <a:gd name="T4" fmla="*/ 17 w 308"/>
                <a:gd name="T5" fmla="*/ 0 h 5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535">
                  <a:moveTo>
                    <a:pt x="0" y="535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Freeform 199"/>
            <p:cNvSpPr>
              <a:spLocks/>
            </p:cNvSpPr>
            <p:nvPr/>
          </p:nvSpPr>
          <p:spPr bwMode="auto">
            <a:xfrm>
              <a:off x="1851" y="2076"/>
              <a:ext cx="122" cy="213"/>
            </a:xfrm>
            <a:custGeom>
              <a:avLst/>
              <a:gdLst>
                <a:gd name="T0" fmla="*/ 0 w 308"/>
                <a:gd name="T1" fmla="*/ 34 h 533"/>
                <a:gd name="T2" fmla="*/ 19 w 308"/>
                <a:gd name="T3" fmla="*/ 0 h 533"/>
                <a:gd name="T4" fmla="*/ 19 w 308"/>
                <a:gd name="T5" fmla="*/ 0 h 5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Freeform 200"/>
            <p:cNvSpPr>
              <a:spLocks/>
            </p:cNvSpPr>
            <p:nvPr/>
          </p:nvSpPr>
          <p:spPr bwMode="auto">
            <a:xfrm>
              <a:off x="1907" y="2203"/>
              <a:ext cx="66" cy="118"/>
            </a:xfrm>
            <a:custGeom>
              <a:avLst/>
              <a:gdLst>
                <a:gd name="T0" fmla="*/ 0 w 308"/>
                <a:gd name="T1" fmla="*/ 6 h 533"/>
                <a:gd name="T2" fmla="*/ 3 w 308"/>
                <a:gd name="T3" fmla="*/ 0 h 533"/>
                <a:gd name="T4" fmla="*/ 3 w 308"/>
                <a:gd name="T5" fmla="*/ 0 h 5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Freeform 201"/>
            <p:cNvSpPr>
              <a:spLocks/>
            </p:cNvSpPr>
            <p:nvPr/>
          </p:nvSpPr>
          <p:spPr bwMode="auto">
            <a:xfrm>
              <a:off x="1441" y="2062"/>
              <a:ext cx="125" cy="217"/>
            </a:xfrm>
            <a:custGeom>
              <a:avLst/>
              <a:gdLst>
                <a:gd name="T0" fmla="*/ 0 w 376"/>
                <a:gd name="T1" fmla="*/ 24 h 650"/>
                <a:gd name="T2" fmla="*/ 14 w 376"/>
                <a:gd name="T3" fmla="*/ 0 h 650"/>
                <a:gd name="T4" fmla="*/ 14 w 376"/>
                <a:gd name="T5" fmla="*/ 0 h 6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650">
                  <a:moveTo>
                    <a:pt x="0" y="650"/>
                  </a:moveTo>
                  <a:lnTo>
                    <a:pt x="375" y="0"/>
                  </a:lnTo>
                  <a:lnTo>
                    <a:pt x="376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6" name="Freeform 202"/>
            <p:cNvSpPr>
              <a:spLocks/>
            </p:cNvSpPr>
            <p:nvPr/>
          </p:nvSpPr>
          <p:spPr bwMode="auto">
            <a:xfrm>
              <a:off x="1109" y="2626"/>
              <a:ext cx="87" cy="149"/>
            </a:xfrm>
            <a:custGeom>
              <a:avLst/>
              <a:gdLst>
                <a:gd name="T0" fmla="*/ 0 w 259"/>
                <a:gd name="T1" fmla="*/ 17 h 448"/>
                <a:gd name="T2" fmla="*/ 10 w 259"/>
                <a:gd name="T3" fmla="*/ 0 h 448"/>
                <a:gd name="T4" fmla="*/ 10 w 259"/>
                <a:gd name="T5" fmla="*/ 0 h 4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" h="448">
                  <a:moveTo>
                    <a:pt x="0" y="448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Freeform 203"/>
            <p:cNvSpPr>
              <a:spLocks/>
            </p:cNvSpPr>
            <p:nvPr/>
          </p:nvSpPr>
          <p:spPr bwMode="auto">
            <a:xfrm>
              <a:off x="1897" y="1743"/>
              <a:ext cx="44" cy="71"/>
            </a:xfrm>
            <a:custGeom>
              <a:avLst/>
              <a:gdLst>
                <a:gd name="T0" fmla="*/ 0 w 120"/>
                <a:gd name="T1" fmla="*/ 9 h 205"/>
                <a:gd name="T2" fmla="*/ 6 w 120"/>
                <a:gd name="T3" fmla="*/ 0 h 205"/>
                <a:gd name="T4" fmla="*/ 6 w 120"/>
                <a:gd name="T5" fmla="*/ 0 h 2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205">
                  <a:moveTo>
                    <a:pt x="0" y="205"/>
                  </a:moveTo>
                  <a:lnTo>
                    <a:pt x="119" y="0"/>
                  </a:lnTo>
                  <a:lnTo>
                    <a:pt x="120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07052" name="Picture 2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975" y="4745038"/>
            <a:ext cx="48577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4138151F-F626-149D-7874-77E3744DB17F}"/>
              </a:ext>
            </a:extLst>
          </p:cNvPr>
          <p:cNvSpPr txBox="1"/>
          <p:nvPr/>
        </p:nvSpPr>
        <p:spPr>
          <a:xfrm>
            <a:off x="5171034" y="5491104"/>
            <a:ext cx="31613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注意剖面线的画法 </a:t>
            </a:r>
            <a:r>
              <a:rPr lang="en-US" altLang="zh-CN" sz="2000" dirty="0">
                <a:solidFill>
                  <a:srgbClr val="FF0000"/>
                </a:solidFill>
              </a:rPr>
              <a:t>!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6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6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7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6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7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7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0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0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89" grpId="0" autoUpdateAnimBg="0"/>
      <p:bldP spid="206990" grpId="0" autoUpdateAnimBg="0"/>
      <p:bldP spid="206991" grpId="0" autoUpdateAnimBg="0"/>
      <p:bldP spid="207034" grpId="0" animBg="1"/>
      <p:bldP spid="207035" grpId="0" animBg="1"/>
      <p:bldP spid="207036" grpId="0" animBg="1"/>
      <p:bldP spid="207037" grpId="0" build="allAtOnce" autoUpdateAnimBg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3A478C9-A028-4E87-99E7-3BABF7ADDB1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09922" name="Text Box 2"/>
          <p:cNvSpPr txBox="1">
            <a:spLocks noChangeArrowheads="1"/>
          </p:cNvSpPr>
          <p:nvPr/>
        </p:nvSpPr>
        <p:spPr bwMode="auto">
          <a:xfrm>
            <a:off x="114300" y="50800"/>
            <a:ext cx="320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标注</a:t>
            </a:r>
          </a:p>
        </p:txBody>
      </p:sp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519113" y="2901950"/>
            <a:ext cx="325913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3399"/>
                </a:solidFill>
                <a:latin typeface="宋体" pitchFamily="2" charset="-122"/>
              </a:rPr>
              <a:t>② </a:t>
            </a:r>
            <a:r>
              <a:rPr lang="zh-CN" altLang="en-US" sz="2800">
                <a:solidFill>
                  <a:srgbClr val="003399"/>
                </a:solidFill>
                <a:latin typeface="宋体" pitchFamily="2" charset="-122"/>
                <a:sym typeface="Symbol" pitchFamily="18" charset="2"/>
              </a:rPr>
              <a:t>名称</a:t>
            </a:r>
            <a:endParaRPr lang="zh-CN" altLang="en-US" sz="2800">
              <a:latin typeface="宋体" pitchFamily="2" charset="-122"/>
              <a:sym typeface="Symbol" pitchFamily="18" charset="2"/>
            </a:endParaRPr>
          </a:p>
        </p:txBody>
      </p:sp>
      <p:sp>
        <p:nvSpPr>
          <p:cNvPr id="209925" name="Text Box 5"/>
          <p:cNvSpPr txBox="1">
            <a:spLocks noChangeArrowheads="1"/>
          </p:cNvSpPr>
          <p:nvPr/>
        </p:nvSpPr>
        <p:spPr bwMode="auto">
          <a:xfrm>
            <a:off x="528638" y="1012825"/>
            <a:ext cx="23288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33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① </a:t>
            </a:r>
            <a:r>
              <a:rPr lang="zh-CN" altLang="en-US" sz="2800">
                <a:solidFill>
                  <a:srgbClr val="0033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剖切符号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209926" name="Rectangle 6"/>
          <p:cNvSpPr>
            <a:spLocks noChangeArrowheads="1"/>
          </p:cNvSpPr>
          <p:nvPr/>
        </p:nvSpPr>
        <p:spPr bwMode="auto">
          <a:xfrm>
            <a:off x="5694363" y="279400"/>
            <a:ext cx="17700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宋体" pitchFamily="2" charset="-122"/>
              </a:rPr>
              <a:t>A</a:t>
            </a:r>
            <a:r>
              <a:rPr lang="zh-CN" altLang="en-US" sz="2400">
                <a:latin typeface="宋体" pitchFamily="2" charset="-122"/>
              </a:rPr>
              <a:t>－</a:t>
            </a:r>
            <a:r>
              <a:rPr lang="en-US" altLang="zh-CN" sz="2400" i="1">
                <a:latin typeface="宋体" pitchFamily="2" charset="-122"/>
              </a:rPr>
              <a:t>A</a:t>
            </a:r>
            <a:endParaRPr lang="en-US" altLang="zh-CN" sz="2400"/>
          </a:p>
        </p:txBody>
      </p:sp>
      <p:grpSp>
        <p:nvGrpSpPr>
          <p:cNvPr id="209927" name="Group 7"/>
          <p:cNvGrpSpPr>
            <a:grpSpLocks/>
          </p:cNvGrpSpPr>
          <p:nvPr/>
        </p:nvGrpSpPr>
        <p:grpSpPr bwMode="auto">
          <a:xfrm>
            <a:off x="4251325" y="3024188"/>
            <a:ext cx="4505325" cy="414337"/>
            <a:chOff x="2678" y="1905"/>
            <a:chExt cx="2838" cy="261"/>
          </a:xfrm>
        </p:grpSpPr>
        <p:sp>
          <p:nvSpPr>
            <p:cNvPr id="15443" name="Rectangle 8"/>
            <p:cNvSpPr>
              <a:spLocks noChangeArrowheads="1"/>
            </p:cNvSpPr>
            <p:nvPr/>
          </p:nvSpPr>
          <p:spPr bwMode="auto">
            <a:xfrm>
              <a:off x="2678" y="1905"/>
              <a:ext cx="9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 i="1"/>
            </a:p>
          </p:txBody>
        </p:sp>
        <p:sp>
          <p:nvSpPr>
            <p:cNvPr id="15444" name="Rectangle 9"/>
            <p:cNvSpPr>
              <a:spLocks noChangeArrowheads="1"/>
            </p:cNvSpPr>
            <p:nvPr/>
          </p:nvSpPr>
          <p:spPr bwMode="auto">
            <a:xfrm>
              <a:off x="5422" y="1936"/>
              <a:ext cx="9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 i="1"/>
            </a:p>
          </p:txBody>
        </p:sp>
      </p:grpSp>
      <p:grpSp>
        <p:nvGrpSpPr>
          <p:cNvPr id="15368" name="Group 10"/>
          <p:cNvGrpSpPr>
            <a:grpSpLocks/>
          </p:cNvGrpSpPr>
          <p:nvPr/>
        </p:nvGrpSpPr>
        <p:grpSpPr bwMode="auto">
          <a:xfrm>
            <a:off x="4976813" y="644525"/>
            <a:ext cx="3117850" cy="3582988"/>
            <a:chOff x="2948" y="487"/>
            <a:chExt cx="1964" cy="2257"/>
          </a:xfrm>
        </p:grpSpPr>
        <p:sp>
          <p:nvSpPr>
            <p:cNvPr id="15378" name="Freeform 11"/>
            <p:cNvSpPr>
              <a:spLocks/>
            </p:cNvSpPr>
            <p:nvPr/>
          </p:nvSpPr>
          <p:spPr bwMode="auto">
            <a:xfrm>
              <a:off x="4015" y="606"/>
              <a:ext cx="1" cy="528"/>
            </a:xfrm>
            <a:custGeom>
              <a:avLst/>
              <a:gdLst>
                <a:gd name="T0" fmla="*/ 0 w 1"/>
                <a:gd name="T1" fmla="*/ 63 h 1523"/>
                <a:gd name="T2" fmla="*/ 0 w 1"/>
                <a:gd name="T3" fmla="*/ 0 h 1523"/>
                <a:gd name="T4" fmla="*/ 1 w 1"/>
                <a:gd name="T5" fmla="*/ 0 h 15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23">
                  <a:moveTo>
                    <a:pt x="0" y="15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Freeform 12"/>
            <p:cNvSpPr>
              <a:spLocks/>
            </p:cNvSpPr>
            <p:nvPr/>
          </p:nvSpPr>
          <p:spPr bwMode="auto">
            <a:xfrm>
              <a:off x="4866" y="606"/>
              <a:ext cx="1" cy="775"/>
            </a:xfrm>
            <a:custGeom>
              <a:avLst/>
              <a:gdLst>
                <a:gd name="T0" fmla="*/ 0 w 2"/>
                <a:gd name="T1" fmla="*/ 93 h 2235"/>
                <a:gd name="T2" fmla="*/ 0 w 2"/>
                <a:gd name="T3" fmla="*/ 0 h 2235"/>
                <a:gd name="T4" fmla="*/ 1 w 2"/>
                <a:gd name="T5" fmla="*/ 0 h 22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235">
                  <a:moveTo>
                    <a:pt x="0" y="2235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13"/>
            <p:cNvSpPr>
              <a:spLocks/>
            </p:cNvSpPr>
            <p:nvPr/>
          </p:nvSpPr>
          <p:spPr bwMode="auto">
            <a:xfrm>
              <a:off x="4134" y="606"/>
              <a:ext cx="1" cy="144"/>
            </a:xfrm>
            <a:custGeom>
              <a:avLst/>
              <a:gdLst>
                <a:gd name="T0" fmla="*/ 0 w 2"/>
                <a:gd name="T1" fmla="*/ 17 h 417"/>
                <a:gd name="T2" fmla="*/ 0 w 2"/>
                <a:gd name="T3" fmla="*/ 0 h 417"/>
                <a:gd name="T4" fmla="*/ 1 w 2"/>
                <a:gd name="T5" fmla="*/ 0 h 4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14"/>
            <p:cNvSpPr>
              <a:spLocks/>
            </p:cNvSpPr>
            <p:nvPr/>
          </p:nvSpPr>
          <p:spPr bwMode="auto">
            <a:xfrm>
              <a:off x="4747" y="606"/>
              <a:ext cx="1" cy="144"/>
            </a:xfrm>
            <a:custGeom>
              <a:avLst/>
              <a:gdLst>
                <a:gd name="T0" fmla="*/ 0 w 2"/>
                <a:gd name="T1" fmla="*/ 17 h 417"/>
                <a:gd name="T2" fmla="*/ 0 w 2"/>
                <a:gd name="T3" fmla="*/ 0 h 417"/>
                <a:gd name="T4" fmla="*/ 1 w 2"/>
                <a:gd name="T5" fmla="*/ 0 h 4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15"/>
            <p:cNvSpPr>
              <a:spLocks/>
            </p:cNvSpPr>
            <p:nvPr/>
          </p:nvSpPr>
          <p:spPr bwMode="auto">
            <a:xfrm>
              <a:off x="4585" y="750"/>
              <a:ext cx="1" cy="631"/>
            </a:xfrm>
            <a:custGeom>
              <a:avLst/>
              <a:gdLst>
                <a:gd name="T0" fmla="*/ 0 w 1"/>
                <a:gd name="T1" fmla="*/ 76 h 1818"/>
                <a:gd name="T2" fmla="*/ 0 w 1"/>
                <a:gd name="T3" fmla="*/ 0 h 1818"/>
                <a:gd name="T4" fmla="*/ 1 w 1"/>
                <a:gd name="T5" fmla="*/ 0 h 18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Freeform 16"/>
            <p:cNvSpPr>
              <a:spLocks/>
            </p:cNvSpPr>
            <p:nvPr/>
          </p:nvSpPr>
          <p:spPr bwMode="auto">
            <a:xfrm>
              <a:off x="4278" y="750"/>
              <a:ext cx="1" cy="631"/>
            </a:xfrm>
            <a:custGeom>
              <a:avLst/>
              <a:gdLst>
                <a:gd name="T0" fmla="*/ 0 w 1"/>
                <a:gd name="T1" fmla="*/ 76 h 1818"/>
                <a:gd name="T2" fmla="*/ 0 w 1"/>
                <a:gd name="T3" fmla="*/ 0 h 1818"/>
                <a:gd name="T4" fmla="*/ 1 w 1"/>
                <a:gd name="T5" fmla="*/ 0 h 18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Freeform 17"/>
            <p:cNvSpPr>
              <a:spLocks/>
            </p:cNvSpPr>
            <p:nvPr/>
          </p:nvSpPr>
          <p:spPr bwMode="auto">
            <a:xfrm>
              <a:off x="2992" y="1381"/>
              <a:ext cx="1875" cy="1"/>
            </a:xfrm>
            <a:custGeom>
              <a:avLst/>
              <a:gdLst>
                <a:gd name="T0" fmla="*/ 0 w 5406"/>
                <a:gd name="T1" fmla="*/ 0 h 1"/>
                <a:gd name="T2" fmla="*/ 225 w 5406"/>
                <a:gd name="T3" fmla="*/ 0 h 1"/>
                <a:gd name="T4" fmla="*/ 225 w 540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06" h="1">
                  <a:moveTo>
                    <a:pt x="0" y="0"/>
                  </a:moveTo>
                  <a:lnTo>
                    <a:pt x="5404" y="0"/>
                  </a:lnTo>
                  <a:lnTo>
                    <a:pt x="540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Freeform 18"/>
            <p:cNvSpPr>
              <a:spLocks/>
            </p:cNvSpPr>
            <p:nvPr/>
          </p:nvSpPr>
          <p:spPr bwMode="auto">
            <a:xfrm>
              <a:off x="2992" y="1134"/>
              <a:ext cx="1023" cy="1"/>
            </a:xfrm>
            <a:custGeom>
              <a:avLst/>
              <a:gdLst>
                <a:gd name="T0" fmla="*/ 0 w 2949"/>
                <a:gd name="T1" fmla="*/ 0 h 1"/>
                <a:gd name="T2" fmla="*/ 123 w 2949"/>
                <a:gd name="T3" fmla="*/ 0 h 1"/>
                <a:gd name="T4" fmla="*/ 123 w 294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49" h="1">
                  <a:moveTo>
                    <a:pt x="0" y="0"/>
                  </a:moveTo>
                  <a:lnTo>
                    <a:pt x="2948" y="0"/>
                  </a:lnTo>
                  <a:lnTo>
                    <a:pt x="294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Freeform 19"/>
            <p:cNvSpPr>
              <a:spLocks/>
            </p:cNvSpPr>
            <p:nvPr/>
          </p:nvSpPr>
          <p:spPr bwMode="auto">
            <a:xfrm>
              <a:off x="3417" y="1134"/>
              <a:ext cx="1" cy="247"/>
            </a:xfrm>
            <a:custGeom>
              <a:avLst/>
              <a:gdLst>
                <a:gd name="T0" fmla="*/ 0 w 2"/>
                <a:gd name="T1" fmla="*/ 30 h 712"/>
                <a:gd name="T2" fmla="*/ 0 w 2"/>
                <a:gd name="T3" fmla="*/ 0 h 712"/>
                <a:gd name="T4" fmla="*/ 1 w 2"/>
                <a:gd name="T5" fmla="*/ 0 h 7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Freeform 20"/>
            <p:cNvSpPr>
              <a:spLocks/>
            </p:cNvSpPr>
            <p:nvPr/>
          </p:nvSpPr>
          <p:spPr bwMode="auto">
            <a:xfrm>
              <a:off x="2992" y="1134"/>
              <a:ext cx="1" cy="247"/>
            </a:xfrm>
            <a:custGeom>
              <a:avLst/>
              <a:gdLst>
                <a:gd name="T0" fmla="*/ 0 w 2"/>
                <a:gd name="T1" fmla="*/ 30 h 712"/>
                <a:gd name="T2" fmla="*/ 0 w 2"/>
                <a:gd name="T3" fmla="*/ 0 h 712"/>
                <a:gd name="T4" fmla="*/ 1 w 2"/>
                <a:gd name="T5" fmla="*/ 0 h 7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88" name="Group 21"/>
            <p:cNvGrpSpPr>
              <a:grpSpLocks/>
            </p:cNvGrpSpPr>
            <p:nvPr/>
          </p:nvGrpSpPr>
          <p:grpSpPr bwMode="auto">
            <a:xfrm>
              <a:off x="3256" y="1040"/>
              <a:ext cx="1" cy="468"/>
              <a:chOff x="2479" y="1715"/>
              <a:chExt cx="1" cy="468"/>
            </a:xfrm>
          </p:grpSpPr>
          <p:sp>
            <p:nvSpPr>
              <p:cNvPr id="15440" name="Freeform 22"/>
              <p:cNvSpPr>
                <a:spLocks/>
              </p:cNvSpPr>
              <p:nvPr/>
            </p:nvSpPr>
            <p:spPr bwMode="auto">
              <a:xfrm>
                <a:off x="2479" y="1715"/>
                <a:ext cx="1" cy="154"/>
              </a:xfrm>
              <a:custGeom>
                <a:avLst/>
                <a:gdLst>
                  <a:gd name="T0" fmla="*/ 0 w 2"/>
                  <a:gd name="T1" fmla="*/ 19 h 443"/>
                  <a:gd name="T2" fmla="*/ 0 w 2"/>
                  <a:gd name="T3" fmla="*/ 0 h 443"/>
                  <a:gd name="T4" fmla="*/ 1 w 2"/>
                  <a:gd name="T5" fmla="*/ 0 h 4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443">
                    <a:moveTo>
                      <a:pt x="0" y="443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1" name="Freeform 23"/>
              <p:cNvSpPr>
                <a:spLocks/>
              </p:cNvSpPr>
              <p:nvPr/>
            </p:nvSpPr>
            <p:spPr bwMode="auto">
              <a:xfrm>
                <a:off x="2479" y="1988"/>
                <a:ext cx="1" cy="195"/>
              </a:xfrm>
              <a:custGeom>
                <a:avLst/>
                <a:gdLst>
                  <a:gd name="T0" fmla="*/ 0 w 2"/>
                  <a:gd name="T1" fmla="*/ 23 h 564"/>
                  <a:gd name="T2" fmla="*/ 0 w 2"/>
                  <a:gd name="T3" fmla="*/ 0 h 564"/>
                  <a:gd name="T4" fmla="*/ 1 w 2"/>
                  <a:gd name="T5" fmla="*/ 0 h 5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64">
                    <a:moveTo>
                      <a:pt x="0" y="56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42" name="Freeform 24"/>
              <p:cNvSpPr>
                <a:spLocks/>
              </p:cNvSpPr>
              <p:nvPr/>
            </p:nvSpPr>
            <p:spPr bwMode="auto">
              <a:xfrm>
                <a:off x="2479" y="1923"/>
                <a:ext cx="1" cy="19"/>
              </a:xfrm>
              <a:custGeom>
                <a:avLst/>
                <a:gdLst>
                  <a:gd name="T0" fmla="*/ 0 w 2"/>
                  <a:gd name="T1" fmla="*/ 2 h 54"/>
                  <a:gd name="T2" fmla="*/ 0 w 2"/>
                  <a:gd name="T3" fmla="*/ 0 h 54"/>
                  <a:gd name="T4" fmla="*/ 1 w 2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4">
                    <a:moveTo>
                      <a:pt x="0" y="5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89" name="Freeform 25"/>
            <p:cNvSpPr>
              <a:spLocks/>
            </p:cNvSpPr>
            <p:nvPr/>
          </p:nvSpPr>
          <p:spPr bwMode="auto">
            <a:xfrm>
              <a:off x="3903" y="1134"/>
              <a:ext cx="1" cy="111"/>
            </a:xfrm>
            <a:custGeom>
              <a:avLst/>
              <a:gdLst>
                <a:gd name="T0" fmla="*/ 0 w 2"/>
                <a:gd name="T1" fmla="*/ 14 h 319"/>
                <a:gd name="T2" fmla="*/ 0 w 2"/>
                <a:gd name="T3" fmla="*/ 0 h 319"/>
                <a:gd name="T4" fmla="*/ 1 w 2"/>
                <a:gd name="T5" fmla="*/ 0 h 3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Freeform 26"/>
            <p:cNvSpPr>
              <a:spLocks/>
            </p:cNvSpPr>
            <p:nvPr/>
          </p:nvSpPr>
          <p:spPr bwMode="auto">
            <a:xfrm>
              <a:off x="3580" y="1134"/>
              <a:ext cx="1" cy="111"/>
            </a:xfrm>
            <a:custGeom>
              <a:avLst/>
              <a:gdLst>
                <a:gd name="T0" fmla="*/ 0 w 2"/>
                <a:gd name="T1" fmla="*/ 14 h 319"/>
                <a:gd name="T2" fmla="*/ 0 w 2"/>
                <a:gd name="T3" fmla="*/ 0 h 319"/>
                <a:gd name="T4" fmla="*/ 1 w 2"/>
                <a:gd name="T5" fmla="*/ 0 h 3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Freeform 27"/>
            <p:cNvSpPr>
              <a:spLocks/>
            </p:cNvSpPr>
            <p:nvPr/>
          </p:nvSpPr>
          <p:spPr bwMode="auto">
            <a:xfrm>
              <a:off x="3742" y="1054"/>
              <a:ext cx="1" cy="463"/>
            </a:xfrm>
            <a:custGeom>
              <a:avLst/>
              <a:gdLst>
                <a:gd name="T0" fmla="*/ 0 w 1"/>
                <a:gd name="T1" fmla="*/ 56 h 1332"/>
                <a:gd name="T2" fmla="*/ 0 w 1"/>
                <a:gd name="T3" fmla="*/ 0 h 1332"/>
                <a:gd name="T4" fmla="*/ 1 w 1"/>
                <a:gd name="T5" fmla="*/ 0 h 13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32">
                  <a:moveTo>
                    <a:pt x="0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Freeform 28"/>
            <p:cNvSpPr>
              <a:spLocks/>
            </p:cNvSpPr>
            <p:nvPr/>
          </p:nvSpPr>
          <p:spPr bwMode="auto">
            <a:xfrm>
              <a:off x="3580" y="1245"/>
              <a:ext cx="323" cy="1"/>
            </a:xfrm>
            <a:custGeom>
              <a:avLst/>
              <a:gdLst>
                <a:gd name="T0" fmla="*/ 0 w 935"/>
                <a:gd name="T1" fmla="*/ 0 h 1"/>
                <a:gd name="T2" fmla="*/ 38 w 935"/>
                <a:gd name="T3" fmla="*/ 0 h 1"/>
                <a:gd name="T4" fmla="*/ 39 w 93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5" h="1">
                  <a:moveTo>
                    <a:pt x="0" y="0"/>
                  </a:moveTo>
                  <a:lnTo>
                    <a:pt x="933" y="0"/>
                  </a:lnTo>
                  <a:lnTo>
                    <a:pt x="93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29"/>
            <p:cNvSpPr>
              <a:spLocks/>
            </p:cNvSpPr>
            <p:nvPr/>
          </p:nvSpPr>
          <p:spPr bwMode="auto">
            <a:xfrm>
              <a:off x="3827" y="1245"/>
              <a:ext cx="1" cy="136"/>
            </a:xfrm>
            <a:custGeom>
              <a:avLst/>
              <a:gdLst>
                <a:gd name="T0" fmla="*/ 0 w 1"/>
                <a:gd name="T1" fmla="*/ 16 h 393"/>
                <a:gd name="T2" fmla="*/ 0 w 1"/>
                <a:gd name="T3" fmla="*/ 0 h 393"/>
                <a:gd name="T4" fmla="*/ 1 w 1"/>
                <a:gd name="T5" fmla="*/ 0 h 3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30"/>
            <p:cNvSpPr>
              <a:spLocks/>
            </p:cNvSpPr>
            <p:nvPr/>
          </p:nvSpPr>
          <p:spPr bwMode="auto">
            <a:xfrm>
              <a:off x="3657" y="1245"/>
              <a:ext cx="1" cy="136"/>
            </a:xfrm>
            <a:custGeom>
              <a:avLst/>
              <a:gdLst>
                <a:gd name="T0" fmla="*/ 0 w 1"/>
                <a:gd name="T1" fmla="*/ 16 h 393"/>
                <a:gd name="T2" fmla="*/ 0 w 1"/>
                <a:gd name="T3" fmla="*/ 0 h 393"/>
                <a:gd name="T4" fmla="*/ 1 w 1"/>
                <a:gd name="T5" fmla="*/ 0 h 3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95" name="Group 31"/>
            <p:cNvGrpSpPr>
              <a:grpSpLocks/>
            </p:cNvGrpSpPr>
            <p:nvPr/>
          </p:nvGrpSpPr>
          <p:grpSpPr bwMode="auto">
            <a:xfrm>
              <a:off x="4441" y="487"/>
              <a:ext cx="1" cy="986"/>
              <a:chOff x="3664" y="1162"/>
              <a:chExt cx="1" cy="986"/>
            </a:xfrm>
          </p:grpSpPr>
          <p:sp>
            <p:nvSpPr>
              <p:cNvPr id="15437" name="Freeform 32"/>
              <p:cNvSpPr>
                <a:spLocks/>
              </p:cNvSpPr>
              <p:nvPr/>
            </p:nvSpPr>
            <p:spPr bwMode="auto">
              <a:xfrm>
                <a:off x="3664" y="1162"/>
                <a:ext cx="1" cy="446"/>
              </a:xfrm>
              <a:custGeom>
                <a:avLst/>
                <a:gdLst>
                  <a:gd name="T0" fmla="*/ 0 w 1"/>
                  <a:gd name="T1" fmla="*/ 54 h 1286"/>
                  <a:gd name="T2" fmla="*/ 0 w 1"/>
                  <a:gd name="T3" fmla="*/ 0 h 1286"/>
                  <a:gd name="T4" fmla="*/ 1 w 1"/>
                  <a:gd name="T5" fmla="*/ 0 h 12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86">
                    <a:moveTo>
                      <a:pt x="0" y="12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8" name="Freeform 33"/>
              <p:cNvSpPr>
                <a:spLocks/>
              </p:cNvSpPr>
              <p:nvPr/>
            </p:nvSpPr>
            <p:spPr bwMode="auto">
              <a:xfrm>
                <a:off x="3664" y="1698"/>
                <a:ext cx="1" cy="450"/>
              </a:xfrm>
              <a:custGeom>
                <a:avLst/>
                <a:gdLst>
                  <a:gd name="T0" fmla="*/ 0 w 1"/>
                  <a:gd name="T1" fmla="*/ 54 h 1297"/>
                  <a:gd name="T2" fmla="*/ 0 w 1"/>
                  <a:gd name="T3" fmla="*/ 0 h 1297"/>
                  <a:gd name="T4" fmla="*/ 1 w 1"/>
                  <a:gd name="T5" fmla="*/ 0 h 12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97">
                    <a:moveTo>
                      <a:pt x="0" y="12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9" name="Freeform 34"/>
              <p:cNvSpPr>
                <a:spLocks/>
              </p:cNvSpPr>
              <p:nvPr/>
            </p:nvSpPr>
            <p:spPr bwMode="auto">
              <a:xfrm>
                <a:off x="3664" y="1628"/>
                <a:ext cx="1" cy="38"/>
              </a:xfrm>
              <a:custGeom>
                <a:avLst/>
                <a:gdLst>
                  <a:gd name="T0" fmla="*/ 0 w 1"/>
                  <a:gd name="T1" fmla="*/ 5 h 107"/>
                  <a:gd name="T2" fmla="*/ 0 w 1"/>
                  <a:gd name="T3" fmla="*/ 0 h 107"/>
                  <a:gd name="T4" fmla="*/ 1 w 1"/>
                  <a:gd name="T5" fmla="*/ 0 h 10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7">
                    <a:moveTo>
                      <a:pt x="0" y="10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6" name="Freeform 35"/>
            <p:cNvSpPr>
              <a:spLocks/>
            </p:cNvSpPr>
            <p:nvPr/>
          </p:nvSpPr>
          <p:spPr bwMode="auto">
            <a:xfrm>
              <a:off x="4015" y="606"/>
              <a:ext cx="851" cy="1"/>
            </a:xfrm>
            <a:custGeom>
              <a:avLst/>
              <a:gdLst>
                <a:gd name="T0" fmla="*/ 102 w 2456"/>
                <a:gd name="T1" fmla="*/ 0 h 1"/>
                <a:gd name="T2" fmla="*/ 0 w 2456"/>
                <a:gd name="T3" fmla="*/ 0 h 1"/>
                <a:gd name="T4" fmla="*/ 0 w 245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6" h="1">
                  <a:moveTo>
                    <a:pt x="245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Freeform 36"/>
            <p:cNvSpPr>
              <a:spLocks/>
            </p:cNvSpPr>
            <p:nvPr/>
          </p:nvSpPr>
          <p:spPr bwMode="auto">
            <a:xfrm>
              <a:off x="4134" y="750"/>
              <a:ext cx="614" cy="1"/>
            </a:xfrm>
            <a:custGeom>
              <a:avLst/>
              <a:gdLst>
                <a:gd name="T0" fmla="*/ 0 w 1769"/>
                <a:gd name="T1" fmla="*/ 0 h 1"/>
                <a:gd name="T2" fmla="*/ 74 w 1769"/>
                <a:gd name="T3" fmla="*/ 0 h 1"/>
                <a:gd name="T4" fmla="*/ 74 w 176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9" h="1">
                  <a:moveTo>
                    <a:pt x="0" y="0"/>
                  </a:moveTo>
                  <a:lnTo>
                    <a:pt x="1767" y="0"/>
                  </a:lnTo>
                  <a:lnTo>
                    <a:pt x="176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Freeform 37"/>
            <p:cNvSpPr>
              <a:spLocks/>
            </p:cNvSpPr>
            <p:nvPr/>
          </p:nvSpPr>
          <p:spPr bwMode="auto">
            <a:xfrm>
              <a:off x="4015" y="606"/>
              <a:ext cx="52" cy="51"/>
            </a:xfrm>
            <a:custGeom>
              <a:avLst/>
              <a:gdLst>
                <a:gd name="T0" fmla="*/ 0 w 150"/>
                <a:gd name="T1" fmla="*/ 6 h 149"/>
                <a:gd name="T2" fmla="*/ 6 w 150"/>
                <a:gd name="T3" fmla="*/ 0 h 149"/>
                <a:gd name="T4" fmla="*/ 6 w 150"/>
                <a:gd name="T5" fmla="*/ 0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149">
                  <a:moveTo>
                    <a:pt x="0" y="149"/>
                  </a:moveTo>
                  <a:lnTo>
                    <a:pt x="149" y="0"/>
                  </a:lnTo>
                  <a:lnTo>
                    <a:pt x="1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Freeform 38"/>
            <p:cNvSpPr>
              <a:spLocks/>
            </p:cNvSpPr>
            <p:nvPr/>
          </p:nvSpPr>
          <p:spPr bwMode="auto">
            <a:xfrm>
              <a:off x="3417" y="1134"/>
              <a:ext cx="121" cy="120"/>
            </a:xfrm>
            <a:custGeom>
              <a:avLst/>
              <a:gdLst>
                <a:gd name="T0" fmla="*/ 0 w 349"/>
                <a:gd name="T1" fmla="*/ 14 h 347"/>
                <a:gd name="T2" fmla="*/ 15 w 349"/>
                <a:gd name="T3" fmla="*/ 0 h 347"/>
                <a:gd name="T4" fmla="*/ 15 w 349"/>
                <a:gd name="T5" fmla="*/ 0 h 3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9" h="347">
                  <a:moveTo>
                    <a:pt x="0" y="347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Freeform 39"/>
            <p:cNvSpPr>
              <a:spLocks/>
            </p:cNvSpPr>
            <p:nvPr/>
          </p:nvSpPr>
          <p:spPr bwMode="auto">
            <a:xfrm>
              <a:off x="3510" y="1245"/>
              <a:ext cx="137" cy="136"/>
            </a:xfrm>
            <a:custGeom>
              <a:avLst/>
              <a:gdLst>
                <a:gd name="T0" fmla="*/ 0 w 395"/>
                <a:gd name="T1" fmla="*/ 16 h 393"/>
                <a:gd name="T2" fmla="*/ 16 w 395"/>
                <a:gd name="T3" fmla="*/ 0 h 393"/>
                <a:gd name="T4" fmla="*/ 17 w 395"/>
                <a:gd name="T5" fmla="*/ 0 h 3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393">
                  <a:moveTo>
                    <a:pt x="0" y="393"/>
                  </a:moveTo>
                  <a:lnTo>
                    <a:pt x="393" y="0"/>
                  </a:lnTo>
                  <a:lnTo>
                    <a:pt x="3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Freeform 40"/>
            <p:cNvSpPr>
              <a:spLocks/>
            </p:cNvSpPr>
            <p:nvPr/>
          </p:nvSpPr>
          <p:spPr bwMode="auto">
            <a:xfrm>
              <a:off x="4015" y="750"/>
              <a:ext cx="126" cy="126"/>
            </a:xfrm>
            <a:custGeom>
              <a:avLst/>
              <a:gdLst>
                <a:gd name="T0" fmla="*/ 0 w 365"/>
                <a:gd name="T1" fmla="*/ 15 h 365"/>
                <a:gd name="T2" fmla="*/ 15 w 365"/>
                <a:gd name="T3" fmla="*/ 0 h 365"/>
                <a:gd name="T4" fmla="*/ 15 w 365"/>
                <a:gd name="T5" fmla="*/ 0 h 3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5" h="365">
                  <a:moveTo>
                    <a:pt x="0" y="365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Freeform 41"/>
            <p:cNvSpPr>
              <a:spLocks/>
            </p:cNvSpPr>
            <p:nvPr/>
          </p:nvSpPr>
          <p:spPr bwMode="auto">
            <a:xfrm>
              <a:off x="3827" y="1245"/>
              <a:ext cx="40" cy="39"/>
            </a:xfrm>
            <a:custGeom>
              <a:avLst/>
              <a:gdLst>
                <a:gd name="T0" fmla="*/ 0 w 114"/>
                <a:gd name="T1" fmla="*/ 4 h 113"/>
                <a:gd name="T2" fmla="*/ 5 w 114"/>
                <a:gd name="T3" fmla="*/ 0 h 113"/>
                <a:gd name="T4" fmla="*/ 5 w 114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Freeform 42"/>
            <p:cNvSpPr>
              <a:spLocks/>
            </p:cNvSpPr>
            <p:nvPr/>
          </p:nvSpPr>
          <p:spPr bwMode="auto">
            <a:xfrm>
              <a:off x="4015" y="832"/>
              <a:ext cx="264" cy="264"/>
            </a:xfrm>
            <a:custGeom>
              <a:avLst/>
              <a:gdLst>
                <a:gd name="T0" fmla="*/ 0 w 762"/>
                <a:gd name="T1" fmla="*/ 31 h 764"/>
                <a:gd name="T2" fmla="*/ 32 w 762"/>
                <a:gd name="T3" fmla="*/ 0 h 764"/>
                <a:gd name="T4" fmla="*/ 32 w 762"/>
                <a:gd name="T5" fmla="*/ 0 h 7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2" h="764">
                  <a:moveTo>
                    <a:pt x="0" y="764"/>
                  </a:moveTo>
                  <a:lnTo>
                    <a:pt x="761" y="0"/>
                  </a:lnTo>
                  <a:lnTo>
                    <a:pt x="7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4" name="Freeform 43"/>
            <p:cNvSpPr>
              <a:spLocks/>
            </p:cNvSpPr>
            <p:nvPr/>
          </p:nvSpPr>
          <p:spPr bwMode="auto">
            <a:xfrm>
              <a:off x="3903" y="1134"/>
              <a:ext cx="74" cy="73"/>
            </a:xfrm>
            <a:custGeom>
              <a:avLst/>
              <a:gdLst>
                <a:gd name="T0" fmla="*/ 0 w 214"/>
                <a:gd name="T1" fmla="*/ 9 h 211"/>
                <a:gd name="T2" fmla="*/ 9 w 214"/>
                <a:gd name="T3" fmla="*/ 0 h 211"/>
                <a:gd name="T4" fmla="*/ 9 w 214"/>
                <a:gd name="T5" fmla="*/ 0 h 2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" h="211">
                  <a:moveTo>
                    <a:pt x="0" y="211"/>
                  </a:moveTo>
                  <a:lnTo>
                    <a:pt x="213" y="0"/>
                  </a:lnTo>
                  <a:lnTo>
                    <a:pt x="2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Freeform 44"/>
            <p:cNvSpPr>
              <a:spLocks/>
            </p:cNvSpPr>
            <p:nvPr/>
          </p:nvSpPr>
          <p:spPr bwMode="auto">
            <a:xfrm>
              <a:off x="3949" y="1051"/>
              <a:ext cx="330" cy="330"/>
            </a:xfrm>
            <a:custGeom>
              <a:avLst/>
              <a:gdLst>
                <a:gd name="T0" fmla="*/ 0 w 951"/>
                <a:gd name="T1" fmla="*/ 40 h 950"/>
                <a:gd name="T2" fmla="*/ 40 w 951"/>
                <a:gd name="T3" fmla="*/ 0 h 950"/>
                <a:gd name="T4" fmla="*/ 40 w 951"/>
                <a:gd name="T5" fmla="*/ 0 h 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1" h="950">
                  <a:moveTo>
                    <a:pt x="0" y="950"/>
                  </a:moveTo>
                  <a:lnTo>
                    <a:pt x="950" y="0"/>
                  </a:lnTo>
                  <a:lnTo>
                    <a:pt x="9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Freeform 45"/>
            <p:cNvSpPr>
              <a:spLocks/>
            </p:cNvSpPr>
            <p:nvPr/>
          </p:nvSpPr>
          <p:spPr bwMode="auto">
            <a:xfrm>
              <a:off x="4168" y="1271"/>
              <a:ext cx="111" cy="110"/>
            </a:xfrm>
            <a:custGeom>
              <a:avLst/>
              <a:gdLst>
                <a:gd name="T0" fmla="*/ 0 w 319"/>
                <a:gd name="T1" fmla="*/ 13 h 318"/>
                <a:gd name="T2" fmla="*/ 14 w 319"/>
                <a:gd name="T3" fmla="*/ 0 h 318"/>
                <a:gd name="T4" fmla="*/ 14 w 319"/>
                <a:gd name="T5" fmla="*/ 0 h 3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318" y="0"/>
                  </a:lnTo>
                  <a:lnTo>
                    <a:pt x="3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Freeform 46"/>
            <p:cNvSpPr>
              <a:spLocks/>
            </p:cNvSpPr>
            <p:nvPr/>
          </p:nvSpPr>
          <p:spPr bwMode="auto">
            <a:xfrm>
              <a:off x="4671" y="682"/>
              <a:ext cx="196" cy="196"/>
            </a:xfrm>
            <a:custGeom>
              <a:avLst/>
              <a:gdLst>
                <a:gd name="T0" fmla="*/ 0 w 568"/>
                <a:gd name="T1" fmla="*/ 24 h 566"/>
                <a:gd name="T2" fmla="*/ 23 w 568"/>
                <a:gd name="T3" fmla="*/ 0 h 566"/>
                <a:gd name="T4" fmla="*/ 23 w 568"/>
                <a:gd name="T5" fmla="*/ 0 h 5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Freeform 47"/>
            <p:cNvSpPr>
              <a:spLocks/>
            </p:cNvSpPr>
            <p:nvPr/>
          </p:nvSpPr>
          <p:spPr bwMode="auto">
            <a:xfrm>
              <a:off x="4671" y="901"/>
              <a:ext cx="196" cy="197"/>
            </a:xfrm>
            <a:custGeom>
              <a:avLst/>
              <a:gdLst>
                <a:gd name="T0" fmla="*/ 0 w 568"/>
                <a:gd name="T1" fmla="*/ 24 h 566"/>
                <a:gd name="T2" fmla="*/ 23 w 568"/>
                <a:gd name="T3" fmla="*/ 0 h 566"/>
                <a:gd name="T4" fmla="*/ 23 w 568"/>
                <a:gd name="T5" fmla="*/ 0 h 5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Freeform 48"/>
            <p:cNvSpPr>
              <a:spLocks/>
            </p:cNvSpPr>
            <p:nvPr/>
          </p:nvSpPr>
          <p:spPr bwMode="auto">
            <a:xfrm>
              <a:off x="4671" y="1121"/>
              <a:ext cx="196" cy="196"/>
            </a:xfrm>
            <a:custGeom>
              <a:avLst/>
              <a:gdLst>
                <a:gd name="T0" fmla="*/ 0 w 568"/>
                <a:gd name="T1" fmla="*/ 24 h 566"/>
                <a:gd name="T2" fmla="*/ 23 w 568"/>
                <a:gd name="T3" fmla="*/ 0 h 566"/>
                <a:gd name="T4" fmla="*/ 23 w 568"/>
                <a:gd name="T5" fmla="*/ 0 h 5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Freeform 49"/>
            <p:cNvSpPr>
              <a:spLocks/>
            </p:cNvSpPr>
            <p:nvPr/>
          </p:nvSpPr>
          <p:spPr bwMode="auto">
            <a:xfrm>
              <a:off x="4826" y="1341"/>
              <a:ext cx="41" cy="40"/>
            </a:xfrm>
            <a:custGeom>
              <a:avLst/>
              <a:gdLst>
                <a:gd name="T0" fmla="*/ 0 w 119"/>
                <a:gd name="T1" fmla="*/ 5 h 116"/>
                <a:gd name="T2" fmla="*/ 5 w 119"/>
                <a:gd name="T3" fmla="*/ 0 h 116"/>
                <a:gd name="T4" fmla="*/ 5 w 119"/>
                <a:gd name="T5" fmla="*/ 0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16">
                  <a:moveTo>
                    <a:pt x="0" y="116"/>
                  </a:moveTo>
                  <a:lnTo>
                    <a:pt x="117" y="0"/>
                  </a:lnTo>
                  <a:lnTo>
                    <a:pt x="1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Freeform 50"/>
            <p:cNvSpPr>
              <a:spLocks/>
            </p:cNvSpPr>
            <p:nvPr/>
          </p:nvSpPr>
          <p:spPr bwMode="auto">
            <a:xfrm>
              <a:off x="4671" y="750"/>
              <a:ext cx="1" cy="631"/>
            </a:xfrm>
            <a:custGeom>
              <a:avLst/>
              <a:gdLst>
                <a:gd name="T0" fmla="*/ 0 w 2"/>
                <a:gd name="T1" fmla="*/ 76 h 1818"/>
                <a:gd name="T2" fmla="*/ 0 w 2"/>
                <a:gd name="T3" fmla="*/ 0 h 1818"/>
                <a:gd name="T4" fmla="*/ 1 w 2"/>
                <a:gd name="T5" fmla="*/ 0 h 18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818">
                  <a:moveTo>
                    <a:pt x="0" y="181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Arc 51"/>
            <p:cNvSpPr>
              <a:spLocks/>
            </p:cNvSpPr>
            <p:nvPr/>
          </p:nvSpPr>
          <p:spPr bwMode="auto">
            <a:xfrm flipH="1">
              <a:off x="4279" y="2059"/>
              <a:ext cx="306" cy="324"/>
            </a:xfrm>
            <a:custGeom>
              <a:avLst/>
              <a:gdLst>
                <a:gd name="T0" fmla="*/ 0 w 40741"/>
                <a:gd name="T1" fmla="*/ 0 h 43200"/>
                <a:gd name="T2" fmla="*/ 0 w 40741"/>
                <a:gd name="T3" fmla="*/ 0 h 43200"/>
                <a:gd name="T4" fmla="*/ 0 w 4074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741" h="43200" fill="none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</a:path>
                <a:path w="40741" h="43200" stroke="0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  <a:lnTo>
                    <a:pt x="19141" y="21600"/>
                  </a:lnTo>
                  <a:lnTo>
                    <a:pt x="250" y="11124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3" name="Arc 52"/>
            <p:cNvSpPr>
              <a:spLocks/>
            </p:cNvSpPr>
            <p:nvPr/>
          </p:nvSpPr>
          <p:spPr bwMode="auto">
            <a:xfrm>
              <a:off x="3251" y="2059"/>
              <a:ext cx="166" cy="320"/>
            </a:xfrm>
            <a:custGeom>
              <a:avLst/>
              <a:gdLst>
                <a:gd name="T0" fmla="*/ 0 w 22199"/>
                <a:gd name="T1" fmla="*/ 0 h 43200"/>
                <a:gd name="T2" fmla="*/ 0 w 22199"/>
                <a:gd name="T3" fmla="*/ 0 h 43200"/>
                <a:gd name="T4" fmla="*/ 0 w 22199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99" h="43200" fill="none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</a:path>
                <a:path w="22199" h="43200" stroke="0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  <a:lnTo>
                    <a:pt x="599" y="21600"/>
                  </a:lnTo>
                  <a:lnTo>
                    <a:pt x="59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4" name="Oval 53"/>
            <p:cNvSpPr>
              <a:spLocks noChangeArrowheads="1"/>
            </p:cNvSpPr>
            <p:nvPr/>
          </p:nvSpPr>
          <p:spPr bwMode="auto">
            <a:xfrm>
              <a:off x="4015" y="1794"/>
              <a:ext cx="852" cy="8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415" name="Oval 54"/>
            <p:cNvSpPr>
              <a:spLocks noChangeArrowheads="1"/>
            </p:cNvSpPr>
            <p:nvPr/>
          </p:nvSpPr>
          <p:spPr bwMode="auto">
            <a:xfrm>
              <a:off x="4135" y="1931"/>
              <a:ext cx="612" cy="5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416" name="Oval 55"/>
            <p:cNvSpPr>
              <a:spLocks noChangeArrowheads="1"/>
            </p:cNvSpPr>
            <p:nvPr/>
          </p:nvSpPr>
          <p:spPr bwMode="auto">
            <a:xfrm>
              <a:off x="3656" y="2135"/>
              <a:ext cx="167" cy="1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417" name="Oval 56"/>
            <p:cNvSpPr>
              <a:spLocks noChangeArrowheads="1"/>
            </p:cNvSpPr>
            <p:nvPr/>
          </p:nvSpPr>
          <p:spPr bwMode="auto">
            <a:xfrm>
              <a:off x="3589" y="2069"/>
              <a:ext cx="311" cy="3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418" name="Freeform 57"/>
            <p:cNvSpPr>
              <a:spLocks/>
            </p:cNvSpPr>
            <p:nvPr/>
          </p:nvSpPr>
          <p:spPr bwMode="auto">
            <a:xfrm>
              <a:off x="3742" y="1990"/>
              <a:ext cx="1" cy="512"/>
            </a:xfrm>
            <a:custGeom>
              <a:avLst/>
              <a:gdLst>
                <a:gd name="T0" fmla="*/ 0 w 1"/>
                <a:gd name="T1" fmla="*/ 0 h 1472"/>
                <a:gd name="T2" fmla="*/ 0 w 1"/>
                <a:gd name="T3" fmla="*/ 62 h 1472"/>
                <a:gd name="T4" fmla="*/ 1 w 1"/>
                <a:gd name="T5" fmla="*/ 62 h 14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472">
                  <a:moveTo>
                    <a:pt x="0" y="0"/>
                  </a:moveTo>
                  <a:lnTo>
                    <a:pt x="0" y="1472"/>
                  </a:lnTo>
                  <a:lnTo>
                    <a:pt x="1" y="147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Freeform 58"/>
            <p:cNvSpPr>
              <a:spLocks/>
            </p:cNvSpPr>
            <p:nvPr/>
          </p:nvSpPr>
          <p:spPr bwMode="auto">
            <a:xfrm>
              <a:off x="3256" y="1964"/>
              <a:ext cx="1" cy="528"/>
            </a:xfrm>
            <a:custGeom>
              <a:avLst/>
              <a:gdLst>
                <a:gd name="T0" fmla="*/ 0 w 2"/>
                <a:gd name="T1" fmla="*/ 0 h 1522"/>
                <a:gd name="T2" fmla="*/ 0 w 2"/>
                <a:gd name="T3" fmla="*/ 63 h 1522"/>
                <a:gd name="T4" fmla="*/ 1 w 2"/>
                <a:gd name="T5" fmla="*/ 63 h 15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522">
                  <a:moveTo>
                    <a:pt x="0" y="0"/>
                  </a:moveTo>
                  <a:lnTo>
                    <a:pt x="0" y="1522"/>
                  </a:lnTo>
                  <a:lnTo>
                    <a:pt x="2" y="152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59"/>
            <p:cNvSpPr>
              <a:spLocks/>
            </p:cNvSpPr>
            <p:nvPr/>
          </p:nvSpPr>
          <p:spPr bwMode="auto">
            <a:xfrm>
              <a:off x="2992" y="2646"/>
              <a:ext cx="1449" cy="1"/>
            </a:xfrm>
            <a:custGeom>
              <a:avLst/>
              <a:gdLst>
                <a:gd name="T0" fmla="*/ 175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60"/>
            <p:cNvSpPr>
              <a:spLocks/>
            </p:cNvSpPr>
            <p:nvPr/>
          </p:nvSpPr>
          <p:spPr bwMode="auto">
            <a:xfrm>
              <a:off x="2992" y="2382"/>
              <a:ext cx="1" cy="264"/>
            </a:xfrm>
            <a:custGeom>
              <a:avLst/>
              <a:gdLst>
                <a:gd name="T0" fmla="*/ 0 w 2"/>
                <a:gd name="T1" fmla="*/ 32 h 762"/>
                <a:gd name="T2" fmla="*/ 0 w 2"/>
                <a:gd name="T3" fmla="*/ 0 h 762"/>
                <a:gd name="T4" fmla="*/ 1 w 2"/>
                <a:gd name="T5" fmla="*/ 0 h 7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62">
                  <a:moveTo>
                    <a:pt x="0" y="76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61"/>
            <p:cNvSpPr>
              <a:spLocks/>
            </p:cNvSpPr>
            <p:nvPr/>
          </p:nvSpPr>
          <p:spPr bwMode="auto">
            <a:xfrm>
              <a:off x="2992" y="2382"/>
              <a:ext cx="264" cy="1"/>
            </a:xfrm>
            <a:custGeom>
              <a:avLst/>
              <a:gdLst>
                <a:gd name="T0" fmla="*/ 32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Freeform 62"/>
            <p:cNvSpPr>
              <a:spLocks/>
            </p:cNvSpPr>
            <p:nvPr/>
          </p:nvSpPr>
          <p:spPr bwMode="auto">
            <a:xfrm>
              <a:off x="2992" y="1794"/>
              <a:ext cx="1449" cy="1"/>
            </a:xfrm>
            <a:custGeom>
              <a:avLst/>
              <a:gdLst>
                <a:gd name="T0" fmla="*/ 175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63"/>
            <p:cNvSpPr>
              <a:spLocks/>
            </p:cNvSpPr>
            <p:nvPr/>
          </p:nvSpPr>
          <p:spPr bwMode="auto">
            <a:xfrm>
              <a:off x="2992" y="1794"/>
              <a:ext cx="1" cy="264"/>
            </a:xfrm>
            <a:custGeom>
              <a:avLst/>
              <a:gdLst>
                <a:gd name="T0" fmla="*/ 0 w 2"/>
                <a:gd name="T1" fmla="*/ 0 h 763"/>
                <a:gd name="T2" fmla="*/ 0 w 2"/>
                <a:gd name="T3" fmla="*/ 31 h 763"/>
                <a:gd name="T4" fmla="*/ 1 w 2"/>
                <a:gd name="T5" fmla="*/ 31 h 7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63">
                  <a:moveTo>
                    <a:pt x="0" y="0"/>
                  </a:moveTo>
                  <a:lnTo>
                    <a:pt x="0" y="763"/>
                  </a:lnTo>
                  <a:lnTo>
                    <a:pt x="2" y="7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64"/>
            <p:cNvSpPr>
              <a:spLocks/>
            </p:cNvSpPr>
            <p:nvPr/>
          </p:nvSpPr>
          <p:spPr bwMode="auto">
            <a:xfrm>
              <a:off x="2992" y="2058"/>
              <a:ext cx="264" cy="1"/>
            </a:xfrm>
            <a:custGeom>
              <a:avLst/>
              <a:gdLst>
                <a:gd name="T0" fmla="*/ 32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65"/>
            <p:cNvSpPr>
              <a:spLocks/>
            </p:cNvSpPr>
            <p:nvPr/>
          </p:nvSpPr>
          <p:spPr bwMode="auto">
            <a:xfrm>
              <a:off x="4671" y="2149"/>
              <a:ext cx="1" cy="143"/>
            </a:xfrm>
            <a:custGeom>
              <a:avLst/>
              <a:gdLst>
                <a:gd name="T0" fmla="*/ 0 w 2"/>
                <a:gd name="T1" fmla="*/ 0 h 414"/>
                <a:gd name="T2" fmla="*/ 0 w 2"/>
                <a:gd name="T3" fmla="*/ 17 h 414"/>
                <a:gd name="T4" fmla="*/ 1 w 2"/>
                <a:gd name="T5" fmla="*/ 17 h 4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14">
                  <a:moveTo>
                    <a:pt x="0" y="0"/>
                  </a:moveTo>
                  <a:lnTo>
                    <a:pt x="0" y="414"/>
                  </a:lnTo>
                  <a:lnTo>
                    <a:pt x="2" y="4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Freeform 66"/>
            <p:cNvSpPr>
              <a:spLocks/>
            </p:cNvSpPr>
            <p:nvPr/>
          </p:nvSpPr>
          <p:spPr bwMode="auto">
            <a:xfrm>
              <a:off x="4441" y="2316"/>
              <a:ext cx="1" cy="428"/>
            </a:xfrm>
            <a:custGeom>
              <a:avLst/>
              <a:gdLst>
                <a:gd name="T0" fmla="*/ 0 w 1"/>
                <a:gd name="T1" fmla="*/ 0 h 1234"/>
                <a:gd name="T2" fmla="*/ 0 w 1"/>
                <a:gd name="T3" fmla="*/ 51 h 1234"/>
                <a:gd name="T4" fmla="*/ 1 w 1"/>
                <a:gd name="T5" fmla="*/ 51 h 12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34">
                  <a:moveTo>
                    <a:pt x="0" y="0"/>
                  </a:moveTo>
                  <a:lnTo>
                    <a:pt x="0" y="1234"/>
                  </a:lnTo>
                  <a:lnTo>
                    <a:pt x="1" y="12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Freeform 67"/>
            <p:cNvSpPr>
              <a:spLocks/>
            </p:cNvSpPr>
            <p:nvPr/>
          </p:nvSpPr>
          <p:spPr bwMode="auto">
            <a:xfrm>
              <a:off x="4441" y="1713"/>
              <a:ext cx="1" cy="556"/>
            </a:xfrm>
            <a:custGeom>
              <a:avLst/>
              <a:gdLst>
                <a:gd name="T0" fmla="*/ 0 w 1"/>
                <a:gd name="T1" fmla="*/ 0 h 1602"/>
                <a:gd name="T2" fmla="*/ 0 w 1"/>
                <a:gd name="T3" fmla="*/ 67 h 1602"/>
                <a:gd name="T4" fmla="*/ 1 w 1"/>
                <a:gd name="T5" fmla="*/ 67 h 16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02">
                  <a:moveTo>
                    <a:pt x="0" y="0"/>
                  </a:moveTo>
                  <a:lnTo>
                    <a:pt x="0" y="1602"/>
                  </a:lnTo>
                  <a:lnTo>
                    <a:pt x="1" y="160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Freeform 68"/>
            <p:cNvSpPr>
              <a:spLocks/>
            </p:cNvSpPr>
            <p:nvPr/>
          </p:nvSpPr>
          <p:spPr bwMode="auto">
            <a:xfrm>
              <a:off x="4441" y="2288"/>
              <a:ext cx="1" cy="9"/>
            </a:xfrm>
            <a:custGeom>
              <a:avLst/>
              <a:gdLst>
                <a:gd name="T0" fmla="*/ 0 w 1"/>
                <a:gd name="T1" fmla="*/ 0 h 24"/>
                <a:gd name="T2" fmla="*/ 0 w 1"/>
                <a:gd name="T3" fmla="*/ 1 h 24"/>
                <a:gd name="T4" fmla="*/ 1 w 1"/>
                <a:gd name="T5" fmla="*/ 1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">
                  <a:moveTo>
                    <a:pt x="0" y="0"/>
                  </a:moveTo>
                  <a:lnTo>
                    <a:pt x="0" y="24"/>
                  </a:lnTo>
                  <a:lnTo>
                    <a:pt x="1" y="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Freeform 69"/>
            <p:cNvSpPr>
              <a:spLocks/>
            </p:cNvSpPr>
            <p:nvPr/>
          </p:nvSpPr>
          <p:spPr bwMode="auto">
            <a:xfrm>
              <a:off x="2948" y="2221"/>
              <a:ext cx="529" cy="1"/>
            </a:xfrm>
            <a:custGeom>
              <a:avLst/>
              <a:gdLst>
                <a:gd name="T0" fmla="*/ 0 w 1526"/>
                <a:gd name="T1" fmla="*/ 0 h 1"/>
                <a:gd name="T2" fmla="*/ 63 w 1526"/>
                <a:gd name="T3" fmla="*/ 0 h 1"/>
                <a:gd name="T4" fmla="*/ 63 w 152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6" h="1">
                  <a:moveTo>
                    <a:pt x="0" y="0"/>
                  </a:moveTo>
                  <a:lnTo>
                    <a:pt x="1525" y="0"/>
                  </a:lnTo>
                  <a:lnTo>
                    <a:pt x="152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Freeform 70"/>
            <p:cNvSpPr>
              <a:spLocks/>
            </p:cNvSpPr>
            <p:nvPr/>
          </p:nvSpPr>
          <p:spPr bwMode="auto">
            <a:xfrm>
              <a:off x="3559" y="2221"/>
              <a:ext cx="956" cy="1"/>
            </a:xfrm>
            <a:custGeom>
              <a:avLst/>
              <a:gdLst>
                <a:gd name="T0" fmla="*/ 0 w 2753"/>
                <a:gd name="T1" fmla="*/ 0 h 1"/>
                <a:gd name="T2" fmla="*/ 115 w 2753"/>
                <a:gd name="T3" fmla="*/ 0 h 1"/>
                <a:gd name="T4" fmla="*/ 115 w 275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53" h="1">
                  <a:moveTo>
                    <a:pt x="0" y="0"/>
                  </a:moveTo>
                  <a:lnTo>
                    <a:pt x="2752" y="0"/>
                  </a:lnTo>
                  <a:lnTo>
                    <a:pt x="27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Freeform 71"/>
            <p:cNvSpPr>
              <a:spLocks/>
            </p:cNvSpPr>
            <p:nvPr/>
          </p:nvSpPr>
          <p:spPr bwMode="auto">
            <a:xfrm>
              <a:off x="3505" y="2221"/>
              <a:ext cx="25" cy="1"/>
            </a:xfrm>
            <a:custGeom>
              <a:avLst/>
              <a:gdLst>
                <a:gd name="T0" fmla="*/ 0 w 71"/>
                <a:gd name="T1" fmla="*/ 0 h 1"/>
                <a:gd name="T2" fmla="*/ 3 w 71"/>
                <a:gd name="T3" fmla="*/ 0 h 1"/>
                <a:gd name="T4" fmla="*/ 3 w 7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Freeform 72"/>
            <p:cNvSpPr>
              <a:spLocks/>
            </p:cNvSpPr>
            <p:nvPr/>
          </p:nvSpPr>
          <p:spPr bwMode="auto">
            <a:xfrm>
              <a:off x="4587" y="2221"/>
              <a:ext cx="325" cy="1"/>
            </a:xfrm>
            <a:custGeom>
              <a:avLst/>
              <a:gdLst>
                <a:gd name="T0" fmla="*/ 0 w 935"/>
                <a:gd name="T1" fmla="*/ 0 h 1"/>
                <a:gd name="T2" fmla="*/ 39 w 935"/>
                <a:gd name="T3" fmla="*/ 0 h 1"/>
                <a:gd name="T4" fmla="*/ 39 w 93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5" h="1">
                  <a:moveTo>
                    <a:pt x="0" y="0"/>
                  </a:moveTo>
                  <a:lnTo>
                    <a:pt x="934" y="0"/>
                  </a:lnTo>
                  <a:lnTo>
                    <a:pt x="9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Freeform 73"/>
            <p:cNvSpPr>
              <a:spLocks/>
            </p:cNvSpPr>
            <p:nvPr/>
          </p:nvSpPr>
          <p:spPr bwMode="auto">
            <a:xfrm>
              <a:off x="4539" y="2221"/>
              <a:ext cx="25" cy="1"/>
            </a:xfrm>
            <a:custGeom>
              <a:avLst/>
              <a:gdLst>
                <a:gd name="T0" fmla="*/ 0 w 71"/>
                <a:gd name="T1" fmla="*/ 0 h 1"/>
                <a:gd name="T2" fmla="*/ 3 w 71"/>
                <a:gd name="T3" fmla="*/ 0 h 1"/>
                <a:gd name="T4" fmla="*/ 3 w 7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Freeform 74"/>
            <p:cNvSpPr>
              <a:spLocks/>
            </p:cNvSpPr>
            <p:nvPr/>
          </p:nvSpPr>
          <p:spPr bwMode="auto">
            <a:xfrm>
              <a:off x="4585" y="2292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0 w 246"/>
                <a:gd name="T3" fmla="*/ 0 h 1"/>
                <a:gd name="T4" fmla="*/ 10 w 24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Freeform 75"/>
            <p:cNvSpPr>
              <a:spLocks/>
            </p:cNvSpPr>
            <p:nvPr/>
          </p:nvSpPr>
          <p:spPr bwMode="auto">
            <a:xfrm>
              <a:off x="4585" y="2149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0 w 246"/>
                <a:gd name="T3" fmla="*/ 0 h 1"/>
                <a:gd name="T4" fmla="*/ 10 w 24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9996" name="Group 76"/>
          <p:cNvGrpSpPr>
            <a:grpSpLocks/>
          </p:cNvGrpSpPr>
          <p:nvPr/>
        </p:nvGrpSpPr>
        <p:grpSpPr bwMode="auto">
          <a:xfrm>
            <a:off x="4516438" y="3136900"/>
            <a:ext cx="3998912" cy="261938"/>
            <a:chOff x="1881" y="2732"/>
            <a:chExt cx="2519" cy="165"/>
          </a:xfrm>
        </p:grpSpPr>
        <p:sp>
          <p:nvSpPr>
            <p:cNvPr id="15374" name="Freeform 77"/>
            <p:cNvSpPr>
              <a:spLocks/>
            </p:cNvSpPr>
            <p:nvPr/>
          </p:nvSpPr>
          <p:spPr bwMode="auto">
            <a:xfrm>
              <a:off x="1881" y="2896"/>
              <a:ext cx="192" cy="1"/>
            </a:xfrm>
            <a:custGeom>
              <a:avLst/>
              <a:gdLst>
                <a:gd name="T0" fmla="*/ 0 w 554"/>
                <a:gd name="T1" fmla="*/ 0 h 1"/>
                <a:gd name="T2" fmla="*/ 23 w 554"/>
                <a:gd name="T3" fmla="*/ 0 h 1"/>
                <a:gd name="T4" fmla="*/ 23 w 55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4" h="1">
                  <a:moveTo>
                    <a:pt x="0" y="0"/>
                  </a:moveTo>
                  <a:lnTo>
                    <a:pt x="553" y="0"/>
                  </a:lnTo>
                  <a:lnTo>
                    <a:pt x="5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Freeform 78"/>
            <p:cNvSpPr>
              <a:spLocks/>
            </p:cNvSpPr>
            <p:nvPr/>
          </p:nvSpPr>
          <p:spPr bwMode="auto">
            <a:xfrm>
              <a:off x="4219" y="2896"/>
              <a:ext cx="181" cy="1"/>
            </a:xfrm>
            <a:custGeom>
              <a:avLst/>
              <a:gdLst>
                <a:gd name="T0" fmla="*/ 0 w 520"/>
                <a:gd name="T1" fmla="*/ 0 h 1"/>
                <a:gd name="T2" fmla="*/ 22 w 520"/>
                <a:gd name="T3" fmla="*/ 0 h 1"/>
                <a:gd name="T4" fmla="*/ 22 w 52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0" h="1">
                  <a:moveTo>
                    <a:pt x="0" y="0"/>
                  </a:moveTo>
                  <a:lnTo>
                    <a:pt x="519" y="0"/>
                  </a:lnTo>
                  <a:lnTo>
                    <a:pt x="5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Line 79"/>
            <p:cNvSpPr>
              <a:spLocks noChangeShapeType="1"/>
            </p:cNvSpPr>
            <p:nvPr/>
          </p:nvSpPr>
          <p:spPr bwMode="auto">
            <a:xfrm flipV="1">
              <a:off x="1881" y="2733"/>
              <a:ext cx="0" cy="16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Line 80"/>
            <p:cNvSpPr>
              <a:spLocks noChangeShapeType="1"/>
            </p:cNvSpPr>
            <p:nvPr/>
          </p:nvSpPr>
          <p:spPr bwMode="auto">
            <a:xfrm flipV="1">
              <a:off x="4400" y="2732"/>
              <a:ext cx="0" cy="16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0001" name="Text Box 81"/>
          <p:cNvSpPr txBox="1">
            <a:spLocks noChangeArrowheads="1"/>
          </p:cNvSpPr>
          <p:nvPr/>
        </p:nvSpPr>
        <p:spPr bwMode="auto">
          <a:xfrm>
            <a:off x="1092200" y="1644650"/>
            <a:ext cx="23971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剖切面位置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投射方向</a:t>
            </a:r>
          </a:p>
        </p:txBody>
      </p:sp>
      <p:sp>
        <p:nvSpPr>
          <p:cNvPr id="210002" name="Text Box 82"/>
          <p:cNvSpPr txBox="1">
            <a:spLocks noChangeArrowheads="1"/>
          </p:cNvSpPr>
          <p:nvPr/>
        </p:nvSpPr>
        <p:spPr bwMode="auto">
          <a:xfrm>
            <a:off x="846138" y="4373563"/>
            <a:ext cx="7875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5050"/>
                </a:solidFill>
                <a:latin typeface="黑体" pitchFamily="2" charset="-122"/>
                <a:ea typeface="黑体" pitchFamily="2" charset="-122"/>
              </a:rPr>
              <a:t>◆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剖视图按基本视图关系配置时，可省略箭头</a:t>
            </a:r>
            <a:r>
              <a:rPr lang="zh-CN" altLang="en-US" sz="2800">
                <a:latin typeface="宋体" pitchFamily="2" charset="-122"/>
              </a:rPr>
              <a:t>。</a:t>
            </a:r>
          </a:p>
        </p:txBody>
      </p:sp>
      <p:sp>
        <p:nvSpPr>
          <p:cNvPr id="210003" name="Text Box 83"/>
          <p:cNvSpPr txBox="1">
            <a:spLocks noChangeArrowheads="1"/>
          </p:cNvSpPr>
          <p:nvPr/>
        </p:nvSpPr>
        <p:spPr bwMode="auto">
          <a:xfrm>
            <a:off x="823913" y="4922838"/>
            <a:ext cx="8083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5050"/>
                </a:solidFill>
                <a:latin typeface="黑体" pitchFamily="2" charset="-122"/>
                <a:ea typeface="黑体" pitchFamily="2" charset="-122"/>
              </a:rPr>
              <a:t>◆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当单一剖切面通过机件的对称（或基本对称）平面，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且剖视图按基本视图关系配置时，可不标注。</a:t>
            </a:r>
          </a:p>
        </p:txBody>
      </p:sp>
      <p:sp>
        <p:nvSpPr>
          <p:cNvPr id="210004" name="Text Box 84"/>
          <p:cNvSpPr txBox="1">
            <a:spLocks noChangeArrowheads="1"/>
          </p:cNvSpPr>
          <p:nvPr/>
        </p:nvSpPr>
        <p:spPr bwMode="auto">
          <a:xfrm>
            <a:off x="730250" y="3763963"/>
            <a:ext cx="4043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下列情况可省略标注：</a:t>
            </a:r>
          </a:p>
        </p:txBody>
      </p:sp>
      <p:sp>
        <p:nvSpPr>
          <p:cNvPr id="85" name="Text Box 81"/>
          <p:cNvSpPr txBox="1">
            <a:spLocks noChangeArrowheads="1"/>
          </p:cNvSpPr>
          <p:nvPr/>
        </p:nvSpPr>
        <p:spPr bwMode="auto">
          <a:xfrm>
            <a:off x="646283" y="6199760"/>
            <a:ext cx="7273754" cy="448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注意：本周作业，剖切符号和视图名称均需标注。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209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21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21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21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/>
      <p:bldP spid="209923" grpId="0" autoUpdateAnimBg="0"/>
      <p:bldP spid="209925" grpId="0" autoUpdateAnimBg="0"/>
      <p:bldP spid="209926" grpId="0" build="p" autoUpdateAnimBg="0"/>
      <p:bldP spid="210001" grpId="0" autoUpdateAnimBg="0"/>
      <p:bldP spid="210002" grpId="0" autoUpdateAnimBg="0"/>
      <p:bldP spid="210003" grpId="0" autoUpdateAnimBg="0"/>
      <p:bldP spid="210004" grpId="0" autoUpdateAnimBg="0"/>
      <p:bldP spid="8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7E80A85-51D1-4DFA-8F68-79AC5AFA78E7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319088" y="26988"/>
            <a:ext cx="5632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画剖视图的注意事项</a:t>
            </a:r>
          </a:p>
        </p:txBody>
      </p:sp>
      <p:sp>
        <p:nvSpPr>
          <p:cNvPr id="208899" name="Text Box 3"/>
          <p:cNvSpPr txBox="1">
            <a:spLocks noChangeArrowheads="1"/>
          </p:cNvSpPr>
          <p:nvPr/>
        </p:nvSpPr>
        <p:spPr bwMode="auto">
          <a:xfrm>
            <a:off x="838200" y="596900"/>
            <a:ext cx="80899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①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剖切平面的选择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通过机件的对称面或轴线，且平行或垂直于投影面。</a:t>
            </a:r>
          </a:p>
        </p:txBody>
      </p:sp>
      <p:sp>
        <p:nvSpPr>
          <p:cNvPr id="208900" name="Text Box 4"/>
          <p:cNvSpPr txBox="1">
            <a:spLocks noChangeArrowheads="1"/>
          </p:cNvSpPr>
          <p:nvPr/>
        </p:nvSpPr>
        <p:spPr bwMode="auto">
          <a:xfrm>
            <a:off x="838200" y="1563688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②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剖切是一种假想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，其它视图仍应完整画出。</a:t>
            </a:r>
          </a:p>
        </p:txBody>
      </p:sp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804863" y="2206625"/>
            <a:ext cx="6877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③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剖切面后方的可见部分要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全部画出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08902" name="Group 6"/>
          <p:cNvGrpSpPr>
            <a:grpSpLocks/>
          </p:cNvGrpSpPr>
          <p:nvPr/>
        </p:nvGrpSpPr>
        <p:grpSpPr bwMode="auto">
          <a:xfrm>
            <a:off x="7078663" y="3490913"/>
            <a:ext cx="1114425" cy="14287"/>
            <a:chOff x="4459" y="2199"/>
            <a:chExt cx="702" cy="9"/>
          </a:xfrm>
        </p:grpSpPr>
        <p:sp>
          <p:nvSpPr>
            <p:cNvPr id="16528" name="Freeform 7"/>
            <p:cNvSpPr>
              <a:spLocks/>
            </p:cNvSpPr>
            <p:nvPr/>
          </p:nvSpPr>
          <p:spPr bwMode="auto">
            <a:xfrm>
              <a:off x="4459" y="2207"/>
              <a:ext cx="185" cy="1"/>
            </a:xfrm>
            <a:custGeom>
              <a:avLst/>
              <a:gdLst>
                <a:gd name="T0" fmla="*/ 0 w 185"/>
                <a:gd name="T1" fmla="*/ 0 h 1"/>
                <a:gd name="T2" fmla="*/ 185 w 18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5" h="1">
                  <a:moveTo>
                    <a:pt x="0" y="0"/>
                  </a:moveTo>
                  <a:lnTo>
                    <a:pt x="185" y="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29" name="Freeform 8"/>
            <p:cNvSpPr>
              <a:spLocks/>
            </p:cNvSpPr>
            <p:nvPr/>
          </p:nvSpPr>
          <p:spPr bwMode="auto">
            <a:xfrm>
              <a:off x="4986" y="2199"/>
              <a:ext cx="175" cy="1"/>
            </a:xfrm>
            <a:custGeom>
              <a:avLst/>
              <a:gdLst>
                <a:gd name="T0" fmla="*/ 175 w 175"/>
                <a:gd name="T1" fmla="*/ 1 h 1"/>
                <a:gd name="T2" fmla="*/ 0 w 17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5" h="1">
                  <a:moveTo>
                    <a:pt x="175" y="1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8905" name="Group 9"/>
          <p:cNvGrpSpPr>
            <a:grpSpLocks/>
          </p:cNvGrpSpPr>
          <p:nvPr/>
        </p:nvGrpSpPr>
        <p:grpSpPr bwMode="auto">
          <a:xfrm>
            <a:off x="1473200" y="3511550"/>
            <a:ext cx="1150938" cy="6350"/>
            <a:chOff x="928" y="2212"/>
            <a:chExt cx="725" cy="4"/>
          </a:xfrm>
        </p:grpSpPr>
        <p:sp>
          <p:nvSpPr>
            <p:cNvPr id="16526" name="Freeform 10"/>
            <p:cNvSpPr>
              <a:spLocks/>
            </p:cNvSpPr>
            <p:nvPr/>
          </p:nvSpPr>
          <p:spPr bwMode="auto">
            <a:xfrm>
              <a:off x="928" y="2212"/>
              <a:ext cx="192" cy="4"/>
            </a:xfrm>
            <a:custGeom>
              <a:avLst/>
              <a:gdLst>
                <a:gd name="T0" fmla="*/ 0 w 192"/>
                <a:gd name="T1" fmla="*/ 0 h 4"/>
                <a:gd name="T2" fmla="*/ 192 w 192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2" h="4">
                  <a:moveTo>
                    <a:pt x="0" y="0"/>
                  </a:moveTo>
                  <a:lnTo>
                    <a:pt x="192" y="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27" name="Freeform 11"/>
            <p:cNvSpPr>
              <a:spLocks/>
            </p:cNvSpPr>
            <p:nvPr/>
          </p:nvSpPr>
          <p:spPr bwMode="auto">
            <a:xfrm>
              <a:off x="1488" y="2212"/>
              <a:ext cx="165" cy="4"/>
            </a:xfrm>
            <a:custGeom>
              <a:avLst/>
              <a:gdLst>
                <a:gd name="T0" fmla="*/ 165 w 165"/>
                <a:gd name="T1" fmla="*/ 0 h 4"/>
                <a:gd name="T2" fmla="*/ 0 w 165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5" h="4">
                  <a:moveTo>
                    <a:pt x="165" y="0"/>
                  </a:moveTo>
                  <a:lnTo>
                    <a:pt x="0" y="4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8908" name="Group 12"/>
          <p:cNvGrpSpPr>
            <a:grpSpLocks/>
          </p:cNvGrpSpPr>
          <p:nvPr/>
        </p:nvGrpSpPr>
        <p:grpSpPr bwMode="auto">
          <a:xfrm>
            <a:off x="4375150" y="3454400"/>
            <a:ext cx="1314450" cy="147638"/>
            <a:chOff x="2756" y="2176"/>
            <a:chExt cx="828" cy="93"/>
          </a:xfrm>
        </p:grpSpPr>
        <p:sp>
          <p:nvSpPr>
            <p:cNvPr id="16523" name="Freeform 13"/>
            <p:cNvSpPr>
              <a:spLocks/>
            </p:cNvSpPr>
            <p:nvPr/>
          </p:nvSpPr>
          <p:spPr bwMode="auto">
            <a:xfrm>
              <a:off x="3320" y="2182"/>
              <a:ext cx="264" cy="2"/>
            </a:xfrm>
            <a:custGeom>
              <a:avLst/>
              <a:gdLst>
                <a:gd name="T0" fmla="*/ 264 w 264"/>
                <a:gd name="T1" fmla="*/ 0 h 2"/>
                <a:gd name="T2" fmla="*/ 0 w 264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4" h="2">
                  <a:moveTo>
                    <a:pt x="264" y="0"/>
                  </a:moveTo>
                  <a:lnTo>
                    <a:pt x="0" y="2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24" name="Freeform 14"/>
            <p:cNvSpPr>
              <a:spLocks/>
            </p:cNvSpPr>
            <p:nvPr/>
          </p:nvSpPr>
          <p:spPr bwMode="auto">
            <a:xfrm>
              <a:off x="2756" y="2182"/>
              <a:ext cx="172" cy="2"/>
            </a:xfrm>
            <a:custGeom>
              <a:avLst/>
              <a:gdLst>
                <a:gd name="T0" fmla="*/ 0 w 172"/>
                <a:gd name="T1" fmla="*/ 0 h 2"/>
                <a:gd name="T2" fmla="*/ 172 w 172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2" h="2">
                  <a:moveTo>
                    <a:pt x="0" y="0"/>
                  </a:moveTo>
                  <a:lnTo>
                    <a:pt x="172" y="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25" name="Line 15"/>
            <p:cNvSpPr>
              <a:spLocks noChangeShapeType="1"/>
            </p:cNvSpPr>
            <p:nvPr/>
          </p:nvSpPr>
          <p:spPr bwMode="auto">
            <a:xfrm flipV="1">
              <a:off x="3583" y="2176"/>
              <a:ext cx="0" cy="9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8912" name="Group 16"/>
          <p:cNvGrpSpPr>
            <a:grpSpLocks/>
          </p:cNvGrpSpPr>
          <p:nvPr/>
        </p:nvGrpSpPr>
        <p:grpSpPr bwMode="auto">
          <a:xfrm>
            <a:off x="6492875" y="2755900"/>
            <a:ext cx="2252663" cy="3624263"/>
            <a:chOff x="4090" y="1736"/>
            <a:chExt cx="1419" cy="2283"/>
          </a:xfrm>
        </p:grpSpPr>
        <p:grpSp>
          <p:nvGrpSpPr>
            <p:cNvPr id="16480" name="Group 17"/>
            <p:cNvGrpSpPr>
              <a:grpSpLocks/>
            </p:cNvGrpSpPr>
            <p:nvPr/>
          </p:nvGrpSpPr>
          <p:grpSpPr bwMode="auto">
            <a:xfrm>
              <a:off x="4090" y="1736"/>
              <a:ext cx="1419" cy="1337"/>
              <a:chOff x="4090" y="1736"/>
              <a:chExt cx="1419" cy="1337"/>
            </a:xfrm>
          </p:grpSpPr>
          <p:sp>
            <p:nvSpPr>
              <p:cNvPr id="16482" name="Rectangle 18"/>
              <p:cNvSpPr>
                <a:spLocks noChangeArrowheads="1"/>
              </p:cNvSpPr>
              <p:nvPr/>
            </p:nvSpPr>
            <p:spPr bwMode="auto">
              <a:xfrm>
                <a:off x="4709" y="1991"/>
                <a:ext cx="206" cy="3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83" name="Freeform 19"/>
              <p:cNvSpPr>
                <a:spLocks/>
              </p:cNvSpPr>
              <p:nvPr/>
            </p:nvSpPr>
            <p:spPr bwMode="auto">
              <a:xfrm>
                <a:off x="4648" y="2307"/>
                <a:ext cx="65" cy="69"/>
              </a:xfrm>
              <a:custGeom>
                <a:avLst/>
                <a:gdLst>
                  <a:gd name="T0" fmla="*/ 0 w 65"/>
                  <a:gd name="T1" fmla="*/ 69 h 69"/>
                  <a:gd name="T2" fmla="*/ 65 w 65"/>
                  <a:gd name="T3" fmla="*/ 0 h 6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5" h="69">
                    <a:moveTo>
                      <a:pt x="0" y="69"/>
                    </a:move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84" name="Freeform 20"/>
              <p:cNvSpPr>
                <a:spLocks/>
              </p:cNvSpPr>
              <p:nvPr/>
            </p:nvSpPr>
            <p:spPr bwMode="auto">
              <a:xfrm>
                <a:off x="4356" y="2205"/>
                <a:ext cx="111" cy="1"/>
              </a:xfrm>
              <a:custGeom>
                <a:avLst/>
                <a:gdLst>
                  <a:gd name="T0" fmla="*/ 0 w 111"/>
                  <a:gd name="T1" fmla="*/ 1 h 1"/>
                  <a:gd name="T2" fmla="*/ 111 w 111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1" h="1">
                    <a:moveTo>
                      <a:pt x="0" y="1"/>
                    </a:moveTo>
                    <a:lnTo>
                      <a:pt x="11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85" name="Freeform 21"/>
              <p:cNvSpPr>
                <a:spLocks/>
              </p:cNvSpPr>
              <p:nvPr/>
            </p:nvSpPr>
            <p:spPr bwMode="auto">
              <a:xfrm>
                <a:off x="4360" y="2376"/>
                <a:ext cx="901" cy="0"/>
              </a:xfrm>
              <a:custGeom>
                <a:avLst/>
                <a:gdLst>
                  <a:gd name="T0" fmla="*/ 0 w 1396"/>
                  <a:gd name="T1" fmla="*/ 0 h 1"/>
                  <a:gd name="T2" fmla="*/ 376 w 139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96" h="1">
                    <a:moveTo>
                      <a:pt x="0" y="0"/>
                    </a:moveTo>
                    <a:lnTo>
                      <a:pt x="1396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86" name="Freeform 22"/>
              <p:cNvSpPr>
                <a:spLocks/>
              </p:cNvSpPr>
              <p:nvPr/>
            </p:nvSpPr>
            <p:spPr bwMode="auto">
              <a:xfrm>
                <a:off x="4362" y="2199"/>
                <a:ext cx="1" cy="186"/>
              </a:xfrm>
              <a:custGeom>
                <a:avLst/>
                <a:gdLst>
                  <a:gd name="T0" fmla="*/ 0 w 1"/>
                  <a:gd name="T1" fmla="*/ 186 h 186"/>
                  <a:gd name="T2" fmla="*/ 0 w 1"/>
                  <a:gd name="T3" fmla="*/ 0 h 18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87" name="Freeform 23"/>
              <p:cNvSpPr>
                <a:spLocks/>
              </p:cNvSpPr>
              <p:nvPr/>
            </p:nvSpPr>
            <p:spPr bwMode="auto">
              <a:xfrm>
                <a:off x="5256" y="2202"/>
                <a:ext cx="1" cy="174"/>
              </a:xfrm>
              <a:custGeom>
                <a:avLst/>
                <a:gdLst>
                  <a:gd name="T0" fmla="*/ 1 w 1"/>
                  <a:gd name="T1" fmla="*/ 174 h 174"/>
                  <a:gd name="T2" fmla="*/ 0 w 1"/>
                  <a:gd name="T3" fmla="*/ 0 h 17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74">
                    <a:moveTo>
                      <a:pt x="1" y="17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88" name="Freeform 24"/>
              <p:cNvSpPr>
                <a:spLocks/>
              </p:cNvSpPr>
              <p:nvPr/>
            </p:nvSpPr>
            <p:spPr bwMode="auto">
              <a:xfrm>
                <a:off x="5153" y="2200"/>
                <a:ext cx="115" cy="1"/>
              </a:xfrm>
              <a:custGeom>
                <a:avLst/>
                <a:gdLst>
                  <a:gd name="T0" fmla="*/ 48 w 178"/>
                  <a:gd name="T1" fmla="*/ 0 h 1"/>
                  <a:gd name="T2" fmla="*/ 0 w 17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8" h="1">
                    <a:moveTo>
                      <a:pt x="17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89" name="Line 25"/>
              <p:cNvSpPr>
                <a:spLocks noChangeShapeType="1"/>
              </p:cNvSpPr>
              <p:nvPr/>
            </p:nvSpPr>
            <p:spPr bwMode="auto">
              <a:xfrm flipV="1">
                <a:off x="4462" y="2206"/>
                <a:ext cx="0" cy="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0" name="Freeform 26"/>
              <p:cNvSpPr>
                <a:spLocks/>
              </p:cNvSpPr>
              <p:nvPr/>
            </p:nvSpPr>
            <p:spPr bwMode="auto">
              <a:xfrm>
                <a:off x="4360" y="2294"/>
                <a:ext cx="290" cy="1"/>
              </a:xfrm>
              <a:custGeom>
                <a:avLst/>
                <a:gdLst>
                  <a:gd name="T0" fmla="*/ 0 w 290"/>
                  <a:gd name="T1" fmla="*/ 0 h 1"/>
                  <a:gd name="T2" fmla="*/ 290 w 290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90" h="1">
                    <a:moveTo>
                      <a:pt x="0" y="0"/>
                    </a:moveTo>
                    <a:lnTo>
                      <a:pt x="29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1" name="Freeform 27"/>
              <p:cNvSpPr>
                <a:spLocks/>
              </p:cNvSpPr>
              <p:nvPr/>
            </p:nvSpPr>
            <p:spPr bwMode="auto">
              <a:xfrm>
                <a:off x="4646" y="1985"/>
                <a:ext cx="1" cy="313"/>
              </a:xfrm>
              <a:custGeom>
                <a:avLst/>
                <a:gdLst>
                  <a:gd name="T0" fmla="*/ 1 w 1"/>
                  <a:gd name="T1" fmla="*/ 313 h 313"/>
                  <a:gd name="T2" fmla="*/ 0 w 1"/>
                  <a:gd name="T3" fmla="*/ 0 h 3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13">
                    <a:moveTo>
                      <a:pt x="1" y="31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2" name="Freeform 28"/>
              <p:cNvSpPr>
                <a:spLocks/>
              </p:cNvSpPr>
              <p:nvPr/>
            </p:nvSpPr>
            <p:spPr bwMode="auto">
              <a:xfrm>
                <a:off x="4648" y="1991"/>
                <a:ext cx="342" cy="1"/>
              </a:xfrm>
              <a:custGeom>
                <a:avLst/>
                <a:gdLst>
                  <a:gd name="T0" fmla="*/ 0 w 342"/>
                  <a:gd name="T1" fmla="*/ 1 h 1"/>
                  <a:gd name="T2" fmla="*/ 342 w 3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42" h="1">
                    <a:moveTo>
                      <a:pt x="0" y="1"/>
                    </a:moveTo>
                    <a:lnTo>
                      <a:pt x="34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3" name="Freeform 29"/>
              <p:cNvSpPr>
                <a:spLocks/>
              </p:cNvSpPr>
              <p:nvPr/>
            </p:nvSpPr>
            <p:spPr bwMode="auto">
              <a:xfrm>
                <a:off x="4986" y="2294"/>
                <a:ext cx="271" cy="1"/>
              </a:xfrm>
              <a:custGeom>
                <a:avLst/>
                <a:gdLst>
                  <a:gd name="T0" fmla="*/ 271 w 271"/>
                  <a:gd name="T1" fmla="*/ 0 h 1"/>
                  <a:gd name="T2" fmla="*/ 0 w 271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1" h="1">
                    <a:moveTo>
                      <a:pt x="271" y="0"/>
                    </a:moveTo>
                    <a:lnTo>
                      <a:pt x="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4" name="Freeform 30"/>
              <p:cNvSpPr>
                <a:spLocks/>
              </p:cNvSpPr>
              <p:nvPr/>
            </p:nvSpPr>
            <p:spPr bwMode="auto">
              <a:xfrm>
                <a:off x="4978" y="1989"/>
                <a:ext cx="1" cy="311"/>
              </a:xfrm>
              <a:custGeom>
                <a:avLst/>
                <a:gdLst>
                  <a:gd name="T0" fmla="*/ 0 w 1"/>
                  <a:gd name="T1" fmla="*/ 311 h 311"/>
                  <a:gd name="T2" fmla="*/ 0 w 1"/>
                  <a:gd name="T3" fmla="*/ 0 h 3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11">
                    <a:moveTo>
                      <a:pt x="0" y="311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5" name="Freeform 31"/>
              <p:cNvSpPr>
                <a:spLocks/>
              </p:cNvSpPr>
              <p:nvPr/>
            </p:nvSpPr>
            <p:spPr bwMode="auto">
              <a:xfrm>
                <a:off x="5160" y="2205"/>
                <a:ext cx="1" cy="89"/>
              </a:xfrm>
              <a:custGeom>
                <a:avLst/>
                <a:gdLst>
                  <a:gd name="T0" fmla="*/ 0 w 1"/>
                  <a:gd name="T1" fmla="*/ 9 h 285"/>
                  <a:gd name="T2" fmla="*/ 0 w 1"/>
                  <a:gd name="T3" fmla="*/ 0 h 28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85">
                    <a:moveTo>
                      <a:pt x="0" y="28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6" name="Text Box 32"/>
              <p:cNvSpPr txBox="1">
                <a:spLocks noChangeArrowheads="1"/>
              </p:cNvSpPr>
              <p:nvPr/>
            </p:nvSpPr>
            <p:spPr bwMode="auto">
              <a:xfrm>
                <a:off x="4571" y="1736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C</a:t>
                </a:r>
                <a:r>
                  <a:rPr lang="zh-CN" altLang="en-US" sz="2000"/>
                  <a:t>－</a:t>
                </a:r>
                <a:r>
                  <a:rPr lang="en-US" altLang="zh-CN" sz="2000" i="1">
                    <a:latin typeface="宋体" pitchFamily="2" charset="-122"/>
                  </a:rPr>
                  <a:t>C</a:t>
                </a:r>
                <a:endParaRPr lang="en-US" altLang="zh-CN" sz="2000"/>
              </a:p>
            </p:txBody>
          </p:sp>
          <p:sp>
            <p:nvSpPr>
              <p:cNvPr id="16497" name="Freeform 33"/>
              <p:cNvSpPr>
                <a:spLocks/>
              </p:cNvSpPr>
              <p:nvPr/>
            </p:nvSpPr>
            <p:spPr bwMode="auto">
              <a:xfrm>
                <a:off x="4813" y="1945"/>
                <a:ext cx="0" cy="457"/>
              </a:xfrm>
              <a:custGeom>
                <a:avLst/>
                <a:gdLst>
                  <a:gd name="T0" fmla="*/ 0 w 1"/>
                  <a:gd name="T1" fmla="*/ 92 h 1021"/>
                  <a:gd name="T2" fmla="*/ 0 w 1"/>
                  <a:gd name="T3" fmla="*/ 0 h 10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21">
                    <a:moveTo>
                      <a:pt x="0" y="1021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8" name="Freeform 34"/>
              <p:cNvSpPr>
                <a:spLocks/>
              </p:cNvSpPr>
              <p:nvPr/>
            </p:nvSpPr>
            <p:spPr bwMode="auto">
              <a:xfrm>
                <a:off x="4557" y="2217"/>
                <a:ext cx="153" cy="155"/>
              </a:xfrm>
              <a:custGeom>
                <a:avLst/>
                <a:gdLst>
                  <a:gd name="T0" fmla="*/ 0 w 153"/>
                  <a:gd name="T1" fmla="*/ 155 h 155"/>
                  <a:gd name="T2" fmla="*/ 153 w 153"/>
                  <a:gd name="T3" fmla="*/ 0 h 1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3" h="155">
                    <a:moveTo>
                      <a:pt x="0" y="155"/>
                    </a:moveTo>
                    <a:lnTo>
                      <a:pt x="153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9" name="Line 35"/>
              <p:cNvSpPr>
                <a:spLocks noChangeShapeType="1"/>
              </p:cNvSpPr>
              <p:nvPr/>
            </p:nvSpPr>
            <p:spPr bwMode="auto">
              <a:xfrm flipV="1">
                <a:off x="4460" y="2294"/>
                <a:ext cx="78" cy="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0" name="Freeform 36"/>
              <p:cNvSpPr>
                <a:spLocks/>
              </p:cNvSpPr>
              <p:nvPr/>
            </p:nvSpPr>
            <p:spPr bwMode="auto">
              <a:xfrm>
                <a:off x="4352" y="2294"/>
                <a:ext cx="79" cy="82"/>
              </a:xfrm>
              <a:custGeom>
                <a:avLst/>
                <a:gdLst>
                  <a:gd name="T0" fmla="*/ 0 w 79"/>
                  <a:gd name="T1" fmla="*/ 82 h 82"/>
                  <a:gd name="T2" fmla="*/ 79 w 79"/>
                  <a:gd name="T3" fmla="*/ 0 h 8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" h="82">
                    <a:moveTo>
                      <a:pt x="0" y="82"/>
                    </a:moveTo>
                    <a:lnTo>
                      <a:pt x="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1" name="Line 37"/>
              <p:cNvSpPr>
                <a:spLocks noChangeShapeType="1"/>
              </p:cNvSpPr>
              <p:nvPr/>
            </p:nvSpPr>
            <p:spPr bwMode="auto">
              <a:xfrm flipV="1">
                <a:off x="4638" y="2130"/>
                <a:ext cx="68" cy="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2" name="Freeform 38"/>
              <p:cNvSpPr>
                <a:spLocks/>
              </p:cNvSpPr>
              <p:nvPr/>
            </p:nvSpPr>
            <p:spPr bwMode="auto">
              <a:xfrm>
                <a:off x="4644" y="2036"/>
                <a:ext cx="65" cy="67"/>
              </a:xfrm>
              <a:custGeom>
                <a:avLst/>
                <a:gdLst>
                  <a:gd name="T0" fmla="*/ 0 w 65"/>
                  <a:gd name="T1" fmla="*/ 67 h 67"/>
                  <a:gd name="T2" fmla="*/ 65 w 65"/>
                  <a:gd name="T3" fmla="*/ 0 h 6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5" h="67">
                    <a:moveTo>
                      <a:pt x="0" y="67"/>
                    </a:move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3" name="Freeform 39"/>
              <p:cNvSpPr>
                <a:spLocks/>
              </p:cNvSpPr>
              <p:nvPr/>
            </p:nvSpPr>
            <p:spPr bwMode="auto">
              <a:xfrm>
                <a:off x="4922" y="2036"/>
                <a:ext cx="58" cy="59"/>
              </a:xfrm>
              <a:custGeom>
                <a:avLst/>
                <a:gdLst>
                  <a:gd name="T0" fmla="*/ 0 w 90"/>
                  <a:gd name="T1" fmla="*/ 25 h 91"/>
                  <a:gd name="T2" fmla="*/ 24 w 90"/>
                  <a:gd name="T3" fmla="*/ 0 h 9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0" h="91">
                    <a:moveTo>
                      <a:pt x="0" y="91"/>
                    </a:moveTo>
                    <a:lnTo>
                      <a:pt x="9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4" name="Freeform 40"/>
              <p:cNvSpPr>
                <a:spLocks/>
              </p:cNvSpPr>
              <p:nvPr/>
            </p:nvSpPr>
            <p:spPr bwMode="auto">
              <a:xfrm>
                <a:off x="4913" y="2130"/>
                <a:ext cx="64" cy="63"/>
              </a:xfrm>
              <a:custGeom>
                <a:avLst/>
                <a:gdLst>
                  <a:gd name="T0" fmla="*/ 0 w 64"/>
                  <a:gd name="T1" fmla="*/ 63 h 63"/>
                  <a:gd name="T2" fmla="*/ 64 w 64"/>
                  <a:gd name="T3" fmla="*/ 0 h 6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4" h="63">
                    <a:moveTo>
                      <a:pt x="0" y="63"/>
                    </a:moveTo>
                    <a:lnTo>
                      <a:pt x="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5" name="Freeform 41"/>
              <p:cNvSpPr>
                <a:spLocks/>
              </p:cNvSpPr>
              <p:nvPr/>
            </p:nvSpPr>
            <p:spPr bwMode="auto">
              <a:xfrm>
                <a:off x="4912" y="2216"/>
                <a:ext cx="64" cy="80"/>
              </a:xfrm>
              <a:custGeom>
                <a:avLst/>
                <a:gdLst>
                  <a:gd name="T0" fmla="*/ 0 w 64"/>
                  <a:gd name="T1" fmla="*/ 80 h 80"/>
                  <a:gd name="T2" fmla="*/ 64 w 64"/>
                  <a:gd name="T3" fmla="*/ 0 h 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4" h="80">
                    <a:moveTo>
                      <a:pt x="0" y="80"/>
                    </a:moveTo>
                    <a:lnTo>
                      <a:pt x="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6" name="Freeform 42"/>
              <p:cNvSpPr>
                <a:spLocks/>
              </p:cNvSpPr>
              <p:nvPr/>
            </p:nvSpPr>
            <p:spPr bwMode="auto">
              <a:xfrm>
                <a:off x="5040" y="2288"/>
                <a:ext cx="88" cy="88"/>
              </a:xfrm>
              <a:custGeom>
                <a:avLst/>
                <a:gdLst>
                  <a:gd name="T0" fmla="*/ 0 w 88"/>
                  <a:gd name="T1" fmla="*/ 88 h 88"/>
                  <a:gd name="T2" fmla="*/ 88 w 88"/>
                  <a:gd name="T3" fmla="*/ 0 h 8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88">
                    <a:moveTo>
                      <a:pt x="0" y="88"/>
                    </a:moveTo>
                    <a:lnTo>
                      <a:pt x="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7" name="Freeform 43"/>
              <p:cNvSpPr>
                <a:spLocks/>
              </p:cNvSpPr>
              <p:nvPr/>
            </p:nvSpPr>
            <p:spPr bwMode="auto">
              <a:xfrm>
                <a:off x="5136" y="2294"/>
                <a:ext cx="80" cy="82"/>
              </a:xfrm>
              <a:custGeom>
                <a:avLst/>
                <a:gdLst>
                  <a:gd name="T0" fmla="*/ 0 w 80"/>
                  <a:gd name="T1" fmla="*/ 82 h 82"/>
                  <a:gd name="T2" fmla="*/ 80 w 80"/>
                  <a:gd name="T3" fmla="*/ 0 h 8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0" h="82">
                    <a:moveTo>
                      <a:pt x="0" y="82"/>
                    </a:moveTo>
                    <a:lnTo>
                      <a:pt x="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8" name="Freeform 44"/>
              <p:cNvSpPr>
                <a:spLocks/>
              </p:cNvSpPr>
              <p:nvPr/>
            </p:nvSpPr>
            <p:spPr bwMode="auto">
              <a:xfrm>
                <a:off x="4936" y="2296"/>
                <a:ext cx="80" cy="80"/>
              </a:xfrm>
              <a:custGeom>
                <a:avLst/>
                <a:gdLst>
                  <a:gd name="T0" fmla="*/ 0 w 80"/>
                  <a:gd name="T1" fmla="*/ 80 h 80"/>
                  <a:gd name="T2" fmla="*/ 80 w 80"/>
                  <a:gd name="T3" fmla="*/ 0 h 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0" h="80">
                    <a:moveTo>
                      <a:pt x="0" y="80"/>
                    </a:moveTo>
                    <a:lnTo>
                      <a:pt x="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9" name="Text Box 45"/>
              <p:cNvSpPr txBox="1">
                <a:spLocks noChangeArrowheads="1"/>
              </p:cNvSpPr>
              <p:nvPr/>
            </p:nvSpPr>
            <p:spPr bwMode="auto">
              <a:xfrm>
                <a:off x="4090" y="2738"/>
                <a:ext cx="1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C</a:t>
                </a:r>
                <a:endParaRPr lang="en-US" altLang="zh-CN" sz="2000"/>
              </a:p>
            </p:txBody>
          </p:sp>
          <p:sp>
            <p:nvSpPr>
              <p:cNvPr id="16510" name="Text Box 46"/>
              <p:cNvSpPr txBox="1">
                <a:spLocks noChangeArrowheads="1"/>
              </p:cNvSpPr>
              <p:nvPr/>
            </p:nvSpPr>
            <p:spPr bwMode="auto">
              <a:xfrm flipH="1">
                <a:off x="5372" y="2714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C</a:t>
                </a:r>
                <a:endParaRPr lang="en-US" altLang="zh-CN" sz="2000"/>
              </a:p>
            </p:txBody>
          </p:sp>
          <p:sp>
            <p:nvSpPr>
              <p:cNvPr id="16511" name="Rectangle 47"/>
              <p:cNvSpPr>
                <a:spLocks noChangeArrowheads="1"/>
              </p:cNvSpPr>
              <p:nvPr/>
            </p:nvSpPr>
            <p:spPr bwMode="auto">
              <a:xfrm>
                <a:off x="4362" y="2515"/>
                <a:ext cx="896" cy="55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512" name="Freeform 48"/>
              <p:cNvSpPr>
                <a:spLocks/>
              </p:cNvSpPr>
              <p:nvPr/>
            </p:nvSpPr>
            <p:spPr bwMode="auto">
              <a:xfrm>
                <a:off x="4558" y="2851"/>
                <a:ext cx="510" cy="0"/>
              </a:xfrm>
              <a:custGeom>
                <a:avLst/>
                <a:gdLst>
                  <a:gd name="T0" fmla="*/ 0 w 1230"/>
                  <a:gd name="T1" fmla="*/ 0 h 1"/>
                  <a:gd name="T2" fmla="*/ 87 w 123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30" h="1">
                    <a:moveTo>
                      <a:pt x="0" y="0"/>
                    </a:moveTo>
                    <a:lnTo>
                      <a:pt x="123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13" name="Freeform 49"/>
              <p:cNvSpPr>
                <a:spLocks/>
              </p:cNvSpPr>
              <p:nvPr/>
            </p:nvSpPr>
            <p:spPr bwMode="auto">
              <a:xfrm>
                <a:off x="4813" y="2630"/>
                <a:ext cx="0" cy="443"/>
              </a:xfrm>
              <a:custGeom>
                <a:avLst/>
                <a:gdLst>
                  <a:gd name="T0" fmla="*/ 0 w 1"/>
                  <a:gd name="T1" fmla="*/ 0 h 990"/>
                  <a:gd name="T2" fmla="*/ 0 w 1"/>
                  <a:gd name="T3" fmla="*/ 89 h 99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90">
                    <a:moveTo>
                      <a:pt x="0" y="0"/>
                    </a:moveTo>
                    <a:lnTo>
                      <a:pt x="0" y="99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14" name="Oval 50"/>
              <p:cNvSpPr>
                <a:spLocks noChangeArrowheads="1"/>
              </p:cNvSpPr>
              <p:nvPr/>
            </p:nvSpPr>
            <p:spPr bwMode="auto">
              <a:xfrm>
                <a:off x="4649" y="2680"/>
                <a:ext cx="331" cy="31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515" name="Oval 51"/>
              <p:cNvSpPr>
                <a:spLocks noChangeArrowheads="1"/>
              </p:cNvSpPr>
              <p:nvPr/>
            </p:nvSpPr>
            <p:spPr bwMode="auto">
              <a:xfrm>
                <a:off x="4709" y="2746"/>
                <a:ext cx="206" cy="18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516" name="Freeform 52"/>
              <p:cNvSpPr>
                <a:spLocks/>
              </p:cNvSpPr>
              <p:nvPr/>
            </p:nvSpPr>
            <p:spPr bwMode="auto">
              <a:xfrm>
                <a:off x="4460" y="2621"/>
                <a:ext cx="1" cy="109"/>
              </a:xfrm>
              <a:custGeom>
                <a:avLst/>
                <a:gdLst>
                  <a:gd name="T0" fmla="*/ 0 w 1"/>
                  <a:gd name="T1" fmla="*/ 0 h 109"/>
                  <a:gd name="T2" fmla="*/ 1 w 1"/>
                  <a:gd name="T3" fmla="*/ 109 h 10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9">
                    <a:moveTo>
                      <a:pt x="0" y="0"/>
                    </a:moveTo>
                    <a:lnTo>
                      <a:pt x="1" y="10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17" name="Freeform 53"/>
              <p:cNvSpPr>
                <a:spLocks/>
              </p:cNvSpPr>
              <p:nvPr/>
            </p:nvSpPr>
            <p:spPr bwMode="auto">
              <a:xfrm>
                <a:off x="4460" y="2621"/>
                <a:ext cx="708" cy="0"/>
              </a:xfrm>
              <a:custGeom>
                <a:avLst/>
                <a:gdLst>
                  <a:gd name="T0" fmla="*/ 0 w 1096"/>
                  <a:gd name="T1" fmla="*/ 0 h 1"/>
                  <a:gd name="T2" fmla="*/ 295 w 109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96" h="1">
                    <a:moveTo>
                      <a:pt x="0" y="0"/>
                    </a:moveTo>
                    <a:lnTo>
                      <a:pt x="10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18" name="Freeform 54"/>
              <p:cNvSpPr>
                <a:spLocks/>
              </p:cNvSpPr>
              <p:nvPr/>
            </p:nvSpPr>
            <p:spPr bwMode="auto">
              <a:xfrm>
                <a:off x="4362" y="2726"/>
                <a:ext cx="101" cy="2"/>
              </a:xfrm>
              <a:custGeom>
                <a:avLst/>
                <a:gdLst>
                  <a:gd name="T0" fmla="*/ 0 w 157"/>
                  <a:gd name="T1" fmla="*/ 0 h 3"/>
                  <a:gd name="T2" fmla="*/ 42 w 157"/>
                  <a:gd name="T3" fmla="*/ 1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7" h="3">
                    <a:moveTo>
                      <a:pt x="0" y="0"/>
                    </a:moveTo>
                    <a:lnTo>
                      <a:pt x="157" y="3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19" name="Line 55"/>
              <p:cNvSpPr>
                <a:spLocks noChangeShapeType="1"/>
              </p:cNvSpPr>
              <p:nvPr/>
            </p:nvSpPr>
            <p:spPr bwMode="auto">
              <a:xfrm>
                <a:off x="5160" y="2621"/>
                <a:ext cx="0" cy="1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20" name="Freeform 56"/>
              <p:cNvSpPr>
                <a:spLocks/>
              </p:cNvSpPr>
              <p:nvPr/>
            </p:nvSpPr>
            <p:spPr bwMode="auto">
              <a:xfrm>
                <a:off x="5154" y="2727"/>
                <a:ext cx="104" cy="1"/>
              </a:xfrm>
              <a:custGeom>
                <a:avLst/>
                <a:gdLst>
                  <a:gd name="T0" fmla="*/ 0 w 162"/>
                  <a:gd name="T1" fmla="*/ 1 h 2"/>
                  <a:gd name="T2" fmla="*/ 43 w 162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2" h="2">
                    <a:moveTo>
                      <a:pt x="0" y="2"/>
                    </a:moveTo>
                    <a:lnTo>
                      <a:pt x="162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21" name="Freeform 57"/>
              <p:cNvSpPr>
                <a:spLocks/>
              </p:cNvSpPr>
              <p:nvPr/>
            </p:nvSpPr>
            <p:spPr bwMode="auto">
              <a:xfrm>
                <a:off x="5292" y="2856"/>
                <a:ext cx="77" cy="1"/>
              </a:xfrm>
              <a:custGeom>
                <a:avLst/>
                <a:gdLst>
                  <a:gd name="T0" fmla="*/ 0 w 120"/>
                  <a:gd name="T1" fmla="*/ 0 h 1"/>
                  <a:gd name="T2" fmla="*/ 31 w 1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22" name="Freeform 58"/>
              <p:cNvSpPr>
                <a:spLocks/>
              </p:cNvSpPr>
              <p:nvPr/>
            </p:nvSpPr>
            <p:spPr bwMode="auto">
              <a:xfrm>
                <a:off x="4252" y="2856"/>
                <a:ext cx="77" cy="0"/>
              </a:xfrm>
              <a:custGeom>
                <a:avLst/>
                <a:gdLst>
                  <a:gd name="T0" fmla="*/ 0 w 120"/>
                  <a:gd name="T1" fmla="*/ 0 h 1"/>
                  <a:gd name="T2" fmla="*/ 31 w 1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16481" name="Picture 5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8" y="3169"/>
              <a:ext cx="1278" cy="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08956" name="Group 60"/>
          <p:cNvGrpSpPr>
            <a:grpSpLocks/>
          </p:cNvGrpSpPr>
          <p:nvPr/>
        </p:nvGrpSpPr>
        <p:grpSpPr bwMode="auto">
          <a:xfrm>
            <a:off x="838200" y="2784475"/>
            <a:ext cx="2371725" cy="3579813"/>
            <a:chOff x="528" y="1754"/>
            <a:chExt cx="1494" cy="2255"/>
          </a:xfrm>
        </p:grpSpPr>
        <p:grpSp>
          <p:nvGrpSpPr>
            <p:cNvPr id="16438" name="Group 61"/>
            <p:cNvGrpSpPr>
              <a:grpSpLocks/>
            </p:cNvGrpSpPr>
            <p:nvPr/>
          </p:nvGrpSpPr>
          <p:grpSpPr bwMode="auto">
            <a:xfrm>
              <a:off x="528" y="1754"/>
              <a:ext cx="1494" cy="1364"/>
              <a:chOff x="528" y="1754"/>
              <a:chExt cx="1494" cy="1364"/>
            </a:xfrm>
          </p:grpSpPr>
          <p:sp>
            <p:nvSpPr>
              <p:cNvPr id="16440" name="Text Box 62"/>
              <p:cNvSpPr txBox="1">
                <a:spLocks noChangeArrowheads="1"/>
              </p:cNvSpPr>
              <p:nvPr/>
            </p:nvSpPr>
            <p:spPr bwMode="auto">
              <a:xfrm>
                <a:off x="1007" y="1754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A</a:t>
                </a:r>
                <a:r>
                  <a:rPr lang="zh-CN" altLang="en-US" sz="2000"/>
                  <a:t>－</a:t>
                </a:r>
                <a:r>
                  <a:rPr lang="en-US" altLang="zh-CN" sz="2000" i="1">
                    <a:latin typeface="宋体" pitchFamily="2" charset="-122"/>
                  </a:rPr>
                  <a:t>A</a:t>
                </a:r>
                <a:endParaRPr lang="en-US" altLang="zh-CN" sz="2000"/>
              </a:p>
            </p:txBody>
          </p:sp>
          <p:sp>
            <p:nvSpPr>
              <p:cNvPr id="16441" name="Freeform 63"/>
              <p:cNvSpPr>
                <a:spLocks/>
              </p:cNvSpPr>
              <p:nvPr/>
            </p:nvSpPr>
            <p:spPr bwMode="auto">
              <a:xfrm>
                <a:off x="1658" y="2213"/>
                <a:ext cx="0" cy="96"/>
              </a:xfrm>
              <a:custGeom>
                <a:avLst/>
                <a:gdLst>
                  <a:gd name="T0" fmla="*/ 1 w 1"/>
                  <a:gd name="T1" fmla="*/ 40 h 148"/>
                  <a:gd name="T2" fmla="*/ 0 w 1"/>
                  <a:gd name="T3" fmla="*/ 0 h 14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48">
                    <a:moveTo>
                      <a:pt x="1" y="14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42" name="Text Box 64"/>
              <p:cNvSpPr txBox="1">
                <a:spLocks noChangeArrowheads="1"/>
              </p:cNvSpPr>
              <p:nvPr/>
            </p:nvSpPr>
            <p:spPr bwMode="auto">
              <a:xfrm>
                <a:off x="528" y="2728"/>
                <a:ext cx="18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A</a:t>
                </a:r>
                <a:endParaRPr lang="en-US" altLang="zh-CN" sz="2000"/>
              </a:p>
            </p:txBody>
          </p:sp>
          <p:sp>
            <p:nvSpPr>
              <p:cNvPr id="16443" name="Text Box 65"/>
              <p:cNvSpPr txBox="1">
                <a:spLocks noChangeArrowheads="1"/>
              </p:cNvSpPr>
              <p:nvPr/>
            </p:nvSpPr>
            <p:spPr bwMode="auto">
              <a:xfrm>
                <a:off x="1883" y="2773"/>
                <a:ext cx="13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A</a:t>
                </a:r>
                <a:endParaRPr lang="en-US" altLang="zh-CN" sz="2000"/>
              </a:p>
            </p:txBody>
          </p:sp>
          <p:sp>
            <p:nvSpPr>
              <p:cNvPr id="16444" name="Rectangle 66"/>
              <p:cNvSpPr>
                <a:spLocks noChangeArrowheads="1"/>
              </p:cNvSpPr>
              <p:nvPr/>
            </p:nvSpPr>
            <p:spPr bwMode="auto">
              <a:xfrm>
                <a:off x="831" y="2544"/>
                <a:ext cx="929" cy="5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45" name="Rectangle 67"/>
              <p:cNvSpPr>
                <a:spLocks noChangeArrowheads="1"/>
              </p:cNvSpPr>
              <p:nvPr/>
            </p:nvSpPr>
            <p:spPr bwMode="auto">
              <a:xfrm>
                <a:off x="934" y="2654"/>
                <a:ext cx="723" cy="46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46" name="Freeform 68"/>
              <p:cNvSpPr>
                <a:spLocks/>
              </p:cNvSpPr>
              <p:nvPr/>
            </p:nvSpPr>
            <p:spPr bwMode="auto">
              <a:xfrm>
                <a:off x="1034" y="2889"/>
                <a:ext cx="529" cy="1"/>
              </a:xfrm>
              <a:custGeom>
                <a:avLst/>
                <a:gdLst>
                  <a:gd name="T0" fmla="*/ 0 w 1230"/>
                  <a:gd name="T1" fmla="*/ 0 h 1"/>
                  <a:gd name="T2" fmla="*/ 98 w 123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30" h="1">
                    <a:moveTo>
                      <a:pt x="0" y="0"/>
                    </a:moveTo>
                    <a:lnTo>
                      <a:pt x="123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47" name="Freeform 69"/>
              <p:cNvSpPr>
                <a:spLocks/>
              </p:cNvSpPr>
              <p:nvPr/>
            </p:nvSpPr>
            <p:spPr bwMode="auto">
              <a:xfrm>
                <a:off x="1298" y="2661"/>
                <a:ext cx="1" cy="456"/>
              </a:xfrm>
              <a:custGeom>
                <a:avLst/>
                <a:gdLst>
                  <a:gd name="T0" fmla="*/ 0 w 1"/>
                  <a:gd name="T1" fmla="*/ 0 h 990"/>
                  <a:gd name="T2" fmla="*/ 0 w 1"/>
                  <a:gd name="T3" fmla="*/ 97 h 99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90">
                    <a:moveTo>
                      <a:pt x="0" y="0"/>
                    </a:moveTo>
                    <a:lnTo>
                      <a:pt x="0" y="99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48" name="Oval 70"/>
              <p:cNvSpPr>
                <a:spLocks noChangeArrowheads="1"/>
              </p:cNvSpPr>
              <p:nvPr/>
            </p:nvSpPr>
            <p:spPr bwMode="auto">
              <a:xfrm>
                <a:off x="1110" y="2713"/>
                <a:ext cx="363" cy="35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49" name="Oval 71"/>
              <p:cNvSpPr>
                <a:spLocks noChangeArrowheads="1"/>
              </p:cNvSpPr>
              <p:nvPr/>
            </p:nvSpPr>
            <p:spPr bwMode="auto">
              <a:xfrm>
                <a:off x="1173" y="2781"/>
                <a:ext cx="237" cy="21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50" name="Freeform 72"/>
              <p:cNvSpPr>
                <a:spLocks/>
              </p:cNvSpPr>
              <p:nvPr/>
            </p:nvSpPr>
            <p:spPr bwMode="auto">
              <a:xfrm>
                <a:off x="720" y="2892"/>
                <a:ext cx="77" cy="0"/>
              </a:xfrm>
              <a:custGeom>
                <a:avLst/>
                <a:gdLst>
                  <a:gd name="T0" fmla="*/ 0 w 120"/>
                  <a:gd name="T1" fmla="*/ 0 h 1"/>
                  <a:gd name="T2" fmla="*/ 31 w 1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1" name="Freeform 73"/>
              <p:cNvSpPr>
                <a:spLocks/>
              </p:cNvSpPr>
              <p:nvPr/>
            </p:nvSpPr>
            <p:spPr bwMode="auto">
              <a:xfrm>
                <a:off x="1794" y="2896"/>
                <a:ext cx="77" cy="0"/>
              </a:xfrm>
              <a:custGeom>
                <a:avLst/>
                <a:gdLst>
                  <a:gd name="T0" fmla="*/ 0 w 120"/>
                  <a:gd name="T1" fmla="*/ 0 h 1"/>
                  <a:gd name="T2" fmla="*/ 31 w 1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2" name="Freeform 74"/>
              <p:cNvSpPr>
                <a:spLocks/>
              </p:cNvSpPr>
              <p:nvPr/>
            </p:nvSpPr>
            <p:spPr bwMode="auto">
              <a:xfrm>
                <a:off x="1298" y="1955"/>
                <a:ext cx="1" cy="469"/>
              </a:xfrm>
              <a:custGeom>
                <a:avLst/>
                <a:gdLst>
                  <a:gd name="T0" fmla="*/ 0 w 1"/>
                  <a:gd name="T1" fmla="*/ 99 h 1021"/>
                  <a:gd name="T2" fmla="*/ 0 w 1"/>
                  <a:gd name="T3" fmla="*/ 0 h 10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21">
                    <a:moveTo>
                      <a:pt x="0" y="1021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3" name="Freeform 75"/>
              <p:cNvSpPr>
                <a:spLocks/>
              </p:cNvSpPr>
              <p:nvPr/>
            </p:nvSpPr>
            <p:spPr bwMode="auto">
              <a:xfrm>
                <a:off x="831" y="2212"/>
                <a:ext cx="105" cy="1"/>
              </a:xfrm>
              <a:custGeom>
                <a:avLst/>
                <a:gdLst>
                  <a:gd name="T0" fmla="*/ 0 w 163"/>
                  <a:gd name="T1" fmla="*/ 0 h 1"/>
                  <a:gd name="T2" fmla="*/ 44 w 16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3" h="1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4" name="Rectangle 76"/>
              <p:cNvSpPr>
                <a:spLocks noChangeArrowheads="1"/>
              </p:cNvSpPr>
              <p:nvPr/>
            </p:nvSpPr>
            <p:spPr bwMode="auto">
              <a:xfrm>
                <a:off x="1181" y="1986"/>
                <a:ext cx="237" cy="40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55" name="Freeform 77"/>
              <p:cNvSpPr>
                <a:spLocks/>
              </p:cNvSpPr>
              <p:nvPr/>
            </p:nvSpPr>
            <p:spPr bwMode="auto">
              <a:xfrm>
                <a:off x="831" y="2386"/>
                <a:ext cx="936" cy="3"/>
              </a:xfrm>
              <a:custGeom>
                <a:avLst/>
                <a:gdLst>
                  <a:gd name="T0" fmla="*/ 0 w 1450"/>
                  <a:gd name="T1" fmla="*/ 1 h 5"/>
                  <a:gd name="T2" fmla="*/ 390 w 1450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50" h="5">
                    <a:moveTo>
                      <a:pt x="0" y="5"/>
                    </a:moveTo>
                    <a:lnTo>
                      <a:pt x="145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6" name="Freeform 78"/>
              <p:cNvSpPr>
                <a:spLocks/>
              </p:cNvSpPr>
              <p:nvPr/>
            </p:nvSpPr>
            <p:spPr bwMode="auto">
              <a:xfrm>
                <a:off x="831" y="2207"/>
                <a:ext cx="1" cy="191"/>
              </a:xfrm>
              <a:custGeom>
                <a:avLst/>
                <a:gdLst>
                  <a:gd name="T0" fmla="*/ 0 w 1"/>
                  <a:gd name="T1" fmla="*/ 79 h 297"/>
                  <a:gd name="T2" fmla="*/ 0 w 1"/>
                  <a:gd name="T3" fmla="*/ 0 h 29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7">
                    <a:moveTo>
                      <a:pt x="0" y="297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7" name="Freeform 79"/>
              <p:cNvSpPr>
                <a:spLocks/>
              </p:cNvSpPr>
              <p:nvPr/>
            </p:nvSpPr>
            <p:spPr bwMode="auto">
              <a:xfrm>
                <a:off x="1760" y="2212"/>
                <a:ext cx="1" cy="181"/>
              </a:xfrm>
              <a:custGeom>
                <a:avLst/>
                <a:gdLst>
                  <a:gd name="T0" fmla="*/ 0 w 1"/>
                  <a:gd name="T1" fmla="*/ 76 h 279"/>
                  <a:gd name="T2" fmla="*/ 1 w 1"/>
                  <a:gd name="T3" fmla="*/ 0 h 27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79">
                    <a:moveTo>
                      <a:pt x="0" y="279"/>
                    </a:move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8" name="Freeform 80"/>
              <p:cNvSpPr>
                <a:spLocks/>
              </p:cNvSpPr>
              <p:nvPr/>
            </p:nvSpPr>
            <p:spPr bwMode="auto">
              <a:xfrm>
                <a:off x="1655" y="2212"/>
                <a:ext cx="112" cy="1"/>
              </a:xfrm>
              <a:custGeom>
                <a:avLst/>
                <a:gdLst>
                  <a:gd name="T0" fmla="*/ 47 w 173"/>
                  <a:gd name="T1" fmla="*/ 0 h 1"/>
                  <a:gd name="T2" fmla="*/ 0 w 17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3" h="1">
                    <a:moveTo>
                      <a:pt x="173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9" name="Freeform 81"/>
              <p:cNvSpPr>
                <a:spLocks/>
              </p:cNvSpPr>
              <p:nvPr/>
            </p:nvSpPr>
            <p:spPr bwMode="auto">
              <a:xfrm>
                <a:off x="936" y="2207"/>
                <a:ext cx="1" cy="102"/>
              </a:xfrm>
              <a:custGeom>
                <a:avLst/>
                <a:gdLst>
                  <a:gd name="T0" fmla="*/ 0 w 1"/>
                  <a:gd name="T1" fmla="*/ 43 h 158"/>
                  <a:gd name="T2" fmla="*/ 0 w 1"/>
                  <a:gd name="T3" fmla="*/ 0 h 15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58">
                    <a:moveTo>
                      <a:pt x="0" y="15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0" name="Freeform 82"/>
              <p:cNvSpPr>
                <a:spLocks/>
              </p:cNvSpPr>
              <p:nvPr/>
            </p:nvSpPr>
            <p:spPr bwMode="auto">
              <a:xfrm>
                <a:off x="937" y="2300"/>
                <a:ext cx="183" cy="4"/>
              </a:xfrm>
              <a:custGeom>
                <a:avLst/>
                <a:gdLst>
                  <a:gd name="T0" fmla="*/ 0 w 183"/>
                  <a:gd name="T1" fmla="*/ 0 h 4"/>
                  <a:gd name="T2" fmla="*/ 183 w 183"/>
                  <a:gd name="T3" fmla="*/ 4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4">
                    <a:moveTo>
                      <a:pt x="0" y="0"/>
                    </a:moveTo>
                    <a:lnTo>
                      <a:pt x="183" y="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1" name="Freeform 83"/>
              <p:cNvSpPr>
                <a:spLocks/>
              </p:cNvSpPr>
              <p:nvPr/>
            </p:nvSpPr>
            <p:spPr bwMode="auto">
              <a:xfrm>
                <a:off x="1122" y="1986"/>
                <a:ext cx="1" cy="319"/>
              </a:xfrm>
              <a:custGeom>
                <a:avLst/>
                <a:gdLst>
                  <a:gd name="T0" fmla="*/ 0 w 1"/>
                  <a:gd name="T1" fmla="*/ 133 h 494"/>
                  <a:gd name="T2" fmla="*/ 0 w 1"/>
                  <a:gd name="T3" fmla="*/ 0 h 49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94">
                    <a:moveTo>
                      <a:pt x="0" y="49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2" name="Freeform 84"/>
              <p:cNvSpPr>
                <a:spLocks/>
              </p:cNvSpPr>
              <p:nvPr/>
            </p:nvSpPr>
            <p:spPr bwMode="auto">
              <a:xfrm>
                <a:off x="1120" y="1976"/>
                <a:ext cx="380" cy="10"/>
              </a:xfrm>
              <a:custGeom>
                <a:avLst/>
                <a:gdLst>
                  <a:gd name="T0" fmla="*/ 0 w 380"/>
                  <a:gd name="T1" fmla="*/ 0 h 10"/>
                  <a:gd name="T2" fmla="*/ 380 w 380"/>
                  <a:gd name="T3" fmla="*/ 1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0" h="10">
                    <a:moveTo>
                      <a:pt x="0" y="0"/>
                    </a:moveTo>
                    <a:lnTo>
                      <a:pt x="380" y="1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3" name="Freeform 85"/>
              <p:cNvSpPr>
                <a:spLocks/>
              </p:cNvSpPr>
              <p:nvPr/>
            </p:nvSpPr>
            <p:spPr bwMode="auto">
              <a:xfrm>
                <a:off x="1488" y="2292"/>
                <a:ext cx="173" cy="12"/>
              </a:xfrm>
              <a:custGeom>
                <a:avLst/>
                <a:gdLst>
                  <a:gd name="T0" fmla="*/ 173 w 173"/>
                  <a:gd name="T1" fmla="*/ 0 h 12"/>
                  <a:gd name="T2" fmla="*/ 0 w 173"/>
                  <a:gd name="T3" fmla="*/ 1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3" h="12">
                    <a:moveTo>
                      <a:pt x="173" y="0"/>
                    </a:moveTo>
                    <a:lnTo>
                      <a:pt x="0" y="12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4" name="Freeform 86"/>
              <p:cNvSpPr>
                <a:spLocks/>
              </p:cNvSpPr>
              <p:nvPr/>
            </p:nvSpPr>
            <p:spPr bwMode="auto">
              <a:xfrm>
                <a:off x="1486" y="1980"/>
                <a:ext cx="1" cy="325"/>
              </a:xfrm>
              <a:custGeom>
                <a:avLst/>
                <a:gdLst>
                  <a:gd name="T0" fmla="*/ 0 w 1"/>
                  <a:gd name="T1" fmla="*/ 135 h 504"/>
                  <a:gd name="T2" fmla="*/ 0 w 1"/>
                  <a:gd name="T3" fmla="*/ 0 h 50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04">
                    <a:moveTo>
                      <a:pt x="0" y="50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5" name="Freeform 87"/>
              <p:cNvSpPr>
                <a:spLocks/>
              </p:cNvSpPr>
              <p:nvPr/>
            </p:nvSpPr>
            <p:spPr bwMode="auto">
              <a:xfrm>
                <a:off x="1655" y="2212"/>
                <a:ext cx="74" cy="75"/>
              </a:xfrm>
              <a:custGeom>
                <a:avLst/>
                <a:gdLst>
                  <a:gd name="T0" fmla="*/ 0 w 115"/>
                  <a:gd name="T1" fmla="*/ 31 h 116"/>
                  <a:gd name="T2" fmla="*/ 31 w 115"/>
                  <a:gd name="T3" fmla="*/ 0 h 1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5" h="116">
                    <a:moveTo>
                      <a:pt x="0" y="116"/>
                    </a:moveTo>
                    <a:lnTo>
                      <a:pt x="11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6" name="Freeform 88"/>
              <p:cNvSpPr>
                <a:spLocks/>
              </p:cNvSpPr>
              <p:nvPr/>
            </p:nvSpPr>
            <p:spPr bwMode="auto">
              <a:xfrm>
                <a:off x="1120" y="2213"/>
                <a:ext cx="56" cy="59"/>
              </a:xfrm>
              <a:custGeom>
                <a:avLst/>
                <a:gdLst>
                  <a:gd name="T0" fmla="*/ 0 w 56"/>
                  <a:gd name="T1" fmla="*/ 59 h 59"/>
                  <a:gd name="T2" fmla="*/ 56 w 56"/>
                  <a:gd name="T3" fmla="*/ 0 h 5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59">
                    <a:moveTo>
                      <a:pt x="0" y="59"/>
                    </a:moveTo>
                    <a:lnTo>
                      <a:pt x="5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7" name="Freeform 89"/>
              <p:cNvSpPr>
                <a:spLocks/>
              </p:cNvSpPr>
              <p:nvPr/>
            </p:nvSpPr>
            <p:spPr bwMode="auto">
              <a:xfrm>
                <a:off x="992" y="2304"/>
                <a:ext cx="88" cy="88"/>
              </a:xfrm>
              <a:custGeom>
                <a:avLst/>
                <a:gdLst>
                  <a:gd name="T0" fmla="*/ 0 w 88"/>
                  <a:gd name="T1" fmla="*/ 88 h 88"/>
                  <a:gd name="T2" fmla="*/ 88 w 88"/>
                  <a:gd name="T3" fmla="*/ 0 h 8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88">
                    <a:moveTo>
                      <a:pt x="0" y="88"/>
                    </a:moveTo>
                    <a:lnTo>
                      <a:pt x="88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8" name="Freeform 90"/>
              <p:cNvSpPr>
                <a:spLocks/>
              </p:cNvSpPr>
              <p:nvPr/>
            </p:nvSpPr>
            <p:spPr bwMode="auto">
              <a:xfrm>
                <a:off x="1092" y="2304"/>
                <a:ext cx="92" cy="89"/>
              </a:xfrm>
              <a:custGeom>
                <a:avLst/>
                <a:gdLst>
                  <a:gd name="T0" fmla="*/ 92 w 92"/>
                  <a:gd name="T1" fmla="*/ 0 h 89"/>
                  <a:gd name="T2" fmla="*/ 0 w 92"/>
                  <a:gd name="T3" fmla="*/ 89 h 8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2" h="89">
                    <a:moveTo>
                      <a:pt x="92" y="0"/>
                    </a:moveTo>
                    <a:lnTo>
                      <a:pt x="0" y="89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69" name="Freeform 91"/>
              <p:cNvSpPr>
                <a:spLocks/>
              </p:cNvSpPr>
              <p:nvPr/>
            </p:nvSpPr>
            <p:spPr bwMode="auto">
              <a:xfrm>
                <a:off x="888" y="2300"/>
                <a:ext cx="93" cy="100"/>
              </a:xfrm>
              <a:custGeom>
                <a:avLst/>
                <a:gdLst>
                  <a:gd name="T0" fmla="*/ 93 w 93"/>
                  <a:gd name="T1" fmla="*/ 0 h 100"/>
                  <a:gd name="T2" fmla="*/ 0 w 93"/>
                  <a:gd name="T3" fmla="*/ 100 h 10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3" h="100">
                    <a:moveTo>
                      <a:pt x="93" y="0"/>
                    </a:moveTo>
                    <a:lnTo>
                      <a:pt x="0" y="10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0" name="Line 92"/>
              <p:cNvSpPr>
                <a:spLocks noChangeShapeType="1"/>
              </p:cNvSpPr>
              <p:nvPr/>
            </p:nvSpPr>
            <p:spPr bwMode="auto">
              <a:xfrm flipV="1">
                <a:off x="823" y="2209"/>
                <a:ext cx="39" cy="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1" name="Freeform 93"/>
              <p:cNvSpPr>
                <a:spLocks/>
              </p:cNvSpPr>
              <p:nvPr/>
            </p:nvSpPr>
            <p:spPr bwMode="auto">
              <a:xfrm>
                <a:off x="831" y="2247"/>
                <a:ext cx="103" cy="107"/>
              </a:xfrm>
              <a:custGeom>
                <a:avLst/>
                <a:gdLst>
                  <a:gd name="T0" fmla="*/ 0 w 160"/>
                  <a:gd name="T1" fmla="*/ 44 h 166"/>
                  <a:gd name="T2" fmla="*/ 42 w 160"/>
                  <a:gd name="T3" fmla="*/ 0 h 1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0" h="166">
                    <a:moveTo>
                      <a:pt x="0" y="166"/>
                    </a:moveTo>
                    <a:lnTo>
                      <a:pt x="16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2" name="Freeform 94"/>
              <p:cNvSpPr>
                <a:spLocks/>
              </p:cNvSpPr>
              <p:nvPr/>
            </p:nvSpPr>
            <p:spPr bwMode="auto">
              <a:xfrm>
                <a:off x="1440" y="2304"/>
                <a:ext cx="88" cy="88"/>
              </a:xfrm>
              <a:custGeom>
                <a:avLst/>
                <a:gdLst>
                  <a:gd name="T0" fmla="*/ 0 w 88"/>
                  <a:gd name="T1" fmla="*/ 88 h 88"/>
                  <a:gd name="T2" fmla="*/ 88 w 88"/>
                  <a:gd name="T3" fmla="*/ 0 h 8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88">
                    <a:moveTo>
                      <a:pt x="0" y="88"/>
                    </a:moveTo>
                    <a:lnTo>
                      <a:pt x="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3" name="Freeform 95"/>
              <p:cNvSpPr>
                <a:spLocks/>
              </p:cNvSpPr>
              <p:nvPr/>
            </p:nvSpPr>
            <p:spPr bwMode="auto">
              <a:xfrm>
                <a:off x="1418" y="2216"/>
                <a:ext cx="78" cy="79"/>
              </a:xfrm>
              <a:custGeom>
                <a:avLst/>
                <a:gdLst>
                  <a:gd name="T0" fmla="*/ 0 w 78"/>
                  <a:gd name="T1" fmla="*/ 79 h 79"/>
                  <a:gd name="T2" fmla="*/ 78 w 78"/>
                  <a:gd name="T3" fmla="*/ 0 h 7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79">
                    <a:moveTo>
                      <a:pt x="0" y="79"/>
                    </a:moveTo>
                    <a:lnTo>
                      <a:pt x="78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4" name="Freeform 96"/>
              <p:cNvSpPr>
                <a:spLocks/>
              </p:cNvSpPr>
              <p:nvPr/>
            </p:nvSpPr>
            <p:spPr bwMode="auto">
              <a:xfrm>
                <a:off x="1410" y="2103"/>
                <a:ext cx="86" cy="93"/>
              </a:xfrm>
              <a:custGeom>
                <a:avLst/>
                <a:gdLst>
                  <a:gd name="T0" fmla="*/ 0 w 86"/>
                  <a:gd name="T1" fmla="*/ 93 h 93"/>
                  <a:gd name="T2" fmla="*/ 86 w 86"/>
                  <a:gd name="T3" fmla="*/ 0 h 9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6" h="93">
                    <a:moveTo>
                      <a:pt x="0" y="93"/>
                    </a:moveTo>
                    <a:lnTo>
                      <a:pt x="8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5" name="Freeform 97"/>
              <p:cNvSpPr>
                <a:spLocks/>
              </p:cNvSpPr>
              <p:nvPr/>
            </p:nvSpPr>
            <p:spPr bwMode="auto">
              <a:xfrm>
                <a:off x="1416" y="2008"/>
                <a:ext cx="72" cy="72"/>
              </a:xfrm>
              <a:custGeom>
                <a:avLst/>
                <a:gdLst>
                  <a:gd name="T0" fmla="*/ 0 w 72"/>
                  <a:gd name="T1" fmla="*/ 72 h 72"/>
                  <a:gd name="T2" fmla="*/ 72 w 72"/>
                  <a:gd name="T3" fmla="*/ 0 h 7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2" h="72">
                    <a:moveTo>
                      <a:pt x="0" y="72"/>
                    </a:moveTo>
                    <a:lnTo>
                      <a:pt x="7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6" name="Freeform 98"/>
              <p:cNvSpPr>
                <a:spLocks/>
              </p:cNvSpPr>
              <p:nvPr/>
            </p:nvSpPr>
            <p:spPr bwMode="auto">
              <a:xfrm>
                <a:off x="1536" y="2300"/>
                <a:ext cx="100" cy="100"/>
              </a:xfrm>
              <a:custGeom>
                <a:avLst/>
                <a:gdLst>
                  <a:gd name="T0" fmla="*/ 0 w 100"/>
                  <a:gd name="T1" fmla="*/ 100 h 100"/>
                  <a:gd name="T2" fmla="*/ 100 w 100"/>
                  <a:gd name="T3" fmla="*/ 0 h 10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0" h="100">
                    <a:moveTo>
                      <a:pt x="0" y="100"/>
                    </a:moveTo>
                    <a:lnTo>
                      <a:pt x="10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7" name="Freeform 99"/>
              <p:cNvSpPr>
                <a:spLocks/>
              </p:cNvSpPr>
              <p:nvPr/>
            </p:nvSpPr>
            <p:spPr bwMode="auto">
              <a:xfrm>
                <a:off x="1654" y="2287"/>
                <a:ext cx="106" cy="106"/>
              </a:xfrm>
              <a:custGeom>
                <a:avLst/>
                <a:gdLst>
                  <a:gd name="T0" fmla="*/ 0 w 165"/>
                  <a:gd name="T1" fmla="*/ 44 h 165"/>
                  <a:gd name="T2" fmla="*/ 44 w 165"/>
                  <a:gd name="T3" fmla="*/ 0 h 16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5" h="165">
                    <a:moveTo>
                      <a:pt x="0" y="165"/>
                    </a:moveTo>
                    <a:lnTo>
                      <a:pt x="16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8" name="Freeform 100"/>
              <p:cNvSpPr>
                <a:spLocks/>
              </p:cNvSpPr>
              <p:nvPr/>
            </p:nvSpPr>
            <p:spPr bwMode="auto">
              <a:xfrm>
                <a:off x="1128" y="2109"/>
                <a:ext cx="56" cy="59"/>
              </a:xfrm>
              <a:custGeom>
                <a:avLst/>
                <a:gdLst>
                  <a:gd name="T0" fmla="*/ 0 w 56"/>
                  <a:gd name="T1" fmla="*/ 59 h 59"/>
                  <a:gd name="T2" fmla="*/ 56 w 56"/>
                  <a:gd name="T3" fmla="*/ 0 h 5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59">
                    <a:moveTo>
                      <a:pt x="0" y="59"/>
                    </a:moveTo>
                    <a:lnTo>
                      <a:pt x="5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79" name="Freeform 101"/>
              <p:cNvSpPr>
                <a:spLocks/>
              </p:cNvSpPr>
              <p:nvPr/>
            </p:nvSpPr>
            <p:spPr bwMode="auto">
              <a:xfrm>
                <a:off x="1136" y="2005"/>
                <a:ext cx="56" cy="59"/>
              </a:xfrm>
              <a:custGeom>
                <a:avLst/>
                <a:gdLst>
                  <a:gd name="T0" fmla="*/ 0 w 56"/>
                  <a:gd name="T1" fmla="*/ 59 h 59"/>
                  <a:gd name="T2" fmla="*/ 56 w 56"/>
                  <a:gd name="T3" fmla="*/ 0 h 5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59">
                    <a:moveTo>
                      <a:pt x="0" y="59"/>
                    </a:moveTo>
                    <a:lnTo>
                      <a:pt x="5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16439" name="Picture 10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" y="3169"/>
              <a:ext cx="1270" cy="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08999" name="Group 103"/>
          <p:cNvGrpSpPr>
            <a:grpSpLocks/>
          </p:cNvGrpSpPr>
          <p:nvPr/>
        </p:nvGrpSpPr>
        <p:grpSpPr bwMode="auto">
          <a:xfrm>
            <a:off x="3756025" y="2762250"/>
            <a:ext cx="2387600" cy="3611563"/>
            <a:chOff x="2366" y="1740"/>
            <a:chExt cx="1504" cy="2275"/>
          </a:xfrm>
        </p:grpSpPr>
        <p:grpSp>
          <p:nvGrpSpPr>
            <p:cNvPr id="16397" name="Group 104"/>
            <p:cNvGrpSpPr>
              <a:grpSpLocks/>
            </p:cNvGrpSpPr>
            <p:nvPr/>
          </p:nvGrpSpPr>
          <p:grpSpPr bwMode="auto">
            <a:xfrm>
              <a:off x="2366" y="1740"/>
              <a:ext cx="1504" cy="1355"/>
              <a:chOff x="2366" y="1740"/>
              <a:chExt cx="1504" cy="1355"/>
            </a:xfrm>
          </p:grpSpPr>
          <p:sp>
            <p:nvSpPr>
              <p:cNvPr id="16399" name="Text Box 105"/>
              <p:cNvSpPr txBox="1">
                <a:spLocks noChangeArrowheads="1"/>
              </p:cNvSpPr>
              <p:nvPr/>
            </p:nvSpPr>
            <p:spPr bwMode="auto">
              <a:xfrm>
                <a:off x="2901" y="1740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B</a:t>
                </a:r>
                <a:r>
                  <a:rPr lang="zh-CN" altLang="en-US" sz="2000"/>
                  <a:t>－</a:t>
                </a:r>
                <a:r>
                  <a:rPr lang="en-US" altLang="zh-CN" sz="2000" i="1">
                    <a:latin typeface="宋体" pitchFamily="2" charset="-122"/>
                  </a:rPr>
                  <a:t>B</a:t>
                </a:r>
                <a:endParaRPr lang="en-US" altLang="zh-CN" sz="2000"/>
              </a:p>
            </p:txBody>
          </p:sp>
          <p:sp>
            <p:nvSpPr>
              <p:cNvPr id="16400" name="Line 106"/>
              <p:cNvSpPr>
                <a:spLocks noChangeShapeType="1"/>
              </p:cNvSpPr>
              <p:nvPr/>
            </p:nvSpPr>
            <p:spPr bwMode="auto">
              <a:xfrm>
                <a:off x="2756" y="2622"/>
                <a:ext cx="0" cy="4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01" name="Rectangle 107"/>
              <p:cNvSpPr>
                <a:spLocks noChangeArrowheads="1"/>
              </p:cNvSpPr>
              <p:nvPr/>
            </p:nvSpPr>
            <p:spPr bwMode="auto">
              <a:xfrm>
                <a:off x="2654" y="2513"/>
                <a:ext cx="930" cy="5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02" name="Freeform 108"/>
              <p:cNvSpPr>
                <a:spLocks/>
              </p:cNvSpPr>
              <p:nvPr/>
            </p:nvSpPr>
            <p:spPr bwMode="auto">
              <a:xfrm>
                <a:off x="2857" y="2858"/>
                <a:ext cx="529" cy="1"/>
              </a:xfrm>
              <a:custGeom>
                <a:avLst/>
                <a:gdLst>
                  <a:gd name="T0" fmla="*/ 0 w 1230"/>
                  <a:gd name="T1" fmla="*/ 0 h 1"/>
                  <a:gd name="T2" fmla="*/ 98 w 123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30" h="1">
                    <a:moveTo>
                      <a:pt x="0" y="0"/>
                    </a:moveTo>
                    <a:lnTo>
                      <a:pt x="123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03" name="Freeform 109"/>
              <p:cNvSpPr>
                <a:spLocks/>
              </p:cNvSpPr>
              <p:nvPr/>
            </p:nvSpPr>
            <p:spPr bwMode="auto">
              <a:xfrm>
                <a:off x="3121" y="2631"/>
                <a:ext cx="1" cy="455"/>
              </a:xfrm>
              <a:custGeom>
                <a:avLst/>
                <a:gdLst>
                  <a:gd name="T0" fmla="*/ 0 w 1"/>
                  <a:gd name="T1" fmla="*/ 0 h 990"/>
                  <a:gd name="T2" fmla="*/ 0 w 1"/>
                  <a:gd name="T3" fmla="*/ 96 h 99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90">
                    <a:moveTo>
                      <a:pt x="0" y="0"/>
                    </a:moveTo>
                    <a:lnTo>
                      <a:pt x="0" y="99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04" name="Oval 110"/>
              <p:cNvSpPr>
                <a:spLocks noChangeArrowheads="1"/>
              </p:cNvSpPr>
              <p:nvPr/>
            </p:nvSpPr>
            <p:spPr bwMode="auto">
              <a:xfrm>
                <a:off x="2934" y="2682"/>
                <a:ext cx="379" cy="35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05" name="Oval 111"/>
              <p:cNvSpPr>
                <a:spLocks noChangeArrowheads="1"/>
              </p:cNvSpPr>
              <p:nvPr/>
            </p:nvSpPr>
            <p:spPr bwMode="auto">
              <a:xfrm>
                <a:off x="3004" y="2749"/>
                <a:ext cx="234" cy="21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06" name="Freeform 112"/>
              <p:cNvSpPr>
                <a:spLocks/>
              </p:cNvSpPr>
              <p:nvPr/>
            </p:nvSpPr>
            <p:spPr bwMode="auto">
              <a:xfrm>
                <a:off x="2751" y="2622"/>
                <a:ext cx="833" cy="1"/>
              </a:xfrm>
              <a:custGeom>
                <a:avLst/>
                <a:gdLst>
                  <a:gd name="T0" fmla="*/ 0 w 833"/>
                  <a:gd name="T1" fmla="*/ 0 h 1"/>
                  <a:gd name="T2" fmla="*/ 833 w 833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33" h="1">
                    <a:moveTo>
                      <a:pt x="0" y="0"/>
                    </a:moveTo>
                    <a:lnTo>
                      <a:pt x="833" y="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07" name="Text Box 113"/>
              <p:cNvSpPr txBox="1">
                <a:spLocks noChangeArrowheads="1"/>
              </p:cNvSpPr>
              <p:nvPr/>
            </p:nvSpPr>
            <p:spPr bwMode="auto">
              <a:xfrm>
                <a:off x="2366" y="2749"/>
                <a:ext cx="19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B</a:t>
                </a:r>
                <a:endParaRPr lang="en-US" altLang="zh-CN" sz="2000"/>
              </a:p>
            </p:txBody>
          </p:sp>
          <p:sp>
            <p:nvSpPr>
              <p:cNvPr id="16408" name="Text Box 114"/>
              <p:cNvSpPr txBox="1">
                <a:spLocks noChangeArrowheads="1"/>
              </p:cNvSpPr>
              <p:nvPr/>
            </p:nvSpPr>
            <p:spPr bwMode="auto">
              <a:xfrm>
                <a:off x="3716" y="2739"/>
                <a:ext cx="15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宋体" pitchFamily="2" charset="-122"/>
                  </a:rPr>
                  <a:t>B</a:t>
                </a:r>
                <a:endParaRPr lang="en-US" altLang="zh-CN" sz="2000"/>
              </a:p>
            </p:txBody>
          </p:sp>
          <p:sp>
            <p:nvSpPr>
              <p:cNvPr id="16409" name="Freeform 115"/>
              <p:cNvSpPr>
                <a:spLocks/>
              </p:cNvSpPr>
              <p:nvPr/>
            </p:nvSpPr>
            <p:spPr bwMode="auto">
              <a:xfrm>
                <a:off x="3615" y="2860"/>
                <a:ext cx="77" cy="1"/>
              </a:xfrm>
              <a:custGeom>
                <a:avLst/>
                <a:gdLst>
                  <a:gd name="T0" fmla="*/ 0 w 120"/>
                  <a:gd name="T1" fmla="*/ 0 h 1"/>
                  <a:gd name="T2" fmla="*/ 31 w 1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0" name="Freeform 116"/>
              <p:cNvSpPr>
                <a:spLocks/>
              </p:cNvSpPr>
              <p:nvPr/>
            </p:nvSpPr>
            <p:spPr bwMode="auto">
              <a:xfrm>
                <a:off x="2557" y="2861"/>
                <a:ext cx="77" cy="0"/>
              </a:xfrm>
              <a:custGeom>
                <a:avLst/>
                <a:gdLst>
                  <a:gd name="T0" fmla="*/ 0 w 120"/>
                  <a:gd name="T1" fmla="*/ 0 h 1"/>
                  <a:gd name="T2" fmla="*/ 31 w 1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1" name="Freeform 117"/>
              <p:cNvSpPr>
                <a:spLocks/>
              </p:cNvSpPr>
              <p:nvPr/>
            </p:nvSpPr>
            <p:spPr bwMode="auto">
              <a:xfrm>
                <a:off x="2655" y="2184"/>
                <a:ext cx="104" cy="1"/>
              </a:xfrm>
              <a:custGeom>
                <a:avLst/>
                <a:gdLst>
                  <a:gd name="T0" fmla="*/ 0 w 104"/>
                  <a:gd name="T1" fmla="*/ 0 h 1"/>
                  <a:gd name="T2" fmla="*/ 104 w 104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4" h="1">
                    <a:moveTo>
                      <a:pt x="0" y="0"/>
                    </a:moveTo>
                    <a:lnTo>
                      <a:pt x="104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2" name="Freeform 118"/>
              <p:cNvSpPr>
                <a:spLocks/>
              </p:cNvSpPr>
              <p:nvPr/>
            </p:nvSpPr>
            <p:spPr bwMode="auto">
              <a:xfrm>
                <a:off x="3121" y="1924"/>
                <a:ext cx="1" cy="470"/>
              </a:xfrm>
              <a:custGeom>
                <a:avLst/>
                <a:gdLst>
                  <a:gd name="T0" fmla="*/ 0 w 1"/>
                  <a:gd name="T1" fmla="*/ 99 h 1021"/>
                  <a:gd name="T2" fmla="*/ 0 w 1"/>
                  <a:gd name="T3" fmla="*/ 0 h 10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21">
                    <a:moveTo>
                      <a:pt x="0" y="1021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3" name="Rectangle 119"/>
              <p:cNvSpPr>
                <a:spLocks noChangeArrowheads="1"/>
              </p:cNvSpPr>
              <p:nvPr/>
            </p:nvSpPr>
            <p:spPr bwMode="auto">
              <a:xfrm>
                <a:off x="3004" y="1962"/>
                <a:ext cx="234" cy="39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414" name="Freeform 120"/>
              <p:cNvSpPr>
                <a:spLocks/>
              </p:cNvSpPr>
              <p:nvPr/>
            </p:nvSpPr>
            <p:spPr bwMode="auto">
              <a:xfrm>
                <a:off x="2650" y="2357"/>
                <a:ext cx="943" cy="1"/>
              </a:xfrm>
              <a:custGeom>
                <a:avLst/>
                <a:gdLst>
                  <a:gd name="T0" fmla="*/ 0 w 1461"/>
                  <a:gd name="T1" fmla="*/ 0 h 1"/>
                  <a:gd name="T2" fmla="*/ 393 w 1461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61" h="1">
                    <a:moveTo>
                      <a:pt x="0" y="0"/>
                    </a:moveTo>
                    <a:lnTo>
                      <a:pt x="1461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5" name="Line 121"/>
              <p:cNvSpPr>
                <a:spLocks noChangeShapeType="1"/>
              </p:cNvSpPr>
              <p:nvPr/>
            </p:nvSpPr>
            <p:spPr bwMode="auto">
              <a:xfrm flipV="1">
                <a:off x="2654" y="2181"/>
                <a:ext cx="0" cy="17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6" name="Freeform 122"/>
              <p:cNvSpPr>
                <a:spLocks/>
              </p:cNvSpPr>
              <p:nvPr/>
            </p:nvSpPr>
            <p:spPr bwMode="auto">
              <a:xfrm>
                <a:off x="3584" y="2274"/>
                <a:ext cx="0" cy="84"/>
              </a:xfrm>
              <a:custGeom>
                <a:avLst/>
                <a:gdLst>
                  <a:gd name="T0" fmla="*/ 0 w 1"/>
                  <a:gd name="T1" fmla="*/ 35 h 130"/>
                  <a:gd name="T2" fmla="*/ 0 w 1"/>
                  <a:gd name="T3" fmla="*/ 0 h 1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30">
                    <a:moveTo>
                      <a:pt x="0" y="13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7" name="Freeform 123"/>
              <p:cNvSpPr>
                <a:spLocks/>
              </p:cNvSpPr>
              <p:nvPr/>
            </p:nvSpPr>
            <p:spPr bwMode="auto">
              <a:xfrm>
                <a:off x="2759" y="2176"/>
                <a:ext cx="1" cy="98"/>
              </a:xfrm>
              <a:custGeom>
                <a:avLst/>
                <a:gdLst>
                  <a:gd name="T0" fmla="*/ 1 w 1"/>
                  <a:gd name="T1" fmla="*/ 98 h 98"/>
                  <a:gd name="T2" fmla="*/ 0 w 1"/>
                  <a:gd name="T3" fmla="*/ 0 h 9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8">
                    <a:moveTo>
                      <a:pt x="1" y="9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8" name="Freeform 124"/>
              <p:cNvSpPr>
                <a:spLocks/>
              </p:cNvSpPr>
              <p:nvPr/>
            </p:nvSpPr>
            <p:spPr bwMode="auto">
              <a:xfrm>
                <a:off x="2755" y="2268"/>
                <a:ext cx="189" cy="4"/>
              </a:xfrm>
              <a:custGeom>
                <a:avLst/>
                <a:gdLst>
                  <a:gd name="T0" fmla="*/ 0 w 189"/>
                  <a:gd name="T1" fmla="*/ 0 h 4"/>
                  <a:gd name="T2" fmla="*/ 189 w 189"/>
                  <a:gd name="T3" fmla="*/ 4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9" h="4">
                    <a:moveTo>
                      <a:pt x="0" y="0"/>
                    </a:moveTo>
                    <a:lnTo>
                      <a:pt x="189" y="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9" name="Freeform 125"/>
              <p:cNvSpPr>
                <a:spLocks/>
              </p:cNvSpPr>
              <p:nvPr/>
            </p:nvSpPr>
            <p:spPr bwMode="auto">
              <a:xfrm>
                <a:off x="2933" y="1956"/>
                <a:ext cx="1" cy="309"/>
              </a:xfrm>
              <a:custGeom>
                <a:avLst/>
                <a:gdLst>
                  <a:gd name="T0" fmla="*/ 0 w 1"/>
                  <a:gd name="T1" fmla="*/ 309 h 309"/>
                  <a:gd name="T2" fmla="*/ 0 w 1"/>
                  <a:gd name="T3" fmla="*/ 0 h 30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09">
                    <a:moveTo>
                      <a:pt x="0" y="309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0" name="Freeform 126"/>
              <p:cNvSpPr>
                <a:spLocks/>
              </p:cNvSpPr>
              <p:nvPr/>
            </p:nvSpPr>
            <p:spPr bwMode="auto">
              <a:xfrm>
                <a:off x="2928" y="1960"/>
                <a:ext cx="395" cy="2"/>
              </a:xfrm>
              <a:custGeom>
                <a:avLst/>
                <a:gdLst>
                  <a:gd name="T0" fmla="*/ 0 w 395"/>
                  <a:gd name="T1" fmla="*/ 0 h 2"/>
                  <a:gd name="T2" fmla="*/ 395 w 395"/>
                  <a:gd name="T3" fmla="*/ 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5" h="2">
                    <a:moveTo>
                      <a:pt x="0" y="0"/>
                    </a:moveTo>
                    <a:lnTo>
                      <a:pt x="395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1" name="Freeform 127"/>
              <p:cNvSpPr>
                <a:spLocks/>
              </p:cNvSpPr>
              <p:nvPr/>
            </p:nvSpPr>
            <p:spPr bwMode="auto">
              <a:xfrm>
                <a:off x="3312" y="2268"/>
                <a:ext cx="279" cy="4"/>
              </a:xfrm>
              <a:custGeom>
                <a:avLst/>
                <a:gdLst>
                  <a:gd name="T0" fmla="*/ 279 w 279"/>
                  <a:gd name="T1" fmla="*/ 0 h 4"/>
                  <a:gd name="T2" fmla="*/ 0 w 279"/>
                  <a:gd name="T3" fmla="*/ 4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9" h="4">
                    <a:moveTo>
                      <a:pt x="279" y="0"/>
                    </a:moveTo>
                    <a:lnTo>
                      <a:pt x="0" y="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2" name="Freeform 128"/>
              <p:cNvSpPr>
                <a:spLocks/>
              </p:cNvSpPr>
              <p:nvPr/>
            </p:nvSpPr>
            <p:spPr bwMode="auto">
              <a:xfrm>
                <a:off x="3312" y="1968"/>
                <a:ext cx="1" cy="306"/>
              </a:xfrm>
              <a:custGeom>
                <a:avLst/>
                <a:gdLst>
                  <a:gd name="T0" fmla="*/ 0 w 1"/>
                  <a:gd name="T1" fmla="*/ 306 h 306"/>
                  <a:gd name="T2" fmla="*/ 1 w 1"/>
                  <a:gd name="T3" fmla="*/ 0 h 30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06">
                    <a:moveTo>
                      <a:pt x="0" y="306"/>
                    </a:move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3" name="Freeform 129"/>
              <p:cNvSpPr>
                <a:spLocks/>
              </p:cNvSpPr>
              <p:nvPr/>
            </p:nvSpPr>
            <p:spPr bwMode="auto">
              <a:xfrm>
                <a:off x="2928" y="1952"/>
                <a:ext cx="80" cy="77"/>
              </a:xfrm>
              <a:custGeom>
                <a:avLst/>
                <a:gdLst>
                  <a:gd name="T0" fmla="*/ 0 w 80"/>
                  <a:gd name="T1" fmla="*/ 77 h 77"/>
                  <a:gd name="T2" fmla="*/ 80 w 80"/>
                  <a:gd name="T3" fmla="*/ 0 h 7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0" h="77">
                    <a:moveTo>
                      <a:pt x="0" y="77"/>
                    </a:moveTo>
                    <a:lnTo>
                      <a:pt x="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4" name="Freeform 130"/>
              <p:cNvSpPr>
                <a:spLocks/>
              </p:cNvSpPr>
              <p:nvPr/>
            </p:nvSpPr>
            <p:spPr bwMode="auto">
              <a:xfrm>
                <a:off x="2931" y="2032"/>
                <a:ext cx="77" cy="77"/>
              </a:xfrm>
              <a:custGeom>
                <a:avLst/>
                <a:gdLst>
                  <a:gd name="T0" fmla="*/ 0 w 77"/>
                  <a:gd name="T1" fmla="*/ 77 h 77"/>
                  <a:gd name="T2" fmla="*/ 77 w 77"/>
                  <a:gd name="T3" fmla="*/ 0 h 7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7" h="77">
                    <a:moveTo>
                      <a:pt x="0" y="77"/>
                    </a:moveTo>
                    <a:lnTo>
                      <a:pt x="7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5" name="Freeform 131"/>
              <p:cNvSpPr>
                <a:spLocks/>
              </p:cNvSpPr>
              <p:nvPr/>
            </p:nvSpPr>
            <p:spPr bwMode="auto">
              <a:xfrm>
                <a:off x="2928" y="2128"/>
                <a:ext cx="80" cy="80"/>
              </a:xfrm>
              <a:custGeom>
                <a:avLst/>
                <a:gdLst>
                  <a:gd name="T0" fmla="*/ 0 w 80"/>
                  <a:gd name="T1" fmla="*/ 80 h 80"/>
                  <a:gd name="T2" fmla="*/ 80 w 80"/>
                  <a:gd name="T3" fmla="*/ 0 h 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0" h="80">
                    <a:moveTo>
                      <a:pt x="0" y="80"/>
                    </a:moveTo>
                    <a:lnTo>
                      <a:pt x="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6" name="Freeform 132"/>
              <p:cNvSpPr>
                <a:spLocks/>
              </p:cNvSpPr>
              <p:nvPr/>
            </p:nvSpPr>
            <p:spPr bwMode="auto">
              <a:xfrm>
                <a:off x="2873" y="2232"/>
                <a:ext cx="133" cy="133"/>
              </a:xfrm>
              <a:custGeom>
                <a:avLst/>
                <a:gdLst>
                  <a:gd name="T0" fmla="*/ 133 w 133"/>
                  <a:gd name="T1" fmla="*/ 0 h 133"/>
                  <a:gd name="T2" fmla="*/ 0 w 133"/>
                  <a:gd name="T3" fmla="*/ 133 h 1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3" h="133">
                    <a:moveTo>
                      <a:pt x="133" y="0"/>
                    </a:moveTo>
                    <a:lnTo>
                      <a:pt x="0" y="13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7" name="Freeform 133"/>
              <p:cNvSpPr>
                <a:spLocks/>
              </p:cNvSpPr>
              <p:nvPr/>
            </p:nvSpPr>
            <p:spPr bwMode="auto">
              <a:xfrm>
                <a:off x="2775" y="2268"/>
                <a:ext cx="93" cy="93"/>
              </a:xfrm>
              <a:custGeom>
                <a:avLst/>
                <a:gdLst>
                  <a:gd name="T0" fmla="*/ 93 w 93"/>
                  <a:gd name="T1" fmla="*/ 0 h 93"/>
                  <a:gd name="T2" fmla="*/ 0 w 93"/>
                  <a:gd name="T3" fmla="*/ 93 h 9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3" h="93">
                    <a:moveTo>
                      <a:pt x="93" y="0"/>
                    </a:moveTo>
                    <a:lnTo>
                      <a:pt x="0" y="9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8" name="Freeform 134"/>
              <p:cNvSpPr>
                <a:spLocks/>
              </p:cNvSpPr>
              <p:nvPr/>
            </p:nvSpPr>
            <p:spPr bwMode="auto">
              <a:xfrm>
                <a:off x="2691" y="2265"/>
                <a:ext cx="93" cy="93"/>
              </a:xfrm>
              <a:custGeom>
                <a:avLst/>
                <a:gdLst>
                  <a:gd name="T0" fmla="*/ 93 w 93"/>
                  <a:gd name="T1" fmla="*/ 0 h 93"/>
                  <a:gd name="T2" fmla="*/ 0 w 93"/>
                  <a:gd name="T3" fmla="*/ 93 h 9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3" h="93">
                    <a:moveTo>
                      <a:pt x="93" y="0"/>
                    </a:moveTo>
                    <a:lnTo>
                      <a:pt x="0" y="9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9" name="Freeform 135"/>
              <p:cNvSpPr>
                <a:spLocks/>
              </p:cNvSpPr>
              <p:nvPr/>
            </p:nvSpPr>
            <p:spPr bwMode="auto">
              <a:xfrm>
                <a:off x="2656" y="2200"/>
                <a:ext cx="96" cy="96"/>
              </a:xfrm>
              <a:custGeom>
                <a:avLst/>
                <a:gdLst>
                  <a:gd name="T0" fmla="*/ 96 w 96"/>
                  <a:gd name="T1" fmla="*/ 0 h 96"/>
                  <a:gd name="T2" fmla="*/ 0 w 96"/>
                  <a:gd name="T3" fmla="*/ 96 h 9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9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0" name="Freeform 136"/>
              <p:cNvSpPr>
                <a:spLocks/>
              </p:cNvSpPr>
              <p:nvPr/>
            </p:nvSpPr>
            <p:spPr bwMode="auto">
              <a:xfrm>
                <a:off x="2655" y="2188"/>
                <a:ext cx="27" cy="28"/>
              </a:xfrm>
              <a:custGeom>
                <a:avLst/>
                <a:gdLst>
                  <a:gd name="T0" fmla="*/ 11 w 43"/>
                  <a:gd name="T1" fmla="*/ 0 h 44"/>
                  <a:gd name="T2" fmla="*/ 0 w 43"/>
                  <a:gd name="T3" fmla="*/ 11 h 4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" h="44">
                    <a:moveTo>
                      <a:pt x="43" y="0"/>
                    </a:moveTo>
                    <a:lnTo>
                      <a:pt x="0" y="44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1" name="Freeform 137"/>
              <p:cNvSpPr>
                <a:spLocks/>
              </p:cNvSpPr>
              <p:nvPr/>
            </p:nvSpPr>
            <p:spPr bwMode="auto">
              <a:xfrm>
                <a:off x="3272" y="2264"/>
                <a:ext cx="96" cy="96"/>
              </a:xfrm>
              <a:custGeom>
                <a:avLst/>
                <a:gdLst>
                  <a:gd name="T0" fmla="*/ 0 w 96"/>
                  <a:gd name="T1" fmla="*/ 96 h 96"/>
                  <a:gd name="T2" fmla="*/ 96 w 96"/>
                  <a:gd name="T3" fmla="*/ 0 h 9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2" name="Freeform 138"/>
              <p:cNvSpPr>
                <a:spLocks/>
              </p:cNvSpPr>
              <p:nvPr/>
            </p:nvSpPr>
            <p:spPr bwMode="auto">
              <a:xfrm>
                <a:off x="3239" y="2206"/>
                <a:ext cx="72" cy="72"/>
              </a:xfrm>
              <a:custGeom>
                <a:avLst/>
                <a:gdLst>
                  <a:gd name="T0" fmla="*/ 0 w 72"/>
                  <a:gd name="T1" fmla="*/ 72 h 72"/>
                  <a:gd name="T2" fmla="*/ 72 w 72"/>
                  <a:gd name="T3" fmla="*/ 0 h 7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2" h="72">
                    <a:moveTo>
                      <a:pt x="0" y="72"/>
                    </a:moveTo>
                    <a:lnTo>
                      <a:pt x="7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3" name="Freeform 139"/>
              <p:cNvSpPr>
                <a:spLocks/>
              </p:cNvSpPr>
              <p:nvPr/>
            </p:nvSpPr>
            <p:spPr bwMode="auto">
              <a:xfrm>
                <a:off x="3243" y="2120"/>
                <a:ext cx="66" cy="67"/>
              </a:xfrm>
              <a:custGeom>
                <a:avLst/>
                <a:gdLst>
                  <a:gd name="T0" fmla="*/ 0 w 66"/>
                  <a:gd name="T1" fmla="*/ 67 h 67"/>
                  <a:gd name="T2" fmla="*/ 66 w 66"/>
                  <a:gd name="T3" fmla="*/ 0 h 6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6" h="67">
                    <a:moveTo>
                      <a:pt x="0" y="67"/>
                    </a:moveTo>
                    <a:lnTo>
                      <a:pt x="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4" name="Freeform 140"/>
              <p:cNvSpPr>
                <a:spLocks/>
              </p:cNvSpPr>
              <p:nvPr/>
            </p:nvSpPr>
            <p:spPr bwMode="auto">
              <a:xfrm>
                <a:off x="3243" y="2028"/>
                <a:ext cx="69" cy="69"/>
              </a:xfrm>
              <a:custGeom>
                <a:avLst/>
                <a:gdLst>
                  <a:gd name="T0" fmla="*/ 0 w 69"/>
                  <a:gd name="T1" fmla="*/ 69 h 69"/>
                  <a:gd name="T2" fmla="*/ 69 w 69"/>
                  <a:gd name="T3" fmla="*/ 0 h 6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9" h="69">
                    <a:moveTo>
                      <a:pt x="0" y="69"/>
                    </a:move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5" name="Freeform 141"/>
              <p:cNvSpPr>
                <a:spLocks/>
              </p:cNvSpPr>
              <p:nvPr/>
            </p:nvSpPr>
            <p:spPr bwMode="auto">
              <a:xfrm>
                <a:off x="3247" y="1965"/>
                <a:ext cx="36" cy="37"/>
              </a:xfrm>
              <a:custGeom>
                <a:avLst/>
                <a:gdLst>
                  <a:gd name="T0" fmla="*/ 0 w 55"/>
                  <a:gd name="T1" fmla="*/ 16 h 57"/>
                  <a:gd name="T2" fmla="*/ 16 w 55"/>
                  <a:gd name="T3" fmla="*/ 0 h 5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57">
                    <a:moveTo>
                      <a:pt x="0" y="57"/>
                    </a:moveTo>
                    <a:lnTo>
                      <a:pt x="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6" name="Line 142"/>
              <p:cNvSpPr>
                <a:spLocks noChangeShapeType="1"/>
              </p:cNvSpPr>
              <p:nvPr/>
            </p:nvSpPr>
            <p:spPr bwMode="auto">
              <a:xfrm flipV="1">
                <a:off x="3380" y="2275"/>
                <a:ext cx="78" cy="7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7" name="Freeform 143"/>
              <p:cNvSpPr>
                <a:spLocks/>
              </p:cNvSpPr>
              <p:nvPr/>
            </p:nvSpPr>
            <p:spPr bwMode="auto">
              <a:xfrm>
                <a:off x="3477" y="2268"/>
                <a:ext cx="84" cy="85"/>
              </a:xfrm>
              <a:custGeom>
                <a:avLst/>
                <a:gdLst>
                  <a:gd name="T0" fmla="*/ 0 w 84"/>
                  <a:gd name="T1" fmla="*/ 85 h 85"/>
                  <a:gd name="T2" fmla="*/ 84 w 84"/>
                  <a:gd name="T3" fmla="*/ 0 h 8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4" h="85">
                    <a:moveTo>
                      <a:pt x="0" y="85"/>
                    </a:moveTo>
                    <a:lnTo>
                      <a:pt x="8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16398" name="Picture 14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6" y="3169"/>
              <a:ext cx="1278" cy="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0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08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20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autoUpdateAnimBg="0"/>
      <p:bldP spid="208900" grpId="0" autoUpdateAnimBg="0"/>
      <p:bldP spid="20890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0C8149B-C002-48B0-96D8-774F0278E796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7411" name="Text Box 22"/>
          <p:cNvSpPr txBox="1">
            <a:spLocks noChangeArrowheads="1"/>
          </p:cNvSpPr>
          <p:nvPr/>
        </p:nvSpPr>
        <p:spPr bwMode="auto">
          <a:xfrm>
            <a:off x="476250" y="0"/>
            <a:ext cx="83740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④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在剖视图上已经表达清楚的结构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,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在其它视图上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   此部分结构的投影为虚线时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,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虚线省略不画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61815" name="Group 23"/>
          <p:cNvGrpSpPr>
            <a:grpSpLocks/>
          </p:cNvGrpSpPr>
          <p:nvPr/>
        </p:nvGrpSpPr>
        <p:grpSpPr bwMode="auto">
          <a:xfrm>
            <a:off x="1398588" y="1052513"/>
            <a:ext cx="2649537" cy="1841500"/>
            <a:chOff x="881" y="663"/>
            <a:chExt cx="1669" cy="1160"/>
          </a:xfrm>
        </p:grpSpPr>
        <p:sp>
          <p:nvSpPr>
            <p:cNvPr id="17654" name="Arc 24"/>
            <p:cNvSpPr>
              <a:spLocks/>
            </p:cNvSpPr>
            <p:nvPr/>
          </p:nvSpPr>
          <p:spPr bwMode="auto">
            <a:xfrm flipH="1">
              <a:off x="2222" y="802"/>
              <a:ext cx="178" cy="89"/>
            </a:xfrm>
            <a:custGeom>
              <a:avLst/>
              <a:gdLst>
                <a:gd name="T0" fmla="*/ 0 w 43199"/>
                <a:gd name="T1" fmla="*/ 0 h 21600"/>
                <a:gd name="T2" fmla="*/ 0 w 43199"/>
                <a:gd name="T3" fmla="*/ 0 h 21600"/>
                <a:gd name="T4" fmla="*/ 0 w 4319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9" h="21600" fill="none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</a:path>
                <a:path w="43199" h="21600" stroke="0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lnTo>
                    <a:pt x="21599" y="21600"/>
                  </a:lnTo>
                  <a:lnTo>
                    <a:pt x="0" y="2134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55" name="Oval 25"/>
            <p:cNvSpPr>
              <a:spLocks noChangeArrowheads="1"/>
            </p:cNvSpPr>
            <p:nvPr/>
          </p:nvSpPr>
          <p:spPr bwMode="auto">
            <a:xfrm>
              <a:off x="2265" y="846"/>
              <a:ext cx="88" cy="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656" name="Line 26"/>
            <p:cNvSpPr>
              <a:spLocks noChangeShapeType="1"/>
            </p:cNvSpPr>
            <p:nvPr/>
          </p:nvSpPr>
          <p:spPr bwMode="auto">
            <a:xfrm>
              <a:off x="2199" y="696"/>
              <a:ext cx="0" cy="457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57" name="Line 27"/>
            <p:cNvSpPr>
              <a:spLocks noChangeShapeType="1"/>
            </p:cNvSpPr>
            <p:nvPr/>
          </p:nvSpPr>
          <p:spPr bwMode="auto">
            <a:xfrm>
              <a:off x="2418" y="696"/>
              <a:ext cx="0" cy="457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58" name="Line 28"/>
            <p:cNvSpPr>
              <a:spLocks noChangeShapeType="1"/>
            </p:cNvSpPr>
            <p:nvPr/>
          </p:nvSpPr>
          <p:spPr bwMode="auto">
            <a:xfrm>
              <a:off x="2191" y="890"/>
              <a:ext cx="2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59" name="Freeform 29"/>
            <p:cNvSpPr>
              <a:spLocks/>
            </p:cNvSpPr>
            <p:nvPr/>
          </p:nvSpPr>
          <p:spPr bwMode="auto">
            <a:xfrm>
              <a:off x="2136" y="696"/>
              <a:ext cx="1" cy="342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342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60" name="Line 30"/>
            <p:cNvSpPr>
              <a:spLocks noChangeShapeType="1"/>
            </p:cNvSpPr>
            <p:nvPr/>
          </p:nvSpPr>
          <p:spPr bwMode="auto">
            <a:xfrm>
              <a:off x="2484" y="690"/>
              <a:ext cx="0" cy="3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61" name="Rectangle 31"/>
            <p:cNvSpPr>
              <a:spLocks noChangeArrowheads="1"/>
            </p:cNvSpPr>
            <p:nvPr/>
          </p:nvSpPr>
          <p:spPr bwMode="auto">
            <a:xfrm>
              <a:off x="2067" y="1038"/>
              <a:ext cx="483" cy="11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662" name="Arc 32"/>
            <p:cNvSpPr>
              <a:spLocks/>
            </p:cNvSpPr>
            <p:nvPr/>
          </p:nvSpPr>
          <p:spPr bwMode="auto">
            <a:xfrm flipV="1">
              <a:off x="1643" y="1298"/>
              <a:ext cx="285" cy="486"/>
            </a:xfrm>
            <a:custGeom>
              <a:avLst/>
              <a:gdLst>
                <a:gd name="T0" fmla="*/ 0 w 25292"/>
                <a:gd name="T1" fmla="*/ 0 h 43200"/>
                <a:gd name="T2" fmla="*/ 0 w 25292"/>
                <a:gd name="T3" fmla="*/ 0 h 43200"/>
                <a:gd name="T4" fmla="*/ 0 w 2529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92" h="43200" fill="none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</a:path>
                <a:path w="25292" h="43200" stroke="0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  <a:lnTo>
                    <a:pt x="3692" y="21600"/>
                  </a:lnTo>
                  <a:lnTo>
                    <a:pt x="938" y="17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63" name="Oval 33"/>
            <p:cNvSpPr>
              <a:spLocks noChangeArrowheads="1"/>
            </p:cNvSpPr>
            <p:nvPr/>
          </p:nvSpPr>
          <p:spPr bwMode="auto">
            <a:xfrm>
              <a:off x="1584" y="1440"/>
              <a:ext cx="197" cy="19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664" name="Oval 34"/>
            <p:cNvSpPr>
              <a:spLocks noChangeArrowheads="1"/>
            </p:cNvSpPr>
            <p:nvPr/>
          </p:nvSpPr>
          <p:spPr bwMode="auto">
            <a:xfrm>
              <a:off x="1510" y="1379"/>
              <a:ext cx="345" cy="32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665" name="Oval 35"/>
            <p:cNvSpPr>
              <a:spLocks noChangeArrowheads="1"/>
            </p:cNvSpPr>
            <p:nvPr/>
          </p:nvSpPr>
          <p:spPr bwMode="auto">
            <a:xfrm>
              <a:off x="1017" y="1476"/>
              <a:ext cx="139" cy="13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666" name="Freeform 36"/>
            <p:cNvSpPr>
              <a:spLocks/>
            </p:cNvSpPr>
            <p:nvPr/>
          </p:nvSpPr>
          <p:spPr bwMode="auto">
            <a:xfrm>
              <a:off x="1069" y="1714"/>
              <a:ext cx="587" cy="69"/>
            </a:xfrm>
            <a:custGeom>
              <a:avLst/>
              <a:gdLst>
                <a:gd name="T0" fmla="*/ 0 w 2350"/>
                <a:gd name="T1" fmla="*/ 0 h 300"/>
                <a:gd name="T2" fmla="*/ 37 w 2350"/>
                <a:gd name="T3" fmla="*/ 4 h 300"/>
                <a:gd name="T4" fmla="*/ 37 w 2350"/>
                <a:gd name="T5" fmla="*/ 4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50" h="300">
                  <a:moveTo>
                    <a:pt x="0" y="0"/>
                  </a:moveTo>
                  <a:lnTo>
                    <a:pt x="2349" y="300"/>
                  </a:lnTo>
                  <a:lnTo>
                    <a:pt x="2350" y="30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7" name="Freeform 37"/>
            <p:cNvSpPr>
              <a:spLocks/>
            </p:cNvSpPr>
            <p:nvPr/>
          </p:nvSpPr>
          <p:spPr bwMode="auto">
            <a:xfrm>
              <a:off x="1069" y="1300"/>
              <a:ext cx="587" cy="70"/>
            </a:xfrm>
            <a:custGeom>
              <a:avLst/>
              <a:gdLst>
                <a:gd name="T0" fmla="*/ 0 w 2350"/>
                <a:gd name="T1" fmla="*/ 4 h 301"/>
                <a:gd name="T2" fmla="*/ 37 w 2350"/>
                <a:gd name="T3" fmla="*/ 0 h 301"/>
                <a:gd name="T4" fmla="*/ 37 w 2350"/>
                <a:gd name="T5" fmla="*/ 0 h 3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50" h="301">
                  <a:moveTo>
                    <a:pt x="0" y="301"/>
                  </a:moveTo>
                  <a:lnTo>
                    <a:pt x="2349" y="0"/>
                  </a:lnTo>
                  <a:lnTo>
                    <a:pt x="235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8" name="Arc 38"/>
            <p:cNvSpPr>
              <a:spLocks/>
            </p:cNvSpPr>
            <p:nvPr/>
          </p:nvSpPr>
          <p:spPr bwMode="auto">
            <a:xfrm flipH="1" flipV="1">
              <a:off x="917" y="1372"/>
              <a:ext cx="173" cy="342"/>
            </a:xfrm>
            <a:custGeom>
              <a:avLst/>
              <a:gdLst>
                <a:gd name="T0" fmla="*/ 0 w 21600"/>
                <a:gd name="T1" fmla="*/ 0 h 42790"/>
                <a:gd name="T2" fmla="*/ 0 w 21600"/>
                <a:gd name="T3" fmla="*/ 0 h 42790"/>
                <a:gd name="T4" fmla="*/ 0 w 21600"/>
                <a:gd name="T5" fmla="*/ 0 h 427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2790" fill="none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</a:path>
                <a:path w="21600" h="42790" stroke="0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  <a:lnTo>
                    <a:pt x="0" y="21328"/>
                  </a:lnTo>
                  <a:lnTo>
                    <a:pt x="341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69" name="Freeform 39"/>
            <p:cNvSpPr>
              <a:spLocks/>
            </p:cNvSpPr>
            <p:nvPr/>
          </p:nvSpPr>
          <p:spPr bwMode="auto">
            <a:xfrm>
              <a:off x="958" y="990"/>
              <a:ext cx="4" cy="5"/>
            </a:xfrm>
            <a:custGeom>
              <a:avLst/>
              <a:gdLst>
                <a:gd name="T0" fmla="*/ 0 w 19"/>
                <a:gd name="T1" fmla="*/ 0 h 18"/>
                <a:gd name="T2" fmla="*/ 0 w 19"/>
                <a:gd name="T3" fmla="*/ 0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18"/>
                  </a:moveTo>
                  <a:lnTo>
                    <a:pt x="18" y="0"/>
                  </a:lnTo>
                  <a:lnTo>
                    <a:pt x="1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0" name="Freeform 40"/>
            <p:cNvSpPr>
              <a:spLocks/>
            </p:cNvSpPr>
            <p:nvPr/>
          </p:nvSpPr>
          <p:spPr bwMode="auto">
            <a:xfrm>
              <a:off x="1009" y="1146"/>
              <a:ext cx="8" cy="6"/>
            </a:xfrm>
            <a:custGeom>
              <a:avLst/>
              <a:gdLst>
                <a:gd name="T0" fmla="*/ 0 w 30"/>
                <a:gd name="T1" fmla="*/ 0 h 30"/>
                <a:gd name="T2" fmla="*/ 1 w 30"/>
                <a:gd name="T3" fmla="*/ 0 h 30"/>
                <a:gd name="T4" fmla="*/ 1 w 30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0">
                  <a:moveTo>
                    <a:pt x="0" y="30"/>
                  </a:moveTo>
                  <a:lnTo>
                    <a:pt x="29" y="0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1" name="Freeform 41"/>
            <p:cNvSpPr>
              <a:spLocks/>
            </p:cNvSpPr>
            <p:nvPr/>
          </p:nvSpPr>
          <p:spPr bwMode="auto">
            <a:xfrm>
              <a:off x="1162" y="990"/>
              <a:ext cx="8" cy="9"/>
            </a:xfrm>
            <a:custGeom>
              <a:avLst/>
              <a:gdLst>
                <a:gd name="T0" fmla="*/ 0 w 34"/>
                <a:gd name="T1" fmla="*/ 1 h 35"/>
                <a:gd name="T2" fmla="*/ 0 w 34"/>
                <a:gd name="T3" fmla="*/ 0 h 35"/>
                <a:gd name="T4" fmla="*/ 0 w 34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5">
                  <a:moveTo>
                    <a:pt x="0" y="35"/>
                  </a:moveTo>
                  <a:lnTo>
                    <a:pt x="33" y="0"/>
                  </a:lnTo>
                  <a:lnTo>
                    <a:pt x="3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2" name="Freeform 42"/>
            <p:cNvSpPr>
              <a:spLocks/>
            </p:cNvSpPr>
            <p:nvPr/>
          </p:nvSpPr>
          <p:spPr bwMode="auto">
            <a:xfrm>
              <a:off x="1794" y="696"/>
              <a:ext cx="15" cy="15"/>
            </a:xfrm>
            <a:custGeom>
              <a:avLst/>
              <a:gdLst>
                <a:gd name="T0" fmla="*/ 0 w 63"/>
                <a:gd name="T1" fmla="*/ 1 h 67"/>
                <a:gd name="T2" fmla="*/ 1 w 63"/>
                <a:gd name="T3" fmla="*/ 0 h 67"/>
                <a:gd name="T4" fmla="*/ 1 w 63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67">
                  <a:moveTo>
                    <a:pt x="0" y="67"/>
                  </a:moveTo>
                  <a:lnTo>
                    <a:pt x="62" y="0"/>
                  </a:lnTo>
                  <a:lnTo>
                    <a:pt x="6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3" name="Freeform 43"/>
            <p:cNvSpPr>
              <a:spLocks/>
            </p:cNvSpPr>
            <p:nvPr/>
          </p:nvSpPr>
          <p:spPr bwMode="auto">
            <a:xfrm>
              <a:off x="1565" y="1142"/>
              <a:ext cx="10" cy="10"/>
            </a:xfrm>
            <a:custGeom>
              <a:avLst/>
              <a:gdLst>
                <a:gd name="T0" fmla="*/ 0 w 42"/>
                <a:gd name="T1" fmla="*/ 0 h 45"/>
                <a:gd name="T2" fmla="*/ 0 w 42"/>
                <a:gd name="T3" fmla="*/ 0 h 45"/>
                <a:gd name="T4" fmla="*/ 0 w 42"/>
                <a:gd name="T5" fmla="*/ 0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5">
                  <a:moveTo>
                    <a:pt x="0" y="45"/>
                  </a:moveTo>
                  <a:lnTo>
                    <a:pt x="41" y="0"/>
                  </a:lnTo>
                  <a:lnTo>
                    <a:pt x="4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4" name="Freeform 44"/>
            <p:cNvSpPr>
              <a:spLocks/>
            </p:cNvSpPr>
            <p:nvPr/>
          </p:nvSpPr>
          <p:spPr bwMode="auto">
            <a:xfrm>
              <a:off x="1912" y="1138"/>
              <a:ext cx="14" cy="14"/>
            </a:xfrm>
            <a:custGeom>
              <a:avLst/>
              <a:gdLst>
                <a:gd name="T0" fmla="*/ 0 w 56"/>
                <a:gd name="T1" fmla="*/ 1 h 61"/>
                <a:gd name="T2" fmla="*/ 1 w 56"/>
                <a:gd name="T3" fmla="*/ 0 h 61"/>
                <a:gd name="T4" fmla="*/ 1 w 56"/>
                <a:gd name="T5" fmla="*/ 0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61">
                  <a:moveTo>
                    <a:pt x="0" y="61"/>
                  </a:moveTo>
                  <a:lnTo>
                    <a:pt x="55" y="0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5" name="Freeform 45"/>
            <p:cNvSpPr>
              <a:spLocks/>
            </p:cNvSpPr>
            <p:nvPr/>
          </p:nvSpPr>
          <p:spPr bwMode="auto">
            <a:xfrm>
              <a:off x="1393" y="934"/>
              <a:ext cx="182" cy="1"/>
            </a:xfrm>
            <a:custGeom>
              <a:avLst/>
              <a:gdLst>
                <a:gd name="T0" fmla="*/ 11 w 729"/>
                <a:gd name="T1" fmla="*/ 0 h 1"/>
                <a:gd name="T2" fmla="*/ 0 w 729"/>
                <a:gd name="T3" fmla="*/ 0 h 1"/>
                <a:gd name="T4" fmla="*/ 0 w 72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9" h="1">
                  <a:moveTo>
                    <a:pt x="72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6" name="Freeform 46"/>
            <p:cNvSpPr>
              <a:spLocks/>
            </p:cNvSpPr>
            <p:nvPr/>
          </p:nvSpPr>
          <p:spPr bwMode="auto">
            <a:xfrm>
              <a:off x="1393" y="845"/>
              <a:ext cx="182" cy="1"/>
            </a:xfrm>
            <a:custGeom>
              <a:avLst/>
              <a:gdLst>
                <a:gd name="T0" fmla="*/ 11 w 729"/>
                <a:gd name="T1" fmla="*/ 0 h 1"/>
                <a:gd name="T2" fmla="*/ 0 w 729"/>
                <a:gd name="T3" fmla="*/ 0 h 1"/>
                <a:gd name="T4" fmla="*/ 0 w 72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9" h="1">
                  <a:moveTo>
                    <a:pt x="72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7" name="Freeform 47"/>
            <p:cNvSpPr>
              <a:spLocks/>
            </p:cNvSpPr>
            <p:nvPr/>
          </p:nvSpPr>
          <p:spPr bwMode="auto">
            <a:xfrm>
              <a:off x="1393" y="801"/>
              <a:ext cx="116" cy="1"/>
            </a:xfrm>
            <a:custGeom>
              <a:avLst/>
              <a:gdLst>
                <a:gd name="T0" fmla="*/ 7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6" h="1">
                  <a:moveTo>
                    <a:pt x="46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8" name="Freeform 48"/>
            <p:cNvSpPr>
              <a:spLocks/>
            </p:cNvSpPr>
            <p:nvPr/>
          </p:nvSpPr>
          <p:spPr bwMode="auto">
            <a:xfrm>
              <a:off x="1393" y="1630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9 w 561"/>
                <a:gd name="T3" fmla="*/ 0 h 1"/>
                <a:gd name="T4" fmla="*/ 9 w 5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9" name="Freeform 49"/>
            <p:cNvSpPr>
              <a:spLocks/>
            </p:cNvSpPr>
            <p:nvPr/>
          </p:nvSpPr>
          <p:spPr bwMode="auto">
            <a:xfrm>
              <a:off x="1393" y="1453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9 w 561"/>
                <a:gd name="T3" fmla="*/ 0 h 1"/>
                <a:gd name="T4" fmla="*/ 9 w 5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0" name="Freeform 50"/>
            <p:cNvSpPr>
              <a:spLocks/>
            </p:cNvSpPr>
            <p:nvPr/>
          </p:nvSpPr>
          <p:spPr bwMode="auto">
            <a:xfrm>
              <a:off x="917" y="1152"/>
              <a:ext cx="1009" cy="1"/>
            </a:xfrm>
            <a:custGeom>
              <a:avLst/>
              <a:gdLst>
                <a:gd name="T0" fmla="*/ 63 w 4033"/>
                <a:gd name="T1" fmla="*/ 0 h 1"/>
                <a:gd name="T2" fmla="*/ 0 w 4033"/>
                <a:gd name="T3" fmla="*/ 0 h 1"/>
                <a:gd name="T4" fmla="*/ 0 w 403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33" h="1">
                  <a:moveTo>
                    <a:pt x="403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1" name="Freeform 51"/>
            <p:cNvSpPr>
              <a:spLocks/>
            </p:cNvSpPr>
            <p:nvPr/>
          </p:nvSpPr>
          <p:spPr bwMode="auto">
            <a:xfrm>
              <a:off x="1393" y="801"/>
              <a:ext cx="1" cy="239"/>
            </a:xfrm>
            <a:custGeom>
              <a:avLst/>
              <a:gdLst>
                <a:gd name="T0" fmla="*/ 0 w 1"/>
                <a:gd name="T1" fmla="*/ 0 h 1034"/>
                <a:gd name="T2" fmla="*/ 0 w 1"/>
                <a:gd name="T3" fmla="*/ 13 h 1034"/>
                <a:gd name="T4" fmla="*/ 1 w 1"/>
                <a:gd name="T5" fmla="*/ 13 h 10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034">
                  <a:moveTo>
                    <a:pt x="0" y="0"/>
                  </a:moveTo>
                  <a:lnTo>
                    <a:pt x="0" y="1034"/>
                  </a:lnTo>
                  <a:lnTo>
                    <a:pt x="1" y="103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2" name="Freeform 52"/>
            <p:cNvSpPr>
              <a:spLocks/>
            </p:cNvSpPr>
            <p:nvPr/>
          </p:nvSpPr>
          <p:spPr bwMode="auto">
            <a:xfrm>
              <a:off x="1089" y="1386"/>
              <a:ext cx="1" cy="310"/>
            </a:xfrm>
            <a:custGeom>
              <a:avLst/>
              <a:gdLst>
                <a:gd name="T0" fmla="*/ 0 w 1"/>
                <a:gd name="T1" fmla="*/ 0 h 1347"/>
                <a:gd name="T2" fmla="*/ 0 w 1"/>
                <a:gd name="T3" fmla="*/ 16 h 1347"/>
                <a:gd name="T4" fmla="*/ 1 w 1"/>
                <a:gd name="T5" fmla="*/ 16 h 13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47">
                  <a:moveTo>
                    <a:pt x="0" y="0"/>
                  </a:moveTo>
                  <a:lnTo>
                    <a:pt x="0" y="1347"/>
                  </a:lnTo>
                  <a:lnTo>
                    <a:pt x="1" y="134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683" name="Group 53"/>
            <p:cNvGrpSpPr>
              <a:grpSpLocks/>
            </p:cNvGrpSpPr>
            <p:nvPr/>
          </p:nvGrpSpPr>
          <p:grpSpPr bwMode="auto">
            <a:xfrm>
              <a:off x="917" y="696"/>
              <a:ext cx="1009" cy="456"/>
              <a:chOff x="983" y="1542"/>
              <a:chExt cx="1009" cy="456"/>
            </a:xfrm>
          </p:grpSpPr>
          <p:sp>
            <p:nvSpPr>
              <p:cNvPr id="17755" name="Freeform 54"/>
              <p:cNvSpPr>
                <a:spLocks/>
              </p:cNvSpPr>
              <p:nvPr/>
            </p:nvSpPr>
            <p:spPr bwMode="auto">
              <a:xfrm>
                <a:off x="1228" y="1855"/>
                <a:ext cx="59" cy="59"/>
              </a:xfrm>
              <a:custGeom>
                <a:avLst/>
                <a:gdLst>
                  <a:gd name="T0" fmla="*/ 0 w 235"/>
                  <a:gd name="T1" fmla="*/ 3 h 255"/>
                  <a:gd name="T2" fmla="*/ 4 w 235"/>
                  <a:gd name="T3" fmla="*/ 0 h 255"/>
                  <a:gd name="T4" fmla="*/ 4 w 235"/>
                  <a:gd name="T5" fmla="*/ 0 h 2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5" h="255">
                    <a:moveTo>
                      <a:pt x="0" y="255"/>
                    </a:moveTo>
                    <a:lnTo>
                      <a:pt x="234" y="0"/>
                    </a:lnTo>
                    <a:lnTo>
                      <a:pt x="2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6" name="Freeform 55"/>
              <p:cNvSpPr>
                <a:spLocks/>
              </p:cNvSpPr>
              <p:nvPr/>
            </p:nvSpPr>
            <p:spPr bwMode="auto">
              <a:xfrm>
                <a:off x="1519" y="1647"/>
                <a:ext cx="44" cy="44"/>
              </a:xfrm>
              <a:custGeom>
                <a:avLst/>
                <a:gdLst>
                  <a:gd name="T0" fmla="*/ 0 w 177"/>
                  <a:gd name="T1" fmla="*/ 2 h 191"/>
                  <a:gd name="T2" fmla="*/ 3 w 177"/>
                  <a:gd name="T3" fmla="*/ 0 h 191"/>
                  <a:gd name="T4" fmla="*/ 3 w 177"/>
                  <a:gd name="T5" fmla="*/ 0 h 19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7" h="191">
                    <a:moveTo>
                      <a:pt x="0" y="191"/>
                    </a:moveTo>
                    <a:lnTo>
                      <a:pt x="176" y="0"/>
                    </a:lnTo>
                    <a:lnTo>
                      <a:pt x="17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7" name="Freeform 56"/>
              <p:cNvSpPr>
                <a:spLocks/>
              </p:cNvSpPr>
              <p:nvPr/>
            </p:nvSpPr>
            <p:spPr bwMode="auto">
              <a:xfrm>
                <a:off x="983" y="1851"/>
                <a:ext cx="100" cy="100"/>
              </a:xfrm>
              <a:custGeom>
                <a:avLst/>
                <a:gdLst>
                  <a:gd name="T0" fmla="*/ 0 w 397"/>
                  <a:gd name="T1" fmla="*/ 5 h 431"/>
                  <a:gd name="T2" fmla="*/ 6 w 397"/>
                  <a:gd name="T3" fmla="*/ 0 h 431"/>
                  <a:gd name="T4" fmla="*/ 6 w 397"/>
                  <a:gd name="T5" fmla="*/ 0 h 4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7" h="431">
                    <a:moveTo>
                      <a:pt x="0" y="431"/>
                    </a:moveTo>
                    <a:lnTo>
                      <a:pt x="396" y="0"/>
                    </a:lnTo>
                    <a:lnTo>
                      <a:pt x="3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8" name="Freeform 57"/>
              <p:cNvSpPr>
                <a:spLocks/>
              </p:cNvSpPr>
              <p:nvPr/>
            </p:nvSpPr>
            <p:spPr bwMode="auto">
              <a:xfrm>
                <a:off x="1006" y="1921"/>
                <a:ext cx="77" cy="77"/>
              </a:xfrm>
              <a:custGeom>
                <a:avLst/>
                <a:gdLst>
                  <a:gd name="T0" fmla="*/ 0 w 307"/>
                  <a:gd name="T1" fmla="*/ 4 h 334"/>
                  <a:gd name="T2" fmla="*/ 5 w 307"/>
                  <a:gd name="T3" fmla="*/ 0 h 334"/>
                  <a:gd name="T4" fmla="*/ 5 w 307"/>
                  <a:gd name="T5" fmla="*/ 0 h 3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" h="334">
                    <a:moveTo>
                      <a:pt x="0" y="334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9" name="Freeform 58"/>
              <p:cNvSpPr>
                <a:spLocks/>
              </p:cNvSpPr>
              <p:nvPr/>
            </p:nvSpPr>
            <p:spPr bwMode="auto">
              <a:xfrm>
                <a:off x="1575" y="1542"/>
                <a:ext cx="23" cy="23"/>
              </a:xfrm>
              <a:custGeom>
                <a:avLst/>
                <a:gdLst>
                  <a:gd name="T0" fmla="*/ 0 w 91"/>
                  <a:gd name="T1" fmla="*/ 1 h 98"/>
                  <a:gd name="T2" fmla="*/ 2 w 91"/>
                  <a:gd name="T3" fmla="*/ 0 h 98"/>
                  <a:gd name="T4" fmla="*/ 2 w 91"/>
                  <a:gd name="T5" fmla="*/ 0 h 9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98">
                    <a:moveTo>
                      <a:pt x="0" y="98"/>
                    </a:moveTo>
                    <a:lnTo>
                      <a:pt x="90" y="0"/>
                    </a:lnTo>
                    <a:lnTo>
                      <a:pt x="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0" name="Freeform 59"/>
              <p:cNvSpPr>
                <a:spLocks/>
              </p:cNvSpPr>
              <p:nvPr/>
            </p:nvSpPr>
            <p:spPr bwMode="auto">
              <a:xfrm>
                <a:off x="1459" y="1647"/>
                <a:ext cx="34" cy="35"/>
              </a:xfrm>
              <a:custGeom>
                <a:avLst/>
                <a:gdLst>
                  <a:gd name="T0" fmla="*/ 0 w 140"/>
                  <a:gd name="T1" fmla="*/ 2 h 151"/>
                  <a:gd name="T2" fmla="*/ 2 w 140"/>
                  <a:gd name="T3" fmla="*/ 0 h 151"/>
                  <a:gd name="T4" fmla="*/ 2 w 140"/>
                  <a:gd name="T5" fmla="*/ 0 h 1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0" h="151">
                    <a:moveTo>
                      <a:pt x="0" y="151"/>
                    </a:moveTo>
                    <a:lnTo>
                      <a:pt x="139" y="0"/>
                    </a:lnTo>
                    <a:lnTo>
                      <a:pt x="14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1" name="Freeform 60"/>
              <p:cNvSpPr>
                <a:spLocks/>
              </p:cNvSpPr>
              <p:nvPr/>
            </p:nvSpPr>
            <p:spPr bwMode="auto">
              <a:xfrm>
                <a:off x="1228" y="1886"/>
                <a:ext cx="98" cy="98"/>
              </a:xfrm>
              <a:custGeom>
                <a:avLst/>
                <a:gdLst>
                  <a:gd name="T0" fmla="*/ 0 w 390"/>
                  <a:gd name="T1" fmla="*/ 5 h 424"/>
                  <a:gd name="T2" fmla="*/ 6 w 390"/>
                  <a:gd name="T3" fmla="*/ 0 h 424"/>
                  <a:gd name="T4" fmla="*/ 6 w 390"/>
                  <a:gd name="T5" fmla="*/ 0 h 4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0" h="424">
                    <a:moveTo>
                      <a:pt x="0" y="424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2" name="Freeform 61"/>
              <p:cNvSpPr>
                <a:spLocks/>
              </p:cNvSpPr>
              <p:nvPr/>
            </p:nvSpPr>
            <p:spPr bwMode="auto">
              <a:xfrm>
                <a:off x="1575" y="1568"/>
                <a:ext cx="66" cy="67"/>
              </a:xfrm>
              <a:custGeom>
                <a:avLst/>
                <a:gdLst>
                  <a:gd name="T0" fmla="*/ 0 w 264"/>
                  <a:gd name="T1" fmla="*/ 4 h 285"/>
                  <a:gd name="T2" fmla="*/ 4 w 264"/>
                  <a:gd name="T3" fmla="*/ 0 h 285"/>
                  <a:gd name="T4" fmla="*/ 4 w 264"/>
                  <a:gd name="T5" fmla="*/ 0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285">
                    <a:moveTo>
                      <a:pt x="0" y="285"/>
                    </a:moveTo>
                    <a:lnTo>
                      <a:pt x="263" y="0"/>
                    </a:lnTo>
                    <a:lnTo>
                      <a:pt x="2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3" name="Freeform 62"/>
              <p:cNvSpPr>
                <a:spLocks/>
              </p:cNvSpPr>
              <p:nvPr/>
            </p:nvSpPr>
            <p:spPr bwMode="auto">
              <a:xfrm>
                <a:off x="1283" y="1886"/>
                <a:ext cx="112" cy="112"/>
              </a:xfrm>
              <a:custGeom>
                <a:avLst/>
                <a:gdLst>
                  <a:gd name="T0" fmla="*/ 0 w 446"/>
                  <a:gd name="T1" fmla="*/ 6 h 485"/>
                  <a:gd name="T2" fmla="*/ 7 w 446"/>
                  <a:gd name="T3" fmla="*/ 0 h 485"/>
                  <a:gd name="T4" fmla="*/ 7 w 446"/>
                  <a:gd name="T5" fmla="*/ 0 h 4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6" h="485">
                    <a:moveTo>
                      <a:pt x="0" y="485"/>
                    </a:moveTo>
                    <a:lnTo>
                      <a:pt x="445" y="0"/>
                    </a:lnTo>
                    <a:lnTo>
                      <a:pt x="4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4" name="Freeform 63"/>
              <p:cNvSpPr>
                <a:spLocks/>
              </p:cNvSpPr>
              <p:nvPr/>
            </p:nvSpPr>
            <p:spPr bwMode="auto">
              <a:xfrm>
                <a:off x="1588" y="1639"/>
                <a:ext cx="53" cy="52"/>
              </a:xfrm>
              <a:custGeom>
                <a:avLst/>
                <a:gdLst>
                  <a:gd name="T0" fmla="*/ 0 w 211"/>
                  <a:gd name="T1" fmla="*/ 3 h 229"/>
                  <a:gd name="T2" fmla="*/ 3 w 211"/>
                  <a:gd name="T3" fmla="*/ 0 h 229"/>
                  <a:gd name="T4" fmla="*/ 3 w 211"/>
                  <a:gd name="T5" fmla="*/ 0 h 2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1" h="229">
                    <a:moveTo>
                      <a:pt x="0" y="229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5" name="Freeform 64"/>
              <p:cNvSpPr>
                <a:spLocks/>
              </p:cNvSpPr>
              <p:nvPr/>
            </p:nvSpPr>
            <p:spPr bwMode="auto">
              <a:xfrm>
                <a:off x="1459" y="1780"/>
                <a:ext cx="42" cy="42"/>
              </a:xfrm>
              <a:custGeom>
                <a:avLst/>
                <a:gdLst>
                  <a:gd name="T0" fmla="*/ 0 w 170"/>
                  <a:gd name="T1" fmla="*/ 2 h 182"/>
                  <a:gd name="T2" fmla="*/ 2 w 170"/>
                  <a:gd name="T3" fmla="*/ 0 h 182"/>
                  <a:gd name="T4" fmla="*/ 2 w 170"/>
                  <a:gd name="T5" fmla="*/ 0 h 1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0" h="182">
                    <a:moveTo>
                      <a:pt x="0" y="182"/>
                    </a:moveTo>
                    <a:lnTo>
                      <a:pt x="169" y="0"/>
                    </a:lnTo>
                    <a:lnTo>
                      <a:pt x="1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6" name="Freeform 65"/>
              <p:cNvSpPr>
                <a:spLocks/>
              </p:cNvSpPr>
              <p:nvPr/>
            </p:nvSpPr>
            <p:spPr bwMode="auto">
              <a:xfrm>
                <a:off x="1353" y="1780"/>
                <a:ext cx="217" cy="218"/>
              </a:xfrm>
              <a:custGeom>
                <a:avLst/>
                <a:gdLst>
                  <a:gd name="T0" fmla="*/ 0 w 870"/>
                  <a:gd name="T1" fmla="*/ 12 h 946"/>
                  <a:gd name="T2" fmla="*/ 13 w 870"/>
                  <a:gd name="T3" fmla="*/ 0 h 946"/>
                  <a:gd name="T4" fmla="*/ 13 w 870"/>
                  <a:gd name="T5" fmla="*/ 0 h 9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7" name="Freeform 66"/>
              <p:cNvSpPr>
                <a:spLocks/>
              </p:cNvSpPr>
              <p:nvPr/>
            </p:nvSpPr>
            <p:spPr bwMode="auto">
              <a:xfrm>
                <a:off x="1422" y="1780"/>
                <a:ext cx="218" cy="218"/>
              </a:xfrm>
              <a:custGeom>
                <a:avLst/>
                <a:gdLst>
                  <a:gd name="T0" fmla="*/ 0 w 870"/>
                  <a:gd name="T1" fmla="*/ 12 h 946"/>
                  <a:gd name="T2" fmla="*/ 14 w 870"/>
                  <a:gd name="T3" fmla="*/ 0 h 946"/>
                  <a:gd name="T4" fmla="*/ 14 w 870"/>
                  <a:gd name="T5" fmla="*/ 0 h 9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8" name="Freeform 67"/>
              <p:cNvSpPr>
                <a:spLocks/>
              </p:cNvSpPr>
              <p:nvPr/>
            </p:nvSpPr>
            <p:spPr bwMode="auto">
              <a:xfrm>
                <a:off x="1492" y="1848"/>
                <a:ext cx="149" cy="150"/>
              </a:xfrm>
              <a:custGeom>
                <a:avLst/>
                <a:gdLst>
                  <a:gd name="T0" fmla="*/ 0 w 597"/>
                  <a:gd name="T1" fmla="*/ 8 h 649"/>
                  <a:gd name="T2" fmla="*/ 9 w 597"/>
                  <a:gd name="T3" fmla="*/ 0 h 649"/>
                  <a:gd name="T4" fmla="*/ 9 w 597"/>
                  <a:gd name="T5" fmla="*/ 0 h 6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7" h="649">
                    <a:moveTo>
                      <a:pt x="0" y="649"/>
                    </a:moveTo>
                    <a:lnTo>
                      <a:pt x="596" y="0"/>
                    </a:lnTo>
                    <a:lnTo>
                      <a:pt x="5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69" name="Freeform 68"/>
              <p:cNvSpPr>
                <a:spLocks/>
              </p:cNvSpPr>
              <p:nvPr/>
            </p:nvSpPr>
            <p:spPr bwMode="auto">
              <a:xfrm>
                <a:off x="1860" y="1561"/>
                <a:ext cx="66" cy="66"/>
              </a:xfrm>
              <a:custGeom>
                <a:avLst/>
                <a:gdLst>
                  <a:gd name="T0" fmla="*/ 0 w 265"/>
                  <a:gd name="T1" fmla="*/ 3 h 287"/>
                  <a:gd name="T2" fmla="*/ 4 w 265"/>
                  <a:gd name="T3" fmla="*/ 0 h 287"/>
                  <a:gd name="T4" fmla="*/ 4 w 265"/>
                  <a:gd name="T5" fmla="*/ 0 h 2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70" name="Freeform 69"/>
              <p:cNvSpPr>
                <a:spLocks/>
              </p:cNvSpPr>
              <p:nvPr/>
            </p:nvSpPr>
            <p:spPr bwMode="auto">
              <a:xfrm>
                <a:off x="1561" y="1919"/>
                <a:ext cx="80" cy="79"/>
              </a:xfrm>
              <a:custGeom>
                <a:avLst/>
                <a:gdLst>
                  <a:gd name="T0" fmla="*/ 0 w 319"/>
                  <a:gd name="T1" fmla="*/ 4 h 347"/>
                  <a:gd name="T2" fmla="*/ 5 w 319"/>
                  <a:gd name="T3" fmla="*/ 0 h 347"/>
                  <a:gd name="T4" fmla="*/ 5 w 319"/>
                  <a:gd name="T5" fmla="*/ 0 h 3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9" h="347">
                    <a:moveTo>
                      <a:pt x="0" y="347"/>
                    </a:moveTo>
                    <a:lnTo>
                      <a:pt x="318" y="0"/>
                    </a:lnTo>
                    <a:lnTo>
                      <a:pt x="31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71" name="Freeform 70"/>
              <p:cNvSpPr>
                <a:spLocks/>
              </p:cNvSpPr>
              <p:nvPr/>
            </p:nvSpPr>
            <p:spPr bwMode="auto">
              <a:xfrm>
                <a:off x="1860" y="1631"/>
                <a:ext cx="66" cy="67"/>
              </a:xfrm>
              <a:custGeom>
                <a:avLst/>
                <a:gdLst>
                  <a:gd name="T0" fmla="*/ 0 w 265"/>
                  <a:gd name="T1" fmla="*/ 4 h 285"/>
                  <a:gd name="T2" fmla="*/ 4 w 265"/>
                  <a:gd name="T3" fmla="*/ 0 h 285"/>
                  <a:gd name="T4" fmla="*/ 4 w 265"/>
                  <a:gd name="T5" fmla="*/ 0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5">
                    <a:moveTo>
                      <a:pt x="0" y="285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72" name="Freeform 71"/>
              <p:cNvSpPr>
                <a:spLocks/>
              </p:cNvSpPr>
              <p:nvPr/>
            </p:nvSpPr>
            <p:spPr bwMode="auto">
              <a:xfrm>
                <a:off x="1860" y="1701"/>
                <a:ext cx="66" cy="66"/>
              </a:xfrm>
              <a:custGeom>
                <a:avLst/>
                <a:gdLst>
                  <a:gd name="T0" fmla="*/ 0 w 265"/>
                  <a:gd name="T1" fmla="*/ 3 h 287"/>
                  <a:gd name="T2" fmla="*/ 4 w 265"/>
                  <a:gd name="T3" fmla="*/ 0 h 287"/>
                  <a:gd name="T4" fmla="*/ 4 w 265"/>
                  <a:gd name="T5" fmla="*/ 0 h 2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73" name="Freeform 72"/>
              <p:cNvSpPr>
                <a:spLocks/>
              </p:cNvSpPr>
              <p:nvPr/>
            </p:nvSpPr>
            <p:spPr bwMode="auto">
              <a:xfrm>
                <a:off x="1860" y="1771"/>
                <a:ext cx="66" cy="66"/>
              </a:xfrm>
              <a:custGeom>
                <a:avLst/>
                <a:gdLst>
                  <a:gd name="T0" fmla="*/ 0 w 265"/>
                  <a:gd name="T1" fmla="*/ 3 h 287"/>
                  <a:gd name="T2" fmla="*/ 4 w 265"/>
                  <a:gd name="T3" fmla="*/ 0 h 287"/>
                  <a:gd name="T4" fmla="*/ 4 w 265"/>
                  <a:gd name="T5" fmla="*/ 0 h 2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74" name="Freeform 73"/>
              <p:cNvSpPr>
                <a:spLocks/>
              </p:cNvSpPr>
              <p:nvPr/>
            </p:nvSpPr>
            <p:spPr bwMode="auto">
              <a:xfrm>
                <a:off x="1860" y="1841"/>
                <a:ext cx="66" cy="66"/>
              </a:xfrm>
              <a:custGeom>
                <a:avLst/>
                <a:gdLst>
                  <a:gd name="T0" fmla="*/ 0 w 265"/>
                  <a:gd name="T1" fmla="*/ 3 h 286"/>
                  <a:gd name="T2" fmla="*/ 4 w 265"/>
                  <a:gd name="T3" fmla="*/ 0 h 286"/>
                  <a:gd name="T4" fmla="*/ 4 w 265"/>
                  <a:gd name="T5" fmla="*/ 0 h 2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6">
                    <a:moveTo>
                      <a:pt x="0" y="286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75" name="Freeform 74"/>
              <p:cNvSpPr>
                <a:spLocks/>
              </p:cNvSpPr>
              <p:nvPr/>
            </p:nvSpPr>
            <p:spPr bwMode="auto">
              <a:xfrm>
                <a:off x="1860" y="1886"/>
                <a:ext cx="90" cy="91"/>
              </a:xfrm>
              <a:custGeom>
                <a:avLst/>
                <a:gdLst>
                  <a:gd name="T0" fmla="*/ 0 w 363"/>
                  <a:gd name="T1" fmla="*/ 5 h 393"/>
                  <a:gd name="T2" fmla="*/ 5 w 363"/>
                  <a:gd name="T3" fmla="*/ 0 h 393"/>
                  <a:gd name="T4" fmla="*/ 5 w 363"/>
                  <a:gd name="T5" fmla="*/ 0 h 3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3" h="393">
                    <a:moveTo>
                      <a:pt x="0" y="393"/>
                    </a:moveTo>
                    <a:lnTo>
                      <a:pt x="362" y="0"/>
                    </a:lnTo>
                    <a:lnTo>
                      <a:pt x="36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76" name="Freeform 75"/>
              <p:cNvSpPr>
                <a:spLocks/>
              </p:cNvSpPr>
              <p:nvPr/>
            </p:nvSpPr>
            <p:spPr bwMode="auto">
              <a:xfrm>
                <a:off x="1908" y="1914"/>
                <a:ext cx="84" cy="84"/>
              </a:xfrm>
              <a:custGeom>
                <a:avLst/>
                <a:gdLst>
                  <a:gd name="T0" fmla="*/ 0 w 334"/>
                  <a:gd name="T1" fmla="*/ 4 h 364"/>
                  <a:gd name="T2" fmla="*/ 5 w 334"/>
                  <a:gd name="T3" fmla="*/ 0 h 364"/>
                  <a:gd name="T4" fmla="*/ 5 w 334"/>
                  <a:gd name="T5" fmla="*/ 0 h 3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4" h="364">
                    <a:moveTo>
                      <a:pt x="0" y="364"/>
                    </a:moveTo>
                    <a:lnTo>
                      <a:pt x="333" y="0"/>
                    </a:lnTo>
                    <a:lnTo>
                      <a:pt x="33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684" name="Freeform 76"/>
            <p:cNvSpPr>
              <a:spLocks/>
            </p:cNvSpPr>
            <p:nvPr/>
          </p:nvSpPr>
          <p:spPr bwMode="auto">
            <a:xfrm>
              <a:off x="958" y="990"/>
              <a:ext cx="262" cy="1"/>
            </a:xfrm>
            <a:custGeom>
              <a:avLst/>
              <a:gdLst>
                <a:gd name="T0" fmla="*/ 16 w 1052"/>
                <a:gd name="T1" fmla="*/ 0 h 1"/>
                <a:gd name="T2" fmla="*/ 0 w 1052"/>
                <a:gd name="T3" fmla="*/ 0 h 1"/>
                <a:gd name="T4" fmla="*/ 0 w 105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2" h="1">
                  <a:moveTo>
                    <a:pt x="105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5" name="Freeform 77"/>
            <p:cNvSpPr>
              <a:spLocks/>
            </p:cNvSpPr>
            <p:nvPr/>
          </p:nvSpPr>
          <p:spPr bwMode="auto">
            <a:xfrm>
              <a:off x="917" y="1040"/>
              <a:ext cx="1" cy="112"/>
            </a:xfrm>
            <a:custGeom>
              <a:avLst/>
              <a:gdLst>
                <a:gd name="T0" fmla="*/ 0 w 1"/>
                <a:gd name="T1" fmla="*/ 6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6" name="Freeform 78"/>
            <p:cNvSpPr>
              <a:spLocks/>
            </p:cNvSpPr>
            <p:nvPr/>
          </p:nvSpPr>
          <p:spPr bwMode="auto">
            <a:xfrm>
              <a:off x="1016" y="990"/>
              <a:ext cx="1" cy="162"/>
            </a:xfrm>
            <a:custGeom>
              <a:avLst/>
              <a:gdLst>
                <a:gd name="T0" fmla="*/ 0 w 1"/>
                <a:gd name="T1" fmla="*/ 9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7" name="Freeform 79"/>
            <p:cNvSpPr>
              <a:spLocks/>
            </p:cNvSpPr>
            <p:nvPr/>
          </p:nvSpPr>
          <p:spPr bwMode="auto">
            <a:xfrm>
              <a:off x="958" y="990"/>
              <a:ext cx="1" cy="50"/>
            </a:xfrm>
            <a:custGeom>
              <a:avLst/>
              <a:gdLst>
                <a:gd name="T0" fmla="*/ 0 w 1"/>
                <a:gd name="T1" fmla="*/ 3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8" name="Freeform 80"/>
            <p:cNvSpPr>
              <a:spLocks/>
            </p:cNvSpPr>
            <p:nvPr/>
          </p:nvSpPr>
          <p:spPr bwMode="auto">
            <a:xfrm>
              <a:off x="1162" y="990"/>
              <a:ext cx="1" cy="162"/>
            </a:xfrm>
            <a:custGeom>
              <a:avLst/>
              <a:gdLst>
                <a:gd name="T0" fmla="*/ 0 w 1"/>
                <a:gd name="T1" fmla="*/ 9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9" name="Freeform 81"/>
            <p:cNvSpPr>
              <a:spLocks/>
            </p:cNvSpPr>
            <p:nvPr/>
          </p:nvSpPr>
          <p:spPr bwMode="auto">
            <a:xfrm>
              <a:off x="1220" y="1040"/>
              <a:ext cx="173" cy="1"/>
            </a:xfrm>
            <a:custGeom>
              <a:avLst/>
              <a:gdLst>
                <a:gd name="T0" fmla="*/ 11 w 688"/>
                <a:gd name="T1" fmla="*/ 0 h 1"/>
                <a:gd name="T2" fmla="*/ 0 w 688"/>
                <a:gd name="T3" fmla="*/ 0 h 1"/>
                <a:gd name="T4" fmla="*/ 0 w 68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8" h="1">
                  <a:moveTo>
                    <a:pt x="68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690" name="Group 82"/>
            <p:cNvGrpSpPr>
              <a:grpSpLocks/>
            </p:cNvGrpSpPr>
            <p:nvPr/>
          </p:nvGrpSpPr>
          <p:grpSpPr bwMode="auto">
            <a:xfrm>
              <a:off x="1089" y="952"/>
              <a:ext cx="1" cy="245"/>
              <a:chOff x="1155" y="1798"/>
              <a:chExt cx="1" cy="245"/>
            </a:xfrm>
          </p:grpSpPr>
          <p:sp>
            <p:nvSpPr>
              <p:cNvPr id="17752" name="Freeform 83"/>
              <p:cNvSpPr>
                <a:spLocks/>
              </p:cNvSpPr>
              <p:nvPr/>
            </p:nvSpPr>
            <p:spPr bwMode="auto">
              <a:xfrm>
                <a:off x="1155" y="1931"/>
                <a:ext cx="1" cy="8"/>
              </a:xfrm>
              <a:custGeom>
                <a:avLst/>
                <a:gdLst>
                  <a:gd name="T0" fmla="*/ 0 w 1"/>
                  <a:gd name="T1" fmla="*/ 0 h 36"/>
                  <a:gd name="T2" fmla="*/ 0 w 1"/>
                  <a:gd name="T3" fmla="*/ 0 h 36"/>
                  <a:gd name="T4" fmla="*/ 1 w 1"/>
                  <a:gd name="T5" fmla="*/ 0 h 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">
                    <a:moveTo>
                      <a:pt x="0" y="3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3" name="Freeform 84"/>
              <p:cNvSpPr>
                <a:spLocks/>
              </p:cNvSpPr>
              <p:nvPr/>
            </p:nvSpPr>
            <p:spPr bwMode="auto">
              <a:xfrm>
                <a:off x="1155" y="1959"/>
                <a:ext cx="1" cy="84"/>
              </a:xfrm>
              <a:custGeom>
                <a:avLst/>
                <a:gdLst>
                  <a:gd name="T0" fmla="*/ 0 w 1"/>
                  <a:gd name="T1" fmla="*/ 4 h 363"/>
                  <a:gd name="T2" fmla="*/ 0 w 1"/>
                  <a:gd name="T3" fmla="*/ 0 h 363"/>
                  <a:gd name="T4" fmla="*/ 1 w 1"/>
                  <a:gd name="T5" fmla="*/ 0 h 3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3">
                    <a:moveTo>
                      <a:pt x="0" y="36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4" name="Freeform 85"/>
              <p:cNvSpPr>
                <a:spLocks/>
              </p:cNvSpPr>
              <p:nvPr/>
            </p:nvSpPr>
            <p:spPr bwMode="auto">
              <a:xfrm>
                <a:off x="1155" y="1798"/>
                <a:ext cx="1" cy="112"/>
              </a:xfrm>
              <a:custGeom>
                <a:avLst/>
                <a:gdLst>
                  <a:gd name="T0" fmla="*/ 0 w 1"/>
                  <a:gd name="T1" fmla="*/ 6 h 487"/>
                  <a:gd name="T2" fmla="*/ 0 w 1"/>
                  <a:gd name="T3" fmla="*/ 0 h 487"/>
                  <a:gd name="T4" fmla="*/ 1 w 1"/>
                  <a:gd name="T5" fmla="*/ 0 h 4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87">
                    <a:moveTo>
                      <a:pt x="0" y="48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691" name="Freeform 86"/>
            <p:cNvSpPr>
              <a:spLocks/>
            </p:cNvSpPr>
            <p:nvPr/>
          </p:nvSpPr>
          <p:spPr bwMode="auto">
            <a:xfrm>
              <a:off x="1214" y="990"/>
              <a:ext cx="1" cy="50"/>
            </a:xfrm>
            <a:custGeom>
              <a:avLst/>
              <a:gdLst>
                <a:gd name="T0" fmla="*/ 0 w 1"/>
                <a:gd name="T1" fmla="*/ 3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2" name="Freeform 87"/>
            <p:cNvSpPr>
              <a:spLocks/>
            </p:cNvSpPr>
            <p:nvPr/>
          </p:nvSpPr>
          <p:spPr bwMode="auto">
            <a:xfrm>
              <a:off x="1572" y="840"/>
              <a:ext cx="18" cy="94"/>
            </a:xfrm>
            <a:custGeom>
              <a:avLst/>
              <a:gdLst>
                <a:gd name="T0" fmla="*/ 3 w 18"/>
                <a:gd name="T1" fmla="*/ 94 h 94"/>
                <a:gd name="T2" fmla="*/ 18 w 18"/>
                <a:gd name="T3" fmla="*/ 54 h 94"/>
                <a:gd name="T4" fmla="*/ 0 w 18"/>
                <a:gd name="T5" fmla="*/ 0 h 94"/>
                <a:gd name="T6" fmla="*/ 4 w 18"/>
                <a:gd name="T7" fmla="*/ 5 h 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94">
                  <a:moveTo>
                    <a:pt x="3" y="94"/>
                  </a:moveTo>
                  <a:lnTo>
                    <a:pt x="18" y="54"/>
                  </a:lnTo>
                  <a:lnTo>
                    <a:pt x="0" y="0"/>
                  </a:lnTo>
                  <a:lnTo>
                    <a:pt x="4" y="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3" name="Freeform 88"/>
            <p:cNvSpPr>
              <a:spLocks/>
            </p:cNvSpPr>
            <p:nvPr/>
          </p:nvSpPr>
          <p:spPr bwMode="auto">
            <a:xfrm>
              <a:off x="1794" y="696"/>
              <a:ext cx="1" cy="456"/>
            </a:xfrm>
            <a:custGeom>
              <a:avLst/>
              <a:gdLst>
                <a:gd name="T0" fmla="*/ 0 w 1"/>
                <a:gd name="T1" fmla="*/ 24 h 1974"/>
                <a:gd name="T2" fmla="*/ 0 w 1"/>
                <a:gd name="T3" fmla="*/ 0 h 1974"/>
                <a:gd name="T4" fmla="*/ 1 w 1"/>
                <a:gd name="T5" fmla="*/ 0 h 19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974">
                  <a:moveTo>
                    <a:pt x="0" y="197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4" name="Freeform 89"/>
            <p:cNvSpPr>
              <a:spLocks/>
            </p:cNvSpPr>
            <p:nvPr/>
          </p:nvSpPr>
          <p:spPr bwMode="auto">
            <a:xfrm>
              <a:off x="1860" y="696"/>
              <a:ext cx="1" cy="344"/>
            </a:xfrm>
            <a:custGeom>
              <a:avLst/>
              <a:gdLst>
                <a:gd name="T0" fmla="*/ 0 w 1"/>
                <a:gd name="T1" fmla="*/ 18 h 1489"/>
                <a:gd name="T2" fmla="*/ 0 w 1"/>
                <a:gd name="T3" fmla="*/ 0 h 1489"/>
                <a:gd name="T4" fmla="*/ 1 w 1"/>
                <a:gd name="T5" fmla="*/ 0 h 14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489">
                  <a:moveTo>
                    <a:pt x="0" y="148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695" name="Group 90"/>
            <p:cNvGrpSpPr>
              <a:grpSpLocks/>
            </p:cNvGrpSpPr>
            <p:nvPr/>
          </p:nvGrpSpPr>
          <p:grpSpPr bwMode="auto">
            <a:xfrm>
              <a:off x="1684" y="1253"/>
              <a:ext cx="1" cy="570"/>
              <a:chOff x="1750" y="2099"/>
              <a:chExt cx="1" cy="570"/>
            </a:xfrm>
          </p:grpSpPr>
          <p:sp>
            <p:nvSpPr>
              <p:cNvPr id="17749" name="Freeform 91"/>
              <p:cNvSpPr>
                <a:spLocks/>
              </p:cNvSpPr>
              <p:nvPr/>
            </p:nvSpPr>
            <p:spPr bwMode="auto">
              <a:xfrm>
                <a:off x="1750" y="2365"/>
                <a:ext cx="1" cy="304"/>
              </a:xfrm>
              <a:custGeom>
                <a:avLst/>
                <a:gdLst>
                  <a:gd name="T0" fmla="*/ 0 w 1"/>
                  <a:gd name="T1" fmla="*/ 0 h 1318"/>
                  <a:gd name="T2" fmla="*/ 0 w 1"/>
                  <a:gd name="T3" fmla="*/ 16 h 1318"/>
                  <a:gd name="T4" fmla="*/ 1 w 1"/>
                  <a:gd name="T5" fmla="*/ 16 h 13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318">
                    <a:moveTo>
                      <a:pt x="0" y="0"/>
                    </a:moveTo>
                    <a:lnTo>
                      <a:pt x="0" y="1318"/>
                    </a:lnTo>
                    <a:lnTo>
                      <a:pt x="1" y="131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0" name="Freeform 92"/>
              <p:cNvSpPr>
                <a:spLocks/>
              </p:cNvSpPr>
              <p:nvPr/>
            </p:nvSpPr>
            <p:spPr bwMode="auto">
              <a:xfrm>
                <a:off x="1750" y="2099"/>
                <a:ext cx="1" cy="221"/>
              </a:xfrm>
              <a:custGeom>
                <a:avLst/>
                <a:gdLst>
                  <a:gd name="T0" fmla="*/ 0 w 1"/>
                  <a:gd name="T1" fmla="*/ 0 h 954"/>
                  <a:gd name="T2" fmla="*/ 0 w 1"/>
                  <a:gd name="T3" fmla="*/ 12 h 954"/>
                  <a:gd name="T4" fmla="*/ 1 w 1"/>
                  <a:gd name="T5" fmla="*/ 12 h 9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54">
                    <a:moveTo>
                      <a:pt x="0" y="0"/>
                    </a:moveTo>
                    <a:lnTo>
                      <a:pt x="0" y="954"/>
                    </a:lnTo>
                    <a:lnTo>
                      <a:pt x="1" y="95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51" name="Freeform 93"/>
              <p:cNvSpPr>
                <a:spLocks/>
              </p:cNvSpPr>
              <p:nvPr/>
            </p:nvSpPr>
            <p:spPr bwMode="auto">
              <a:xfrm>
                <a:off x="1750" y="2333"/>
                <a:ext cx="1" cy="16"/>
              </a:xfrm>
              <a:custGeom>
                <a:avLst/>
                <a:gdLst>
                  <a:gd name="T0" fmla="*/ 0 w 1"/>
                  <a:gd name="T1" fmla="*/ 0 h 71"/>
                  <a:gd name="T2" fmla="*/ 0 w 1"/>
                  <a:gd name="T3" fmla="*/ 1 h 71"/>
                  <a:gd name="T4" fmla="*/ 1 w 1"/>
                  <a:gd name="T5" fmla="*/ 1 h 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1">
                    <a:moveTo>
                      <a:pt x="0" y="0"/>
                    </a:moveTo>
                    <a:lnTo>
                      <a:pt x="0" y="71"/>
                    </a:lnTo>
                    <a:lnTo>
                      <a:pt x="1" y="7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696" name="Group 94"/>
            <p:cNvGrpSpPr>
              <a:grpSpLocks/>
            </p:cNvGrpSpPr>
            <p:nvPr/>
          </p:nvGrpSpPr>
          <p:grpSpPr bwMode="auto">
            <a:xfrm>
              <a:off x="881" y="1542"/>
              <a:ext cx="1090" cy="1"/>
              <a:chOff x="947" y="2388"/>
              <a:chExt cx="1090" cy="1"/>
            </a:xfrm>
          </p:grpSpPr>
          <p:sp>
            <p:nvSpPr>
              <p:cNvPr id="17744" name="Freeform 95"/>
              <p:cNvSpPr>
                <a:spLocks/>
              </p:cNvSpPr>
              <p:nvPr/>
            </p:nvSpPr>
            <p:spPr bwMode="auto">
              <a:xfrm>
                <a:off x="1390" y="2388"/>
                <a:ext cx="396" cy="1"/>
              </a:xfrm>
              <a:custGeom>
                <a:avLst/>
                <a:gdLst>
                  <a:gd name="T0" fmla="*/ 0 w 1581"/>
                  <a:gd name="T1" fmla="*/ 0 h 1"/>
                  <a:gd name="T2" fmla="*/ 25 w 1581"/>
                  <a:gd name="T3" fmla="*/ 0 h 1"/>
                  <a:gd name="T4" fmla="*/ 25 w 158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81" h="1">
                    <a:moveTo>
                      <a:pt x="0" y="0"/>
                    </a:moveTo>
                    <a:lnTo>
                      <a:pt x="1580" y="0"/>
                    </a:lnTo>
                    <a:lnTo>
                      <a:pt x="15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45" name="Freeform 96"/>
              <p:cNvSpPr>
                <a:spLocks/>
              </p:cNvSpPr>
              <p:nvPr/>
            </p:nvSpPr>
            <p:spPr bwMode="auto">
              <a:xfrm>
                <a:off x="947" y="2388"/>
                <a:ext cx="395" cy="1"/>
              </a:xfrm>
              <a:custGeom>
                <a:avLst/>
                <a:gdLst>
                  <a:gd name="T0" fmla="*/ 0 w 1580"/>
                  <a:gd name="T1" fmla="*/ 0 h 1"/>
                  <a:gd name="T2" fmla="*/ 25 w 1580"/>
                  <a:gd name="T3" fmla="*/ 0 h 1"/>
                  <a:gd name="T4" fmla="*/ 25 w 158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80" h="1">
                    <a:moveTo>
                      <a:pt x="0" y="0"/>
                    </a:moveTo>
                    <a:lnTo>
                      <a:pt x="1579" y="0"/>
                    </a:lnTo>
                    <a:lnTo>
                      <a:pt x="15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46" name="Freeform 97"/>
              <p:cNvSpPr>
                <a:spLocks/>
              </p:cNvSpPr>
              <p:nvPr/>
            </p:nvSpPr>
            <p:spPr bwMode="auto">
              <a:xfrm>
                <a:off x="1358" y="2388"/>
                <a:ext cx="13" cy="1"/>
              </a:xfrm>
              <a:custGeom>
                <a:avLst/>
                <a:gdLst>
                  <a:gd name="T0" fmla="*/ 0 w 50"/>
                  <a:gd name="T1" fmla="*/ 0 h 1"/>
                  <a:gd name="T2" fmla="*/ 1 w 50"/>
                  <a:gd name="T3" fmla="*/ 0 h 1"/>
                  <a:gd name="T4" fmla="*/ 1 w 5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1">
                    <a:moveTo>
                      <a:pt x="0" y="0"/>
                    </a:moveTo>
                    <a:lnTo>
                      <a:pt x="49" y="0"/>
                    </a:lnTo>
                    <a:lnTo>
                      <a:pt x="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47" name="Freeform 98"/>
              <p:cNvSpPr>
                <a:spLocks/>
              </p:cNvSpPr>
              <p:nvPr/>
            </p:nvSpPr>
            <p:spPr bwMode="auto">
              <a:xfrm>
                <a:off x="1837" y="2388"/>
                <a:ext cx="200" cy="1"/>
              </a:xfrm>
              <a:custGeom>
                <a:avLst/>
                <a:gdLst>
                  <a:gd name="T0" fmla="*/ 0 w 801"/>
                  <a:gd name="T1" fmla="*/ 0 h 1"/>
                  <a:gd name="T2" fmla="*/ 12 w 801"/>
                  <a:gd name="T3" fmla="*/ 0 h 1"/>
                  <a:gd name="T4" fmla="*/ 12 w 80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1" h="1">
                    <a:moveTo>
                      <a:pt x="0" y="0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48" name="Freeform 99"/>
              <p:cNvSpPr>
                <a:spLocks/>
              </p:cNvSpPr>
              <p:nvPr/>
            </p:nvSpPr>
            <p:spPr bwMode="auto">
              <a:xfrm>
                <a:off x="1802" y="2388"/>
                <a:ext cx="16" cy="1"/>
              </a:xfrm>
              <a:custGeom>
                <a:avLst/>
                <a:gdLst>
                  <a:gd name="T0" fmla="*/ 0 w 68"/>
                  <a:gd name="T1" fmla="*/ 0 h 1"/>
                  <a:gd name="T2" fmla="*/ 1 w 68"/>
                  <a:gd name="T3" fmla="*/ 0 h 1"/>
                  <a:gd name="T4" fmla="*/ 1 w 6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1">
                    <a:moveTo>
                      <a:pt x="0" y="0"/>
                    </a:moveTo>
                    <a:lnTo>
                      <a:pt x="67" y="0"/>
                    </a:lnTo>
                    <a:lnTo>
                      <a:pt x="6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697" name="Freeform 100"/>
            <p:cNvSpPr>
              <a:spLocks/>
            </p:cNvSpPr>
            <p:nvPr/>
          </p:nvSpPr>
          <p:spPr bwMode="auto">
            <a:xfrm>
              <a:off x="1575" y="934"/>
              <a:ext cx="1" cy="218"/>
            </a:xfrm>
            <a:custGeom>
              <a:avLst/>
              <a:gdLst>
                <a:gd name="T0" fmla="*/ 0 w 1"/>
                <a:gd name="T1" fmla="*/ 12 h 946"/>
                <a:gd name="T2" fmla="*/ 0 w 1"/>
                <a:gd name="T3" fmla="*/ 0 h 946"/>
                <a:gd name="T4" fmla="*/ 1 w 1"/>
                <a:gd name="T5" fmla="*/ 0 h 9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46">
                  <a:moveTo>
                    <a:pt x="0" y="9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698" name="Group 101"/>
            <p:cNvGrpSpPr>
              <a:grpSpLocks/>
            </p:cNvGrpSpPr>
            <p:nvPr/>
          </p:nvGrpSpPr>
          <p:grpSpPr bwMode="auto">
            <a:xfrm>
              <a:off x="1509" y="801"/>
              <a:ext cx="24" cy="239"/>
              <a:chOff x="1575" y="1647"/>
              <a:chExt cx="24" cy="239"/>
            </a:xfrm>
          </p:grpSpPr>
          <p:sp>
            <p:nvSpPr>
              <p:cNvPr id="17740" name="Freeform 102"/>
              <p:cNvSpPr>
                <a:spLocks/>
              </p:cNvSpPr>
              <p:nvPr/>
            </p:nvSpPr>
            <p:spPr bwMode="auto">
              <a:xfrm>
                <a:off x="1588" y="1698"/>
                <a:ext cx="10" cy="38"/>
              </a:xfrm>
              <a:custGeom>
                <a:avLst/>
                <a:gdLst>
                  <a:gd name="T0" fmla="*/ 0 w 41"/>
                  <a:gd name="T1" fmla="*/ 2 h 166"/>
                  <a:gd name="T2" fmla="*/ 0 w 41"/>
                  <a:gd name="T3" fmla="*/ 0 h 166"/>
                  <a:gd name="T4" fmla="*/ 0 w 41"/>
                  <a:gd name="T5" fmla="*/ 0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166">
                    <a:moveTo>
                      <a:pt x="41" y="1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41" name="Freeform 103"/>
              <p:cNvSpPr>
                <a:spLocks/>
              </p:cNvSpPr>
              <p:nvPr/>
            </p:nvSpPr>
            <p:spPr bwMode="auto">
              <a:xfrm>
                <a:off x="1575" y="1647"/>
                <a:ext cx="10" cy="39"/>
              </a:xfrm>
              <a:custGeom>
                <a:avLst/>
                <a:gdLst>
                  <a:gd name="T0" fmla="*/ 0 w 41"/>
                  <a:gd name="T1" fmla="*/ 2 h 164"/>
                  <a:gd name="T2" fmla="*/ 0 w 41"/>
                  <a:gd name="T3" fmla="*/ 0 h 164"/>
                  <a:gd name="T4" fmla="*/ 0 w 41"/>
                  <a:gd name="T5" fmla="*/ 0 h 1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164">
                    <a:moveTo>
                      <a:pt x="41" y="16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42" name="Freeform 104"/>
              <p:cNvSpPr>
                <a:spLocks/>
              </p:cNvSpPr>
              <p:nvPr/>
            </p:nvSpPr>
            <p:spPr bwMode="auto">
              <a:xfrm>
                <a:off x="1598" y="1821"/>
                <a:ext cx="1" cy="65"/>
              </a:xfrm>
              <a:custGeom>
                <a:avLst/>
                <a:gdLst>
                  <a:gd name="T0" fmla="*/ 0 w 1"/>
                  <a:gd name="T1" fmla="*/ 3 h 283"/>
                  <a:gd name="T2" fmla="*/ 0 w 1"/>
                  <a:gd name="T3" fmla="*/ 0 h 283"/>
                  <a:gd name="T4" fmla="*/ 1 w 1"/>
                  <a:gd name="T5" fmla="*/ 0 h 28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83">
                    <a:moveTo>
                      <a:pt x="0" y="2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43" name="Freeform 105"/>
              <p:cNvSpPr>
                <a:spLocks/>
              </p:cNvSpPr>
              <p:nvPr/>
            </p:nvSpPr>
            <p:spPr bwMode="auto">
              <a:xfrm>
                <a:off x="1598" y="1740"/>
                <a:ext cx="1" cy="66"/>
              </a:xfrm>
              <a:custGeom>
                <a:avLst/>
                <a:gdLst>
                  <a:gd name="T0" fmla="*/ 0 w 1"/>
                  <a:gd name="T1" fmla="*/ 4 h 282"/>
                  <a:gd name="T2" fmla="*/ 0 w 1"/>
                  <a:gd name="T3" fmla="*/ 0 h 282"/>
                  <a:gd name="T4" fmla="*/ 1 w 1"/>
                  <a:gd name="T5" fmla="*/ 0 h 2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82">
                    <a:moveTo>
                      <a:pt x="0" y="2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699" name="Group 106"/>
            <p:cNvGrpSpPr>
              <a:grpSpLocks/>
            </p:cNvGrpSpPr>
            <p:nvPr/>
          </p:nvGrpSpPr>
          <p:grpSpPr bwMode="auto">
            <a:xfrm>
              <a:off x="1361" y="890"/>
              <a:ext cx="258" cy="1"/>
              <a:chOff x="1427" y="1736"/>
              <a:chExt cx="258" cy="1"/>
            </a:xfrm>
          </p:grpSpPr>
          <p:sp>
            <p:nvSpPr>
              <p:cNvPr id="17737" name="Freeform 107"/>
              <p:cNvSpPr>
                <a:spLocks/>
              </p:cNvSpPr>
              <p:nvPr/>
            </p:nvSpPr>
            <p:spPr bwMode="auto">
              <a:xfrm>
                <a:off x="1427" y="1736"/>
                <a:ext cx="99" cy="1"/>
              </a:xfrm>
              <a:custGeom>
                <a:avLst/>
                <a:gdLst>
                  <a:gd name="T0" fmla="*/ 6 w 395"/>
                  <a:gd name="T1" fmla="*/ 0 h 1"/>
                  <a:gd name="T2" fmla="*/ 0 w 395"/>
                  <a:gd name="T3" fmla="*/ 0 h 1"/>
                  <a:gd name="T4" fmla="*/ 0 w 39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5" h="1">
                    <a:moveTo>
                      <a:pt x="39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38" name="Freeform 108"/>
              <p:cNvSpPr>
                <a:spLocks/>
              </p:cNvSpPr>
              <p:nvPr/>
            </p:nvSpPr>
            <p:spPr bwMode="auto">
              <a:xfrm>
                <a:off x="1592" y="1736"/>
                <a:ext cx="93" cy="1"/>
              </a:xfrm>
              <a:custGeom>
                <a:avLst/>
                <a:gdLst>
                  <a:gd name="T0" fmla="*/ 6 w 371"/>
                  <a:gd name="T1" fmla="*/ 0 h 1"/>
                  <a:gd name="T2" fmla="*/ 0 w 371"/>
                  <a:gd name="T3" fmla="*/ 0 h 1"/>
                  <a:gd name="T4" fmla="*/ 0 w 37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1" h="1">
                    <a:moveTo>
                      <a:pt x="37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39" name="Freeform 109"/>
              <p:cNvSpPr>
                <a:spLocks/>
              </p:cNvSpPr>
              <p:nvPr/>
            </p:nvSpPr>
            <p:spPr bwMode="auto">
              <a:xfrm>
                <a:off x="1551" y="1736"/>
                <a:ext cx="16" cy="1"/>
              </a:xfrm>
              <a:custGeom>
                <a:avLst/>
                <a:gdLst>
                  <a:gd name="T0" fmla="*/ 1 w 65"/>
                  <a:gd name="T1" fmla="*/ 0 h 1"/>
                  <a:gd name="T2" fmla="*/ 0 w 65"/>
                  <a:gd name="T3" fmla="*/ 0 h 1"/>
                  <a:gd name="T4" fmla="*/ 0 w 6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1">
                    <a:moveTo>
                      <a:pt x="6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700" name="Group 110"/>
            <p:cNvGrpSpPr>
              <a:grpSpLocks/>
            </p:cNvGrpSpPr>
            <p:nvPr/>
          </p:nvGrpSpPr>
          <p:grpSpPr bwMode="auto">
            <a:xfrm>
              <a:off x="1684" y="663"/>
              <a:ext cx="1" cy="542"/>
              <a:chOff x="1750" y="1509"/>
              <a:chExt cx="1" cy="542"/>
            </a:xfrm>
          </p:grpSpPr>
          <p:sp>
            <p:nvSpPr>
              <p:cNvPr id="17734" name="Freeform 111"/>
              <p:cNvSpPr>
                <a:spLocks/>
              </p:cNvSpPr>
              <p:nvPr/>
            </p:nvSpPr>
            <p:spPr bwMode="auto">
              <a:xfrm>
                <a:off x="1750" y="1509"/>
                <a:ext cx="1" cy="215"/>
              </a:xfrm>
              <a:custGeom>
                <a:avLst/>
                <a:gdLst>
                  <a:gd name="T0" fmla="*/ 0 w 1"/>
                  <a:gd name="T1" fmla="*/ 0 h 929"/>
                  <a:gd name="T2" fmla="*/ 0 w 1"/>
                  <a:gd name="T3" fmla="*/ 12 h 929"/>
                  <a:gd name="T4" fmla="*/ 1 w 1"/>
                  <a:gd name="T5" fmla="*/ 12 h 9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29">
                    <a:moveTo>
                      <a:pt x="0" y="0"/>
                    </a:moveTo>
                    <a:lnTo>
                      <a:pt x="0" y="929"/>
                    </a:lnTo>
                    <a:lnTo>
                      <a:pt x="1" y="92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35" name="Freeform 112"/>
              <p:cNvSpPr>
                <a:spLocks/>
              </p:cNvSpPr>
              <p:nvPr/>
            </p:nvSpPr>
            <p:spPr bwMode="auto">
              <a:xfrm>
                <a:off x="1750" y="1810"/>
                <a:ext cx="1" cy="241"/>
              </a:xfrm>
              <a:custGeom>
                <a:avLst/>
                <a:gdLst>
                  <a:gd name="T0" fmla="*/ 0 w 1"/>
                  <a:gd name="T1" fmla="*/ 0 h 1039"/>
                  <a:gd name="T2" fmla="*/ 0 w 1"/>
                  <a:gd name="T3" fmla="*/ 13 h 1039"/>
                  <a:gd name="T4" fmla="*/ 1 w 1"/>
                  <a:gd name="T5" fmla="*/ 13 h 10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39">
                    <a:moveTo>
                      <a:pt x="0" y="0"/>
                    </a:moveTo>
                    <a:lnTo>
                      <a:pt x="0" y="1039"/>
                    </a:lnTo>
                    <a:lnTo>
                      <a:pt x="1" y="10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36" name="Freeform 113"/>
              <p:cNvSpPr>
                <a:spLocks/>
              </p:cNvSpPr>
              <p:nvPr/>
            </p:nvSpPr>
            <p:spPr bwMode="auto">
              <a:xfrm>
                <a:off x="1750" y="1757"/>
                <a:ext cx="1" cy="20"/>
              </a:xfrm>
              <a:custGeom>
                <a:avLst/>
                <a:gdLst>
                  <a:gd name="T0" fmla="*/ 0 w 1"/>
                  <a:gd name="T1" fmla="*/ 0 h 90"/>
                  <a:gd name="T2" fmla="*/ 0 w 1"/>
                  <a:gd name="T3" fmla="*/ 1 h 90"/>
                  <a:gd name="T4" fmla="*/ 1 w 1"/>
                  <a:gd name="T5" fmla="*/ 1 h 9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0">
                    <a:moveTo>
                      <a:pt x="0" y="0"/>
                    </a:moveTo>
                    <a:lnTo>
                      <a:pt x="0" y="90"/>
                    </a:lnTo>
                    <a:lnTo>
                      <a:pt x="1" y="9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701" name="Freeform 114"/>
            <p:cNvSpPr>
              <a:spLocks/>
            </p:cNvSpPr>
            <p:nvPr/>
          </p:nvSpPr>
          <p:spPr bwMode="auto">
            <a:xfrm>
              <a:off x="1926" y="1040"/>
              <a:ext cx="1" cy="112"/>
            </a:xfrm>
            <a:custGeom>
              <a:avLst/>
              <a:gdLst>
                <a:gd name="T0" fmla="*/ 0 w 1"/>
                <a:gd name="T1" fmla="*/ 6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2" name="Freeform 115"/>
            <p:cNvSpPr>
              <a:spLocks/>
            </p:cNvSpPr>
            <p:nvPr/>
          </p:nvSpPr>
          <p:spPr bwMode="auto">
            <a:xfrm>
              <a:off x="1860" y="1040"/>
              <a:ext cx="66" cy="1"/>
            </a:xfrm>
            <a:custGeom>
              <a:avLst/>
              <a:gdLst>
                <a:gd name="T0" fmla="*/ 4 w 263"/>
                <a:gd name="T1" fmla="*/ 0 h 1"/>
                <a:gd name="T2" fmla="*/ 0 w 263"/>
                <a:gd name="T3" fmla="*/ 0 h 1"/>
                <a:gd name="T4" fmla="*/ 0 w 26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3" h="1">
                  <a:moveTo>
                    <a:pt x="2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3" name="Freeform 116"/>
            <p:cNvSpPr>
              <a:spLocks/>
            </p:cNvSpPr>
            <p:nvPr/>
          </p:nvSpPr>
          <p:spPr bwMode="auto">
            <a:xfrm>
              <a:off x="2177" y="990"/>
              <a:ext cx="263" cy="1"/>
            </a:xfrm>
            <a:custGeom>
              <a:avLst/>
              <a:gdLst>
                <a:gd name="T0" fmla="*/ 0 w 1053"/>
                <a:gd name="T1" fmla="*/ 0 h 1"/>
                <a:gd name="T2" fmla="*/ 16 w 1053"/>
                <a:gd name="T3" fmla="*/ 0 h 1"/>
                <a:gd name="T4" fmla="*/ 16 w 105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3" h="1">
                  <a:moveTo>
                    <a:pt x="0" y="0"/>
                  </a:moveTo>
                  <a:lnTo>
                    <a:pt x="1052" y="0"/>
                  </a:lnTo>
                  <a:lnTo>
                    <a:pt x="105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4" name="Freeform 117"/>
            <p:cNvSpPr>
              <a:spLocks/>
            </p:cNvSpPr>
            <p:nvPr/>
          </p:nvSpPr>
          <p:spPr bwMode="auto">
            <a:xfrm>
              <a:off x="2221" y="890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5 h 436"/>
                <a:gd name="T4" fmla="*/ 1 w 1"/>
                <a:gd name="T5" fmla="*/ 5 h 4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5" name="Freeform 118"/>
            <p:cNvSpPr>
              <a:spLocks/>
            </p:cNvSpPr>
            <p:nvPr/>
          </p:nvSpPr>
          <p:spPr bwMode="auto">
            <a:xfrm>
              <a:off x="2221" y="1025"/>
              <a:ext cx="1" cy="15"/>
            </a:xfrm>
            <a:custGeom>
              <a:avLst/>
              <a:gdLst>
                <a:gd name="T0" fmla="*/ 0 w 1"/>
                <a:gd name="T1" fmla="*/ 0 h 63"/>
                <a:gd name="T2" fmla="*/ 0 w 1"/>
                <a:gd name="T3" fmla="*/ 1 h 63"/>
                <a:gd name="T4" fmla="*/ 1 w 1"/>
                <a:gd name="T5" fmla="*/ 1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">
                  <a:moveTo>
                    <a:pt x="0" y="0"/>
                  </a:moveTo>
                  <a:lnTo>
                    <a:pt x="0" y="63"/>
                  </a:lnTo>
                  <a:lnTo>
                    <a:pt x="1" y="63"/>
                  </a:lnTo>
                </a:path>
              </a:pathLst>
            </a:custGeom>
            <a:noFill/>
            <a:ln w="19050" cmpd="sng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6" name="Freeform 119"/>
            <p:cNvSpPr>
              <a:spLocks/>
            </p:cNvSpPr>
            <p:nvPr/>
          </p:nvSpPr>
          <p:spPr bwMode="auto">
            <a:xfrm>
              <a:off x="2221" y="1000"/>
              <a:ext cx="1" cy="15"/>
            </a:xfrm>
            <a:custGeom>
              <a:avLst/>
              <a:gdLst>
                <a:gd name="T0" fmla="*/ 0 w 1"/>
                <a:gd name="T1" fmla="*/ 0 h 72"/>
                <a:gd name="T2" fmla="*/ 0 w 1"/>
                <a:gd name="T3" fmla="*/ 1 h 72"/>
                <a:gd name="T4" fmla="*/ 1 w 1"/>
                <a:gd name="T5" fmla="*/ 1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2">
                  <a:moveTo>
                    <a:pt x="0" y="0"/>
                  </a:moveTo>
                  <a:lnTo>
                    <a:pt x="0" y="72"/>
                  </a:lnTo>
                  <a:lnTo>
                    <a:pt x="1" y="72"/>
                  </a:lnTo>
                </a:path>
              </a:pathLst>
            </a:custGeom>
            <a:noFill/>
            <a:ln w="19050" cmpd="sng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707" name="Group 120"/>
            <p:cNvGrpSpPr>
              <a:grpSpLocks/>
            </p:cNvGrpSpPr>
            <p:nvPr/>
          </p:nvGrpSpPr>
          <p:grpSpPr bwMode="auto">
            <a:xfrm>
              <a:off x="2236" y="990"/>
              <a:ext cx="147" cy="162"/>
              <a:chOff x="2302" y="1836"/>
              <a:chExt cx="147" cy="162"/>
            </a:xfrm>
          </p:grpSpPr>
          <p:sp>
            <p:nvSpPr>
              <p:cNvPr id="17730" name="Freeform 121"/>
              <p:cNvSpPr>
                <a:spLocks/>
              </p:cNvSpPr>
              <p:nvPr/>
            </p:nvSpPr>
            <p:spPr bwMode="auto">
              <a:xfrm>
                <a:off x="2302" y="1926"/>
                <a:ext cx="1" cy="72"/>
              </a:xfrm>
              <a:custGeom>
                <a:avLst/>
                <a:gdLst>
                  <a:gd name="T0" fmla="*/ 0 w 1"/>
                  <a:gd name="T1" fmla="*/ 4 h 314"/>
                  <a:gd name="T2" fmla="*/ 0 w 1"/>
                  <a:gd name="T3" fmla="*/ 0 h 314"/>
                  <a:gd name="T4" fmla="*/ 1 w 1"/>
                  <a:gd name="T5" fmla="*/ 0 h 3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14">
                    <a:moveTo>
                      <a:pt x="0" y="31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31" name="Freeform 122"/>
              <p:cNvSpPr>
                <a:spLocks/>
              </p:cNvSpPr>
              <p:nvPr/>
            </p:nvSpPr>
            <p:spPr bwMode="auto">
              <a:xfrm>
                <a:off x="2302" y="1836"/>
                <a:ext cx="1" cy="72"/>
              </a:xfrm>
              <a:custGeom>
                <a:avLst/>
                <a:gdLst>
                  <a:gd name="T0" fmla="*/ 0 w 1"/>
                  <a:gd name="T1" fmla="*/ 4 h 312"/>
                  <a:gd name="T2" fmla="*/ 0 w 1"/>
                  <a:gd name="T3" fmla="*/ 0 h 312"/>
                  <a:gd name="T4" fmla="*/ 1 w 1"/>
                  <a:gd name="T5" fmla="*/ 0 h 3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12">
                    <a:moveTo>
                      <a:pt x="0" y="3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32" name="Freeform 123"/>
              <p:cNvSpPr>
                <a:spLocks/>
              </p:cNvSpPr>
              <p:nvPr/>
            </p:nvSpPr>
            <p:spPr bwMode="auto">
              <a:xfrm>
                <a:off x="2448" y="1926"/>
                <a:ext cx="1" cy="72"/>
              </a:xfrm>
              <a:custGeom>
                <a:avLst/>
                <a:gdLst>
                  <a:gd name="T0" fmla="*/ 0 w 1"/>
                  <a:gd name="T1" fmla="*/ 4 h 314"/>
                  <a:gd name="T2" fmla="*/ 0 w 1"/>
                  <a:gd name="T3" fmla="*/ 0 h 314"/>
                  <a:gd name="T4" fmla="*/ 1 w 1"/>
                  <a:gd name="T5" fmla="*/ 0 h 3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14">
                    <a:moveTo>
                      <a:pt x="0" y="31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33" name="Freeform 124"/>
              <p:cNvSpPr>
                <a:spLocks/>
              </p:cNvSpPr>
              <p:nvPr/>
            </p:nvSpPr>
            <p:spPr bwMode="auto">
              <a:xfrm>
                <a:off x="2448" y="1836"/>
                <a:ext cx="1" cy="72"/>
              </a:xfrm>
              <a:custGeom>
                <a:avLst/>
                <a:gdLst>
                  <a:gd name="T0" fmla="*/ 0 w 1"/>
                  <a:gd name="T1" fmla="*/ 4 h 312"/>
                  <a:gd name="T2" fmla="*/ 0 w 1"/>
                  <a:gd name="T3" fmla="*/ 0 h 312"/>
                  <a:gd name="T4" fmla="*/ 1 w 1"/>
                  <a:gd name="T5" fmla="*/ 0 h 3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12">
                    <a:moveTo>
                      <a:pt x="0" y="3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708" name="Freeform 125"/>
            <p:cNvSpPr>
              <a:spLocks/>
            </p:cNvSpPr>
            <p:nvPr/>
          </p:nvSpPr>
          <p:spPr bwMode="auto">
            <a:xfrm>
              <a:off x="2397" y="890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5 h 436"/>
                <a:gd name="T4" fmla="*/ 1 w 1"/>
                <a:gd name="T5" fmla="*/ 5 h 4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9" name="Freeform 126"/>
            <p:cNvSpPr>
              <a:spLocks/>
            </p:cNvSpPr>
            <p:nvPr/>
          </p:nvSpPr>
          <p:spPr bwMode="auto">
            <a:xfrm>
              <a:off x="2397" y="1025"/>
              <a:ext cx="1" cy="15"/>
            </a:xfrm>
            <a:custGeom>
              <a:avLst/>
              <a:gdLst>
                <a:gd name="T0" fmla="*/ 0 w 1"/>
                <a:gd name="T1" fmla="*/ 0 h 69"/>
                <a:gd name="T2" fmla="*/ 0 w 1"/>
                <a:gd name="T3" fmla="*/ 1 h 69"/>
                <a:gd name="T4" fmla="*/ 1 w 1"/>
                <a:gd name="T5" fmla="*/ 1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9">
                  <a:moveTo>
                    <a:pt x="0" y="0"/>
                  </a:moveTo>
                  <a:lnTo>
                    <a:pt x="0" y="69"/>
                  </a:lnTo>
                  <a:lnTo>
                    <a:pt x="1" y="69"/>
                  </a:lnTo>
                </a:path>
              </a:pathLst>
            </a:custGeom>
            <a:noFill/>
            <a:ln w="19050" cmpd="sng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0" name="Freeform 127"/>
            <p:cNvSpPr>
              <a:spLocks/>
            </p:cNvSpPr>
            <p:nvPr/>
          </p:nvSpPr>
          <p:spPr bwMode="auto">
            <a:xfrm>
              <a:off x="2397" y="996"/>
              <a:ext cx="1" cy="20"/>
            </a:xfrm>
            <a:custGeom>
              <a:avLst/>
              <a:gdLst>
                <a:gd name="T0" fmla="*/ 0 w 1"/>
                <a:gd name="T1" fmla="*/ 0 h 87"/>
                <a:gd name="T2" fmla="*/ 0 w 1"/>
                <a:gd name="T3" fmla="*/ 1 h 87"/>
                <a:gd name="T4" fmla="*/ 1 w 1"/>
                <a:gd name="T5" fmla="*/ 1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7">
                  <a:moveTo>
                    <a:pt x="0" y="0"/>
                  </a:moveTo>
                  <a:lnTo>
                    <a:pt x="0" y="87"/>
                  </a:lnTo>
                  <a:lnTo>
                    <a:pt x="1" y="87"/>
                  </a:lnTo>
                </a:path>
              </a:pathLst>
            </a:custGeom>
            <a:noFill/>
            <a:ln w="19050" cmpd="sng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1" name="Freeform 128"/>
            <p:cNvSpPr>
              <a:spLocks/>
            </p:cNvSpPr>
            <p:nvPr/>
          </p:nvSpPr>
          <p:spPr bwMode="auto">
            <a:xfrm>
              <a:off x="1509" y="696"/>
              <a:ext cx="351" cy="1"/>
            </a:xfrm>
            <a:custGeom>
              <a:avLst/>
              <a:gdLst>
                <a:gd name="T0" fmla="*/ 22 w 1403"/>
                <a:gd name="T1" fmla="*/ 0 h 1"/>
                <a:gd name="T2" fmla="*/ 0 w 1403"/>
                <a:gd name="T3" fmla="*/ 0 h 1"/>
                <a:gd name="T4" fmla="*/ 0 w 140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3" h="1">
                  <a:moveTo>
                    <a:pt x="140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2" name="Freeform 129"/>
            <p:cNvSpPr>
              <a:spLocks/>
            </p:cNvSpPr>
            <p:nvPr/>
          </p:nvSpPr>
          <p:spPr bwMode="auto">
            <a:xfrm>
              <a:off x="1509" y="696"/>
              <a:ext cx="1" cy="105"/>
            </a:xfrm>
            <a:custGeom>
              <a:avLst/>
              <a:gdLst>
                <a:gd name="T0" fmla="*/ 0 w 1"/>
                <a:gd name="T1" fmla="*/ 6 h 455"/>
                <a:gd name="T2" fmla="*/ 0 w 1"/>
                <a:gd name="T3" fmla="*/ 0 h 455"/>
                <a:gd name="T4" fmla="*/ 1 w 1"/>
                <a:gd name="T5" fmla="*/ 0 h 4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55">
                  <a:moveTo>
                    <a:pt x="0" y="45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3" name="Freeform 130"/>
            <p:cNvSpPr>
              <a:spLocks/>
            </p:cNvSpPr>
            <p:nvPr/>
          </p:nvSpPr>
          <p:spPr bwMode="auto">
            <a:xfrm>
              <a:off x="1572" y="696"/>
              <a:ext cx="4" cy="156"/>
            </a:xfrm>
            <a:custGeom>
              <a:avLst/>
              <a:gdLst>
                <a:gd name="T0" fmla="*/ 0 w 4"/>
                <a:gd name="T1" fmla="*/ 156 h 156"/>
                <a:gd name="T2" fmla="*/ 3 w 4"/>
                <a:gd name="T3" fmla="*/ 0 h 156"/>
                <a:gd name="T4" fmla="*/ 4 w 4"/>
                <a:gd name="T5" fmla="*/ 0 h 1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56">
                  <a:moveTo>
                    <a:pt x="0" y="156"/>
                  </a:moveTo>
                  <a:lnTo>
                    <a:pt x="3" y="0"/>
                  </a:lnTo>
                  <a:lnTo>
                    <a:pt x="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4" name="Freeform 131"/>
            <p:cNvSpPr>
              <a:spLocks/>
            </p:cNvSpPr>
            <p:nvPr/>
          </p:nvSpPr>
          <p:spPr bwMode="auto">
            <a:xfrm>
              <a:off x="2133" y="696"/>
              <a:ext cx="351" cy="1"/>
            </a:xfrm>
            <a:custGeom>
              <a:avLst/>
              <a:gdLst>
                <a:gd name="T0" fmla="*/ 0 w 1404"/>
                <a:gd name="T1" fmla="*/ 0 h 1"/>
                <a:gd name="T2" fmla="*/ 22 w 1404"/>
                <a:gd name="T3" fmla="*/ 0 h 1"/>
                <a:gd name="T4" fmla="*/ 22 w 140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4" h="1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715" name="Group 132"/>
            <p:cNvGrpSpPr>
              <a:grpSpLocks/>
            </p:cNvGrpSpPr>
            <p:nvPr/>
          </p:nvGrpSpPr>
          <p:grpSpPr bwMode="auto">
            <a:xfrm>
              <a:off x="2309" y="664"/>
              <a:ext cx="1" cy="519"/>
              <a:chOff x="2375" y="1510"/>
              <a:chExt cx="1" cy="519"/>
            </a:xfrm>
          </p:grpSpPr>
          <p:sp>
            <p:nvSpPr>
              <p:cNvPr id="17725" name="Freeform 133"/>
              <p:cNvSpPr>
                <a:spLocks/>
              </p:cNvSpPr>
              <p:nvPr/>
            </p:nvSpPr>
            <p:spPr bwMode="auto">
              <a:xfrm>
                <a:off x="2375" y="1627"/>
                <a:ext cx="1" cy="289"/>
              </a:xfrm>
              <a:custGeom>
                <a:avLst/>
                <a:gdLst>
                  <a:gd name="T0" fmla="*/ 0 w 1"/>
                  <a:gd name="T1" fmla="*/ 15 h 1250"/>
                  <a:gd name="T2" fmla="*/ 0 w 1"/>
                  <a:gd name="T3" fmla="*/ 0 h 1250"/>
                  <a:gd name="T4" fmla="*/ 1 w 1"/>
                  <a:gd name="T5" fmla="*/ 0 h 12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50">
                    <a:moveTo>
                      <a:pt x="0" y="12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6" name="Freeform 134"/>
              <p:cNvSpPr>
                <a:spLocks/>
              </p:cNvSpPr>
              <p:nvPr/>
            </p:nvSpPr>
            <p:spPr bwMode="auto">
              <a:xfrm>
                <a:off x="2375" y="1944"/>
                <a:ext cx="1" cy="85"/>
              </a:xfrm>
              <a:custGeom>
                <a:avLst/>
                <a:gdLst>
                  <a:gd name="T0" fmla="*/ 0 w 1"/>
                  <a:gd name="T1" fmla="*/ 5 h 369"/>
                  <a:gd name="T2" fmla="*/ 0 w 1"/>
                  <a:gd name="T3" fmla="*/ 0 h 369"/>
                  <a:gd name="T4" fmla="*/ 1 w 1"/>
                  <a:gd name="T5" fmla="*/ 0 h 3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9">
                    <a:moveTo>
                      <a:pt x="0" y="36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" name="Freeform 135"/>
              <p:cNvSpPr>
                <a:spLocks/>
              </p:cNvSpPr>
              <p:nvPr/>
            </p:nvSpPr>
            <p:spPr bwMode="auto">
              <a:xfrm>
                <a:off x="2375" y="1928"/>
                <a:ext cx="1" cy="4"/>
              </a:xfrm>
              <a:custGeom>
                <a:avLst/>
                <a:gdLst>
                  <a:gd name="T0" fmla="*/ 0 w 1"/>
                  <a:gd name="T1" fmla="*/ 0 h 21"/>
                  <a:gd name="T2" fmla="*/ 0 w 1"/>
                  <a:gd name="T3" fmla="*/ 0 h 21"/>
                  <a:gd name="T4" fmla="*/ 1 w 1"/>
                  <a:gd name="T5" fmla="*/ 0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1">
                    <a:moveTo>
                      <a:pt x="0" y="2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8" name="Freeform 136"/>
              <p:cNvSpPr>
                <a:spLocks/>
              </p:cNvSpPr>
              <p:nvPr/>
            </p:nvSpPr>
            <p:spPr bwMode="auto">
              <a:xfrm>
                <a:off x="2375" y="1510"/>
                <a:ext cx="1" cy="86"/>
              </a:xfrm>
              <a:custGeom>
                <a:avLst/>
                <a:gdLst>
                  <a:gd name="T0" fmla="*/ 0 w 1"/>
                  <a:gd name="T1" fmla="*/ 5 h 371"/>
                  <a:gd name="T2" fmla="*/ 0 w 1"/>
                  <a:gd name="T3" fmla="*/ 0 h 371"/>
                  <a:gd name="T4" fmla="*/ 1 w 1"/>
                  <a:gd name="T5" fmla="*/ 0 h 3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1">
                    <a:moveTo>
                      <a:pt x="0" y="37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9" name="Freeform 137"/>
              <p:cNvSpPr>
                <a:spLocks/>
              </p:cNvSpPr>
              <p:nvPr/>
            </p:nvSpPr>
            <p:spPr bwMode="auto">
              <a:xfrm>
                <a:off x="2375" y="1607"/>
                <a:ext cx="1" cy="7"/>
              </a:xfrm>
              <a:custGeom>
                <a:avLst/>
                <a:gdLst>
                  <a:gd name="T0" fmla="*/ 0 w 1"/>
                  <a:gd name="T1" fmla="*/ 0 h 29"/>
                  <a:gd name="T2" fmla="*/ 0 w 1"/>
                  <a:gd name="T3" fmla="*/ 0 h 29"/>
                  <a:gd name="T4" fmla="*/ 1 w 1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9">
                    <a:moveTo>
                      <a:pt x="0" y="2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716" name="Line 138"/>
            <p:cNvSpPr>
              <a:spLocks noChangeShapeType="1"/>
            </p:cNvSpPr>
            <p:nvPr/>
          </p:nvSpPr>
          <p:spPr bwMode="auto">
            <a:xfrm>
              <a:off x="917" y="1039"/>
              <a:ext cx="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7" name="Freeform 139"/>
            <p:cNvSpPr>
              <a:spLocks/>
            </p:cNvSpPr>
            <p:nvPr/>
          </p:nvSpPr>
          <p:spPr bwMode="auto">
            <a:xfrm>
              <a:off x="958" y="1038"/>
              <a:ext cx="260" cy="3"/>
            </a:xfrm>
            <a:custGeom>
              <a:avLst/>
              <a:gdLst>
                <a:gd name="T0" fmla="*/ 0 w 260"/>
                <a:gd name="T1" fmla="*/ 3 h 3"/>
                <a:gd name="T2" fmla="*/ 260 w 26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0" h="3">
                  <a:moveTo>
                    <a:pt x="0" y="3"/>
                  </a:moveTo>
                  <a:lnTo>
                    <a:pt x="260" y="0"/>
                  </a:lnTo>
                </a:path>
              </a:pathLst>
            </a:custGeom>
            <a:noFill/>
            <a:ln w="19050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" name="Line 140"/>
            <p:cNvSpPr>
              <a:spLocks noChangeShapeType="1"/>
            </p:cNvSpPr>
            <p:nvPr/>
          </p:nvSpPr>
          <p:spPr bwMode="auto">
            <a:xfrm>
              <a:off x="1393" y="1038"/>
              <a:ext cx="467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" name="Oval 141"/>
            <p:cNvSpPr>
              <a:spLocks noChangeArrowheads="1"/>
            </p:cNvSpPr>
            <p:nvPr/>
          </p:nvSpPr>
          <p:spPr bwMode="auto">
            <a:xfrm>
              <a:off x="968" y="1422"/>
              <a:ext cx="231" cy="24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720" name="Line 142"/>
            <p:cNvSpPr>
              <a:spLocks noChangeShapeType="1"/>
            </p:cNvSpPr>
            <p:nvPr/>
          </p:nvSpPr>
          <p:spPr bwMode="auto">
            <a:xfrm>
              <a:off x="1393" y="1451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" name="Line 143"/>
            <p:cNvSpPr>
              <a:spLocks noChangeShapeType="1"/>
            </p:cNvSpPr>
            <p:nvPr/>
          </p:nvSpPr>
          <p:spPr bwMode="auto">
            <a:xfrm>
              <a:off x="1394" y="1499"/>
              <a:ext cx="190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" name="Line 144"/>
            <p:cNvSpPr>
              <a:spLocks noChangeShapeType="1"/>
            </p:cNvSpPr>
            <p:nvPr/>
          </p:nvSpPr>
          <p:spPr bwMode="auto">
            <a:xfrm>
              <a:off x="1393" y="1586"/>
              <a:ext cx="191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" name="Line 145"/>
            <p:cNvSpPr>
              <a:spLocks noChangeShapeType="1"/>
            </p:cNvSpPr>
            <p:nvPr/>
          </p:nvSpPr>
          <p:spPr bwMode="auto">
            <a:xfrm>
              <a:off x="2177" y="990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4" name="Line 146"/>
            <p:cNvSpPr>
              <a:spLocks noChangeShapeType="1"/>
            </p:cNvSpPr>
            <p:nvPr/>
          </p:nvSpPr>
          <p:spPr bwMode="auto">
            <a:xfrm>
              <a:off x="2440" y="980"/>
              <a:ext cx="0" cy="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1939" name="Group 147"/>
          <p:cNvGrpSpPr>
            <a:grpSpLocks/>
          </p:cNvGrpSpPr>
          <p:nvPr/>
        </p:nvGrpSpPr>
        <p:grpSpPr bwMode="auto">
          <a:xfrm>
            <a:off x="4689475" y="1033463"/>
            <a:ext cx="2649538" cy="1841500"/>
            <a:chOff x="2954" y="651"/>
            <a:chExt cx="1669" cy="1160"/>
          </a:xfrm>
        </p:grpSpPr>
        <p:sp>
          <p:nvSpPr>
            <p:cNvPr id="17551" name="Arc 148"/>
            <p:cNvSpPr>
              <a:spLocks/>
            </p:cNvSpPr>
            <p:nvPr/>
          </p:nvSpPr>
          <p:spPr bwMode="auto">
            <a:xfrm flipH="1">
              <a:off x="4295" y="790"/>
              <a:ext cx="178" cy="89"/>
            </a:xfrm>
            <a:custGeom>
              <a:avLst/>
              <a:gdLst>
                <a:gd name="T0" fmla="*/ 0 w 43199"/>
                <a:gd name="T1" fmla="*/ 0 h 21600"/>
                <a:gd name="T2" fmla="*/ 0 w 43199"/>
                <a:gd name="T3" fmla="*/ 0 h 21600"/>
                <a:gd name="T4" fmla="*/ 0 w 4319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9" h="21600" fill="none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</a:path>
                <a:path w="43199" h="21600" stroke="0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lnTo>
                    <a:pt x="21599" y="21600"/>
                  </a:lnTo>
                  <a:lnTo>
                    <a:pt x="0" y="2134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52" name="Oval 149"/>
            <p:cNvSpPr>
              <a:spLocks noChangeArrowheads="1"/>
            </p:cNvSpPr>
            <p:nvPr/>
          </p:nvSpPr>
          <p:spPr bwMode="auto">
            <a:xfrm>
              <a:off x="4338" y="834"/>
              <a:ext cx="88" cy="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553" name="Line 150"/>
            <p:cNvSpPr>
              <a:spLocks noChangeShapeType="1"/>
            </p:cNvSpPr>
            <p:nvPr/>
          </p:nvSpPr>
          <p:spPr bwMode="auto">
            <a:xfrm>
              <a:off x="4264" y="878"/>
              <a:ext cx="2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54" name="Freeform 151"/>
            <p:cNvSpPr>
              <a:spLocks/>
            </p:cNvSpPr>
            <p:nvPr/>
          </p:nvSpPr>
          <p:spPr bwMode="auto">
            <a:xfrm>
              <a:off x="4209" y="684"/>
              <a:ext cx="1" cy="342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342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55" name="Line 152"/>
            <p:cNvSpPr>
              <a:spLocks noChangeShapeType="1"/>
            </p:cNvSpPr>
            <p:nvPr/>
          </p:nvSpPr>
          <p:spPr bwMode="auto">
            <a:xfrm>
              <a:off x="4557" y="678"/>
              <a:ext cx="0" cy="3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56" name="Rectangle 153"/>
            <p:cNvSpPr>
              <a:spLocks noChangeArrowheads="1"/>
            </p:cNvSpPr>
            <p:nvPr/>
          </p:nvSpPr>
          <p:spPr bwMode="auto">
            <a:xfrm>
              <a:off x="4140" y="1026"/>
              <a:ext cx="483" cy="11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557" name="Arc 154"/>
            <p:cNvSpPr>
              <a:spLocks/>
            </p:cNvSpPr>
            <p:nvPr/>
          </p:nvSpPr>
          <p:spPr bwMode="auto">
            <a:xfrm flipV="1">
              <a:off x="3716" y="1286"/>
              <a:ext cx="285" cy="486"/>
            </a:xfrm>
            <a:custGeom>
              <a:avLst/>
              <a:gdLst>
                <a:gd name="T0" fmla="*/ 0 w 25292"/>
                <a:gd name="T1" fmla="*/ 0 h 43200"/>
                <a:gd name="T2" fmla="*/ 0 w 25292"/>
                <a:gd name="T3" fmla="*/ 0 h 43200"/>
                <a:gd name="T4" fmla="*/ 0 w 2529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92" h="43200" fill="none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</a:path>
                <a:path w="25292" h="43200" stroke="0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  <a:lnTo>
                    <a:pt x="3692" y="21600"/>
                  </a:lnTo>
                  <a:lnTo>
                    <a:pt x="938" y="17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58" name="Oval 155"/>
            <p:cNvSpPr>
              <a:spLocks noChangeArrowheads="1"/>
            </p:cNvSpPr>
            <p:nvPr/>
          </p:nvSpPr>
          <p:spPr bwMode="auto">
            <a:xfrm>
              <a:off x="3657" y="1428"/>
              <a:ext cx="197" cy="19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559" name="Oval 156"/>
            <p:cNvSpPr>
              <a:spLocks noChangeArrowheads="1"/>
            </p:cNvSpPr>
            <p:nvPr/>
          </p:nvSpPr>
          <p:spPr bwMode="auto">
            <a:xfrm>
              <a:off x="3583" y="1367"/>
              <a:ext cx="345" cy="32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560" name="Oval 157"/>
            <p:cNvSpPr>
              <a:spLocks noChangeArrowheads="1"/>
            </p:cNvSpPr>
            <p:nvPr/>
          </p:nvSpPr>
          <p:spPr bwMode="auto">
            <a:xfrm>
              <a:off x="3090" y="1464"/>
              <a:ext cx="139" cy="13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561" name="Freeform 158"/>
            <p:cNvSpPr>
              <a:spLocks/>
            </p:cNvSpPr>
            <p:nvPr/>
          </p:nvSpPr>
          <p:spPr bwMode="auto">
            <a:xfrm>
              <a:off x="3142" y="1702"/>
              <a:ext cx="587" cy="69"/>
            </a:xfrm>
            <a:custGeom>
              <a:avLst/>
              <a:gdLst>
                <a:gd name="T0" fmla="*/ 0 w 2350"/>
                <a:gd name="T1" fmla="*/ 0 h 300"/>
                <a:gd name="T2" fmla="*/ 37 w 2350"/>
                <a:gd name="T3" fmla="*/ 4 h 300"/>
                <a:gd name="T4" fmla="*/ 37 w 2350"/>
                <a:gd name="T5" fmla="*/ 4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50" h="300">
                  <a:moveTo>
                    <a:pt x="0" y="0"/>
                  </a:moveTo>
                  <a:lnTo>
                    <a:pt x="2349" y="300"/>
                  </a:lnTo>
                  <a:lnTo>
                    <a:pt x="2350" y="30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2" name="Freeform 159"/>
            <p:cNvSpPr>
              <a:spLocks/>
            </p:cNvSpPr>
            <p:nvPr/>
          </p:nvSpPr>
          <p:spPr bwMode="auto">
            <a:xfrm>
              <a:off x="3142" y="1288"/>
              <a:ext cx="587" cy="70"/>
            </a:xfrm>
            <a:custGeom>
              <a:avLst/>
              <a:gdLst>
                <a:gd name="T0" fmla="*/ 0 w 2350"/>
                <a:gd name="T1" fmla="*/ 4 h 301"/>
                <a:gd name="T2" fmla="*/ 37 w 2350"/>
                <a:gd name="T3" fmla="*/ 0 h 301"/>
                <a:gd name="T4" fmla="*/ 37 w 2350"/>
                <a:gd name="T5" fmla="*/ 0 h 3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50" h="301">
                  <a:moveTo>
                    <a:pt x="0" y="301"/>
                  </a:moveTo>
                  <a:lnTo>
                    <a:pt x="2349" y="0"/>
                  </a:lnTo>
                  <a:lnTo>
                    <a:pt x="235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3" name="Arc 160"/>
            <p:cNvSpPr>
              <a:spLocks/>
            </p:cNvSpPr>
            <p:nvPr/>
          </p:nvSpPr>
          <p:spPr bwMode="auto">
            <a:xfrm flipH="1" flipV="1">
              <a:off x="2990" y="1360"/>
              <a:ext cx="173" cy="342"/>
            </a:xfrm>
            <a:custGeom>
              <a:avLst/>
              <a:gdLst>
                <a:gd name="T0" fmla="*/ 0 w 21600"/>
                <a:gd name="T1" fmla="*/ 0 h 42790"/>
                <a:gd name="T2" fmla="*/ 0 w 21600"/>
                <a:gd name="T3" fmla="*/ 0 h 42790"/>
                <a:gd name="T4" fmla="*/ 0 w 21600"/>
                <a:gd name="T5" fmla="*/ 0 h 427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2790" fill="none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</a:path>
                <a:path w="21600" h="42790" stroke="0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  <a:lnTo>
                    <a:pt x="0" y="21328"/>
                  </a:lnTo>
                  <a:lnTo>
                    <a:pt x="341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64" name="Freeform 161"/>
            <p:cNvSpPr>
              <a:spLocks/>
            </p:cNvSpPr>
            <p:nvPr/>
          </p:nvSpPr>
          <p:spPr bwMode="auto">
            <a:xfrm>
              <a:off x="3031" y="978"/>
              <a:ext cx="4" cy="5"/>
            </a:xfrm>
            <a:custGeom>
              <a:avLst/>
              <a:gdLst>
                <a:gd name="T0" fmla="*/ 0 w 19"/>
                <a:gd name="T1" fmla="*/ 0 h 18"/>
                <a:gd name="T2" fmla="*/ 0 w 19"/>
                <a:gd name="T3" fmla="*/ 0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18"/>
                  </a:moveTo>
                  <a:lnTo>
                    <a:pt x="18" y="0"/>
                  </a:lnTo>
                  <a:lnTo>
                    <a:pt x="1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5" name="Freeform 162"/>
            <p:cNvSpPr>
              <a:spLocks/>
            </p:cNvSpPr>
            <p:nvPr/>
          </p:nvSpPr>
          <p:spPr bwMode="auto">
            <a:xfrm>
              <a:off x="3082" y="1134"/>
              <a:ext cx="8" cy="6"/>
            </a:xfrm>
            <a:custGeom>
              <a:avLst/>
              <a:gdLst>
                <a:gd name="T0" fmla="*/ 0 w 30"/>
                <a:gd name="T1" fmla="*/ 0 h 30"/>
                <a:gd name="T2" fmla="*/ 1 w 30"/>
                <a:gd name="T3" fmla="*/ 0 h 30"/>
                <a:gd name="T4" fmla="*/ 1 w 30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0">
                  <a:moveTo>
                    <a:pt x="0" y="30"/>
                  </a:moveTo>
                  <a:lnTo>
                    <a:pt x="29" y="0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6" name="Freeform 163"/>
            <p:cNvSpPr>
              <a:spLocks/>
            </p:cNvSpPr>
            <p:nvPr/>
          </p:nvSpPr>
          <p:spPr bwMode="auto">
            <a:xfrm>
              <a:off x="3235" y="978"/>
              <a:ext cx="8" cy="9"/>
            </a:xfrm>
            <a:custGeom>
              <a:avLst/>
              <a:gdLst>
                <a:gd name="T0" fmla="*/ 0 w 34"/>
                <a:gd name="T1" fmla="*/ 1 h 35"/>
                <a:gd name="T2" fmla="*/ 0 w 34"/>
                <a:gd name="T3" fmla="*/ 0 h 35"/>
                <a:gd name="T4" fmla="*/ 0 w 34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5">
                  <a:moveTo>
                    <a:pt x="0" y="35"/>
                  </a:moveTo>
                  <a:lnTo>
                    <a:pt x="33" y="0"/>
                  </a:lnTo>
                  <a:lnTo>
                    <a:pt x="3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7" name="Freeform 164"/>
            <p:cNvSpPr>
              <a:spLocks/>
            </p:cNvSpPr>
            <p:nvPr/>
          </p:nvSpPr>
          <p:spPr bwMode="auto">
            <a:xfrm>
              <a:off x="3867" y="684"/>
              <a:ext cx="15" cy="15"/>
            </a:xfrm>
            <a:custGeom>
              <a:avLst/>
              <a:gdLst>
                <a:gd name="T0" fmla="*/ 0 w 63"/>
                <a:gd name="T1" fmla="*/ 1 h 67"/>
                <a:gd name="T2" fmla="*/ 1 w 63"/>
                <a:gd name="T3" fmla="*/ 0 h 67"/>
                <a:gd name="T4" fmla="*/ 1 w 63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67">
                  <a:moveTo>
                    <a:pt x="0" y="67"/>
                  </a:moveTo>
                  <a:lnTo>
                    <a:pt x="62" y="0"/>
                  </a:lnTo>
                  <a:lnTo>
                    <a:pt x="6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8" name="Freeform 165"/>
            <p:cNvSpPr>
              <a:spLocks/>
            </p:cNvSpPr>
            <p:nvPr/>
          </p:nvSpPr>
          <p:spPr bwMode="auto">
            <a:xfrm>
              <a:off x="3638" y="1130"/>
              <a:ext cx="10" cy="10"/>
            </a:xfrm>
            <a:custGeom>
              <a:avLst/>
              <a:gdLst>
                <a:gd name="T0" fmla="*/ 0 w 42"/>
                <a:gd name="T1" fmla="*/ 0 h 45"/>
                <a:gd name="T2" fmla="*/ 0 w 42"/>
                <a:gd name="T3" fmla="*/ 0 h 45"/>
                <a:gd name="T4" fmla="*/ 0 w 42"/>
                <a:gd name="T5" fmla="*/ 0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5">
                  <a:moveTo>
                    <a:pt x="0" y="45"/>
                  </a:moveTo>
                  <a:lnTo>
                    <a:pt x="41" y="0"/>
                  </a:lnTo>
                  <a:lnTo>
                    <a:pt x="4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9" name="Freeform 166"/>
            <p:cNvSpPr>
              <a:spLocks/>
            </p:cNvSpPr>
            <p:nvPr/>
          </p:nvSpPr>
          <p:spPr bwMode="auto">
            <a:xfrm>
              <a:off x="3985" y="1126"/>
              <a:ext cx="14" cy="14"/>
            </a:xfrm>
            <a:custGeom>
              <a:avLst/>
              <a:gdLst>
                <a:gd name="T0" fmla="*/ 0 w 56"/>
                <a:gd name="T1" fmla="*/ 1 h 61"/>
                <a:gd name="T2" fmla="*/ 1 w 56"/>
                <a:gd name="T3" fmla="*/ 0 h 61"/>
                <a:gd name="T4" fmla="*/ 1 w 56"/>
                <a:gd name="T5" fmla="*/ 0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61">
                  <a:moveTo>
                    <a:pt x="0" y="61"/>
                  </a:moveTo>
                  <a:lnTo>
                    <a:pt x="55" y="0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0" name="Freeform 167"/>
            <p:cNvSpPr>
              <a:spLocks/>
            </p:cNvSpPr>
            <p:nvPr/>
          </p:nvSpPr>
          <p:spPr bwMode="auto">
            <a:xfrm>
              <a:off x="3466" y="922"/>
              <a:ext cx="182" cy="1"/>
            </a:xfrm>
            <a:custGeom>
              <a:avLst/>
              <a:gdLst>
                <a:gd name="T0" fmla="*/ 11 w 729"/>
                <a:gd name="T1" fmla="*/ 0 h 1"/>
                <a:gd name="T2" fmla="*/ 0 w 729"/>
                <a:gd name="T3" fmla="*/ 0 h 1"/>
                <a:gd name="T4" fmla="*/ 0 w 72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9" h="1">
                  <a:moveTo>
                    <a:pt x="72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1" name="Freeform 168"/>
            <p:cNvSpPr>
              <a:spLocks/>
            </p:cNvSpPr>
            <p:nvPr/>
          </p:nvSpPr>
          <p:spPr bwMode="auto">
            <a:xfrm>
              <a:off x="3466" y="828"/>
              <a:ext cx="188" cy="5"/>
            </a:xfrm>
            <a:custGeom>
              <a:avLst/>
              <a:gdLst>
                <a:gd name="T0" fmla="*/ 188 w 188"/>
                <a:gd name="T1" fmla="*/ 0 h 5"/>
                <a:gd name="T2" fmla="*/ 0 w 188"/>
                <a:gd name="T3" fmla="*/ 5 h 5"/>
                <a:gd name="T4" fmla="*/ 0 w 188"/>
                <a:gd name="T5" fmla="*/ 5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8" h="5">
                  <a:moveTo>
                    <a:pt x="188" y="0"/>
                  </a:moveTo>
                  <a:lnTo>
                    <a:pt x="0" y="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2" name="Freeform 169"/>
            <p:cNvSpPr>
              <a:spLocks/>
            </p:cNvSpPr>
            <p:nvPr/>
          </p:nvSpPr>
          <p:spPr bwMode="auto">
            <a:xfrm>
              <a:off x="3466" y="789"/>
              <a:ext cx="116" cy="1"/>
            </a:xfrm>
            <a:custGeom>
              <a:avLst/>
              <a:gdLst>
                <a:gd name="T0" fmla="*/ 7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6" h="1">
                  <a:moveTo>
                    <a:pt x="46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3" name="Freeform 170"/>
            <p:cNvSpPr>
              <a:spLocks/>
            </p:cNvSpPr>
            <p:nvPr/>
          </p:nvSpPr>
          <p:spPr bwMode="auto">
            <a:xfrm>
              <a:off x="3466" y="1618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9 w 561"/>
                <a:gd name="T3" fmla="*/ 0 h 1"/>
                <a:gd name="T4" fmla="*/ 9 w 5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4" name="Freeform 171"/>
            <p:cNvSpPr>
              <a:spLocks/>
            </p:cNvSpPr>
            <p:nvPr/>
          </p:nvSpPr>
          <p:spPr bwMode="auto">
            <a:xfrm>
              <a:off x="3466" y="1441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9 w 561"/>
                <a:gd name="T3" fmla="*/ 0 h 1"/>
                <a:gd name="T4" fmla="*/ 9 w 5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5" name="Freeform 172"/>
            <p:cNvSpPr>
              <a:spLocks/>
            </p:cNvSpPr>
            <p:nvPr/>
          </p:nvSpPr>
          <p:spPr bwMode="auto">
            <a:xfrm>
              <a:off x="2990" y="1140"/>
              <a:ext cx="1009" cy="1"/>
            </a:xfrm>
            <a:custGeom>
              <a:avLst/>
              <a:gdLst>
                <a:gd name="T0" fmla="*/ 63 w 4033"/>
                <a:gd name="T1" fmla="*/ 0 h 1"/>
                <a:gd name="T2" fmla="*/ 0 w 4033"/>
                <a:gd name="T3" fmla="*/ 0 h 1"/>
                <a:gd name="T4" fmla="*/ 0 w 403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33" h="1">
                  <a:moveTo>
                    <a:pt x="403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6" name="Freeform 173"/>
            <p:cNvSpPr>
              <a:spLocks/>
            </p:cNvSpPr>
            <p:nvPr/>
          </p:nvSpPr>
          <p:spPr bwMode="auto">
            <a:xfrm>
              <a:off x="3466" y="789"/>
              <a:ext cx="1" cy="239"/>
            </a:xfrm>
            <a:custGeom>
              <a:avLst/>
              <a:gdLst>
                <a:gd name="T0" fmla="*/ 0 w 1"/>
                <a:gd name="T1" fmla="*/ 0 h 1034"/>
                <a:gd name="T2" fmla="*/ 0 w 1"/>
                <a:gd name="T3" fmla="*/ 13 h 1034"/>
                <a:gd name="T4" fmla="*/ 1 w 1"/>
                <a:gd name="T5" fmla="*/ 13 h 10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034">
                  <a:moveTo>
                    <a:pt x="0" y="0"/>
                  </a:moveTo>
                  <a:lnTo>
                    <a:pt x="0" y="1034"/>
                  </a:lnTo>
                  <a:lnTo>
                    <a:pt x="1" y="103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7" name="Freeform 174"/>
            <p:cNvSpPr>
              <a:spLocks/>
            </p:cNvSpPr>
            <p:nvPr/>
          </p:nvSpPr>
          <p:spPr bwMode="auto">
            <a:xfrm>
              <a:off x="3162" y="1374"/>
              <a:ext cx="1" cy="310"/>
            </a:xfrm>
            <a:custGeom>
              <a:avLst/>
              <a:gdLst>
                <a:gd name="T0" fmla="*/ 0 w 1"/>
                <a:gd name="T1" fmla="*/ 0 h 1347"/>
                <a:gd name="T2" fmla="*/ 0 w 1"/>
                <a:gd name="T3" fmla="*/ 16 h 1347"/>
                <a:gd name="T4" fmla="*/ 1 w 1"/>
                <a:gd name="T5" fmla="*/ 16 h 13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47">
                  <a:moveTo>
                    <a:pt x="0" y="0"/>
                  </a:moveTo>
                  <a:lnTo>
                    <a:pt x="0" y="1347"/>
                  </a:lnTo>
                  <a:lnTo>
                    <a:pt x="1" y="134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78" name="Group 175"/>
            <p:cNvGrpSpPr>
              <a:grpSpLocks/>
            </p:cNvGrpSpPr>
            <p:nvPr/>
          </p:nvGrpSpPr>
          <p:grpSpPr bwMode="auto">
            <a:xfrm>
              <a:off x="2990" y="684"/>
              <a:ext cx="1009" cy="456"/>
              <a:chOff x="983" y="1542"/>
              <a:chExt cx="1009" cy="456"/>
            </a:xfrm>
          </p:grpSpPr>
          <p:sp>
            <p:nvSpPr>
              <p:cNvPr id="17632" name="Freeform 176"/>
              <p:cNvSpPr>
                <a:spLocks/>
              </p:cNvSpPr>
              <p:nvPr/>
            </p:nvSpPr>
            <p:spPr bwMode="auto">
              <a:xfrm>
                <a:off x="1228" y="1855"/>
                <a:ext cx="59" cy="59"/>
              </a:xfrm>
              <a:custGeom>
                <a:avLst/>
                <a:gdLst>
                  <a:gd name="T0" fmla="*/ 0 w 235"/>
                  <a:gd name="T1" fmla="*/ 3 h 255"/>
                  <a:gd name="T2" fmla="*/ 4 w 235"/>
                  <a:gd name="T3" fmla="*/ 0 h 255"/>
                  <a:gd name="T4" fmla="*/ 4 w 235"/>
                  <a:gd name="T5" fmla="*/ 0 h 2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5" h="255">
                    <a:moveTo>
                      <a:pt x="0" y="255"/>
                    </a:moveTo>
                    <a:lnTo>
                      <a:pt x="234" y="0"/>
                    </a:lnTo>
                    <a:lnTo>
                      <a:pt x="2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3" name="Freeform 177"/>
              <p:cNvSpPr>
                <a:spLocks/>
              </p:cNvSpPr>
              <p:nvPr/>
            </p:nvSpPr>
            <p:spPr bwMode="auto">
              <a:xfrm>
                <a:off x="1519" y="1647"/>
                <a:ext cx="44" cy="44"/>
              </a:xfrm>
              <a:custGeom>
                <a:avLst/>
                <a:gdLst>
                  <a:gd name="T0" fmla="*/ 0 w 177"/>
                  <a:gd name="T1" fmla="*/ 2 h 191"/>
                  <a:gd name="T2" fmla="*/ 3 w 177"/>
                  <a:gd name="T3" fmla="*/ 0 h 191"/>
                  <a:gd name="T4" fmla="*/ 3 w 177"/>
                  <a:gd name="T5" fmla="*/ 0 h 19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7" h="191">
                    <a:moveTo>
                      <a:pt x="0" y="191"/>
                    </a:moveTo>
                    <a:lnTo>
                      <a:pt x="176" y="0"/>
                    </a:lnTo>
                    <a:lnTo>
                      <a:pt x="17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4" name="Freeform 178"/>
              <p:cNvSpPr>
                <a:spLocks/>
              </p:cNvSpPr>
              <p:nvPr/>
            </p:nvSpPr>
            <p:spPr bwMode="auto">
              <a:xfrm>
                <a:off x="983" y="1851"/>
                <a:ext cx="100" cy="100"/>
              </a:xfrm>
              <a:custGeom>
                <a:avLst/>
                <a:gdLst>
                  <a:gd name="T0" fmla="*/ 0 w 397"/>
                  <a:gd name="T1" fmla="*/ 5 h 431"/>
                  <a:gd name="T2" fmla="*/ 6 w 397"/>
                  <a:gd name="T3" fmla="*/ 0 h 431"/>
                  <a:gd name="T4" fmla="*/ 6 w 397"/>
                  <a:gd name="T5" fmla="*/ 0 h 4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7" h="431">
                    <a:moveTo>
                      <a:pt x="0" y="431"/>
                    </a:moveTo>
                    <a:lnTo>
                      <a:pt x="396" y="0"/>
                    </a:lnTo>
                    <a:lnTo>
                      <a:pt x="3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5" name="Freeform 179"/>
              <p:cNvSpPr>
                <a:spLocks/>
              </p:cNvSpPr>
              <p:nvPr/>
            </p:nvSpPr>
            <p:spPr bwMode="auto">
              <a:xfrm>
                <a:off x="1006" y="1921"/>
                <a:ext cx="77" cy="77"/>
              </a:xfrm>
              <a:custGeom>
                <a:avLst/>
                <a:gdLst>
                  <a:gd name="T0" fmla="*/ 0 w 307"/>
                  <a:gd name="T1" fmla="*/ 4 h 334"/>
                  <a:gd name="T2" fmla="*/ 5 w 307"/>
                  <a:gd name="T3" fmla="*/ 0 h 334"/>
                  <a:gd name="T4" fmla="*/ 5 w 307"/>
                  <a:gd name="T5" fmla="*/ 0 h 3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" h="334">
                    <a:moveTo>
                      <a:pt x="0" y="334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6" name="Freeform 180"/>
              <p:cNvSpPr>
                <a:spLocks/>
              </p:cNvSpPr>
              <p:nvPr/>
            </p:nvSpPr>
            <p:spPr bwMode="auto">
              <a:xfrm>
                <a:off x="1575" y="1542"/>
                <a:ext cx="23" cy="23"/>
              </a:xfrm>
              <a:custGeom>
                <a:avLst/>
                <a:gdLst>
                  <a:gd name="T0" fmla="*/ 0 w 91"/>
                  <a:gd name="T1" fmla="*/ 1 h 98"/>
                  <a:gd name="T2" fmla="*/ 2 w 91"/>
                  <a:gd name="T3" fmla="*/ 0 h 98"/>
                  <a:gd name="T4" fmla="*/ 2 w 91"/>
                  <a:gd name="T5" fmla="*/ 0 h 9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98">
                    <a:moveTo>
                      <a:pt x="0" y="98"/>
                    </a:moveTo>
                    <a:lnTo>
                      <a:pt x="90" y="0"/>
                    </a:lnTo>
                    <a:lnTo>
                      <a:pt x="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7" name="Freeform 181"/>
              <p:cNvSpPr>
                <a:spLocks/>
              </p:cNvSpPr>
              <p:nvPr/>
            </p:nvSpPr>
            <p:spPr bwMode="auto">
              <a:xfrm>
                <a:off x="1459" y="1647"/>
                <a:ext cx="34" cy="35"/>
              </a:xfrm>
              <a:custGeom>
                <a:avLst/>
                <a:gdLst>
                  <a:gd name="T0" fmla="*/ 0 w 140"/>
                  <a:gd name="T1" fmla="*/ 2 h 151"/>
                  <a:gd name="T2" fmla="*/ 2 w 140"/>
                  <a:gd name="T3" fmla="*/ 0 h 151"/>
                  <a:gd name="T4" fmla="*/ 2 w 140"/>
                  <a:gd name="T5" fmla="*/ 0 h 1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0" h="151">
                    <a:moveTo>
                      <a:pt x="0" y="151"/>
                    </a:moveTo>
                    <a:lnTo>
                      <a:pt x="139" y="0"/>
                    </a:lnTo>
                    <a:lnTo>
                      <a:pt x="14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8" name="Freeform 182"/>
              <p:cNvSpPr>
                <a:spLocks/>
              </p:cNvSpPr>
              <p:nvPr/>
            </p:nvSpPr>
            <p:spPr bwMode="auto">
              <a:xfrm>
                <a:off x="1228" y="1886"/>
                <a:ext cx="98" cy="98"/>
              </a:xfrm>
              <a:custGeom>
                <a:avLst/>
                <a:gdLst>
                  <a:gd name="T0" fmla="*/ 0 w 390"/>
                  <a:gd name="T1" fmla="*/ 5 h 424"/>
                  <a:gd name="T2" fmla="*/ 6 w 390"/>
                  <a:gd name="T3" fmla="*/ 0 h 424"/>
                  <a:gd name="T4" fmla="*/ 6 w 390"/>
                  <a:gd name="T5" fmla="*/ 0 h 4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0" h="424">
                    <a:moveTo>
                      <a:pt x="0" y="424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9" name="Freeform 183"/>
              <p:cNvSpPr>
                <a:spLocks/>
              </p:cNvSpPr>
              <p:nvPr/>
            </p:nvSpPr>
            <p:spPr bwMode="auto">
              <a:xfrm>
                <a:off x="1575" y="1568"/>
                <a:ext cx="66" cy="67"/>
              </a:xfrm>
              <a:custGeom>
                <a:avLst/>
                <a:gdLst>
                  <a:gd name="T0" fmla="*/ 0 w 264"/>
                  <a:gd name="T1" fmla="*/ 4 h 285"/>
                  <a:gd name="T2" fmla="*/ 4 w 264"/>
                  <a:gd name="T3" fmla="*/ 0 h 285"/>
                  <a:gd name="T4" fmla="*/ 4 w 264"/>
                  <a:gd name="T5" fmla="*/ 0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285">
                    <a:moveTo>
                      <a:pt x="0" y="285"/>
                    </a:moveTo>
                    <a:lnTo>
                      <a:pt x="263" y="0"/>
                    </a:lnTo>
                    <a:lnTo>
                      <a:pt x="2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0" name="Freeform 184"/>
              <p:cNvSpPr>
                <a:spLocks/>
              </p:cNvSpPr>
              <p:nvPr/>
            </p:nvSpPr>
            <p:spPr bwMode="auto">
              <a:xfrm>
                <a:off x="1283" y="1886"/>
                <a:ext cx="112" cy="112"/>
              </a:xfrm>
              <a:custGeom>
                <a:avLst/>
                <a:gdLst>
                  <a:gd name="T0" fmla="*/ 0 w 446"/>
                  <a:gd name="T1" fmla="*/ 6 h 485"/>
                  <a:gd name="T2" fmla="*/ 7 w 446"/>
                  <a:gd name="T3" fmla="*/ 0 h 485"/>
                  <a:gd name="T4" fmla="*/ 7 w 446"/>
                  <a:gd name="T5" fmla="*/ 0 h 4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6" h="485">
                    <a:moveTo>
                      <a:pt x="0" y="485"/>
                    </a:moveTo>
                    <a:lnTo>
                      <a:pt x="445" y="0"/>
                    </a:lnTo>
                    <a:lnTo>
                      <a:pt x="4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1" name="Freeform 185"/>
              <p:cNvSpPr>
                <a:spLocks/>
              </p:cNvSpPr>
              <p:nvPr/>
            </p:nvSpPr>
            <p:spPr bwMode="auto">
              <a:xfrm>
                <a:off x="1588" y="1639"/>
                <a:ext cx="53" cy="52"/>
              </a:xfrm>
              <a:custGeom>
                <a:avLst/>
                <a:gdLst>
                  <a:gd name="T0" fmla="*/ 0 w 211"/>
                  <a:gd name="T1" fmla="*/ 3 h 229"/>
                  <a:gd name="T2" fmla="*/ 3 w 211"/>
                  <a:gd name="T3" fmla="*/ 0 h 229"/>
                  <a:gd name="T4" fmla="*/ 3 w 211"/>
                  <a:gd name="T5" fmla="*/ 0 h 2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1" h="229">
                    <a:moveTo>
                      <a:pt x="0" y="229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2" name="Freeform 186"/>
              <p:cNvSpPr>
                <a:spLocks/>
              </p:cNvSpPr>
              <p:nvPr/>
            </p:nvSpPr>
            <p:spPr bwMode="auto">
              <a:xfrm>
                <a:off x="1459" y="1780"/>
                <a:ext cx="42" cy="42"/>
              </a:xfrm>
              <a:custGeom>
                <a:avLst/>
                <a:gdLst>
                  <a:gd name="T0" fmla="*/ 0 w 170"/>
                  <a:gd name="T1" fmla="*/ 2 h 182"/>
                  <a:gd name="T2" fmla="*/ 2 w 170"/>
                  <a:gd name="T3" fmla="*/ 0 h 182"/>
                  <a:gd name="T4" fmla="*/ 2 w 170"/>
                  <a:gd name="T5" fmla="*/ 0 h 1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0" h="182">
                    <a:moveTo>
                      <a:pt x="0" y="182"/>
                    </a:moveTo>
                    <a:lnTo>
                      <a:pt x="169" y="0"/>
                    </a:lnTo>
                    <a:lnTo>
                      <a:pt x="1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3" name="Freeform 187"/>
              <p:cNvSpPr>
                <a:spLocks/>
              </p:cNvSpPr>
              <p:nvPr/>
            </p:nvSpPr>
            <p:spPr bwMode="auto">
              <a:xfrm>
                <a:off x="1353" y="1780"/>
                <a:ext cx="217" cy="218"/>
              </a:xfrm>
              <a:custGeom>
                <a:avLst/>
                <a:gdLst>
                  <a:gd name="T0" fmla="*/ 0 w 870"/>
                  <a:gd name="T1" fmla="*/ 12 h 946"/>
                  <a:gd name="T2" fmla="*/ 13 w 870"/>
                  <a:gd name="T3" fmla="*/ 0 h 946"/>
                  <a:gd name="T4" fmla="*/ 13 w 870"/>
                  <a:gd name="T5" fmla="*/ 0 h 9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4" name="Freeform 188"/>
              <p:cNvSpPr>
                <a:spLocks/>
              </p:cNvSpPr>
              <p:nvPr/>
            </p:nvSpPr>
            <p:spPr bwMode="auto">
              <a:xfrm>
                <a:off x="1422" y="1780"/>
                <a:ext cx="218" cy="218"/>
              </a:xfrm>
              <a:custGeom>
                <a:avLst/>
                <a:gdLst>
                  <a:gd name="T0" fmla="*/ 0 w 870"/>
                  <a:gd name="T1" fmla="*/ 12 h 946"/>
                  <a:gd name="T2" fmla="*/ 14 w 870"/>
                  <a:gd name="T3" fmla="*/ 0 h 946"/>
                  <a:gd name="T4" fmla="*/ 14 w 870"/>
                  <a:gd name="T5" fmla="*/ 0 h 9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5" name="Freeform 189"/>
              <p:cNvSpPr>
                <a:spLocks/>
              </p:cNvSpPr>
              <p:nvPr/>
            </p:nvSpPr>
            <p:spPr bwMode="auto">
              <a:xfrm>
                <a:off x="1492" y="1848"/>
                <a:ext cx="149" cy="150"/>
              </a:xfrm>
              <a:custGeom>
                <a:avLst/>
                <a:gdLst>
                  <a:gd name="T0" fmla="*/ 0 w 597"/>
                  <a:gd name="T1" fmla="*/ 8 h 649"/>
                  <a:gd name="T2" fmla="*/ 9 w 597"/>
                  <a:gd name="T3" fmla="*/ 0 h 649"/>
                  <a:gd name="T4" fmla="*/ 9 w 597"/>
                  <a:gd name="T5" fmla="*/ 0 h 6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7" h="649">
                    <a:moveTo>
                      <a:pt x="0" y="649"/>
                    </a:moveTo>
                    <a:lnTo>
                      <a:pt x="596" y="0"/>
                    </a:lnTo>
                    <a:lnTo>
                      <a:pt x="5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6" name="Freeform 190"/>
              <p:cNvSpPr>
                <a:spLocks/>
              </p:cNvSpPr>
              <p:nvPr/>
            </p:nvSpPr>
            <p:spPr bwMode="auto">
              <a:xfrm>
                <a:off x="1860" y="1561"/>
                <a:ext cx="66" cy="66"/>
              </a:xfrm>
              <a:custGeom>
                <a:avLst/>
                <a:gdLst>
                  <a:gd name="T0" fmla="*/ 0 w 265"/>
                  <a:gd name="T1" fmla="*/ 3 h 287"/>
                  <a:gd name="T2" fmla="*/ 4 w 265"/>
                  <a:gd name="T3" fmla="*/ 0 h 287"/>
                  <a:gd name="T4" fmla="*/ 4 w 265"/>
                  <a:gd name="T5" fmla="*/ 0 h 2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7" name="Freeform 191"/>
              <p:cNvSpPr>
                <a:spLocks/>
              </p:cNvSpPr>
              <p:nvPr/>
            </p:nvSpPr>
            <p:spPr bwMode="auto">
              <a:xfrm>
                <a:off x="1561" y="1919"/>
                <a:ext cx="80" cy="79"/>
              </a:xfrm>
              <a:custGeom>
                <a:avLst/>
                <a:gdLst>
                  <a:gd name="T0" fmla="*/ 0 w 319"/>
                  <a:gd name="T1" fmla="*/ 4 h 347"/>
                  <a:gd name="T2" fmla="*/ 5 w 319"/>
                  <a:gd name="T3" fmla="*/ 0 h 347"/>
                  <a:gd name="T4" fmla="*/ 5 w 319"/>
                  <a:gd name="T5" fmla="*/ 0 h 3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9" h="347">
                    <a:moveTo>
                      <a:pt x="0" y="347"/>
                    </a:moveTo>
                    <a:lnTo>
                      <a:pt x="318" y="0"/>
                    </a:lnTo>
                    <a:lnTo>
                      <a:pt x="31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8" name="Freeform 192"/>
              <p:cNvSpPr>
                <a:spLocks/>
              </p:cNvSpPr>
              <p:nvPr/>
            </p:nvSpPr>
            <p:spPr bwMode="auto">
              <a:xfrm>
                <a:off x="1860" y="1631"/>
                <a:ext cx="66" cy="67"/>
              </a:xfrm>
              <a:custGeom>
                <a:avLst/>
                <a:gdLst>
                  <a:gd name="T0" fmla="*/ 0 w 265"/>
                  <a:gd name="T1" fmla="*/ 4 h 285"/>
                  <a:gd name="T2" fmla="*/ 4 w 265"/>
                  <a:gd name="T3" fmla="*/ 0 h 285"/>
                  <a:gd name="T4" fmla="*/ 4 w 265"/>
                  <a:gd name="T5" fmla="*/ 0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5">
                    <a:moveTo>
                      <a:pt x="0" y="285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49" name="Freeform 193"/>
              <p:cNvSpPr>
                <a:spLocks/>
              </p:cNvSpPr>
              <p:nvPr/>
            </p:nvSpPr>
            <p:spPr bwMode="auto">
              <a:xfrm>
                <a:off x="1860" y="1701"/>
                <a:ext cx="66" cy="66"/>
              </a:xfrm>
              <a:custGeom>
                <a:avLst/>
                <a:gdLst>
                  <a:gd name="T0" fmla="*/ 0 w 265"/>
                  <a:gd name="T1" fmla="*/ 3 h 287"/>
                  <a:gd name="T2" fmla="*/ 4 w 265"/>
                  <a:gd name="T3" fmla="*/ 0 h 287"/>
                  <a:gd name="T4" fmla="*/ 4 w 265"/>
                  <a:gd name="T5" fmla="*/ 0 h 2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50" name="Freeform 194"/>
              <p:cNvSpPr>
                <a:spLocks/>
              </p:cNvSpPr>
              <p:nvPr/>
            </p:nvSpPr>
            <p:spPr bwMode="auto">
              <a:xfrm>
                <a:off x="1860" y="1771"/>
                <a:ext cx="66" cy="66"/>
              </a:xfrm>
              <a:custGeom>
                <a:avLst/>
                <a:gdLst>
                  <a:gd name="T0" fmla="*/ 0 w 265"/>
                  <a:gd name="T1" fmla="*/ 3 h 287"/>
                  <a:gd name="T2" fmla="*/ 4 w 265"/>
                  <a:gd name="T3" fmla="*/ 0 h 287"/>
                  <a:gd name="T4" fmla="*/ 4 w 265"/>
                  <a:gd name="T5" fmla="*/ 0 h 2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51" name="Freeform 195"/>
              <p:cNvSpPr>
                <a:spLocks/>
              </p:cNvSpPr>
              <p:nvPr/>
            </p:nvSpPr>
            <p:spPr bwMode="auto">
              <a:xfrm>
                <a:off x="1860" y="1841"/>
                <a:ext cx="66" cy="66"/>
              </a:xfrm>
              <a:custGeom>
                <a:avLst/>
                <a:gdLst>
                  <a:gd name="T0" fmla="*/ 0 w 265"/>
                  <a:gd name="T1" fmla="*/ 3 h 286"/>
                  <a:gd name="T2" fmla="*/ 4 w 265"/>
                  <a:gd name="T3" fmla="*/ 0 h 286"/>
                  <a:gd name="T4" fmla="*/ 4 w 265"/>
                  <a:gd name="T5" fmla="*/ 0 h 2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86">
                    <a:moveTo>
                      <a:pt x="0" y="286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52" name="Freeform 196"/>
              <p:cNvSpPr>
                <a:spLocks/>
              </p:cNvSpPr>
              <p:nvPr/>
            </p:nvSpPr>
            <p:spPr bwMode="auto">
              <a:xfrm>
                <a:off x="1860" y="1886"/>
                <a:ext cx="90" cy="91"/>
              </a:xfrm>
              <a:custGeom>
                <a:avLst/>
                <a:gdLst>
                  <a:gd name="T0" fmla="*/ 0 w 363"/>
                  <a:gd name="T1" fmla="*/ 5 h 393"/>
                  <a:gd name="T2" fmla="*/ 5 w 363"/>
                  <a:gd name="T3" fmla="*/ 0 h 393"/>
                  <a:gd name="T4" fmla="*/ 5 w 363"/>
                  <a:gd name="T5" fmla="*/ 0 h 3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3" h="393">
                    <a:moveTo>
                      <a:pt x="0" y="393"/>
                    </a:moveTo>
                    <a:lnTo>
                      <a:pt x="362" y="0"/>
                    </a:lnTo>
                    <a:lnTo>
                      <a:pt x="36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53" name="Freeform 197"/>
              <p:cNvSpPr>
                <a:spLocks/>
              </p:cNvSpPr>
              <p:nvPr/>
            </p:nvSpPr>
            <p:spPr bwMode="auto">
              <a:xfrm>
                <a:off x="1908" y="1914"/>
                <a:ext cx="84" cy="84"/>
              </a:xfrm>
              <a:custGeom>
                <a:avLst/>
                <a:gdLst>
                  <a:gd name="T0" fmla="*/ 0 w 334"/>
                  <a:gd name="T1" fmla="*/ 4 h 364"/>
                  <a:gd name="T2" fmla="*/ 5 w 334"/>
                  <a:gd name="T3" fmla="*/ 0 h 364"/>
                  <a:gd name="T4" fmla="*/ 5 w 334"/>
                  <a:gd name="T5" fmla="*/ 0 h 3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4" h="364">
                    <a:moveTo>
                      <a:pt x="0" y="364"/>
                    </a:moveTo>
                    <a:lnTo>
                      <a:pt x="333" y="0"/>
                    </a:lnTo>
                    <a:lnTo>
                      <a:pt x="33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79" name="Freeform 198"/>
            <p:cNvSpPr>
              <a:spLocks/>
            </p:cNvSpPr>
            <p:nvPr/>
          </p:nvSpPr>
          <p:spPr bwMode="auto">
            <a:xfrm>
              <a:off x="3031" y="978"/>
              <a:ext cx="262" cy="1"/>
            </a:xfrm>
            <a:custGeom>
              <a:avLst/>
              <a:gdLst>
                <a:gd name="T0" fmla="*/ 16 w 1052"/>
                <a:gd name="T1" fmla="*/ 0 h 1"/>
                <a:gd name="T2" fmla="*/ 0 w 1052"/>
                <a:gd name="T3" fmla="*/ 0 h 1"/>
                <a:gd name="T4" fmla="*/ 0 w 105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2" h="1">
                  <a:moveTo>
                    <a:pt x="105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0" name="Freeform 199"/>
            <p:cNvSpPr>
              <a:spLocks/>
            </p:cNvSpPr>
            <p:nvPr/>
          </p:nvSpPr>
          <p:spPr bwMode="auto">
            <a:xfrm>
              <a:off x="2990" y="1028"/>
              <a:ext cx="1" cy="112"/>
            </a:xfrm>
            <a:custGeom>
              <a:avLst/>
              <a:gdLst>
                <a:gd name="T0" fmla="*/ 0 w 1"/>
                <a:gd name="T1" fmla="*/ 6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1" name="Freeform 200"/>
            <p:cNvSpPr>
              <a:spLocks/>
            </p:cNvSpPr>
            <p:nvPr/>
          </p:nvSpPr>
          <p:spPr bwMode="auto">
            <a:xfrm>
              <a:off x="3089" y="978"/>
              <a:ext cx="1" cy="162"/>
            </a:xfrm>
            <a:custGeom>
              <a:avLst/>
              <a:gdLst>
                <a:gd name="T0" fmla="*/ 0 w 1"/>
                <a:gd name="T1" fmla="*/ 9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2" name="Freeform 201"/>
            <p:cNvSpPr>
              <a:spLocks/>
            </p:cNvSpPr>
            <p:nvPr/>
          </p:nvSpPr>
          <p:spPr bwMode="auto">
            <a:xfrm>
              <a:off x="3031" y="978"/>
              <a:ext cx="1" cy="50"/>
            </a:xfrm>
            <a:custGeom>
              <a:avLst/>
              <a:gdLst>
                <a:gd name="T0" fmla="*/ 0 w 1"/>
                <a:gd name="T1" fmla="*/ 3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3" name="Freeform 202"/>
            <p:cNvSpPr>
              <a:spLocks/>
            </p:cNvSpPr>
            <p:nvPr/>
          </p:nvSpPr>
          <p:spPr bwMode="auto">
            <a:xfrm>
              <a:off x="3235" y="978"/>
              <a:ext cx="1" cy="162"/>
            </a:xfrm>
            <a:custGeom>
              <a:avLst/>
              <a:gdLst>
                <a:gd name="T0" fmla="*/ 0 w 1"/>
                <a:gd name="T1" fmla="*/ 9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4" name="Freeform 203"/>
            <p:cNvSpPr>
              <a:spLocks/>
            </p:cNvSpPr>
            <p:nvPr/>
          </p:nvSpPr>
          <p:spPr bwMode="auto">
            <a:xfrm>
              <a:off x="3293" y="1028"/>
              <a:ext cx="173" cy="1"/>
            </a:xfrm>
            <a:custGeom>
              <a:avLst/>
              <a:gdLst>
                <a:gd name="T0" fmla="*/ 11 w 688"/>
                <a:gd name="T1" fmla="*/ 0 h 1"/>
                <a:gd name="T2" fmla="*/ 0 w 688"/>
                <a:gd name="T3" fmla="*/ 0 h 1"/>
                <a:gd name="T4" fmla="*/ 0 w 68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8" h="1">
                  <a:moveTo>
                    <a:pt x="68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85" name="Group 204"/>
            <p:cNvGrpSpPr>
              <a:grpSpLocks/>
            </p:cNvGrpSpPr>
            <p:nvPr/>
          </p:nvGrpSpPr>
          <p:grpSpPr bwMode="auto">
            <a:xfrm>
              <a:off x="3162" y="940"/>
              <a:ext cx="1" cy="245"/>
              <a:chOff x="1155" y="1798"/>
              <a:chExt cx="1" cy="245"/>
            </a:xfrm>
          </p:grpSpPr>
          <p:sp>
            <p:nvSpPr>
              <p:cNvPr id="17629" name="Freeform 205"/>
              <p:cNvSpPr>
                <a:spLocks/>
              </p:cNvSpPr>
              <p:nvPr/>
            </p:nvSpPr>
            <p:spPr bwMode="auto">
              <a:xfrm>
                <a:off x="1155" y="1931"/>
                <a:ext cx="1" cy="8"/>
              </a:xfrm>
              <a:custGeom>
                <a:avLst/>
                <a:gdLst>
                  <a:gd name="T0" fmla="*/ 0 w 1"/>
                  <a:gd name="T1" fmla="*/ 0 h 36"/>
                  <a:gd name="T2" fmla="*/ 0 w 1"/>
                  <a:gd name="T3" fmla="*/ 0 h 36"/>
                  <a:gd name="T4" fmla="*/ 1 w 1"/>
                  <a:gd name="T5" fmla="*/ 0 h 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">
                    <a:moveTo>
                      <a:pt x="0" y="3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0" name="Freeform 206"/>
              <p:cNvSpPr>
                <a:spLocks/>
              </p:cNvSpPr>
              <p:nvPr/>
            </p:nvSpPr>
            <p:spPr bwMode="auto">
              <a:xfrm>
                <a:off x="1155" y="1959"/>
                <a:ext cx="1" cy="84"/>
              </a:xfrm>
              <a:custGeom>
                <a:avLst/>
                <a:gdLst>
                  <a:gd name="T0" fmla="*/ 0 w 1"/>
                  <a:gd name="T1" fmla="*/ 4 h 363"/>
                  <a:gd name="T2" fmla="*/ 0 w 1"/>
                  <a:gd name="T3" fmla="*/ 0 h 363"/>
                  <a:gd name="T4" fmla="*/ 1 w 1"/>
                  <a:gd name="T5" fmla="*/ 0 h 3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3">
                    <a:moveTo>
                      <a:pt x="0" y="36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31" name="Freeform 207"/>
              <p:cNvSpPr>
                <a:spLocks/>
              </p:cNvSpPr>
              <p:nvPr/>
            </p:nvSpPr>
            <p:spPr bwMode="auto">
              <a:xfrm>
                <a:off x="1155" y="1798"/>
                <a:ext cx="1" cy="112"/>
              </a:xfrm>
              <a:custGeom>
                <a:avLst/>
                <a:gdLst>
                  <a:gd name="T0" fmla="*/ 0 w 1"/>
                  <a:gd name="T1" fmla="*/ 6 h 487"/>
                  <a:gd name="T2" fmla="*/ 0 w 1"/>
                  <a:gd name="T3" fmla="*/ 0 h 487"/>
                  <a:gd name="T4" fmla="*/ 1 w 1"/>
                  <a:gd name="T5" fmla="*/ 0 h 4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87">
                    <a:moveTo>
                      <a:pt x="0" y="48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86" name="Freeform 208"/>
            <p:cNvSpPr>
              <a:spLocks/>
            </p:cNvSpPr>
            <p:nvPr/>
          </p:nvSpPr>
          <p:spPr bwMode="auto">
            <a:xfrm>
              <a:off x="3287" y="978"/>
              <a:ext cx="1" cy="50"/>
            </a:xfrm>
            <a:custGeom>
              <a:avLst/>
              <a:gdLst>
                <a:gd name="T0" fmla="*/ 0 w 1"/>
                <a:gd name="T1" fmla="*/ 3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7" name="Freeform 209"/>
            <p:cNvSpPr>
              <a:spLocks/>
            </p:cNvSpPr>
            <p:nvPr/>
          </p:nvSpPr>
          <p:spPr bwMode="auto">
            <a:xfrm>
              <a:off x="3648" y="822"/>
              <a:ext cx="18" cy="100"/>
            </a:xfrm>
            <a:custGeom>
              <a:avLst/>
              <a:gdLst>
                <a:gd name="T0" fmla="*/ 0 w 18"/>
                <a:gd name="T1" fmla="*/ 100 h 100"/>
                <a:gd name="T2" fmla="*/ 18 w 18"/>
                <a:gd name="T3" fmla="*/ 48 h 100"/>
                <a:gd name="T4" fmla="*/ 0 w 18"/>
                <a:gd name="T5" fmla="*/ 0 h 1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00">
                  <a:moveTo>
                    <a:pt x="0" y="100"/>
                  </a:moveTo>
                  <a:lnTo>
                    <a:pt x="18" y="48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8" name="Freeform 210"/>
            <p:cNvSpPr>
              <a:spLocks/>
            </p:cNvSpPr>
            <p:nvPr/>
          </p:nvSpPr>
          <p:spPr bwMode="auto">
            <a:xfrm>
              <a:off x="3867" y="684"/>
              <a:ext cx="1" cy="456"/>
            </a:xfrm>
            <a:custGeom>
              <a:avLst/>
              <a:gdLst>
                <a:gd name="T0" fmla="*/ 0 w 1"/>
                <a:gd name="T1" fmla="*/ 24 h 1974"/>
                <a:gd name="T2" fmla="*/ 0 w 1"/>
                <a:gd name="T3" fmla="*/ 0 h 1974"/>
                <a:gd name="T4" fmla="*/ 1 w 1"/>
                <a:gd name="T5" fmla="*/ 0 h 19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974">
                  <a:moveTo>
                    <a:pt x="0" y="197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9" name="Freeform 211"/>
            <p:cNvSpPr>
              <a:spLocks/>
            </p:cNvSpPr>
            <p:nvPr/>
          </p:nvSpPr>
          <p:spPr bwMode="auto">
            <a:xfrm>
              <a:off x="3933" y="684"/>
              <a:ext cx="1" cy="344"/>
            </a:xfrm>
            <a:custGeom>
              <a:avLst/>
              <a:gdLst>
                <a:gd name="T0" fmla="*/ 0 w 1"/>
                <a:gd name="T1" fmla="*/ 18 h 1489"/>
                <a:gd name="T2" fmla="*/ 0 w 1"/>
                <a:gd name="T3" fmla="*/ 0 h 1489"/>
                <a:gd name="T4" fmla="*/ 1 w 1"/>
                <a:gd name="T5" fmla="*/ 0 h 14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489">
                  <a:moveTo>
                    <a:pt x="0" y="148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90" name="Group 212"/>
            <p:cNvGrpSpPr>
              <a:grpSpLocks/>
            </p:cNvGrpSpPr>
            <p:nvPr/>
          </p:nvGrpSpPr>
          <p:grpSpPr bwMode="auto">
            <a:xfrm>
              <a:off x="3757" y="1241"/>
              <a:ext cx="1" cy="570"/>
              <a:chOff x="1750" y="2099"/>
              <a:chExt cx="1" cy="570"/>
            </a:xfrm>
          </p:grpSpPr>
          <p:sp>
            <p:nvSpPr>
              <p:cNvPr id="17626" name="Freeform 213"/>
              <p:cNvSpPr>
                <a:spLocks/>
              </p:cNvSpPr>
              <p:nvPr/>
            </p:nvSpPr>
            <p:spPr bwMode="auto">
              <a:xfrm>
                <a:off x="1750" y="2365"/>
                <a:ext cx="1" cy="304"/>
              </a:xfrm>
              <a:custGeom>
                <a:avLst/>
                <a:gdLst>
                  <a:gd name="T0" fmla="*/ 0 w 1"/>
                  <a:gd name="T1" fmla="*/ 0 h 1318"/>
                  <a:gd name="T2" fmla="*/ 0 w 1"/>
                  <a:gd name="T3" fmla="*/ 16 h 1318"/>
                  <a:gd name="T4" fmla="*/ 1 w 1"/>
                  <a:gd name="T5" fmla="*/ 16 h 13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318">
                    <a:moveTo>
                      <a:pt x="0" y="0"/>
                    </a:moveTo>
                    <a:lnTo>
                      <a:pt x="0" y="1318"/>
                    </a:lnTo>
                    <a:lnTo>
                      <a:pt x="1" y="131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7" name="Freeform 214"/>
              <p:cNvSpPr>
                <a:spLocks/>
              </p:cNvSpPr>
              <p:nvPr/>
            </p:nvSpPr>
            <p:spPr bwMode="auto">
              <a:xfrm>
                <a:off x="1750" y="2099"/>
                <a:ext cx="1" cy="221"/>
              </a:xfrm>
              <a:custGeom>
                <a:avLst/>
                <a:gdLst>
                  <a:gd name="T0" fmla="*/ 0 w 1"/>
                  <a:gd name="T1" fmla="*/ 0 h 954"/>
                  <a:gd name="T2" fmla="*/ 0 w 1"/>
                  <a:gd name="T3" fmla="*/ 12 h 954"/>
                  <a:gd name="T4" fmla="*/ 1 w 1"/>
                  <a:gd name="T5" fmla="*/ 12 h 9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54">
                    <a:moveTo>
                      <a:pt x="0" y="0"/>
                    </a:moveTo>
                    <a:lnTo>
                      <a:pt x="0" y="954"/>
                    </a:lnTo>
                    <a:lnTo>
                      <a:pt x="1" y="95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8" name="Freeform 215"/>
              <p:cNvSpPr>
                <a:spLocks/>
              </p:cNvSpPr>
              <p:nvPr/>
            </p:nvSpPr>
            <p:spPr bwMode="auto">
              <a:xfrm>
                <a:off x="1750" y="2333"/>
                <a:ext cx="1" cy="16"/>
              </a:xfrm>
              <a:custGeom>
                <a:avLst/>
                <a:gdLst>
                  <a:gd name="T0" fmla="*/ 0 w 1"/>
                  <a:gd name="T1" fmla="*/ 0 h 71"/>
                  <a:gd name="T2" fmla="*/ 0 w 1"/>
                  <a:gd name="T3" fmla="*/ 1 h 71"/>
                  <a:gd name="T4" fmla="*/ 1 w 1"/>
                  <a:gd name="T5" fmla="*/ 1 h 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1">
                    <a:moveTo>
                      <a:pt x="0" y="0"/>
                    </a:moveTo>
                    <a:lnTo>
                      <a:pt x="0" y="71"/>
                    </a:lnTo>
                    <a:lnTo>
                      <a:pt x="1" y="7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591" name="Group 216"/>
            <p:cNvGrpSpPr>
              <a:grpSpLocks/>
            </p:cNvGrpSpPr>
            <p:nvPr/>
          </p:nvGrpSpPr>
          <p:grpSpPr bwMode="auto">
            <a:xfrm>
              <a:off x="2954" y="1530"/>
              <a:ext cx="1090" cy="1"/>
              <a:chOff x="947" y="2388"/>
              <a:chExt cx="1090" cy="1"/>
            </a:xfrm>
          </p:grpSpPr>
          <p:sp>
            <p:nvSpPr>
              <p:cNvPr id="17621" name="Freeform 217"/>
              <p:cNvSpPr>
                <a:spLocks/>
              </p:cNvSpPr>
              <p:nvPr/>
            </p:nvSpPr>
            <p:spPr bwMode="auto">
              <a:xfrm>
                <a:off x="1390" y="2388"/>
                <a:ext cx="396" cy="1"/>
              </a:xfrm>
              <a:custGeom>
                <a:avLst/>
                <a:gdLst>
                  <a:gd name="T0" fmla="*/ 0 w 1581"/>
                  <a:gd name="T1" fmla="*/ 0 h 1"/>
                  <a:gd name="T2" fmla="*/ 25 w 1581"/>
                  <a:gd name="T3" fmla="*/ 0 h 1"/>
                  <a:gd name="T4" fmla="*/ 25 w 158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81" h="1">
                    <a:moveTo>
                      <a:pt x="0" y="0"/>
                    </a:moveTo>
                    <a:lnTo>
                      <a:pt x="1580" y="0"/>
                    </a:lnTo>
                    <a:lnTo>
                      <a:pt x="15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2" name="Freeform 218"/>
              <p:cNvSpPr>
                <a:spLocks/>
              </p:cNvSpPr>
              <p:nvPr/>
            </p:nvSpPr>
            <p:spPr bwMode="auto">
              <a:xfrm>
                <a:off x="947" y="2388"/>
                <a:ext cx="395" cy="1"/>
              </a:xfrm>
              <a:custGeom>
                <a:avLst/>
                <a:gdLst>
                  <a:gd name="T0" fmla="*/ 0 w 1580"/>
                  <a:gd name="T1" fmla="*/ 0 h 1"/>
                  <a:gd name="T2" fmla="*/ 25 w 1580"/>
                  <a:gd name="T3" fmla="*/ 0 h 1"/>
                  <a:gd name="T4" fmla="*/ 25 w 158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80" h="1">
                    <a:moveTo>
                      <a:pt x="0" y="0"/>
                    </a:moveTo>
                    <a:lnTo>
                      <a:pt x="1579" y="0"/>
                    </a:lnTo>
                    <a:lnTo>
                      <a:pt x="15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3" name="Freeform 219"/>
              <p:cNvSpPr>
                <a:spLocks/>
              </p:cNvSpPr>
              <p:nvPr/>
            </p:nvSpPr>
            <p:spPr bwMode="auto">
              <a:xfrm>
                <a:off x="1358" y="2388"/>
                <a:ext cx="13" cy="1"/>
              </a:xfrm>
              <a:custGeom>
                <a:avLst/>
                <a:gdLst>
                  <a:gd name="T0" fmla="*/ 0 w 50"/>
                  <a:gd name="T1" fmla="*/ 0 h 1"/>
                  <a:gd name="T2" fmla="*/ 1 w 50"/>
                  <a:gd name="T3" fmla="*/ 0 h 1"/>
                  <a:gd name="T4" fmla="*/ 1 w 5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1">
                    <a:moveTo>
                      <a:pt x="0" y="0"/>
                    </a:moveTo>
                    <a:lnTo>
                      <a:pt x="49" y="0"/>
                    </a:lnTo>
                    <a:lnTo>
                      <a:pt x="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4" name="Freeform 220"/>
              <p:cNvSpPr>
                <a:spLocks/>
              </p:cNvSpPr>
              <p:nvPr/>
            </p:nvSpPr>
            <p:spPr bwMode="auto">
              <a:xfrm>
                <a:off x="1837" y="2388"/>
                <a:ext cx="200" cy="1"/>
              </a:xfrm>
              <a:custGeom>
                <a:avLst/>
                <a:gdLst>
                  <a:gd name="T0" fmla="*/ 0 w 801"/>
                  <a:gd name="T1" fmla="*/ 0 h 1"/>
                  <a:gd name="T2" fmla="*/ 12 w 801"/>
                  <a:gd name="T3" fmla="*/ 0 h 1"/>
                  <a:gd name="T4" fmla="*/ 12 w 80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1" h="1">
                    <a:moveTo>
                      <a:pt x="0" y="0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" name="Freeform 221"/>
              <p:cNvSpPr>
                <a:spLocks/>
              </p:cNvSpPr>
              <p:nvPr/>
            </p:nvSpPr>
            <p:spPr bwMode="auto">
              <a:xfrm>
                <a:off x="1802" y="2388"/>
                <a:ext cx="16" cy="1"/>
              </a:xfrm>
              <a:custGeom>
                <a:avLst/>
                <a:gdLst>
                  <a:gd name="T0" fmla="*/ 0 w 68"/>
                  <a:gd name="T1" fmla="*/ 0 h 1"/>
                  <a:gd name="T2" fmla="*/ 1 w 68"/>
                  <a:gd name="T3" fmla="*/ 0 h 1"/>
                  <a:gd name="T4" fmla="*/ 1 w 6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1">
                    <a:moveTo>
                      <a:pt x="0" y="0"/>
                    </a:moveTo>
                    <a:lnTo>
                      <a:pt x="67" y="0"/>
                    </a:lnTo>
                    <a:lnTo>
                      <a:pt x="6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92" name="Freeform 222"/>
            <p:cNvSpPr>
              <a:spLocks/>
            </p:cNvSpPr>
            <p:nvPr/>
          </p:nvSpPr>
          <p:spPr bwMode="auto">
            <a:xfrm>
              <a:off x="3648" y="922"/>
              <a:ext cx="1" cy="218"/>
            </a:xfrm>
            <a:custGeom>
              <a:avLst/>
              <a:gdLst>
                <a:gd name="T0" fmla="*/ 0 w 1"/>
                <a:gd name="T1" fmla="*/ 12 h 946"/>
                <a:gd name="T2" fmla="*/ 0 w 1"/>
                <a:gd name="T3" fmla="*/ 0 h 946"/>
                <a:gd name="T4" fmla="*/ 1 w 1"/>
                <a:gd name="T5" fmla="*/ 0 h 9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46">
                  <a:moveTo>
                    <a:pt x="0" y="9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93" name="Group 223"/>
            <p:cNvGrpSpPr>
              <a:grpSpLocks/>
            </p:cNvGrpSpPr>
            <p:nvPr/>
          </p:nvGrpSpPr>
          <p:grpSpPr bwMode="auto">
            <a:xfrm>
              <a:off x="3434" y="878"/>
              <a:ext cx="258" cy="1"/>
              <a:chOff x="1427" y="1736"/>
              <a:chExt cx="258" cy="1"/>
            </a:xfrm>
          </p:grpSpPr>
          <p:sp>
            <p:nvSpPr>
              <p:cNvPr id="17618" name="Freeform 224"/>
              <p:cNvSpPr>
                <a:spLocks/>
              </p:cNvSpPr>
              <p:nvPr/>
            </p:nvSpPr>
            <p:spPr bwMode="auto">
              <a:xfrm>
                <a:off x="1427" y="1736"/>
                <a:ext cx="99" cy="1"/>
              </a:xfrm>
              <a:custGeom>
                <a:avLst/>
                <a:gdLst>
                  <a:gd name="T0" fmla="*/ 6 w 395"/>
                  <a:gd name="T1" fmla="*/ 0 h 1"/>
                  <a:gd name="T2" fmla="*/ 0 w 395"/>
                  <a:gd name="T3" fmla="*/ 0 h 1"/>
                  <a:gd name="T4" fmla="*/ 0 w 39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5" h="1">
                    <a:moveTo>
                      <a:pt x="39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9" name="Freeform 225"/>
              <p:cNvSpPr>
                <a:spLocks/>
              </p:cNvSpPr>
              <p:nvPr/>
            </p:nvSpPr>
            <p:spPr bwMode="auto">
              <a:xfrm>
                <a:off x="1592" y="1736"/>
                <a:ext cx="93" cy="1"/>
              </a:xfrm>
              <a:custGeom>
                <a:avLst/>
                <a:gdLst>
                  <a:gd name="T0" fmla="*/ 6 w 371"/>
                  <a:gd name="T1" fmla="*/ 0 h 1"/>
                  <a:gd name="T2" fmla="*/ 0 w 371"/>
                  <a:gd name="T3" fmla="*/ 0 h 1"/>
                  <a:gd name="T4" fmla="*/ 0 w 37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1" h="1">
                    <a:moveTo>
                      <a:pt x="37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0" name="Freeform 226"/>
              <p:cNvSpPr>
                <a:spLocks/>
              </p:cNvSpPr>
              <p:nvPr/>
            </p:nvSpPr>
            <p:spPr bwMode="auto">
              <a:xfrm>
                <a:off x="1551" y="1736"/>
                <a:ext cx="16" cy="1"/>
              </a:xfrm>
              <a:custGeom>
                <a:avLst/>
                <a:gdLst>
                  <a:gd name="T0" fmla="*/ 1 w 65"/>
                  <a:gd name="T1" fmla="*/ 0 h 1"/>
                  <a:gd name="T2" fmla="*/ 0 w 65"/>
                  <a:gd name="T3" fmla="*/ 0 h 1"/>
                  <a:gd name="T4" fmla="*/ 0 w 6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1">
                    <a:moveTo>
                      <a:pt x="6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594" name="Group 227"/>
            <p:cNvGrpSpPr>
              <a:grpSpLocks/>
            </p:cNvGrpSpPr>
            <p:nvPr/>
          </p:nvGrpSpPr>
          <p:grpSpPr bwMode="auto">
            <a:xfrm>
              <a:off x="3757" y="651"/>
              <a:ext cx="1" cy="542"/>
              <a:chOff x="1750" y="1509"/>
              <a:chExt cx="1" cy="542"/>
            </a:xfrm>
          </p:grpSpPr>
          <p:sp>
            <p:nvSpPr>
              <p:cNvPr id="17615" name="Freeform 228"/>
              <p:cNvSpPr>
                <a:spLocks/>
              </p:cNvSpPr>
              <p:nvPr/>
            </p:nvSpPr>
            <p:spPr bwMode="auto">
              <a:xfrm>
                <a:off x="1750" y="1509"/>
                <a:ext cx="1" cy="215"/>
              </a:xfrm>
              <a:custGeom>
                <a:avLst/>
                <a:gdLst>
                  <a:gd name="T0" fmla="*/ 0 w 1"/>
                  <a:gd name="T1" fmla="*/ 0 h 929"/>
                  <a:gd name="T2" fmla="*/ 0 w 1"/>
                  <a:gd name="T3" fmla="*/ 12 h 929"/>
                  <a:gd name="T4" fmla="*/ 1 w 1"/>
                  <a:gd name="T5" fmla="*/ 12 h 9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29">
                    <a:moveTo>
                      <a:pt x="0" y="0"/>
                    </a:moveTo>
                    <a:lnTo>
                      <a:pt x="0" y="929"/>
                    </a:lnTo>
                    <a:lnTo>
                      <a:pt x="1" y="92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6" name="Freeform 229"/>
              <p:cNvSpPr>
                <a:spLocks/>
              </p:cNvSpPr>
              <p:nvPr/>
            </p:nvSpPr>
            <p:spPr bwMode="auto">
              <a:xfrm>
                <a:off x="1750" y="1810"/>
                <a:ext cx="1" cy="241"/>
              </a:xfrm>
              <a:custGeom>
                <a:avLst/>
                <a:gdLst>
                  <a:gd name="T0" fmla="*/ 0 w 1"/>
                  <a:gd name="T1" fmla="*/ 0 h 1039"/>
                  <a:gd name="T2" fmla="*/ 0 w 1"/>
                  <a:gd name="T3" fmla="*/ 13 h 1039"/>
                  <a:gd name="T4" fmla="*/ 1 w 1"/>
                  <a:gd name="T5" fmla="*/ 13 h 10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39">
                    <a:moveTo>
                      <a:pt x="0" y="0"/>
                    </a:moveTo>
                    <a:lnTo>
                      <a:pt x="0" y="1039"/>
                    </a:lnTo>
                    <a:lnTo>
                      <a:pt x="1" y="10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7" name="Freeform 230"/>
              <p:cNvSpPr>
                <a:spLocks/>
              </p:cNvSpPr>
              <p:nvPr/>
            </p:nvSpPr>
            <p:spPr bwMode="auto">
              <a:xfrm>
                <a:off x="1750" y="1757"/>
                <a:ext cx="1" cy="20"/>
              </a:xfrm>
              <a:custGeom>
                <a:avLst/>
                <a:gdLst>
                  <a:gd name="T0" fmla="*/ 0 w 1"/>
                  <a:gd name="T1" fmla="*/ 0 h 90"/>
                  <a:gd name="T2" fmla="*/ 0 w 1"/>
                  <a:gd name="T3" fmla="*/ 1 h 90"/>
                  <a:gd name="T4" fmla="*/ 1 w 1"/>
                  <a:gd name="T5" fmla="*/ 1 h 9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90">
                    <a:moveTo>
                      <a:pt x="0" y="0"/>
                    </a:moveTo>
                    <a:lnTo>
                      <a:pt x="0" y="90"/>
                    </a:lnTo>
                    <a:lnTo>
                      <a:pt x="1" y="9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95" name="Freeform 231"/>
            <p:cNvSpPr>
              <a:spLocks/>
            </p:cNvSpPr>
            <p:nvPr/>
          </p:nvSpPr>
          <p:spPr bwMode="auto">
            <a:xfrm>
              <a:off x="3999" y="1028"/>
              <a:ext cx="1" cy="112"/>
            </a:xfrm>
            <a:custGeom>
              <a:avLst/>
              <a:gdLst>
                <a:gd name="T0" fmla="*/ 0 w 1"/>
                <a:gd name="T1" fmla="*/ 6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6" name="Freeform 232"/>
            <p:cNvSpPr>
              <a:spLocks/>
            </p:cNvSpPr>
            <p:nvPr/>
          </p:nvSpPr>
          <p:spPr bwMode="auto">
            <a:xfrm>
              <a:off x="3933" y="1028"/>
              <a:ext cx="66" cy="1"/>
            </a:xfrm>
            <a:custGeom>
              <a:avLst/>
              <a:gdLst>
                <a:gd name="T0" fmla="*/ 4 w 263"/>
                <a:gd name="T1" fmla="*/ 0 h 1"/>
                <a:gd name="T2" fmla="*/ 0 w 263"/>
                <a:gd name="T3" fmla="*/ 0 h 1"/>
                <a:gd name="T4" fmla="*/ 0 w 26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3" h="1">
                  <a:moveTo>
                    <a:pt x="2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7" name="Freeform 233"/>
            <p:cNvSpPr>
              <a:spLocks/>
            </p:cNvSpPr>
            <p:nvPr/>
          </p:nvSpPr>
          <p:spPr bwMode="auto">
            <a:xfrm>
              <a:off x="4250" y="978"/>
              <a:ext cx="263" cy="1"/>
            </a:xfrm>
            <a:custGeom>
              <a:avLst/>
              <a:gdLst>
                <a:gd name="T0" fmla="*/ 0 w 1053"/>
                <a:gd name="T1" fmla="*/ 0 h 1"/>
                <a:gd name="T2" fmla="*/ 16 w 1053"/>
                <a:gd name="T3" fmla="*/ 0 h 1"/>
                <a:gd name="T4" fmla="*/ 16 w 105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3" h="1">
                  <a:moveTo>
                    <a:pt x="0" y="0"/>
                  </a:moveTo>
                  <a:lnTo>
                    <a:pt x="1052" y="0"/>
                  </a:lnTo>
                  <a:lnTo>
                    <a:pt x="105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8" name="Freeform 234"/>
            <p:cNvSpPr>
              <a:spLocks/>
            </p:cNvSpPr>
            <p:nvPr/>
          </p:nvSpPr>
          <p:spPr bwMode="auto">
            <a:xfrm>
              <a:off x="4294" y="878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5 h 436"/>
                <a:gd name="T4" fmla="*/ 1 w 1"/>
                <a:gd name="T5" fmla="*/ 5 h 4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9" name="Freeform 235"/>
            <p:cNvSpPr>
              <a:spLocks/>
            </p:cNvSpPr>
            <p:nvPr/>
          </p:nvSpPr>
          <p:spPr bwMode="auto">
            <a:xfrm>
              <a:off x="4470" y="878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5 h 436"/>
                <a:gd name="T4" fmla="*/ 1 w 1"/>
                <a:gd name="T5" fmla="*/ 5 h 4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0" name="Freeform 236"/>
            <p:cNvSpPr>
              <a:spLocks/>
            </p:cNvSpPr>
            <p:nvPr/>
          </p:nvSpPr>
          <p:spPr bwMode="auto">
            <a:xfrm>
              <a:off x="3582" y="684"/>
              <a:ext cx="351" cy="1"/>
            </a:xfrm>
            <a:custGeom>
              <a:avLst/>
              <a:gdLst>
                <a:gd name="T0" fmla="*/ 22 w 1403"/>
                <a:gd name="T1" fmla="*/ 0 h 1"/>
                <a:gd name="T2" fmla="*/ 0 w 1403"/>
                <a:gd name="T3" fmla="*/ 0 h 1"/>
                <a:gd name="T4" fmla="*/ 0 w 140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3" h="1">
                  <a:moveTo>
                    <a:pt x="140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1" name="Freeform 237"/>
            <p:cNvSpPr>
              <a:spLocks/>
            </p:cNvSpPr>
            <p:nvPr/>
          </p:nvSpPr>
          <p:spPr bwMode="auto">
            <a:xfrm>
              <a:off x="3582" y="684"/>
              <a:ext cx="1" cy="105"/>
            </a:xfrm>
            <a:custGeom>
              <a:avLst/>
              <a:gdLst>
                <a:gd name="T0" fmla="*/ 0 w 1"/>
                <a:gd name="T1" fmla="*/ 6 h 455"/>
                <a:gd name="T2" fmla="*/ 0 w 1"/>
                <a:gd name="T3" fmla="*/ 0 h 455"/>
                <a:gd name="T4" fmla="*/ 1 w 1"/>
                <a:gd name="T5" fmla="*/ 0 h 4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55">
                  <a:moveTo>
                    <a:pt x="0" y="45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2" name="Freeform 238"/>
            <p:cNvSpPr>
              <a:spLocks/>
            </p:cNvSpPr>
            <p:nvPr/>
          </p:nvSpPr>
          <p:spPr bwMode="auto">
            <a:xfrm>
              <a:off x="3648" y="684"/>
              <a:ext cx="1" cy="150"/>
            </a:xfrm>
            <a:custGeom>
              <a:avLst/>
              <a:gdLst>
                <a:gd name="T0" fmla="*/ 0 w 1"/>
                <a:gd name="T1" fmla="*/ 150 h 150"/>
                <a:gd name="T2" fmla="*/ 0 w 1"/>
                <a:gd name="T3" fmla="*/ 0 h 150"/>
                <a:gd name="T4" fmla="*/ 1 w 1"/>
                <a:gd name="T5" fmla="*/ 0 h 1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0">
                  <a:moveTo>
                    <a:pt x="0" y="15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3" name="Freeform 239"/>
            <p:cNvSpPr>
              <a:spLocks/>
            </p:cNvSpPr>
            <p:nvPr/>
          </p:nvSpPr>
          <p:spPr bwMode="auto">
            <a:xfrm>
              <a:off x="4206" y="684"/>
              <a:ext cx="351" cy="1"/>
            </a:xfrm>
            <a:custGeom>
              <a:avLst/>
              <a:gdLst>
                <a:gd name="T0" fmla="*/ 0 w 1404"/>
                <a:gd name="T1" fmla="*/ 0 h 1"/>
                <a:gd name="T2" fmla="*/ 22 w 1404"/>
                <a:gd name="T3" fmla="*/ 0 h 1"/>
                <a:gd name="T4" fmla="*/ 22 w 140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4" h="1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604" name="Group 240"/>
            <p:cNvGrpSpPr>
              <a:grpSpLocks/>
            </p:cNvGrpSpPr>
            <p:nvPr/>
          </p:nvGrpSpPr>
          <p:grpSpPr bwMode="auto">
            <a:xfrm>
              <a:off x="4382" y="652"/>
              <a:ext cx="1" cy="519"/>
              <a:chOff x="2375" y="1510"/>
              <a:chExt cx="1" cy="519"/>
            </a:xfrm>
          </p:grpSpPr>
          <p:sp>
            <p:nvSpPr>
              <p:cNvPr id="17610" name="Freeform 241"/>
              <p:cNvSpPr>
                <a:spLocks/>
              </p:cNvSpPr>
              <p:nvPr/>
            </p:nvSpPr>
            <p:spPr bwMode="auto">
              <a:xfrm>
                <a:off x="2375" y="1627"/>
                <a:ext cx="1" cy="289"/>
              </a:xfrm>
              <a:custGeom>
                <a:avLst/>
                <a:gdLst>
                  <a:gd name="T0" fmla="*/ 0 w 1"/>
                  <a:gd name="T1" fmla="*/ 15 h 1250"/>
                  <a:gd name="T2" fmla="*/ 0 w 1"/>
                  <a:gd name="T3" fmla="*/ 0 h 1250"/>
                  <a:gd name="T4" fmla="*/ 1 w 1"/>
                  <a:gd name="T5" fmla="*/ 0 h 12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50">
                    <a:moveTo>
                      <a:pt x="0" y="12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1" name="Freeform 242"/>
              <p:cNvSpPr>
                <a:spLocks/>
              </p:cNvSpPr>
              <p:nvPr/>
            </p:nvSpPr>
            <p:spPr bwMode="auto">
              <a:xfrm>
                <a:off x="2375" y="1944"/>
                <a:ext cx="1" cy="85"/>
              </a:xfrm>
              <a:custGeom>
                <a:avLst/>
                <a:gdLst>
                  <a:gd name="T0" fmla="*/ 0 w 1"/>
                  <a:gd name="T1" fmla="*/ 5 h 369"/>
                  <a:gd name="T2" fmla="*/ 0 w 1"/>
                  <a:gd name="T3" fmla="*/ 0 h 369"/>
                  <a:gd name="T4" fmla="*/ 1 w 1"/>
                  <a:gd name="T5" fmla="*/ 0 h 3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9">
                    <a:moveTo>
                      <a:pt x="0" y="36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2" name="Freeform 243"/>
              <p:cNvSpPr>
                <a:spLocks/>
              </p:cNvSpPr>
              <p:nvPr/>
            </p:nvSpPr>
            <p:spPr bwMode="auto">
              <a:xfrm>
                <a:off x="2375" y="1928"/>
                <a:ext cx="1" cy="4"/>
              </a:xfrm>
              <a:custGeom>
                <a:avLst/>
                <a:gdLst>
                  <a:gd name="T0" fmla="*/ 0 w 1"/>
                  <a:gd name="T1" fmla="*/ 0 h 21"/>
                  <a:gd name="T2" fmla="*/ 0 w 1"/>
                  <a:gd name="T3" fmla="*/ 0 h 21"/>
                  <a:gd name="T4" fmla="*/ 1 w 1"/>
                  <a:gd name="T5" fmla="*/ 0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1">
                    <a:moveTo>
                      <a:pt x="0" y="2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3" name="Freeform 244"/>
              <p:cNvSpPr>
                <a:spLocks/>
              </p:cNvSpPr>
              <p:nvPr/>
            </p:nvSpPr>
            <p:spPr bwMode="auto">
              <a:xfrm>
                <a:off x="2375" y="1510"/>
                <a:ext cx="1" cy="86"/>
              </a:xfrm>
              <a:custGeom>
                <a:avLst/>
                <a:gdLst>
                  <a:gd name="T0" fmla="*/ 0 w 1"/>
                  <a:gd name="T1" fmla="*/ 5 h 371"/>
                  <a:gd name="T2" fmla="*/ 0 w 1"/>
                  <a:gd name="T3" fmla="*/ 0 h 371"/>
                  <a:gd name="T4" fmla="*/ 1 w 1"/>
                  <a:gd name="T5" fmla="*/ 0 h 3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71">
                    <a:moveTo>
                      <a:pt x="0" y="37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4" name="Freeform 245"/>
              <p:cNvSpPr>
                <a:spLocks/>
              </p:cNvSpPr>
              <p:nvPr/>
            </p:nvSpPr>
            <p:spPr bwMode="auto">
              <a:xfrm>
                <a:off x="2375" y="1607"/>
                <a:ext cx="1" cy="7"/>
              </a:xfrm>
              <a:custGeom>
                <a:avLst/>
                <a:gdLst>
                  <a:gd name="T0" fmla="*/ 0 w 1"/>
                  <a:gd name="T1" fmla="*/ 0 h 29"/>
                  <a:gd name="T2" fmla="*/ 0 w 1"/>
                  <a:gd name="T3" fmla="*/ 0 h 29"/>
                  <a:gd name="T4" fmla="*/ 1 w 1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9">
                    <a:moveTo>
                      <a:pt x="0" y="2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605" name="Line 246"/>
            <p:cNvSpPr>
              <a:spLocks noChangeShapeType="1"/>
            </p:cNvSpPr>
            <p:nvPr/>
          </p:nvSpPr>
          <p:spPr bwMode="auto">
            <a:xfrm>
              <a:off x="2990" y="1027"/>
              <a:ext cx="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06" name="Oval 247"/>
            <p:cNvSpPr>
              <a:spLocks noChangeArrowheads="1"/>
            </p:cNvSpPr>
            <p:nvPr/>
          </p:nvSpPr>
          <p:spPr bwMode="auto">
            <a:xfrm>
              <a:off x="3041" y="1410"/>
              <a:ext cx="231" cy="24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607" name="Line 248"/>
            <p:cNvSpPr>
              <a:spLocks noChangeShapeType="1"/>
            </p:cNvSpPr>
            <p:nvPr/>
          </p:nvSpPr>
          <p:spPr bwMode="auto">
            <a:xfrm>
              <a:off x="3466" y="1439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08" name="Line 249"/>
            <p:cNvSpPr>
              <a:spLocks noChangeShapeType="1"/>
            </p:cNvSpPr>
            <p:nvPr/>
          </p:nvSpPr>
          <p:spPr bwMode="auto">
            <a:xfrm>
              <a:off x="4250" y="978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09" name="Line 250"/>
            <p:cNvSpPr>
              <a:spLocks noChangeShapeType="1"/>
            </p:cNvSpPr>
            <p:nvPr/>
          </p:nvSpPr>
          <p:spPr bwMode="auto">
            <a:xfrm>
              <a:off x="4513" y="968"/>
              <a:ext cx="0" cy="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2043" name="Text Box 251"/>
          <p:cNvSpPr txBox="1">
            <a:spLocks noChangeArrowheads="1"/>
          </p:cNvSpPr>
          <p:nvPr/>
        </p:nvSpPr>
        <p:spPr bwMode="auto">
          <a:xfrm>
            <a:off x="960438" y="2922588"/>
            <a:ext cx="7451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没有表示清楚的结构，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允许画少量虚线</a:t>
            </a:r>
            <a:r>
              <a:rPr lang="zh-CN" altLang="en-US" sz="280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</a:p>
        </p:txBody>
      </p:sp>
      <p:grpSp>
        <p:nvGrpSpPr>
          <p:cNvPr id="162044" name="Group 252"/>
          <p:cNvGrpSpPr>
            <a:grpSpLocks/>
          </p:cNvGrpSpPr>
          <p:nvPr/>
        </p:nvGrpSpPr>
        <p:grpSpPr bwMode="auto">
          <a:xfrm>
            <a:off x="2308225" y="3540125"/>
            <a:ext cx="1860550" cy="3068638"/>
            <a:chOff x="1485" y="1244"/>
            <a:chExt cx="1172" cy="1933"/>
          </a:xfrm>
        </p:grpSpPr>
        <p:sp>
          <p:nvSpPr>
            <p:cNvPr id="17417" name="Oval 253"/>
            <p:cNvSpPr>
              <a:spLocks noChangeArrowheads="1"/>
            </p:cNvSpPr>
            <p:nvPr/>
          </p:nvSpPr>
          <p:spPr bwMode="auto">
            <a:xfrm>
              <a:off x="1582" y="2157"/>
              <a:ext cx="960" cy="96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18" name="Arc 254"/>
            <p:cNvSpPr>
              <a:spLocks/>
            </p:cNvSpPr>
            <p:nvPr/>
          </p:nvSpPr>
          <p:spPr bwMode="auto">
            <a:xfrm flipH="1">
              <a:off x="1789" y="2365"/>
              <a:ext cx="276" cy="548"/>
            </a:xfrm>
            <a:custGeom>
              <a:avLst/>
              <a:gdLst>
                <a:gd name="T0" fmla="*/ 0 w 21917"/>
                <a:gd name="T1" fmla="*/ 0 h 43200"/>
                <a:gd name="T2" fmla="*/ 0 w 21917"/>
                <a:gd name="T3" fmla="*/ 0 h 43200"/>
                <a:gd name="T4" fmla="*/ 0 w 21917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17" h="43200" fill="none" extrusionOk="0">
                  <a:moveTo>
                    <a:pt x="317" y="0"/>
                  </a:moveTo>
                  <a:cubicBezTo>
                    <a:pt x="12246" y="0"/>
                    <a:pt x="21917" y="9670"/>
                    <a:pt x="21917" y="21600"/>
                  </a:cubicBezTo>
                  <a:cubicBezTo>
                    <a:pt x="21917" y="33529"/>
                    <a:pt x="12246" y="43200"/>
                    <a:pt x="317" y="43200"/>
                  </a:cubicBezTo>
                  <a:cubicBezTo>
                    <a:pt x="211" y="43200"/>
                    <a:pt x="105" y="43199"/>
                    <a:pt x="0" y="43197"/>
                  </a:cubicBezTo>
                </a:path>
                <a:path w="21917" h="43200" stroke="0" extrusionOk="0">
                  <a:moveTo>
                    <a:pt x="317" y="0"/>
                  </a:moveTo>
                  <a:cubicBezTo>
                    <a:pt x="12246" y="0"/>
                    <a:pt x="21917" y="9670"/>
                    <a:pt x="21917" y="21600"/>
                  </a:cubicBezTo>
                  <a:cubicBezTo>
                    <a:pt x="21917" y="33529"/>
                    <a:pt x="12246" y="43200"/>
                    <a:pt x="317" y="43200"/>
                  </a:cubicBezTo>
                  <a:cubicBezTo>
                    <a:pt x="211" y="43200"/>
                    <a:pt x="105" y="43199"/>
                    <a:pt x="0" y="43197"/>
                  </a:cubicBezTo>
                  <a:lnTo>
                    <a:pt x="317" y="21600"/>
                  </a:lnTo>
                  <a:lnTo>
                    <a:pt x="317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" name="Oval 255"/>
            <p:cNvSpPr>
              <a:spLocks noChangeArrowheads="1"/>
            </p:cNvSpPr>
            <p:nvPr/>
          </p:nvSpPr>
          <p:spPr bwMode="auto">
            <a:xfrm>
              <a:off x="1877" y="2459"/>
              <a:ext cx="362" cy="34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20" name="Oval 256"/>
            <p:cNvSpPr>
              <a:spLocks noChangeArrowheads="1"/>
            </p:cNvSpPr>
            <p:nvPr/>
          </p:nvSpPr>
          <p:spPr bwMode="auto">
            <a:xfrm>
              <a:off x="1944" y="2527"/>
              <a:ext cx="223" cy="22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21" name="Oval 257"/>
            <p:cNvSpPr>
              <a:spLocks noChangeArrowheads="1"/>
            </p:cNvSpPr>
            <p:nvPr/>
          </p:nvSpPr>
          <p:spPr bwMode="auto">
            <a:xfrm>
              <a:off x="1627" y="2581"/>
              <a:ext cx="116" cy="1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22" name="Oval 258"/>
            <p:cNvSpPr>
              <a:spLocks noChangeArrowheads="1"/>
            </p:cNvSpPr>
            <p:nvPr/>
          </p:nvSpPr>
          <p:spPr bwMode="auto">
            <a:xfrm>
              <a:off x="1997" y="2202"/>
              <a:ext cx="116" cy="1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23" name="Oval 259"/>
            <p:cNvSpPr>
              <a:spLocks noChangeArrowheads="1"/>
            </p:cNvSpPr>
            <p:nvPr/>
          </p:nvSpPr>
          <p:spPr bwMode="auto">
            <a:xfrm>
              <a:off x="1997" y="2964"/>
              <a:ext cx="116" cy="1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24" name="Oval 260"/>
            <p:cNvSpPr>
              <a:spLocks noChangeArrowheads="1"/>
            </p:cNvSpPr>
            <p:nvPr/>
          </p:nvSpPr>
          <p:spPr bwMode="auto">
            <a:xfrm>
              <a:off x="2380" y="2580"/>
              <a:ext cx="116" cy="1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25" name="Oval 261"/>
            <p:cNvSpPr>
              <a:spLocks noChangeArrowheads="1"/>
            </p:cNvSpPr>
            <p:nvPr/>
          </p:nvSpPr>
          <p:spPr bwMode="auto">
            <a:xfrm>
              <a:off x="2099" y="1521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7426" name="Arc 262"/>
            <p:cNvSpPr>
              <a:spLocks/>
            </p:cNvSpPr>
            <p:nvPr/>
          </p:nvSpPr>
          <p:spPr bwMode="auto">
            <a:xfrm flipV="1">
              <a:off x="2119" y="1442"/>
              <a:ext cx="162" cy="266"/>
            </a:xfrm>
            <a:custGeom>
              <a:avLst/>
              <a:gdLst>
                <a:gd name="T0" fmla="*/ 0 w 26374"/>
                <a:gd name="T1" fmla="*/ 0 h 43200"/>
                <a:gd name="T2" fmla="*/ 0 w 26374"/>
                <a:gd name="T3" fmla="*/ 0 h 43200"/>
                <a:gd name="T4" fmla="*/ 0 w 2637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374" h="43200" fill="none" extrusionOk="0">
                  <a:moveTo>
                    <a:pt x="4774" y="0"/>
                  </a:moveTo>
                  <a:cubicBezTo>
                    <a:pt x="16703" y="0"/>
                    <a:pt x="26374" y="9670"/>
                    <a:pt x="26374" y="21600"/>
                  </a:cubicBezTo>
                  <a:cubicBezTo>
                    <a:pt x="26374" y="33529"/>
                    <a:pt x="16703" y="43200"/>
                    <a:pt x="4774" y="43200"/>
                  </a:cubicBezTo>
                  <a:cubicBezTo>
                    <a:pt x="3167" y="43200"/>
                    <a:pt x="1566" y="43020"/>
                    <a:pt x="0" y="42665"/>
                  </a:cubicBezTo>
                </a:path>
                <a:path w="26374" h="43200" stroke="0" extrusionOk="0">
                  <a:moveTo>
                    <a:pt x="4774" y="0"/>
                  </a:moveTo>
                  <a:cubicBezTo>
                    <a:pt x="16703" y="0"/>
                    <a:pt x="26374" y="9670"/>
                    <a:pt x="26374" y="21600"/>
                  </a:cubicBezTo>
                  <a:cubicBezTo>
                    <a:pt x="26374" y="33529"/>
                    <a:pt x="16703" y="43200"/>
                    <a:pt x="4774" y="43200"/>
                  </a:cubicBezTo>
                  <a:cubicBezTo>
                    <a:pt x="3167" y="43200"/>
                    <a:pt x="1566" y="43020"/>
                    <a:pt x="0" y="42665"/>
                  </a:cubicBezTo>
                  <a:lnTo>
                    <a:pt x="4774" y="21600"/>
                  </a:lnTo>
                  <a:lnTo>
                    <a:pt x="4774" y="0"/>
                  </a:lnTo>
                  <a:close/>
                </a:path>
              </a:pathLst>
            </a:cu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7427" name="Line 263"/>
            <p:cNvSpPr>
              <a:spLocks noChangeShapeType="1"/>
            </p:cNvSpPr>
            <p:nvPr/>
          </p:nvSpPr>
          <p:spPr bwMode="auto">
            <a:xfrm>
              <a:off x="2061" y="1444"/>
              <a:ext cx="87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8" name="Line 264"/>
            <p:cNvSpPr>
              <a:spLocks noChangeShapeType="1"/>
            </p:cNvSpPr>
            <p:nvPr/>
          </p:nvSpPr>
          <p:spPr bwMode="auto">
            <a:xfrm>
              <a:off x="2061" y="1708"/>
              <a:ext cx="87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Rectangle 265"/>
            <p:cNvSpPr>
              <a:spLocks noChangeArrowheads="1"/>
            </p:cNvSpPr>
            <p:nvPr/>
          </p:nvSpPr>
          <p:spPr bwMode="auto">
            <a:xfrm>
              <a:off x="1864" y="1950"/>
              <a:ext cx="38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r>
                <a:rPr lang="zh-CN" altLang="en-US" sz="2400">
                  <a:latin typeface="宋体" pitchFamily="2" charset="-122"/>
                </a:rPr>
                <a:t>－</a:t>
              </a: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  <p:sp>
          <p:nvSpPr>
            <p:cNvPr id="17430" name="Freeform 266"/>
            <p:cNvSpPr>
              <a:spLocks/>
            </p:cNvSpPr>
            <p:nvPr/>
          </p:nvSpPr>
          <p:spPr bwMode="auto">
            <a:xfrm>
              <a:off x="1921" y="1388"/>
              <a:ext cx="280" cy="1"/>
            </a:xfrm>
            <a:custGeom>
              <a:avLst/>
              <a:gdLst>
                <a:gd name="T0" fmla="*/ 0 w 1402"/>
                <a:gd name="T1" fmla="*/ 0 h 1"/>
                <a:gd name="T2" fmla="*/ 11 w 1402"/>
                <a:gd name="T3" fmla="*/ 0 h 1"/>
                <a:gd name="T4" fmla="*/ 11 w 140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2" h="1">
                  <a:moveTo>
                    <a:pt x="0" y="0"/>
                  </a:moveTo>
                  <a:lnTo>
                    <a:pt x="1401" y="0"/>
                  </a:lnTo>
                  <a:lnTo>
                    <a:pt x="140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Freeform 267"/>
            <p:cNvSpPr>
              <a:spLocks/>
            </p:cNvSpPr>
            <p:nvPr/>
          </p:nvSpPr>
          <p:spPr bwMode="auto">
            <a:xfrm>
              <a:off x="1921" y="1789"/>
              <a:ext cx="280" cy="1"/>
            </a:xfrm>
            <a:custGeom>
              <a:avLst/>
              <a:gdLst>
                <a:gd name="T0" fmla="*/ 0 w 1402"/>
                <a:gd name="T1" fmla="*/ 0 h 1"/>
                <a:gd name="T2" fmla="*/ 11 w 1402"/>
                <a:gd name="T3" fmla="*/ 0 h 1"/>
                <a:gd name="T4" fmla="*/ 11 w 140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2" h="1">
                  <a:moveTo>
                    <a:pt x="0" y="0"/>
                  </a:moveTo>
                  <a:lnTo>
                    <a:pt x="1401" y="0"/>
                  </a:lnTo>
                  <a:lnTo>
                    <a:pt x="140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Freeform 268"/>
            <p:cNvSpPr>
              <a:spLocks/>
            </p:cNvSpPr>
            <p:nvPr/>
          </p:nvSpPr>
          <p:spPr bwMode="auto">
            <a:xfrm>
              <a:off x="1580" y="1915"/>
              <a:ext cx="963" cy="1"/>
            </a:xfrm>
            <a:custGeom>
              <a:avLst/>
              <a:gdLst>
                <a:gd name="T0" fmla="*/ 0 w 4815"/>
                <a:gd name="T1" fmla="*/ 0 h 1"/>
                <a:gd name="T2" fmla="*/ 39 w 4815"/>
                <a:gd name="T3" fmla="*/ 0 h 1"/>
                <a:gd name="T4" fmla="*/ 39 w 481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15" h="1">
                  <a:moveTo>
                    <a:pt x="0" y="0"/>
                  </a:moveTo>
                  <a:lnTo>
                    <a:pt x="4814" y="0"/>
                  </a:lnTo>
                  <a:lnTo>
                    <a:pt x="481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Freeform 269"/>
            <p:cNvSpPr>
              <a:spLocks/>
            </p:cNvSpPr>
            <p:nvPr/>
          </p:nvSpPr>
          <p:spPr bwMode="auto">
            <a:xfrm>
              <a:off x="1781" y="1295"/>
              <a:ext cx="560" cy="1"/>
            </a:xfrm>
            <a:custGeom>
              <a:avLst/>
              <a:gdLst>
                <a:gd name="T0" fmla="*/ 22 w 2798"/>
                <a:gd name="T1" fmla="*/ 0 h 1"/>
                <a:gd name="T2" fmla="*/ 0 w 2798"/>
                <a:gd name="T3" fmla="*/ 0 h 1"/>
                <a:gd name="T4" fmla="*/ 0 w 279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98" h="1">
                  <a:moveTo>
                    <a:pt x="279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Freeform 270"/>
            <p:cNvSpPr>
              <a:spLocks/>
            </p:cNvSpPr>
            <p:nvPr/>
          </p:nvSpPr>
          <p:spPr bwMode="auto">
            <a:xfrm>
              <a:off x="2000" y="1575"/>
              <a:ext cx="319" cy="1"/>
            </a:xfrm>
            <a:custGeom>
              <a:avLst/>
              <a:gdLst>
                <a:gd name="T0" fmla="*/ 0 w 1593"/>
                <a:gd name="T1" fmla="*/ 0 h 1"/>
                <a:gd name="T2" fmla="*/ 13 w 1593"/>
                <a:gd name="T3" fmla="*/ 0 h 1"/>
                <a:gd name="T4" fmla="*/ 13 w 159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93" h="1">
                  <a:moveTo>
                    <a:pt x="0" y="0"/>
                  </a:moveTo>
                  <a:lnTo>
                    <a:pt x="1591" y="0"/>
                  </a:lnTo>
                  <a:lnTo>
                    <a:pt x="159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Freeform 271"/>
            <p:cNvSpPr>
              <a:spLocks/>
            </p:cNvSpPr>
            <p:nvPr/>
          </p:nvSpPr>
          <p:spPr bwMode="auto">
            <a:xfrm>
              <a:off x="1781" y="1289"/>
              <a:ext cx="8" cy="7"/>
            </a:xfrm>
            <a:custGeom>
              <a:avLst/>
              <a:gdLst>
                <a:gd name="T0" fmla="*/ 0 w 37"/>
                <a:gd name="T1" fmla="*/ 0 h 35"/>
                <a:gd name="T2" fmla="*/ 0 w 37"/>
                <a:gd name="T3" fmla="*/ 0 h 35"/>
                <a:gd name="T4" fmla="*/ 0 w 37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5">
                  <a:moveTo>
                    <a:pt x="0" y="35"/>
                  </a:moveTo>
                  <a:lnTo>
                    <a:pt x="36" y="0"/>
                  </a:lnTo>
                  <a:lnTo>
                    <a:pt x="3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Freeform 272"/>
            <p:cNvSpPr>
              <a:spLocks/>
            </p:cNvSpPr>
            <p:nvPr/>
          </p:nvSpPr>
          <p:spPr bwMode="auto">
            <a:xfrm>
              <a:off x="1736" y="1761"/>
              <a:ext cx="1" cy="1"/>
            </a:xfrm>
            <a:custGeom>
              <a:avLst/>
              <a:gdLst>
                <a:gd name="T0" fmla="*/ 0 w 3"/>
                <a:gd name="T1" fmla="*/ 1 h 2"/>
                <a:gd name="T2" fmla="*/ 0 w 3"/>
                <a:gd name="T3" fmla="*/ 0 h 2"/>
                <a:gd name="T4" fmla="*/ 0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37" name="Group 273"/>
            <p:cNvGrpSpPr>
              <a:grpSpLocks/>
            </p:cNvGrpSpPr>
            <p:nvPr/>
          </p:nvGrpSpPr>
          <p:grpSpPr bwMode="auto">
            <a:xfrm>
              <a:off x="1580" y="1289"/>
              <a:ext cx="963" cy="626"/>
              <a:chOff x="1580" y="1289"/>
              <a:chExt cx="963" cy="626"/>
            </a:xfrm>
          </p:grpSpPr>
          <p:sp>
            <p:nvSpPr>
              <p:cNvPr id="17532" name="Freeform 274"/>
              <p:cNvSpPr>
                <a:spLocks/>
              </p:cNvSpPr>
              <p:nvPr/>
            </p:nvSpPr>
            <p:spPr bwMode="auto">
              <a:xfrm>
                <a:off x="1781" y="1289"/>
                <a:ext cx="112" cy="112"/>
              </a:xfrm>
              <a:custGeom>
                <a:avLst/>
                <a:gdLst>
                  <a:gd name="T0" fmla="*/ 0 w 560"/>
                  <a:gd name="T1" fmla="*/ 4 h 560"/>
                  <a:gd name="T2" fmla="*/ 4 w 560"/>
                  <a:gd name="T3" fmla="*/ 0 h 560"/>
                  <a:gd name="T4" fmla="*/ 4 w 560"/>
                  <a:gd name="T5" fmla="*/ 0 h 5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0" h="560">
                    <a:moveTo>
                      <a:pt x="0" y="560"/>
                    </a:moveTo>
                    <a:lnTo>
                      <a:pt x="559" y="0"/>
                    </a:lnTo>
                    <a:lnTo>
                      <a:pt x="56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3" name="Freeform 275"/>
              <p:cNvSpPr>
                <a:spLocks/>
              </p:cNvSpPr>
              <p:nvPr/>
            </p:nvSpPr>
            <p:spPr bwMode="auto">
              <a:xfrm>
                <a:off x="1781" y="1343"/>
                <a:ext cx="163" cy="163"/>
              </a:xfrm>
              <a:custGeom>
                <a:avLst/>
                <a:gdLst>
                  <a:gd name="T0" fmla="*/ 0 w 815"/>
                  <a:gd name="T1" fmla="*/ 7 h 815"/>
                  <a:gd name="T2" fmla="*/ 7 w 815"/>
                  <a:gd name="T3" fmla="*/ 0 h 815"/>
                  <a:gd name="T4" fmla="*/ 7 w 815"/>
                  <a:gd name="T5" fmla="*/ 0 h 8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" name="Freeform 276"/>
              <p:cNvSpPr>
                <a:spLocks/>
              </p:cNvSpPr>
              <p:nvPr/>
            </p:nvSpPr>
            <p:spPr bwMode="auto">
              <a:xfrm>
                <a:off x="1580" y="1774"/>
                <a:ext cx="39" cy="39"/>
              </a:xfrm>
              <a:custGeom>
                <a:avLst/>
                <a:gdLst>
                  <a:gd name="T0" fmla="*/ 0 w 197"/>
                  <a:gd name="T1" fmla="*/ 2 h 197"/>
                  <a:gd name="T2" fmla="*/ 2 w 197"/>
                  <a:gd name="T3" fmla="*/ 0 h 197"/>
                  <a:gd name="T4" fmla="*/ 2 w 197"/>
                  <a:gd name="T5" fmla="*/ 0 h 1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7" h="197">
                    <a:moveTo>
                      <a:pt x="0" y="197"/>
                    </a:moveTo>
                    <a:lnTo>
                      <a:pt x="196" y="0"/>
                    </a:lnTo>
                    <a:lnTo>
                      <a:pt x="1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" name="Freeform 277"/>
              <p:cNvSpPr>
                <a:spLocks/>
              </p:cNvSpPr>
              <p:nvPr/>
            </p:nvSpPr>
            <p:spPr bwMode="auto">
              <a:xfrm>
                <a:off x="1781" y="1513"/>
                <a:ext cx="98" cy="98"/>
              </a:xfrm>
              <a:custGeom>
                <a:avLst/>
                <a:gdLst>
                  <a:gd name="T0" fmla="*/ 0 w 489"/>
                  <a:gd name="T1" fmla="*/ 4 h 489"/>
                  <a:gd name="T2" fmla="*/ 4 w 489"/>
                  <a:gd name="T3" fmla="*/ 0 h 489"/>
                  <a:gd name="T4" fmla="*/ 4 w 489"/>
                  <a:gd name="T5" fmla="*/ 0 h 48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9" h="489">
                    <a:moveTo>
                      <a:pt x="0" y="489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6" name="Freeform 278"/>
              <p:cNvSpPr>
                <a:spLocks/>
              </p:cNvSpPr>
              <p:nvPr/>
            </p:nvSpPr>
            <p:spPr bwMode="auto">
              <a:xfrm>
                <a:off x="1582" y="1879"/>
                <a:ext cx="37" cy="36"/>
              </a:xfrm>
              <a:custGeom>
                <a:avLst/>
                <a:gdLst>
                  <a:gd name="T0" fmla="*/ 0 w 183"/>
                  <a:gd name="T1" fmla="*/ 1 h 180"/>
                  <a:gd name="T2" fmla="*/ 1 w 183"/>
                  <a:gd name="T3" fmla="*/ 0 h 180"/>
                  <a:gd name="T4" fmla="*/ 1 w 183"/>
                  <a:gd name="T5" fmla="*/ 0 h 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3" h="180">
                    <a:moveTo>
                      <a:pt x="0" y="180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7" name="Freeform 279"/>
              <p:cNvSpPr>
                <a:spLocks/>
              </p:cNvSpPr>
              <p:nvPr/>
            </p:nvSpPr>
            <p:spPr bwMode="auto">
              <a:xfrm>
                <a:off x="2178" y="1289"/>
                <a:ext cx="30" cy="30"/>
              </a:xfrm>
              <a:custGeom>
                <a:avLst/>
                <a:gdLst>
                  <a:gd name="T0" fmla="*/ 0 w 149"/>
                  <a:gd name="T1" fmla="*/ 1 h 148"/>
                  <a:gd name="T2" fmla="*/ 1 w 149"/>
                  <a:gd name="T3" fmla="*/ 0 h 148"/>
                  <a:gd name="T4" fmla="*/ 1 w 149"/>
                  <a:gd name="T5" fmla="*/ 0 h 1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9" h="148">
                    <a:moveTo>
                      <a:pt x="0" y="148"/>
                    </a:moveTo>
                    <a:lnTo>
                      <a:pt x="148" y="0"/>
                    </a:lnTo>
                    <a:lnTo>
                      <a:pt x="1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8" name="Freeform 280"/>
              <p:cNvSpPr>
                <a:spLocks/>
              </p:cNvSpPr>
              <p:nvPr/>
            </p:nvSpPr>
            <p:spPr bwMode="auto">
              <a:xfrm>
                <a:off x="1781" y="1618"/>
                <a:ext cx="98" cy="98"/>
              </a:xfrm>
              <a:custGeom>
                <a:avLst/>
                <a:gdLst>
                  <a:gd name="T0" fmla="*/ 0 w 489"/>
                  <a:gd name="T1" fmla="*/ 4 h 488"/>
                  <a:gd name="T2" fmla="*/ 4 w 489"/>
                  <a:gd name="T3" fmla="*/ 0 h 488"/>
                  <a:gd name="T4" fmla="*/ 4 w 489"/>
                  <a:gd name="T5" fmla="*/ 0 h 4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9" name="Freeform 281"/>
              <p:cNvSpPr>
                <a:spLocks/>
              </p:cNvSpPr>
              <p:nvPr/>
            </p:nvSpPr>
            <p:spPr bwMode="auto">
              <a:xfrm>
                <a:off x="1736" y="1723"/>
                <a:ext cx="143" cy="144"/>
              </a:xfrm>
              <a:custGeom>
                <a:avLst/>
                <a:gdLst>
                  <a:gd name="T0" fmla="*/ 0 w 717"/>
                  <a:gd name="T1" fmla="*/ 6 h 717"/>
                  <a:gd name="T2" fmla="*/ 6 w 717"/>
                  <a:gd name="T3" fmla="*/ 0 h 717"/>
                  <a:gd name="T4" fmla="*/ 6 w 717"/>
                  <a:gd name="T5" fmla="*/ 0 h 7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17" h="717">
                    <a:moveTo>
                      <a:pt x="0" y="717"/>
                    </a:moveTo>
                    <a:lnTo>
                      <a:pt x="716" y="0"/>
                    </a:lnTo>
                    <a:lnTo>
                      <a:pt x="71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0" name="Freeform 282"/>
              <p:cNvSpPr>
                <a:spLocks/>
              </p:cNvSpPr>
              <p:nvPr/>
            </p:nvSpPr>
            <p:spPr bwMode="auto">
              <a:xfrm>
                <a:off x="2212" y="1289"/>
                <a:ext cx="101" cy="101"/>
              </a:xfrm>
              <a:custGeom>
                <a:avLst/>
                <a:gdLst>
                  <a:gd name="T0" fmla="*/ 0 w 502"/>
                  <a:gd name="T1" fmla="*/ 4 h 503"/>
                  <a:gd name="T2" fmla="*/ 4 w 502"/>
                  <a:gd name="T3" fmla="*/ 0 h 503"/>
                  <a:gd name="T4" fmla="*/ 4 w 502"/>
                  <a:gd name="T5" fmla="*/ 0 h 5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2" h="503">
                    <a:moveTo>
                      <a:pt x="0" y="503"/>
                    </a:moveTo>
                    <a:lnTo>
                      <a:pt x="501" y="0"/>
                    </a:lnTo>
                    <a:lnTo>
                      <a:pt x="5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1" name="Freeform 283"/>
              <p:cNvSpPr>
                <a:spLocks/>
              </p:cNvSpPr>
              <p:nvPr/>
            </p:nvSpPr>
            <p:spPr bwMode="auto">
              <a:xfrm>
                <a:off x="1792" y="1789"/>
                <a:ext cx="127" cy="126"/>
              </a:xfrm>
              <a:custGeom>
                <a:avLst/>
                <a:gdLst>
                  <a:gd name="T0" fmla="*/ 0 w 632"/>
                  <a:gd name="T1" fmla="*/ 5 h 631"/>
                  <a:gd name="T2" fmla="*/ 5 w 632"/>
                  <a:gd name="T3" fmla="*/ 0 h 631"/>
                  <a:gd name="T4" fmla="*/ 5 w 632"/>
                  <a:gd name="T5" fmla="*/ 0 h 6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32" h="631">
                    <a:moveTo>
                      <a:pt x="0" y="631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2" name="Freeform 284"/>
              <p:cNvSpPr>
                <a:spLocks/>
              </p:cNvSpPr>
              <p:nvPr/>
            </p:nvSpPr>
            <p:spPr bwMode="auto">
              <a:xfrm>
                <a:off x="2243" y="1366"/>
                <a:ext cx="98" cy="98"/>
              </a:xfrm>
              <a:custGeom>
                <a:avLst/>
                <a:gdLst>
                  <a:gd name="T0" fmla="*/ 0 w 489"/>
                  <a:gd name="T1" fmla="*/ 4 h 488"/>
                  <a:gd name="T2" fmla="*/ 4 w 489"/>
                  <a:gd name="T3" fmla="*/ 0 h 488"/>
                  <a:gd name="T4" fmla="*/ 4 w 489"/>
                  <a:gd name="T5" fmla="*/ 0 h 4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3" name="Freeform 285"/>
              <p:cNvSpPr>
                <a:spLocks/>
              </p:cNvSpPr>
              <p:nvPr/>
            </p:nvSpPr>
            <p:spPr bwMode="auto">
              <a:xfrm>
                <a:off x="1897" y="1868"/>
                <a:ext cx="47" cy="47"/>
              </a:xfrm>
              <a:custGeom>
                <a:avLst/>
                <a:gdLst>
                  <a:gd name="T0" fmla="*/ 0 w 235"/>
                  <a:gd name="T1" fmla="*/ 2 h 233"/>
                  <a:gd name="T2" fmla="*/ 2 w 235"/>
                  <a:gd name="T3" fmla="*/ 0 h 233"/>
                  <a:gd name="T4" fmla="*/ 2 w 235"/>
                  <a:gd name="T5" fmla="*/ 0 h 2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5" h="233">
                    <a:moveTo>
                      <a:pt x="0" y="233"/>
                    </a:moveTo>
                    <a:lnTo>
                      <a:pt x="234" y="0"/>
                    </a:lnTo>
                    <a:lnTo>
                      <a:pt x="2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4" name="Freeform 286"/>
              <p:cNvSpPr>
                <a:spLocks/>
              </p:cNvSpPr>
              <p:nvPr/>
            </p:nvSpPr>
            <p:spPr bwMode="auto">
              <a:xfrm>
                <a:off x="2243" y="1471"/>
                <a:ext cx="98" cy="98"/>
              </a:xfrm>
              <a:custGeom>
                <a:avLst/>
                <a:gdLst>
                  <a:gd name="T0" fmla="*/ 0 w 489"/>
                  <a:gd name="T1" fmla="*/ 4 h 488"/>
                  <a:gd name="T2" fmla="*/ 4 w 489"/>
                  <a:gd name="T3" fmla="*/ 0 h 488"/>
                  <a:gd name="T4" fmla="*/ 4 w 489"/>
                  <a:gd name="T5" fmla="*/ 0 h 4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5" name="Freeform 287"/>
              <p:cNvSpPr>
                <a:spLocks/>
              </p:cNvSpPr>
              <p:nvPr/>
            </p:nvSpPr>
            <p:spPr bwMode="auto">
              <a:xfrm>
                <a:off x="2243" y="1576"/>
                <a:ext cx="98" cy="97"/>
              </a:xfrm>
              <a:custGeom>
                <a:avLst/>
                <a:gdLst>
                  <a:gd name="T0" fmla="*/ 0 w 489"/>
                  <a:gd name="T1" fmla="*/ 4 h 488"/>
                  <a:gd name="T2" fmla="*/ 4 w 489"/>
                  <a:gd name="T3" fmla="*/ 0 h 488"/>
                  <a:gd name="T4" fmla="*/ 4 w 489"/>
                  <a:gd name="T5" fmla="*/ 0 h 4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6" name="Freeform 288"/>
              <p:cNvSpPr>
                <a:spLocks/>
              </p:cNvSpPr>
              <p:nvPr/>
            </p:nvSpPr>
            <p:spPr bwMode="auto">
              <a:xfrm>
                <a:off x="2178" y="1681"/>
                <a:ext cx="163" cy="163"/>
              </a:xfrm>
              <a:custGeom>
                <a:avLst/>
                <a:gdLst>
                  <a:gd name="T0" fmla="*/ 0 w 814"/>
                  <a:gd name="T1" fmla="*/ 7 h 814"/>
                  <a:gd name="T2" fmla="*/ 7 w 814"/>
                  <a:gd name="T3" fmla="*/ 0 h 814"/>
                  <a:gd name="T4" fmla="*/ 7 w 814"/>
                  <a:gd name="T5" fmla="*/ 0 h 8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14" h="814">
                    <a:moveTo>
                      <a:pt x="0" y="814"/>
                    </a:moveTo>
                    <a:lnTo>
                      <a:pt x="813" y="0"/>
                    </a:lnTo>
                    <a:lnTo>
                      <a:pt x="81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7" name="Freeform 289"/>
              <p:cNvSpPr>
                <a:spLocks/>
              </p:cNvSpPr>
              <p:nvPr/>
            </p:nvSpPr>
            <p:spPr bwMode="auto">
              <a:xfrm>
                <a:off x="2212" y="1761"/>
                <a:ext cx="154" cy="154"/>
              </a:xfrm>
              <a:custGeom>
                <a:avLst/>
                <a:gdLst>
                  <a:gd name="T0" fmla="*/ 0 w 769"/>
                  <a:gd name="T1" fmla="*/ 6 h 768"/>
                  <a:gd name="T2" fmla="*/ 6 w 769"/>
                  <a:gd name="T3" fmla="*/ 0 h 768"/>
                  <a:gd name="T4" fmla="*/ 6 w 769"/>
                  <a:gd name="T5" fmla="*/ 0 h 7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9" h="768">
                    <a:moveTo>
                      <a:pt x="0" y="768"/>
                    </a:moveTo>
                    <a:lnTo>
                      <a:pt x="768" y="0"/>
                    </a:lnTo>
                    <a:lnTo>
                      <a:pt x="76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8" name="Freeform 290"/>
              <p:cNvSpPr>
                <a:spLocks/>
              </p:cNvSpPr>
              <p:nvPr/>
            </p:nvSpPr>
            <p:spPr bwMode="auto">
              <a:xfrm>
                <a:off x="2317" y="1845"/>
                <a:ext cx="70" cy="70"/>
              </a:xfrm>
              <a:custGeom>
                <a:avLst/>
                <a:gdLst>
                  <a:gd name="T0" fmla="*/ 0 w 349"/>
                  <a:gd name="T1" fmla="*/ 3 h 348"/>
                  <a:gd name="T2" fmla="*/ 3 w 349"/>
                  <a:gd name="T3" fmla="*/ 0 h 348"/>
                  <a:gd name="T4" fmla="*/ 3 w 349"/>
                  <a:gd name="T5" fmla="*/ 0 h 3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9" h="348">
                    <a:moveTo>
                      <a:pt x="0" y="348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9" name="Freeform 291"/>
              <p:cNvSpPr>
                <a:spLocks/>
              </p:cNvSpPr>
              <p:nvPr/>
            </p:nvSpPr>
            <p:spPr bwMode="auto">
              <a:xfrm>
                <a:off x="2503" y="1794"/>
                <a:ext cx="40" cy="39"/>
              </a:xfrm>
              <a:custGeom>
                <a:avLst/>
                <a:gdLst>
                  <a:gd name="T0" fmla="*/ 0 w 196"/>
                  <a:gd name="T1" fmla="*/ 2 h 195"/>
                  <a:gd name="T2" fmla="*/ 2 w 196"/>
                  <a:gd name="T3" fmla="*/ 0 h 195"/>
                  <a:gd name="T4" fmla="*/ 2 w 196"/>
                  <a:gd name="T5" fmla="*/ 0 h 19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6" h="195">
                    <a:moveTo>
                      <a:pt x="0" y="195"/>
                    </a:moveTo>
                    <a:lnTo>
                      <a:pt x="195" y="0"/>
                    </a:lnTo>
                    <a:lnTo>
                      <a:pt x="19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50" name="Freeform 292"/>
              <p:cNvSpPr>
                <a:spLocks/>
              </p:cNvSpPr>
              <p:nvPr/>
            </p:nvSpPr>
            <p:spPr bwMode="auto">
              <a:xfrm>
                <a:off x="2526" y="1899"/>
                <a:ext cx="17" cy="16"/>
              </a:xfrm>
              <a:custGeom>
                <a:avLst/>
                <a:gdLst>
                  <a:gd name="T0" fmla="*/ 0 w 81"/>
                  <a:gd name="T1" fmla="*/ 1 h 79"/>
                  <a:gd name="T2" fmla="*/ 1 w 81"/>
                  <a:gd name="T3" fmla="*/ 0 h 79"/>
                  <a:gd name="T4" fmla="*/ 1 w 81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1" h="79">
                    <a:moveTo>
                      <a:pt x="0" y="79"/>
                    </a:moveTo>
                    <a:lnTo>
                      <a:pt x="80" y="0"/>
                    </a:lnTo>
                    <a:lnTo>
                      <a:pt x="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38" name="Freeform 293"/>
            <p:cNvSpPr>
              <a:spLocks/>
            </p:cNvSpPr>
            <p:nvPr/>
          </p:nvSpPr>
          <p:spPr bwMode="auto">
            <a:xfrm>
              <a:off x="2030" y="2886"/>
              <a:ext cx="31" cy="31"/>
            </a:xfrm>
            <a:custGeom>
              <a:avLst/>
              <a:gdLst>
                <a:gd name="T0" fmla="*/ 0 w 154"/>
                <a:gd name="T1" fmla="*/ 1 h 153"/>
                <a:gd name="T2" fmla="*/ 1 w 154"/>
                <a:gd name="T3" fmla="*/ 0 h 153"/>
                <a:gd name="T4" fmla="*/ 1 w 154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4" h="153">
                  <a:moveTo>
                    <a:pt x="0" y="153"/>
                  </a:moveTo>
                  <a:lnTo>
                    <a:pt x="153" y="0"/>
                  </a:lnTo>
                  <a:lnTo>
                    <a:pt x="15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39" name="Group 294"/>
            <p:cNvGrpSpPr>
              <a:grpSpLocks/>
            </p:cNvGrpSpPr>
            <p:nvPr/>
          </p:nvGrpSpPr>
          <p:grpSpPr bwMode="auto">
            <a:xfrm>
              <a:off x="1781" y="2359"/>
              <a:ext cx="558" cy="560"/>
              <a:chOff x="1781" y="2359"/>
              <a:chExt cx="558" cy="560"/>
            </a:xfrm>
          </p:grpSpPr>
          <p:sp>
            <p:nvSpPr>
              <p:cNvPr id="17521" name="Freeform 295"/>
              <p:cNvSpPr>
                <a:spLocks/>
              </p:cNvSpPr>
              <p:nvPr/>
            </p:nvSpPr>
            <p:spPr bwMode="auto">
              <a:xfrm>
                <a:off x="1781" y="2361"/>
                <a:ext cx="280" cy="281"/>
              </a:xfrm>
              <a:custGeom>
                <a:avLst/>
                <a:gdLst>
                  <a:gd name="T0" fmla="*/ 0 w 1400"/>
                  <a:gd name="T1" fmla="*/ 11 h 1401"/>
                  <a:gd name="T2" fmla="*/ 11 w 1400"/>
                  <a:gd name="T3" fmla="*/ 0 h 1401"/>
                  <a:gd name="T4" fmla="*/ 11 w 1400"/>
                  <a:gd name="T5" fmla="*/ 0 h 14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00" h="1401">
                    <a:moveTo>
                      <a:pt x="0" y="1401"/>
                    </a:moveTo>
                    <a:lnTo>
                      <a:pt x="1399" y="0"/>
                    </a:lnTo>
                    <a:lnTo>
                      <a:pt x="14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2" name="Freeform 296"/>
              <p:cNvSpPr>
                <a:spLocks/>
              </p:cNvSpPr>
              <p:nvPr/>
            </p:nvSpPr>
            <p:spPr bwMode="auto">
              <a:xfrm>
                <a:off x="1797" y="2648"/>
                <a:ext cx="82" cy="83"/>
              </a:xfrm>
              <a:custGeom>
                <a:avLst/>
                <a:gdLst>
                  <a:gd name="T0" fmla="*/ 0 w 412"/>
                  <a:gd name="T1" fmla="*/ 3 h 413"/>
                  <a:gd name="T2" fmla="*/ 3 w 412"/>
                  <a:gd name="T3" fmla="*/ 0 h 413"/>
                  <a:gd name="T4" fmla="*/ 3 w 412"/>
                  <a:gd name="T5" fmla="*/ 0 h 4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2" h="413">
                    <a:moveTo>
                      <a:pt x="0" y="413"/>
                    </a:moveTo>
                    <a:lnTo>
                      <a:pt x="411" y="0"/>
                    </a:lnTo>
                    <a:lnTo>
                      <a:pt x="41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3" name="Freeform 297"/>
              <p:cNvSpPr>
                <a:spLocks/>
              </p:cNvSpPr>
              <p:nvPr/>
            </p:nvSpPr>
            <p:spPr bwMode="auto">
              <a:xfrm>
                <a:off x="1833" y="2730"/>
                <a:ext cx="70" cy="70"/>
              </a:xfrm>
              <a:custGeom>
                <a:avLst/>
                <a:gdLst>
                  <a:gd name="T0" fmla="*/ 0 w 353"/>
                  <a:gd name="T1" fmla="*/ 3 h 353"/>
                  <a:gd name="T2" fmla="*/ 3 w 353"/>
                  <a:gd name="T3" fmla="*/ 0 h 353"/>
                  <a:gd name="T4" fmla="*/ 3 w 353"/>
                  <a:gd name="T5" fmla="*/ 0 h 3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3" h="353">
                    <a:moveTo>
                      <a:pt x="0" y="353"/>
                    </a:moveTo>
                    <a:lnTo>
                      <a:pt x="352" y="0"/>
                    </a:lnTo>
                    <a:lnTo>
                      <a:pt x="35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4" name="Freeform 298"/>
              <p:cNvSpPr>
                <a:spLocks/>
              </p:cNvSpPr>
              <p:nvPr/>
            </p:nvSpPr>
            <p:spPr bwMode="auto">
              <a:xfrm>
                <a:off x="2203" y="2359"/>
                <a:ext cx="71" cy="70"/>
              </a:xfrm>
              <a:custGeom>
                <a:avLst/>
                <a:gdLst>
                  <a:gd name="T0" fmla="*/ 0 w 354"/>
                  <a:gd name="T1" fmla="*/ 3 h 353"/>
                  <a:gd name="T2" fmla="*/ 3 w 354"/>
                  <a:gd name="T3" fmla="*/ 0 h 353"/>
                  <a:gd name="T4" fmla="*/ 3 w 354"/>
                  <a:gd name="T5" fmla="*/ 0 h 3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4" h="353">
                    <a:moveTo>
                      <a:pt x="0" y="353"/>
                    </a:moveTo>
                    <a:lnTo>
                      <a:pt x="353" y="0"/>
                    </a:lnTo>
                    <a:lnTo>
                      <a:pt x="3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5" name="Freeform 299"/>
              <p:cNvSpPr>
                <a:spLocks/>
              </p:cNvSpPr>
              <p:nvPr/>
            </p:nvSpPr>
            <p:spPr bwMode="auto">
              <a:xfrm>
                <a:off x="1883" y="2785"/>
                <a:ext cx="70" cy="70"/>
              </a:xfrm>
              <a:custGeom>
                <a:avLst/>
                <a:gdLst>
                  <a:gd name="T0" fmla="*/ 0 w 348"/>
                  <a:gd name="T1" fmla="*/ 3 h 347"/>
                  <a:gd name="T2" fmla="*/ 3 w 348"/>
                  <a:gd name="T3" fmla="*/ 0 h 347"/>
                  <a:gd name="T4" fmla="*/ 3 w 348"/>
                  <a:gd name="T5" fmla="*/ 0 h 3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8" h="347">
                    <a:moveTo>
                      <a:pt x="0" y="347"/>
                    </a:moveTo>
                    <a:lnTo>
                      <a:pt x="347" y="0"/>
                    </a:lnTo>
                    <a:lnTo>
                      <a:pt x="34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6" name="Freeform 300"/>
              <p:cNvSpPr>
                <a:spLocks/>
              </p:cNvSpPr>
              <p:nvPr/>
            </p:nvSpPr>
            <p:spPr bwMode="auto">
              <a:xfrm>
                <a:off x="2207" y="2457"/>
                <a:ext cx="73" cy="73"/>
              </a:xfrm>
              <a:custGeom>
                <a:avLst/>
                <a:gdLst>
                  <a:gd name="T0" fmla="*/ 0 w 364"/>
                  <a:gd name="T1" fmla="*/ 3 h 363"/>
                  <a:gd name="T2" fmla="*/ 3 w 364"/>
                  <a:gd name="T3" fmla="*/ 0 h 363"/>
                  <a:gd name="T4" fmla="*/ 3 w 364"/>
                  <a:gd name="T5" fmla="*/ 0 h 3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4" h="363">
                    <a:moveTo>
                      <a:pt x="0" y="363"/>
                    </a:moveTo>
                    <a:lnTo>
                      <a:pt x="363" y="0"/>
                    </a:lnTo>
                    <a:lnTo>
                      <a:pt x="3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7" name="Freeform 301"/>
              <p:cNvSpPr>
                <a:spLocks/>
              </p:cNvSpPr>
              <p:nvPr/>
            </p:nvSpPr>
            <p:spPr bwMode="auto">
              <a:xfrm>
                <a:off x="1948" y="2818"/>
                <a:ext cx="77" cy="77"/>
              </a:xfrm>
              <a:custGeom>
                <a:avLst/>
                <a:gdLst>
                  <a:gd name="T0" fmla="*/ 0 w 386"/>
                  <a:gd name="T1" fmla="*/ 3 h 386"/>
                  <a:gd name="T2" fmla="*/ 3 w 386"/>
                  <a:gd name="T3" fmla="*/ 0 h 386"/>
                  <a:gd name="T4" fmla="*/ 3 w 386"/>
                  <a:gd name="T5" fmla="*/ 0 h 3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6" h="386">
                    <a:moveTo>
                      <a:pt x="0" y="386"/>
                    </a:moveTo>
                    <a:lnTo>
                      <a:pt x="385" y="0"/>
                    </a:lnTo>
                    <a:lnTo>
                      <a:pt x="3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8" name="Freeform 302"/>
              <p:cNvSpPr>
                <a:spLocks/>
              </p:cNvSpPr>
              <p:nvPr/>
            </p:nvSpPr>
            <p:spPr bwMode="auto">
              <a:xfrm>
                <a:off x="2240" y="2525"/>
                <a:ext cx="77" cy="78"/>
              </a:xfrm>
              <a:custGeom>
                <a:avLst/>
                <a:gdLst>
                  <a:gd name="T0" fmla="*/ 0 w 387"/>
                  <a:gd name="T1" fmla="*/ 3 h 386"/>
                  <a:gd name="T2" fmla="*/ 3 w 387"/>
                  <a:gd name="T3" fmla="*/ 0 h 386"/>
                  <a:gd name="T4" fmla="*/ 3 w 387"/>
                  <a:gd name="T5" fmla="*/ 0 h 3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7" h="386">
                    <a:moveTo>
                      <a:pt x="0" y="386"/>
                    </a:moveTo>
                    <a:lnTo>
                      <a:pt x="386" y="0"/>
                    </a:lnTo>
                    <a:lnTo>
                      <a:pt x="38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9" name="Freeform 303"/>
              <p:cNvSpPr>
                <a:spLocks/>
              </p:cNvSpPr>
              <p:nvPr/>
            </p:nvSpPr>
            <p:spPr bwMode="auto">
              <a:xfrm>
                <a:off x="2220" y="2608"/>
                <a:ext cx="119" cy="119"/>
              </a:xfrm>
              <a:custGeom>
                <a:avLst/>
                <a:gdLst>
                  <a:gd name="T0" fmla="*/ 0 w 594"/>
                  <a:gd name="T1" fmla="*/ 5 h 593"/>
                  <a:gd name="T2" fmla="*/ 5 w 594"/>
                  <a:gd name="T3" fmla="*/ 0 h 593"/>
                  <a:gd name="T4" fmla="*/ 5 w 594"/>
                  <a:gd name="T5" fmla="*/ 0 h 5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4" h="593">
                    <a:moveTo>
                      <a:pt x="0" y="593"/>
                    </a:moveTo>
                    <a:lnTo>
                      <a:pt x="593" y="0"/>
                    </a:lnTo>
                    <a:lnTo>
                      <a:pt x="59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0" name="Freeform 304"/>
              <p:cNvSpPr>
                <a:spLocks/>
              </p:cNvSpPr>
              <p:nvPr/>
            </p:nvSpPr>
            <p:spPr bwMode="auto">
              <a:xfrm>
                <a:off x="2203" y="2725"/>
                <a:ext cx="124" cy="124"/>
              </a:xfrm>
              <a:custGeom>
                <a:avLst/>
                <a:gdLst>
                  <a:gd name="T0" fmla="*/ 0 w 622"/>
                  <a:gd name="T1" fmla="*/ 5 h 622"/>
                  <a:gd name="T2" fmla="*/ 5 w 622"/>
                  <a:gd name="T3" fmla="*/ 0 h 622"/>
                  <a:gd name="T4" fmla="*/ 5 w 622"/>
                  <a:gd name="T5" fmla="*/ 0 h 6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2" h="622">
                    <a:moveTo>
                      <a:pt x="0" y="622"/>
                    </a:moveTo>
                    <a:lnTo>
                      <a:pt x="621" y="0"/>
                    </a:lnTo>
                    <a:lnTo>
                      <a:pt x="6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1" name="Freeform 305"/>
              <p:cNvSpPr>
                <a:spLocks/>
              </p:cNvSpPr>
              <p:nvPr/>
            </p:nvSpPr>
            <p:spPr bwMode="auto">
              <a:xfrm>
                <a:off x="2239" y="2877"/>
                <a:ext cx="41" cy="42"/>
              </a:xfrm>
              <a:custGeom>
                <a:avLst/>
                <a:gdLst>
                  <a:gd name="T0" fmla="*/ 0 w 207"/>
                  <a:gd name="T1" fmla="*/ 2 h 207"/>
                  <a:gd name="T2" fmla="*/ 2 w 207"/>
                  <a:gd name="T3" fmla="*/ 0 h 207"/>
                  <a:gd name="T4" fmla="*/ 2 w 207"/>
                  <a:gd name="T5" fmla="*/ 0 h 20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7" h="207">
                    <a:moveTo>
                      <a:pt x="0" y="207"/>
                    </a:moveTo>
                    <a:lnTo>
                      <a:pt x="206" y="0"/>
                    </a:lnTo>
                    <a:lnTo>
                      <a:pt x="2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40" name="Rectangle 306"/>
            <p:cNvSpPr>
              <a:spLocks noChangeArrowheads="1"/>
            </p:cNvSpPr>
            <p:nvPr/>
          </p:nvSpPr>
          <p:spPr bwMode="auto">
            <a:xfrm>
              <a:off x="1485" y="1417"/>
              <a:ext cx="9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  <p:sp>
          <p:nvSpPr>
            <p:cNvPr id="17441" name="Freeform 307"/>
            <p:cNvSpPr>
              <a:spLocks/>
            </p:cNvSpPr>
            <p:nvPr/>
          </p:nvSpPr>
          <p:spPr bwMode="auto">
            <a:xfrm>
              <a:off x="1878" y="1430"/>
              <a:ext cx="2" cy="322"/>
            </a:xfrm>
            <a:custGeom>
              <a:avLst/>
              <a:gdLst>
                <a:gd name="T0" fmla="*/ 0 w 2"/>
                <a:gd name="T1" fmla="*/ 322 h 322"/>
                <a:gd name="T2" fmla="*/ 1 w 2"/>
                <a:gd name="T3" fmla="*/ 0 h 322"/>
                <a:gd name="T4" fmla="*/ 2 w 2"/>
                <a:gd name="T5" fmla="*/ 0 h 3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22">
                  <a:moveTo>
                    <a:pt x="0" y="32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Freeform 308"/>
            <p:cNvSpPr>
              <a:spLocks/>
            </p:cNvSpPr>
            <p:nvPr/>
          </p:nvSpPr>
          <p:spPr bwMode="auto">
            <a:xfrm>
              <a:off x="1781" y="1289"/>
              <a:ext cx="1" cy="472"/>
            </a:xfrm>
            <a:custGeom>
              <a:avLst/>
              <a:gdLst>
                <a:gd name="T0" fmla="*/ 0 w 1"/>
                <a:gd name="T1" fmla="*/ 19 h 2361"/>
                <a:gd name="T2" fmla="*/ 0 w 1"/>
                <a:gd name="T3" fmla="*/ 0 h 2361"/>
                <a:gd name="T4" fmla="*/ 1 w 1"/>
                <a:gd name="T5" fmla="*/ 0 h 23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61">
                  <a:moveTo>
                    <a:pt x="0" y="23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Freeform 309"/>
            <p:cNvSpPr>
              <a:spLocks/>
            </p:cNvSpPr>
            <p:nvPr/>
          </p:nvSpPr>
          <p:spPr bwMode="auto">
            <a:xfrm>
              <a:off x="1944" y="1789"/>
              <a:ext cx="1" cy="126"/>
            </a:xfrm>
            <a:custGeom>
              <a:avLst/>
              <a:gdLst>
                <a:gd name="T0" fmla="*/ 0 w 1"/>
                <a:gd name="T1" fmla="*/ 5 h 631"/>
                <a:gd name="T2" fmla="*/ 0 w 1"/>
                <a:gd name="T3" fmla="*/ 0 h 631"/>
                <a:gd name="T4" fmla="*/ 1 w 1"/>
                <a:gd name="T5" fmla="*/ 0 h 6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1">
                  <a:moveTo>
                    <a:pt x="0" y="63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Freeform 310"/>
            <p:cNvSpPr>
              <a:spLocks/>
            </p:cNvSpPr>
            <p:nvPr/>
          </p:nvSpPr>
          <p:spPr bwMode="auto">
            <a:xfrm>
              <a:off x="1736" y="1761"/>
              <a:ext cx="1" cy="154"/>
            </a:xfrm>
            <a:custGeom>
              <a:avLst/>
              <a:gdLst>
                <a:gd name="T0" fmla="*/ 0 w 1"/>
                <a:gd name="T1" fmla="*/ 6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Freeform 311"/>
            <p:cNvSpPr>
              <a:spLocks/>
            </p:cNvSpPr>
            <p:nvPr/>
          </p:nvSpPr>
          <p:spPr bwMode="auto">
            <a:xfrm>
              <a:off x="1580" y="1761"/>
              <a:ext cx="1" cy="154"/>
            </a:xfrm>
            <a:custGeom>
              <a:avLst/>
              <a:gdLst>
                <a:gd name="T0" fmla="*/ 0 w 2"/>
                <a:gd name="T1" fmla="*/ 6 h 768"/>
                <a:gd name="T2" fmla="*/ 0 w 2"/>
                <a:gd name="T3" fmla="*/ 0 h 768"/>
                <a:gd name="T4" fmla="*/ 1 w 2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68">
                  <a:moveTo>
                    <a:pt x="0" y="76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Freeform 312"/>
            <p:cNvSpPr>
              <a:spLocks/>
            </p:cNvSpPr>
            <p:nvPr/>
          </p:nvSpPr>
          <p:spPr bwMode="auto">
            <a:xfrm>
              <a:off x="1619" y="1761"/>
              <a:ext cx="1" cy="154"/>
            </a:xfrm>
            <a:custGeom>
              <a:avLst/>
              <a:gdLst>
                <a:gd name="T0" fmla="*/ 0 w 1"/>
                <a:gd name="T1" fmla="*/ 6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7" name="Freeform 313"/>
            <p:cNvSpPr>
              <a:spLocks/>
            </p:cNvSpPr>
            <p:nvPr/>
          </p:nvSpPr>
          <p:spPr bwMode="auto">
            <a:xfrm>
              <a:off x="1580" y="1761"/>
              <a:ext cx="201" cy="1"/>
            </a:xfrm>
            <a:custGeom>
              <a:avLst/>
              <a:gdLst>
                <a:gd name="T0" fmla="*/ 0 w 1009"/>
                <a:gd name="T1" fmla="*/ 0 h 1"/>
                <a:gd name="T2" fmla="*/ 8 w 1009"/>
                <a:gd name="T3" fmla="*/ 0 h 1"/>
                <a:gd name="T4" fmla="*/ 8 w 100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9" h="1">
                  <a:moveTo>
                    <a:pt x="0" y="0"/>
                  </a:moveTo>
                  <a:lnTo>
                    <a:pt x="1008" y="0"/>
                  </a:lnTo>
                  <a:lnTo>
                    <a:pt x="10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48" name="Group 314"/>
            <p:cNvGrpSpPr>
              <a:grpSpLocks/>
            </p:cNvGrpSpPr>
            <p:nvPr/>
          </p:nvGrpSpPr>
          <p:grpSpPr bwMode="auto">
            <a:xfrm>
              <a:off x="1677" y="1723"/>
              <a:ext cx="1" cy="245"/>
              <a:chOff x="1677" y="1723"/>
              <a:chExt cx="1" cy="245"/>
            </a:xfrm>
          </p:grpSpPr>
          <p:sp>
            <p:nvSpPr>
              <p:cNvPr id="17518" name="Freeform 315"/>
              <p:cNvSpPr>
                <a:spLocks/>
              </p:cNvSpPr>
              <p:nvPr/>
            </p:nvSpPr>
            <p:spPr bwMode="auto">
              <a:xfrm>
                <a:off x="1677" y="1882"/>
                <a:ext cx="1" cy="86"/>
              </a:xfrm>
              <a:custGeom>
                <a:avLst/>
                <a:gdLst>
                  <a:gd name="T0" fmla="*/ 0 w 2"/>
                  <a:gd name="T1" fmla="*/ 3 h 432"/>
                  <a:gd name="T2" fmla="*/ 0 w 2"/>
                  <a:gd name="T3" fmla="*/ 0 h 432"/>
                  <a:gd name="T4" fmla="*/ 1 w 2"/>
                  <a:gd name="T5" fmla="*/ 0 h 4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432">
                    <a:moveTo>
                      <a:pt x="0" y="4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9" name="Freeform 316"/>
              <p:cNvSpPr>
                <a:spLocks/>
              </p:cNvSpPr>
              <p:nvPr/>
            </p:nvSpPr>
            <p:spPr bwMode="auto">
              <a:xfrm>
                <a:off x="1677" y="1723"/>
                <a:ext cx="1" cy="93"/>
              </a:xfrm>
              <a:custGeom>
                <a:avLst/>
                <a:gdLst>
                  <a:gd name="T0" fmla="*/ 0 w 2"/>
                  <a:gd name="T1" fmla="*/ 4 h 466"/>
                  <a:gd name="T2" fmla="*/ 0 w 2"/>
                  <a:gd name="T3" fmla="*/ 0 h 466"/>
                  <a:gd name="T4" fmla="*/ 1 w 2"/>
                  <a:gd name="T5" fmla="*/ 0 h 4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466">
                    <a:moveTo>
                      <a:pt x="0" y="46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0" name="Freeform 317"/>
              <p:cNvSpPr>
                <a:spLocks/>
              </p:cNvSpPr>
              <p:nvPr/>
            </p:nvSpPr>
            <p:spPr bwMode="auto">
              <a:xfrm>
                <a:off x="1677" y="1844"/>
                <a:ext cx="1" cy="10"/>
              </a:xfrm>
              <a:custGeom>
                <a:avLst/>
                <a:gdLst>
                  <a:gd name="T0" fmla="*/ 0 w 2"/>
                  <a:gd name="T1" fmla="*/ 0 h 54"/>
                  <a:gd name="T2" fmla="*/ 0 w 2"/>
                  <a:gd name="T3" fmla="*/ 0 h 54"/>
                  <a:gd name="T4" fmla="*/ 1 w 2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4">
                    <a:moveTo>
                      <a:pt x="0" y="5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49" name="Rectangle 318"/>
            <p:cNvSpPr>
              <a:spLocks noChangeArrowheads="1"/>
            </p:cNvSpPr>
            <p:nvPr/>
          </p:nvSpPr>
          <p:spPr bwMode="auto">
            <a:xfrm>
              <a:off x="2563" y="1441"/>
              <a:ext cx="9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  <p:sp>
          <p:nvSpPr>
            <p:cNvPr id="17450" name="Freeform 319"/>
            <p:cNvSpPr>
              <a:spLocks/>
            </p:cNvSpPr>
            <p:nvPr/>
          </p:nvSpPr>
          <p:spPr bwMode="auto">
            <a:xfrm>
              <a:off x="1598" y="1574"/>
              <a:ext cx="116" cy="1"/>
            </a:xfrm>
            <a:custGeom>
              <a:avLst/>
              <a:gdLst>
                <a:gd name="T0" fmla="*/ 5 w 584"/>
                <a:gd name="T1" fmla="*/ 0 h 1"/>
                <a:gd name="T2" fmla="*/ 0 w 584"/>
                <a:gd name="T3" fmla="*/ 0 h 1"/>
                <a:gd name="T4" fmla="*/ 0 w 58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4" h="1">
                  <a:moveTo>
                    <a:pt x="58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1" name="Freeform 320"/>
            <p:cNvSpPr>
              <a:spLocks/>
            </p:cNvSpPr>
            <p:nvPr/>
          </p:nvSpPr>
          <p:spPr bwMode="auto">
            <a:xfrm>
              <a:off x="1879" y="1746"/>
              <a:ext cx="42" cy="43"/>
            </a:xfrm>
            <a:custGeom>
              <a:avLst/>
              <a:gdLst>
                <a:gd name="T0" fmla="*/ 0 w 212"/>
                <a:gd name="T1" fmla="*/ 0 h 211"/>
                <a:gd name="T2" fmla="*/ 0 w 212"/>
                <a:gd name="T3" fmla="*/ 1 h 211"/>
                <a:gd name="T4" fmla="*/ 2 w 212"/>
                <a:gd name="T5" fmla="*/ 2 h 211"/>
                <a:gd name="T6" fmla="*/ 2 w 212"/>
                <a:gd name="T7" fmla="*/ 2 h 2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2" h="211">
                  <a:moveTo>
                    <a:pt x="0" y="0"/>
                  </a:moveTo>
                  <a:lnTo>
                    <a:pt x="62" y="149"/>
                  </a:lnTo>
                  <a:lnTo>
                    <a:pt x="211" y="211"/>
                  </a:lnTo>
                  <a:lnTo>
                    <a:pt x="212" y="21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2" name="Freeform 321"/>
            <p:cNvSpPr>
              <a:spLocks/>
            </p:cNvSpPr>
            <p:nvPr/>
          </p:nvSpPr>
          <p:spPr bwMode="auto">
            <a:xfrm>
              <a:off x="1944" y="1289"/>
              <a:ext cx="1" cy="99"/>
            </a:xfrm>
            <a:custGeom>
              <a:avLst/>
              <a:gdLst>
                <a:gd name="T0" fmla="*/ 0 w 1"/>
                <a:gd name="T1" fmla="*/ 4 h 494"/>
                <a:gd name="T2" fmla="*/ 0 w 1"/>
                <a:gd name="T3" fmla="*/ 0 h 494"/>
                <a:gd name="T4" fmla="*/ 1 w 1"/>
                <a:gd name="T5" fmla="*/ 0 h 4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94">
                  <a:moveTo>
                    <a:pt x="0" y="49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3" name="Freeform 322"/>
            <p:cNvSpPr>
              <a:spLocks/>
            </p:cNvSpPr>
            <p:nvPr/>
          </p:nvSpPr>
          <p:spPr bwMode="auto">
            <a:xfrm>
              <a:off x="1879" y="1388"/>
              <a:ext cx="42" cy="42"/>
            </a:xfrm>
            <a:custGeom>
              <a:avLst/>
              <a:gdLst>
                <a:gd name="T0" fmla="*/ 2 w 211"/>
                <a:gd name="T1" fmla="*/ 0 h 210"/>
                <a:gd name="T2" fmla="*/ 0 w 211"/>
                <a:gd name="T3" fmla="*/ 1 h 210"/>
                <a:gd name="T4" fmla="*/ 0 w 211"/>
                <a:gd name="T5" fmla="*/ 2 h 210"/>
                <a:gd name="T6" fmla="*/ 0 w 211"/>
                <a:gd name="T7" fmla="*/ 2 h 2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10">
                  <a:moveTo>
                    <a:pt x="211" y="0"/>
                  </a:moveTo>
                  <a:lnTo>
                    <a:pt x="62" y="63"/>
                  </a:lnTo>
                  <a:lnTo>
                    <a:pt x="0" y="210"/>
                  </a:lnTo>
                  <a:lnTo>
                    <a:pt x="1" y="21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4" name="Freeform 323"/>
            <p:cNvSpPr>
              <a:spLocks/>
            </p:cNvSpPr>
            <p:nvPr/>
          </p:nvSpPr>
          <p:spPr bwMode="auto">
            <a:xfrm>
              <a:off x="2243" y="1430"/>
              <a:ext cx="1" cy="316"/>
            </a:xfrm>
            <a:custGeom>
              <a:avLst/>
              <a:gdLst>
                <a:gd name="T0" fmla="*/ 0 w 1"/>
                <a:gd name="T1" fmla="*/ 13 h 1583"/>
                <a:gd name="T2" fmla="*/ 0 w 1"/>
                <a:gd name="T3" fmla="*/ 0 h 1583"/>
                <a:gd name="T4" fmla="*/ 1 w 1"/>
                <a:gd name="T5" fmla="*/ 0 h 15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83">
                  <a:moveTo>
                    <a:pt x="0" y="158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5" name="Freeform 324"/>
            <p:cNvSpPr>
              <a:spLocks/>
            </p:cNvSpPr>
            <p:nvPr/>
          </p:nvSpPr>
          <p:spPr bwMode="auto">
            <a:xfrm>
              <a:off x="2341" y="1289"/>
              <a:ext cx="1" cy="472"/>
            </a:xfrm>
            <a:custGeom>
              <a:avLst/>
              <a:gdLst>
                <a:gd name="T0" fmla="*/ 0 w 1"/>
                <a:gd name="T1" fmla="*/ 19 h 2361"/>
                <a:gd name="T2" fmla="*/ 0 w 1"/>
                <a:gd name="T3" fmla="*/ 0 h 2361"/>
                <a:gd name="T4" fmla="*/ 1 w 1"/>
                <a:gd name="T5" fmla="*/ 0 h 23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61">
                  <a:moveTo>
                    <a:pt x="0" y="23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6" name="Freeform 325"/>
            <p:cNvSpPr>
              <a:spLocks/>
            </p:cNvSpPr>
            <p:nvPr/>
          </p:nvSpPr>
          <p:spPr bwMode="auto">
            <a:xfrm>
              <a:off x="2280" y="2464"/>
              <a:ext cx="66" cy="349"/>
            </a:xfrm>
            <a:custGeom>
              <a:avLst/>
              <a:gdLst>
                <a:gd name="T0" fmla="*/ 0 w 66"/>
                <a:gd name="T1" fmla="*/ 349 h 349"/>
                <a:gd name="T2" fmla="*/ 30 w 66"/>
                <a:gd name="T3" fmla="*/ 296 h 349"/>
                <a:gd name="T4" fmla="*/ 54 w 66"/>
                <a:gd name="T5" fmla="*/ 237 h 349"/>
                <a:gd name="T6" fmla="*/ 66 w 66"/>
                <a:gd name="T7" fmla="*/ 164 h 349"/>
                <a:gd name="T8" fmla="*/ 54 w 66"/>
                <a:gd name="T9" fmla="*/ 112 h 349"/>
                <a:gd name="T10" fmla="*/ 24 w 66"/>
                <a:gd name="T11" fmla="*/ 50 h 349"/>
                <a:gd name="T12" fmla="*/ 0 w 66"/>
                <a:gd name="T13" fmla="*/ 0 h 349"/>
                <a:gd name="T14" fmla="*/ 0 w 66"/>
                <a:gd name="T15" fmla="*/ 0 h 3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349">
                  <a:moveTo>
                    <a:pt x="0" y="349"/>
                  </a:moveTo>
                  <a:lnTo>
                    <a:pt x="30" y="296"/>
                  </a:lnTo>
                  <a:lnTo>
                    <a:pt x="54" y="237"/>
                  </a:lnTo>
                  <a:lnTo>
                    <a:pt x="66" y="164"/>
                  </a:lnTo>
                  <a:lnTo>
                    <a:pt x="54" y="112"/>
                  </a:lnTo>
                  <a:lnTo>
                    <a:pt x="24" y="5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57" name="Group 326"/>
            <p:cNvGrpSpPr>
              <a:grpSpLocks/>
            </p:cNvGrpSpPr>
            <p:nvPr/>
          </p:nvGrpSpPr>
          <p:grpSpPr bwMode="auto">
            <a:xfrm>
              <a:off x="1527" y="2639"/>
              <a:ext cx="1069" cy="1"/>
              <a:chOff x="1527" y="2639"/>
              <a:chExt cx="1069" cy="1"/>
            </a:xfrm>
          </p:grpSpPr>
          <p:sp>
            <p:nvSpPr>
              <p:cNvPr id="17513" name="Freeform 327"/>
              <p:cNvSpPr>
                <a:spLocks/>
              </p:cNvSpPr>
              <p:nvPr/>
            </p:nvSpPr>
            <p:spPr bwMode="auto">
              <a:xfrm>
                <a:off x="1866" y="2639"/>
                <a:ext cx="404" cy="1"/>
              </a:xfrm>
              <a:custGeom>
                <a:avLst/>
                <a:gdLst>
                  <a:gd name="T0" fmla="*/ 0 w 2018"/>
                  <a:gd name="T1" fmla="*/ 0 h 1"/>
                  <a:gd name="T2" fmla="*/ 16 w 2018"/>
                  <a:gd name="T3" fmla="*/ 0 h 1"/>
                  <a:gd name="T4" fmla="*/ 16 w 201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18" h="1">
                    <a:moveTo>
                      <a:pt x="0" y="0"/>
                    </a:moveTo>
                    <a:lnTo>
                      <a:pt x="2017" y="0"/>
                    </a:lnTo>
                    <a:lnTo>
                      <a:pt x="201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" name="Freeform 328"/>
              <p:cNvSpPr>
                <a:spLocks/>
              </p:cNvSpPr>
              <p:nvPr/>
            </p:nvSpPr>
            <p:spPr bwMode="auto">
              <a:xfrm>
                <a:off x="1527" y="2639"/>
                <a:ext cx="276" cy="1"/>
              </a:xfrm>
              <a:custGeom>
                <a:avLst/>
                <a:gdLst>
                  <a:gd name="T0" fmla="*/ 0 w 1381"/>
                  <a:gd name="T1" fmla="*/ 0 h 1"/>
                  <a:gd name="T2" fmla="*/ 11 w 1381"/>
                  <a:gd name="T3" fmla="*/ 0 h 1"/>
                  <a:gd name="T4" fmla="*/ 11 w 138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81" h="1">
                    <a:moveTo>
                      <a:pt x="0" y="0"/>
                    </a:moveTo>
                    <a:lnTo>
                      <a:pt x="1380" y="0"/>
                    </a:lnTo>
                    <a:lnTo>
                      <a:pt x="13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" name="Freeform 329"/>
              <p:cNvSpPr>
                <a:spLocks/>
              </p:cNvSpPr>
              <p:nvPr/>
            </p:nvSpPr>
            <p:spPr bwMode="auto">
              <a:xfrm>
                <a:off x="1829" y="2639"/>
                <a:ext cx="8" cy="1"/>
              </a:xfrm>
              <a:custGeom>
                <a:avLst/>
                <a:gdLst>
                  <a:gd name="T0" fmla="*/ 0 w 41"/>
                  <a:gd name="T1" fmla="*/ 0 h 1"/>
                  <a:gd name="T2" fmla="*/ 0 w 41"/>
                  <a:gd name="T3" fmla="*/ 0 h 1"/>
                  <a:gd name="T4" fmla="*/ 0 w 4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1">
                    <a:moveTo>
                      <a:pt x="0" y="0"/>
                    </a:moveTo>
                    <a:lnTo>
                      <a:pt x="40" y="0"/>
                    </a:lnTo>
                    <a:lnTo>
                      <a:pt x="4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6" name="Freeform 330"/>
              <p:cNvSpPr>
                <a:spLocks/>
              </p:cNvSpPr>
              <p:nvPr/>
            </p:nvSpPr>
            <p:spPr bwMode="auto">
              <a:xfrm>
                <a:off x="2325" y="2639"/>
                <a:ext cx="271" cy="1"/>
              </a:xfrm>
              <a:custGeom>
                <a:avLst/>
                <a:gdLst>
                  <a:gd name="T0" fmla="*/ 0 w 1357"/>
                  <a:gd name="T1" fmla="*/ 0 h 1"/>
                  <a:gd name="T2" fmla="*/ 11 w 1357"/>
                  <a:gd name="T3" fmla="*/ 0 h 1"/>
                  <a:gd name="T4" fmla="*/ 11 w 1357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57" h="1">
                    <a:moveTo>
                      <a:pt x="0" y="0"/>
                    </a:moveTo>
                    <a:lnTo>
                      <a:pt x="1356" y="0"/>
                    </a:lnTo>
                    <a:lnTo>
                      <a:pt x="135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7" name="Freeform 331"/>
              <p:cNvSpPr>
                <a:spLocks/>
              </p:cNvSpPr>
              <p:nvPr/>
            </p:nvSpPr>
            <p:spPr bwMode="auto">
              <a:xfrm>
                <a:off x="2290" y="2639"/>
                <a:ext cx="11" cy="1"/>
              </a:xfrm>
              <a:custGeom>
                <a:avLst/>
                <a:gdLst>
                  <a:gd name="T0" fmla="*/ 0 w 54"/>
                  <a:gd name="T1" fmla="*/ 0 h 1"/>
                  <a:gd name="T2" fmla="*/ 0 w 54"/>
                  <a:gd name="T3" fmla="*/ 0 h 1"/>
                  <a:gd name="T4" fmla="*/ 0 w 5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4" h="1">
                    <a:moveTo>
                      <a:pt x="0" y="0"/>
                    </a:moveTo>
                    <a:lnTo>
                      <a:pt x="53" y="0"/>
                    </a:lnTo>
                    <a:lnTo>
                      <a:pt x="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58" name="Freeform 332"/>
            <p:cNvSpPr>
              <a:spLocks/>
            </p:cNvSpPr>
            <p:nvPr/>
          </p:nvSpPr>
          <p:spPr bwMode="auto">
            <a:xfrm>
              <a:off x="2061" y="2913"/>
              <a:ext cx="219" cy="1"/>
            </a:xfrm>
            <a:custGeom>
              <a:avLst/>
              <a:gdLst>
                <a:gd name="T0" fmla="*/ 0 w 1095"/>
                <a:gd name="T1" fmla="*/ 0 h 1"/>
                <a:gd name="T2" fmla="*/ 9 w 1095"/>
                <a:gd name="T3" fmla="*/ 0 h 1"/>
                <a:gd name="T4" fmla="*/ 9 w 109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95" h="1">
                  <a:moveTo>
                    <a:pt x="0" y="0"/>
                  </a:moveTo>
                  <a:lnTo>
                    <a:pt x="1094" y="0"/>
                  </a:lnTo>
                  <a:lnTo>
                    <a:pt x="109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Freeform 333"/>
            <p:cNvSpPr>
              <a:spLocks/>
            </p:cNvSpPr>
            <p:nvPr/>
          </p:nvSpPr>
          <p:spPr bwMode="auto">
            <a:xfrm>
              <a:off x="2093" y="2818"/>
              <a:ext cx="1" cy="101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4 h 503"/>
                <a:gd name="T4" fmla="*/ 1 w 1"/>
                <a:gd name="T5" fmla="*/ 4 h 5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Freeform 334"/>
            <p:cNvSpPr>
              <a:spLocks/>
            </p:cNvSpPr>
            <p:nvPr/>
          </p:nvSpPr>
          <p:spPr bwMode="auto">
            <a:xfrm>
              <a:off x="2280" y="2813"/>
              <a:ext cx="1" cy="106"/>
            </a:xfrm>
            <a:custGeom>
              <a:avLst/>
              <a:gdLst>
                <a:gd name="T0" fmla="*/ 0 w 1"/>
                <a:gd name="T1" fmla="*/ 0 h 529"/>
                <a:gd name="T2" fmla="*/ 0 w 1"/>
                <a:gd name="T3" fmla="*/ 4 h 529"/>
                <a:gd name="T4" fmla="*/ 1 w 1"/>
                <a:gd name="T5" fmla="*/ 4 h 5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29">
                  <a:moveTo>
                    <a:pt x="0" y="0"/>
                  </a:moveTo>
                  <a:lnTo>
                    <a:pt x="0" y="529"/>
                  </a:lnTo>
                  <a:lnTo>
                    <a:pt x="1" y="5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1" name="Freeform 335"/>
            <p:cNvSpPr>
              <a:spLocks/>
            </p:cNvSpPr>
            <p:nvPr/>
          </p:nvSpPr>
          <p:spPr bwMode="auto">
            <a:xfrm>
              <a:off x="2203" y="2753"/>
              <a:ext cx="1" cy="166"/>
            </a:xfrm>
            <a:custGeom>
              <a:avLst/>
              <a:gdLst>
                <a:gd name="T0" fmla="*/ 0 w 1"/>
                <a:gd name="T1" fmla="*/ 0 h 829"/>
                <a:gd name="T2" fmla="*/ 0 w 1"/>
                <a:gd name="T3" fmla="*/ 7 h 829"/>
                <a:gd name="T4" fmla="*/ 1 w 1"/>
                <a:gd name="T5" fmla="*/ 7 h 8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29">
                  <a:moveTo>
                    <a:pt x="0" y="0"/>
                  </a:moveTo>
                  <a:lnTo>
                    <a:pt x="0" y="829"/>
                  </a:lnTo>
                  <a:lnTo>
                    <a:pt x="1" y="8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2" name="Freeform 336"/>
            <p:cNvSpPr>
              <a:spLocks/>
            </p:cNvSpPr>
            <p:nvPr/>
          </p:nvSpPr>
          <p:spPr bwMode="auto">
            <a:xfrm>
              <a:off x="2061" y="2365"/>
              <a:ext cx="219" cy="1"/>
            </a:xfrm>
            <a:custGeom>
              <a:avLst/>
              <a:gdLst>
                <a:gd name="T0" fmla="*/ 0 w 1095"/>
                <a:gd name="T1" fmla="*/ 0 h 1"/>
                <a:gd name="T2" fmla="*/ 9 w 1095"/>
                <a:gd name="T3" fmla="*/ 0 h 1"/>
                <a:gd name="T4" fmla="*/ 9 w 109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95" h="1">
                  <a:moveTo>
                    <a:pt x="0" y="0"/>
                  </a:moveTo>
                  <a:lnTo>
                    <a:pt x="1094" y="0"/>
                  </a:lnTo>
                  <a:lnTo>
                    <a:pt x="109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3" name="Freeform 337"/>
            <p:cNvSpPr>
              <a:spLocks/>
            </p:cNvSpPr>
            <p:nvPr/>
          </p:nvSpPr>
          <p:spPr bwMode="auto">
            <a:xfrm>
              <a:off x="2093" y="2359"/>
              <a:ext cx="1" cy="100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4 h 503"/>
                <a:gd name="T4" fmla="*/ 1 w 1"/>
                <a:gd name="T5" fmla="*/ 4 h 5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64" name="Group 338"/>
            <p:cNvGrpSpPr>
              <a:grpSpLocks/>
            </p:cNvGrpSpPr>
            <p:nvPr/>
          </p:nvGrpSpPr>
          <p:grpSpPr bwMode="auto">
            <a:xfrm>
              <a:off x="2148" y="2311"/>
              <a:ext cx="1" cy="654"/>
              <a:chOff x="2148" y="2311"/>
              <a:chExt cx="1" cy="654"/>
            </a:xfrm>
          </p:grpSpPr>
          <p:sp>
            <p:nvSpPr>
              <p:cNvPr id="17508" name="Freeform 339"/>
              <p:cNvSpPr>
                <a:spLocks/>
              </p:cNvSpPr>
              <p:nvPr/>
            </p:nvSpPr>
            <p:spPr bwMode="auto">
              <a:xfrm>
                <a:off x="2148" y="2893"/>
                <a:ext cx="1" cy="72"/>
              </a:xfrm>
              <a:custGeom>
                <a:avLst/>
                <a:gdLst>
                  <a:gd name="T0" fmla="*/ 0 w 1"/>
                  <a:gd name="T1" fmla="*/ 0 h 356"/>
                  <a:gd name="T2" fmla="*/ 0 w 1"/>
                  <a:gd name="T3" fmla="*/ 3 h 356"/>
                  <a:gd name="T4" fmla="*/ 1 w 1"/>
                  <a:gd name="T5" fmla="*/ 3 h 3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56">
                    <a:moveTo>
                      <a:pt x="0" y="0"/>
                    </a:moveTo>
                    <a:lnTo>
                      <a:pt x="0" y="356"/>
                    </a:lnTo>
                    <a:lnTo>
                      <a:pt x="1" y="35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9" name="Freeform 340"/>
              <p:cNvSpPr>
                <a:spLocks/>
              </p:cNvSpPr>
              <p:nvPr/>
            </p:nvSpPr>
            <p:spPr bwMode="auto">
              <a:xfrm>
                <a:off x="2148" y="2448"/>
                <a:ext cx="1" cy="395"/>
              </a:xfrm>
              <a:custGeom>
                <a:avLst/>
                <a:gdLst>
                  <a:gd name="T0" fmla="*/ 0 w 1"/>
                  <a:gd name="T1" fmla="*/ 0 h 1977"/>
                  <a:gd name="T2" fmla="*/ 0 w 1"/>
                  <a:gd name="T3" fmla="*/ 16 h 1977"/>
                  <a:gd name="T4" fmla="*/ 1 w 1"/>
                  <a:gd name="T5" fmla="*/ 16 h 19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977">
                    <a:moveTo>
                      <a:pt x="0" y="0"/>
                    </a:moveTo>
                    <a:lnTo>
                      <a:pt x="0" y="1977"/>
                    </a:lnTo>
                    <a:lnTo>
                      <a:pt x="1" y="197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0" name="Freeform 341"/>
              <p:cNvSpPr>
                <a:spLocks/>
              </p:cNvSpPr>
              <p:nvPr/>
            </p:nvSpPr>
            <p:spPr bwMode="auto">
              <a:xfrm>
                <a:off x="2148" y="2862"/>
                <a:ext cx="1" cy="10"/>
              </a:xfrm>
              <a:custGeom>
                <a:avLst/>
                <a:gdLst>
                  <a:gd name="T0" fmla="*/ 0 w 1"/>
                  <a:gd name="T1" fmla="*/ 0 h 53"/>
                  <a:gd name="T2" fmla="*/ 0 w 1"/>
                  <a:gd name="T3" fmla="*/ 0 h 53"/>
                  <a:gd name="T4" fmla="*/ 1 w 1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3">
                    <a:moveTo>
                      <a:pt x="0" y="0"/>
                    </a:moveTo>
                    <a:lnTo>
                      <a:pt x="0" y="53"/>
                    </a:lnTo>
                    <a:lnTo>
                      <a:pt x="1" y="5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" name="Freeform 342"/>
              <p:cNvSpPr>
                <a:spLocks/>
              </p:cNvSpPr>
              <p:nvPr/>
            </p:nvSpPr>
            <p:spPr bwMode="auto">
              <a:xfrm>
                <a:off x="2148" y="2311"/>
                <a:ext cx="1" cy="82"/>
              </a:xfrm>
              <a:custGeom>
                <a:avLst/>
                <a:gdLst>
                  <a:gd name="T0" fmla="*/ 0 w 1"/>
                  <a:gd name="T1" fmla="*/ 0 h 408"/>
                  <a:gd name="T2" fmla="*/ 0 w 1"/>
                  <a:gd name="T3" fmla="*/ 3 h 408"/>
                  <a:gd name="T4" fmla="*/ 1 w 1"/>
                  <a:gd name="T5" fmla="*/ 3 h 4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08">
                    <a:moveTo>
                      <a:pt x="0" y="0"/>
                    </a:moveTo>
                    <a:lnTo>
                      <a:pt x="0" y="408"/>
                    </a:lnTo>
                    <a:lnTo>
                      <a:pt x="1" y="40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" name="Freeform 343"/>
              <p:cNvSpPr>
                <a:spLocks/>
              </p:cNvSpPr>
              <p:nvPr/>
            </p:nvSpPr>
            <p:spPr bwMode="auto">
              <a:xfrm>
                <a:off x="2148" y="2414"/>
                <a:ext cx="1" cy="10"/>
              </a:xfrm>
              <a:custGeom>
                <a:avLst/>
                <a:gdLst>
                  <a:gd name="T0" fmla="*/ 0 w 1"/>
                  <a:gd name="T1" fmla="*/ 0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0"/>
                    </a:moveTo>
                    <a:lnTo>
                      <a:pt x="0" y="52"/>
                    </a:lnTo>
                    <a:lnTo>
                      <a:pt x="1" y="5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65" name="Freeform 344"/>
            <p:cNvSpPr>
              <a:spLocks/>
            </p:cNvSpPr>
            <p:nvPr/>
          </p:nvSpPr>
          <p:spPr bwMode="auto">
            <a:xfrm>
              <a:off x="2280" y="2359"/>
              <a:ext cx="1" cy="105"/>
            </a:xfrm>
            <a:custGeom>
              <a:avLst/>
              <a:gdLst>
                <a:gd name="T0" fmla="*/ 0 w 1"/>
                <a:gd name="T1" fmla="*/ 0 h 528"/>
                <a:gd name="T2" fmla="*/ 0 w 1"/>
                <a:gd name="T3" fmla="*/ 4 h 528"/>
                <a:gd name="T4" fmla="*/ 1 w 1"/>
                <a:gd name="T5" fmla="*/ 4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28">
                  <a:moveTo>
                    <a:pt x="0" y="0"/>
                  </a:moveTo>
                  <a:lnTo>
                    <a:pt x="0" y="528"/>
                  </a:lnTo>
                  <a:lnTo>
                    <a:pt x="1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6" name="Freeform 345"/>
            <p:cNvSpPr>
              <a:spLocks/>
            </p:cNvSpPr>
            <p:nvPr/>
          </p:nvSpPr>
          <p:spPr bwMode="auto">
            <a:xfrm>
              <a:off x="2203" y="2359"/>
              <a:ext cx="1" cy="165"/>
            </a:xfrm>
            <a:custGeom>
              <a:avLst/>
              <a:gdLst>
                <a:gd name="T0" fmla="*/ 0 w 1"/>
                <a:gd name="T1" fmla="*/ 0 h 829"/>
                <a:gd name="T2" fmla="*/ 0 w 1"/>
                <a:gd name="T3" fmla="*/ 7 h 829"/>
                <a:gd name="T4" fmla="*/ 1 w 1"/>
                <a:gd name="T5" fmla="*/ 7 h 8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29">
                  <a:moveTo>
                    <a:pt x="0" y="0"/>
                  </a:moveTo>
                  <a:lnTo>
                    <a:pt x="0" y="829"/>
                  </a:lnTo>
                  <a:lnTo>
                    <a:pt x="1" y="8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7" name="Freeform 346"/>
            <p:cNvSpPr>
              <a:spLocks/>
            </p:cNvSpPr>
            <p:nvPr/>
          </p:nvSpPr>
          <p:spPr bwMode="auto">
            <a:xfrm>
              <a:off x="2542" y="1761"/>
              <a:ext cx="1" cy="154"/>
            </a:xfrm>
            <a:custGeom>
              <a:avLst/>
              <a:gdLst>
                <a:gd name="T0" fmla="*/ 0 w 1"/>
                <a:gd name="T1" fmla="*/ 6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8" name="Freeform 347"/>
            <p:cNvSpPr>
              <a:spLocks/>
            </p:cNvSpPr>
            <p:nvPr/>
          </p:nvSpPr>
          <p:spPr bwMode="auto">
            <a:xfrm>
              <a:off x="2503" y="1761"/>
              <a:ext cx="1" cy="154"/>
            </a:xfrm>
            <a:custGeom>
              <a:avLst/>
              <a:gdLst>
                <a:gd name="T0" fmla="*/ 0 w 1"/>
                <a:gd name="T1" fmla="*/ 6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9" name="Freeform 348"/>
            <p:cNvSpPr>
              <a:spLocks/>
            </p:cNvSpPr>
            <p:nvPr/>
          </p:nvSpPr>
          <p:spPr bwMode="auto">
            <a:xfrm>
              <a:off x="2386" y="1761"/>
              <a:ext cx="1" cy="154"/>
            </a:xfrm>
            <a:custGeom>
              <a:avLst/>
              <a:gdLst>
                <a:gd name="T0" fmla="*/ 0 w 1"/>
                <a:gd name="T1" fmla="*/ 6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0" name="Freeform 349"/>
            <p:cNvSpPr>
              <a:spLocks/>
            </p:cNvSpPr>
            <p:nvPr/>
          </p:nvSpPr>
          <p:spPr bwMode="auto">
            <a:xfrm>
              <a:off x="2178" y="1789"/>
              <a:ext cx="1" cy="126"/>
            </a:xfrm>
            <a:custGeom>
              <a:avLst/>
              <a:gdLst>
                <a:gd name="T0" fmla="*/ 0 w 1"/>
                <a:gd name="T1" fmla="*/ 5 h 631"/>
                <a:gd name="T2" fmla="*/ 0 w 1"/>
                <a:gd name="T3" fmla="*/ 0 h 631"/>
                <a:gd name="T4" fmla="*/ 1 w 1"/>
                <a:gd name="T5" fmla="*/ 0 h 6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1">
                  <a:moveTo>
                    <a:pt x="0" y="63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1" name="Freeform 350"/>
            <p:cNvSpPr>
              <a:spLocks/>
            </p:cNvSpPr>
            <p:nvPr/>
          </p:nvSpPr>
          <p:spPr bwMode="auto">
            <a:xfrm>
              <a:off x="2201" y="1740"/>
              <a:ext cx="43" cy="49"/>
            </a:xfrm>
            <a:custGeom>
              <a:avLst/>
              <a:gdLst>
                <a:gd name="T0" fmla="*/ 0 w 43"/>
                <a:gd name="T1" fmla="*/ 49 h 49"/>
                <a:gd name="T2" fmla="*/ 29 w 43"/>
                <a:gd name="T3" fmla="*/ 36 h 49"/>
                <a:gd name="T4" fmla="*/ 43 w 43"/>
                <a:gd name="T5" fmla="*/ 0 h 49"/>
                <a:gd name="T6" fmla="*/ 42 w 43"/>
                <a:gd name="T7" fmla="*/ 6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49">
                  <a:moveTo>
                    <a:pt x="0" y="49"/>
                  </a:moveTo>
                  <a:lnTo>
                    <a:pt x="29" y="36"/>
                  </a:lnTo>
                  <a:lnTo>
                    <a:pt x="43" y="0"/>
                  </a:lnTo>
                  <a:lnTo>
                    <a:pt x="42" y="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2" name="Freeform 351"/>
            <p:cNvSpPr>
              <a:spLocks/>
            </p:cNvSpPr>
            <p:nvPr/>
          </p:nvSpPr>
          <p:spPr bwMode="auto">
            <a:xfrm>
              <a:off x="2341" y="1761"/>
              <a:ext cx="202" cy="1"/>
            </a:xfrm>
            <a:custGeom>
              <a:avLst/>
              <a:gdLst>
                <a:gd name="T0" fmla="*/ 0 w 1009"/>
                <a:gd name="T1" fmla="*/ 0 h 1"/>
                <a:gd name="T2" fmla="*/ 8 w 1009"/>
                <a:gd name="T3" fmla="*/ 0 h 1"/>
                <a:gd name="T4" fmla="*/ 8 w 100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9" h="1">
                  <a:moveTo>
                    <a:pt x="0" y="0"/>
                  </a:moveTo>
                  <a:lnTo>
                    <a:pt x="1008" y="0"/>
                  </a:lnTo>
                  <a:lnTo>
                    <a:pt x="10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73" name="Group 352"/>
            <p:cNvGrpSpPr>
              <a:grpSpLocks/>
            </p:cNvGrpSpPr>
            <p:nvPr/>
          </p:nvGrpSpPr>
          <p:grpSpPr bwMode="auto">
            <a:xfrm>
              <a:off x="2445" y="1729"/>
              <a:ext cx="1" cy="233"/>
              <a:chOff x="2445" y="1729"/>
              <a:chExt cx="1" cy="233"/>
            </a:xfrm>
          </p:grpSpPr>
          <p:sp>
            <p:nvSpPr>
              <p:cNvPr id="17505" name="Freeform 353"/>
              <p:cNvSpPr>
                <a:spLocks/>
              </p:cNvSpPr>
              <p:nvPr/>
            </p:nvSpPr>
            <p:spPr bwMode="auto">
              <a:xfrm>
                <a:off x="2445" y="1882"/>
                <a:ext cx="1" cy="80"/>
              </a:xfrm>
              <a:custGeom>
                <a:avLst/>
                <a:gdLst>
                  <a:gd name="T0" fmla="*/ 0 w 1"/>
                  <a:gd name="T1" fmla="*/ 3 h 400"/>
                  <a:gd name="T2" fmla="*/ 0 w 1"/>
                  <a:gd name="T3" fmla="*/ 0 h 400"/>
                  <a:gd name="T4" fmla="*/ 1 w 1"/>
                  <a:gd name="T5" fmla="*/ 0 h 4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00">
                    <a:moveTo>
                      <a:pt x="0" y="40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6" name="Freeform 354"/>
              <p:cNvSpPr>
                <a:spLocks/>
              </p:cNvSpPr>
              <p:nvPr/>
            </p:nvSpPr>
            <p:spPr bwMode="auto">
              <a:xfrm>
                <a:off x="2445" y="1729"/>
                <a:ext cx="1" cy="87"/>
              </a:xfrm>
              <a:custGeom>
                <a:avLst/>
                <a:gdLst>
                  <a:gd name="T0" fmla="*/ 0 w 1"/>
                  <a:gd name="T1" fmla="*/ 3 h 434"/>
                  <a:gd name="T2" fmla="*/ 0 w 1"/>
                  <a:gd name="T3" fmla="*/ 0 h 434"/>
                  <a:gd name="T4" fmla="*/ 1 w 1"/>
                  <a:gd name="T5" fmla="*/ 0 h 4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34">
                    <a:moveTo>
                      <a:pt x="0" y="43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7" name="Freeform 355"/>
              <p:cNvSpPr>
                <a:spLocks/>
              </p:cNvSpPr>
              <p:nvPr/>
            </p:nvSpPr>
            <p:spPr bwMode="auto">
              <a:xfrm>
                <a:off x="2445" y="1844"/>
                <a:ext cx="1" cy="10"/>
              </a:xfrm>
              <a:custGeom>
                <a:avLst/>
                <a:gdLst>
                  <a:gd name="T0" fmla="*/ 0 w 1"/>
                  <a:gd name="T1" fmla="*/ 0 h 54"/>
                  <a:gd name="T2" fmla="*/ 0 w 1"/>
                  <a:gd name="T3" fmla="*/ 0 h 54"/>
                  <a:gd name="T4" fmla="*/ 1 w 1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4">
                    <a:moveTo>
                      <a:pt x="0" y="5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74" name="Freeform 356"/>
            <p:cNvSpPr>
              <a:spLocks/>
            </p:cNvSpPr>
            <p:nvPr/>
          </p:nvSpPr>
          <p:spPr bwMode="auto">
            <a:xfrm>
              <a:off x="2407" y="1574"/>
              <a:ext cx="118" cy="1"/>
            </a:xfrm>
            <a:custGeom>
              <a:avLst/>
              <a:gdLst>
                <a:gd name="T0" fmla="*/ 0 w 586"/>
                <a:gd name="T1" fmla="*/ 0 h 1"/>
                <a:gd name="T2" fmla="*/ 5 w 586"/>
                <a:gd name="T3" fmla="*/ 0 h 1"/>
                <a:gd name="T4" fmla="*/ 5 w 58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6" h="1">
                  <a:moveTo>
                    <a:pt x="0" y="0"/>
                  </a:moveTo>
                  <a:lnTo>
                    <a:pt x="585" y="0"/>
                  </a:lnTo>
                  <a:lnTo>
                    <a:pt x="5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5" name="Freeform 357"/>
            <p:cNvSpPr>
              <a:spLocks/>
            </p:cNvSpPr>
            <p:nvPr/>
          </p:nvSpPr>
          <p:spPr bwMode="auto">
            <a:xfrm>
              <a:off x="2178" y="1289"/>
              <a:ext cx="1" cy="99"/>
            </a:xfrm>
            <a:custGeom>
              <a:avLst/>
              <a:gdLst>
                <a:gd name="T0" fmla="*/ 0 w 1"/>
                <a:gd name="T1" fmla="*/ 4 h 494"/>
                <a:gd name="T2" fmla="*/ 0 w 1"/>
                <a:gd name="T3" fmla="*/ 0 h 494"/>
                <a:gd name="T4" fmla="*/ 1 w 1"/>
                <a:gd name="T5" fmla="*/ 0 h 4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94">
                  <a:moveTo>
                    <a:pt x="0" y="49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76" name="Group 358"/>
            <p:cNvGrpSpPr>
              <a:grpSpLocks/>
            </p:cNvGrpSpPr>
            <p:nvPr/>
          </p:nvGrpSpPr>
          <p:grpSpPr bwMode="auto">
            <a:xfrm>
              <a:off x="2061" y="1244"/>
              <a:ext cx="1" cy="720"/>
              <a:chOff x="2061" y="1244"/>
              <a:chExt cx="1" cy="720"/>
            </a:xfrm>
          </p:grpSpPr>
          <p:sp>
            <p:nvSpPr>
              <p:cNvPr id="17500" name="Freeform 359"/>
              <p:cNvSpPr>
                <a:spLocks/>
              </p:cNvSpPr>
              <p:nvPr/>
            </p:nvSpPr>
            <p:spPr bwMode="auto">
              <a:xfrm>
                <a:off x="2061" y="1512"/>
                <a:ext cx="1" cy="11"/>
              </a:xfrm>
              <a:custGeom>
                <a:avLst/>
                <a:gdLst>
                  <a:gd name="T0" fmla="*/ 0 w 1"/>
                  <a:gd name="T1" fmla="*/ 0 h 53"/>
                  <a:gd name="T2" fmla="*/ 0 w 1"/>
                  <a:gd name="T3" fmla="*/ 0 h 53"/>
                  <a:gd name="T4" fmla="*/ 1 w 1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3">
                    <a:moveTo>
                      <a:pt x="0" y="0"/>
                    </a:moveTo>
                    <a:lnTo>
                      <a:pt x="0" y="53"/>
                    </a:lnTo>
                    <a:lnTo>
                      <a:pt x="1" y="5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1" name="Freeform 360"/>
              <p:cNvSpPr>
                <a:spLocks/>
              </p:cNvSpPr>
              <p:nvPr/>
            </p:nvSpPr>
            <p:spPr bwMode="auto">
              <a:xfrm>
                <a:off x="2061" y="1879"/>
                <a:ext cx="1" cy="85"/>
              </a:xfrm>
              <a:custGeom>
                <a:avLst/>
                <a:gdLst>
                  <a:gd name="T0" fmla="*/ 0 w 1"/>
                  <a:gd name="T1" fmla="*/ 0 h 429"/>
                  <a:gd name="T2" fmla="*/ 0 w 1"/>
                  <a:gd name="T3" fmla="*/ 3 h 429"/>
                  <a:gd name="T4" fmla="*/ 1 w 1"/>
                  <a:gd name="T5" fmla="*/ 3 h 4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29">
                    <a:moveTo>
                      <a:pt x="0" y="0"/>
                    </a:moveTo>
                    <a:lnTo>
                      <a:pt x="0" y="429"/>
                    </a:lnTo>
                    <a:lnTo>
                      <a:pt x="1" y="42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2" name="Freeform 361"/>
              <p:cNvSpPr>
                <a:spLocks/>
              </p:cNvSpPr>
              <p:nvPr/>
            </p:nvSpPr>
            <p:spPr bwMode="auto">
              <a:xfrm>
                <a:off x="2061" y="1539"/>
                <a:ext cx="1" cy="290"/>
              </a:xfrm>
              <a:custGeom>
                <a:avLst/>
                <a:gdLst>
                  <a:gd name="T0" fmla="*/ 0 w 1"/>
                  <a:gd name="T1" fmla="*/ 0 h 1450"/>
                  <a:gd name="T2" fmla="*/ 0 w 1"/>
                  <a:gd name="T3" fmla="*/ 12 h 1450"/>
                  <a:gd name="T4" fmla="*/ 1 w 1"/>
                  <a:gd name="T5" fmla="*/ 12 h 14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" y="145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3" name="Freeform 362"/>
              <p:cNvSpPr>
                <a:spLocks/>
              </p:cNvSpPr>
              <p:nvPr/>
            </p:nvSpPr>
            <p:spPr bwMode="auto">
              <a:xfrm>
                <a:off x="2061" y="1850"/>
                <a:ext cx="1" cy="7"/>
              </a:xfrm>
              <a:custGeom>
                <a:avLst/>
                <a:gdLst>
                  <a:gd name="T0" fmla="*/ 0 w 1"/>
                  <a:gd name="T1" fmla="*/ 0 h 39"/>
                  <a:gd name="T2" fmla="*/ 0 w 1"/>
                  <a:gd name="T3" fmla="*/ 0 h 39"/>
                  <a:gd name="T4" fmla="*/ 1 w 1"/>
                  <a:gd name="T5" fmla="*/ 0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9">
                    <a:moveTo>
                      <a:pt x="0" y="0"/>
                    </a:moveTo>
                    <a:lnTo>
                      <a:pt x="0" y="39"/>
                    </a:lnTo>
                    <a:lnTo>
                      <a:pt x="1" y="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4" name="Freeform 363"/>
              <p:cNvSpPr>
                <a:spLocks/>
              </p:cNvSpPr>
              <p:nvPr/>
            </p:nvSpPr>
            <p:spPr bwMode="auto">
              <a:xfrm>
                <a:off x="2061" y="1244"/>
                <a:ext cx="1" cy="252"/>
              </a:xfrm>
              <a:custGeom>
                <a:avLst/>
                <a:gdLst>
                  <a:gd name="T0" fmla="*/ 0 w 1"/>
                  <a:gd name="T1" fmla="*/ 0 h 1261"/>
                  <a:gd name="T2" fmla="*/ 0 w 1"/>
                  <a:gd name="T3" fmla="*/ 10 h 1261"/>
                  <a:gd name="T4" fmla="*/ 1 w 1"/>
                  <a:gd name="T5" fmla="*/ 10 h 12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261">
                    <a:moveTo>
                      <a:pt x="0" y="0"/>
                    </a:moveTo>
                    <a:lnTo>
                      <a:pt x="0" y="1261"/>
                    </a:lnTo>
                    <a:lnTo>
                      <a:pt x="1" y="12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77" name="Group 364"/>
            <p:cNvGrpSpPr>
              <a:grpSpLocks/>
            </p:cNvGrpSpPr>
            <p:nvPr/>
          </p:nvGrpSpPr>
          <p:grpSpPr bwMode="auto">
            <a:xfrm>
              <a:off x="2148" y="1399"/>
              <a:ext cx="1" cy="351"/>
              <a:chOff x="2148" y="1399"/>
              <a:chExt cx="1" cy="351"/>
            </a:xfrm>
          </p:grpSpPr>
          <p:sp>
            <p:nvSpPr>
              <p:cNvPr id="17495" name="Freeform 365"/>
              <p:cNvSpPr>
                <a:spLocks/>
              </p:cNvSpPr>
              <p:nvPr/>
            </p:nvSpPr>
            <p:spPr bwMode="auto">
              <a:xfrm>
                <a:off x="2148" y="1499"/>
                <a:ext cx="1" cy="148"/>
              </a:xfrm>
              <a:custGeom>
                <a:avLst/>
                <a:gdLst>
                  <a:gd name="T0" fmla="*/ 0 w 1"/>
                  <a:gd name="T1" fmla="*/ 0 h 739"/>
                  <a:gd name="T2" fmla="*/ 0 w 1"/>
                  <a:gd name="T3" fmla="*/ 6 h 739"/>
                  <a:gd name="T4" fmla="*/ 1 w 1"/>
                  <a:gd name="T5" fmla="*/ 6 h 7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39">
                    <a:moveTo>
                      <a:pt x="0" y="0"/>
                    </a:moveTo>
                    <a:lnTo>
                      <a:pt x="0" y="739"/>
                    </a:lnTo>
                    <a:lnTo>
                      <a:pt x="1" y="7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6" name="Freeform 366"/>
              <p:cNvSpPr>
                <a:spLocks/>
              </p:cNvSpPr>
              <p:nvPr/>
            </p:nvSpPr>
            <p:spPr bwMode="auto">
              <a:xfrm>
                <a:off x="2148" y="1692"/>
                <a:ext cx="1" cy="58"/>
              </a:xfrm>
              <a:custGeom>
                <a:avLst/>
                <a:gdLst>
                  <a:gd name="T0" fmla="*/ 0 w 1"/>
                  <a:gd name="T1" fmla="*/ 0 h 293"/>
                  <a:gd name="T2" fmla="*/ 0 w 1"/>
                  <a:gd name="T3" fmla="*/ 2 h 293"/>
                  <a:gd name="T4" fmla="*/ 1 w 1"/>
                  <a:gd name="T5" fmla="*/ 2 h 2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93">
                    <a:moveTo>
                      <a:pt x="0" y="0"/>
                    </a:moveTo>
                    <a:lnTo>
                      <a:pt x="0" y="293"/>
                    </a:lnTo>
                    <a:lnTo>
                      <a:pt x="1" y="29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7" name="Freeform 367"/>
              <p:cNvSpPr>
                <a:spLocks/>
              </p:cNvSpPr>
              <p:nvPr/>
            </p:nvSpPr>
            <p:spPr bwMode="auto">
              <a:xfrm>
                <a:off x="2148" y="1665"/>
                <a:ext cx="1" cy="8"/>
              </a:xfrm>
              <a:custGeom>
                <a:avLst/>
                <a:gdLst>
                  <a:gd name="T0" fmla="*/ 0 w 1"/>
                  <a:gd name="T1" fmla="*/ 0 h 40"/>
                  <a:gd name="T2" fmla="*/ 0 w 1"/>
                  <a:gd name="T3" fmla="*/ 0 h 40"/>
                  <a:gd name="T4" fmla="*/ 1 w 1"/>
                  <a:gd name="T5" fmla="*/ 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0">
                    <a:moveTo>
                      <a:pt x="0" y="0"/>
                    </a:moveTo>
                    <a:lnTo>
                      <a:pt x="0" y="40"/>
                    </a:lnTo>
                    <a:lnTo>
                      <a:pt x="1" y="4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8" name="Freeform 368"/>
              <p:cNvSpPr>
                <a:spLocks/>
              </p:cNvSpPr>
              <p:nvPr/>
            </p:nvSpPr>
            <p:spPr bwMode="auto">
              <a:xfrm>
                <a:off x="2148" y="1399"/>
                <a:ext cx="1" cy="63"/>
              </a:xfrm>
              <a:custGeom>
                <a:avLst/>
                <a:gdLst>
                  <a:gd name="T0" fmla="*/ 0 w 1"/>
                  <a:gd name="T1" fmla="*/ 0 h 317"/>
                  <a:gd name="T2" fmla="*/ 0 w 1"/>
                  <a:gd name="T3" fmla="*/ 3 h 317"/>
                  <a:gd name="T4" fmla="*/ 1 w 1"/>
                  <a:gd name="T5" fmla="*/ 3 h 3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17">
                    <a:moveTo>
                      <a:pt x="0" y="0"/>
                    </a:moveTo>
                    <a:lnTo>
                      <a:pt x="0" y="317"/>
                    </a:lnTo>
                    <a:lnTo>
                      <a:pt x="1" y="31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9" name="Freeform 369"/>
              <p:cNvSpPr>
                <a:spLocks/>
              </p:cNvSpPr>
              <p:nvPr/>
            </p:nvSpPr>
            <p:spPr bwMode="auto">
              <a:xfrm>
                <a:off x="2148" y="1478"/>
                <a:ext cx="1" cy="5"/>
              </a:xfrm>
              <a:custGeom>
                <a:avLst/>
                <a:gdLst>
                  <a:gd name="T0" fmla="*/ 0 w 1"/>
                  <a:gd name="T1" fmla="*/ 0 h 27"/>
                  <a:gd name="T2" fmla="*/ 0 w 1"/>
                  <a:gd name="T3" fmla="*/ 0 h 27"/>
                  <a:gd name="T4" fmla="*/ 1 w 1"/>
                  <a:gd name="T5" fmla="*/ 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7">
                    <a:moveTo>
                      <a:pt x="0" y="0"/>
                    </a:moveTo>
                    <a:lnTo>
                      <a:pt x="0" y="27"/>
                    </a:lnTo>
                    <a:lnTo>
                      <a:pt x="1" y="2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78" name="Freeform 370"/>
            <p:cNvSpPr>
              <a:spLocks/>
            </p:cNvSpPr>
            <p:nvPr/>
          </p:nvSpPr>
          <p:spPr bwMode="auto">
            <a:xfrm>
              <a:off x="2201" y="1388"/>
              <a:ext cx="42" cy="42"/>
            </a:xfrm>
            <a:custGeom>
              <a:avLst/>
              <a:gdLst>
                <a:gd name="T0" fmla="*/ 2 w 210"/>
                <a:gd name="T1" fmla="*/ 2 h 210"/>
                <a:gd name="T2" fmla="*/ 1 w 210"/>
                <a:gd name="T3" fmla="*/ 1 h 210"/>
                <a:gd name="T4" fmla="*/ 0 w 210"/>
                <a:gd name="T5" fmla="*/ 0 h 210"/>
                <a:gd name="T6" fmla="*/ 0 w 210"/>
                <a:gd name="T7" fmla="*/ 0 h 2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0" h="210">
                  <a:moveTo>
                    <a:pt x="210" y="210"/>
                  </a:moveTo>
                  <a:lnTo>
                    <a:pt x="148" y="6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79" name="Group 371"/>
            <p:cNvGrpSpPr>
              <a:grpSpLocks/>
            </p:cNvGrpSpPr>
            <p:nvPr/>
          </p:nvGrpSpPr>
          <p:grpSpPr bwMode="auto">
            <a:xfrm>
              <a:off x="1679" y="2256"/>
              <a:ext cx="766" cy="764"/>
              <a:chOff x="1679" y="2256"/>
              <a:chExt cx="766" cy="764"/>
            </a:xfrm>
          </p:grpSpPr>
          <p:sp>
            <p:nvSpPr>
              <p:cNvPr id="17487" name="Freeform 372"/>
              <p:cNvSpPr>
                <a:spLocks/>
              </p:cNvSpPr>
              <p:nvPr/>
            </p:nvSpPr>
            <p:spPr bwMode="auto">
              <a:xfrm>
                <a:off x="2344" y="2379"/>
                <a:ext cx="9" cy="11"/>
              </a:xfrm>
              <a:custGeom>
                <a:avLst/>
                <a:gdLst>
                  <a:gd name="T0" fmla="*/ 0 w 46"/>
                  <a:gd name="T1" fmla="*/ 0 h 54"/>
                  <a:gd name="T2" fmla="*/ 0 w 46"/>
                  <a:gd name="T3" fmla="*/ 0 h 54"/>
                  <a:gd name="T4" fmla="*/ 0 w 46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54">
                    <a:moveTo>
                      <a:pt x="46" y="5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8" name="Freeform 373"/>
              <p:cNvSpPr>
                <a:spLocks/>
              </p:cNvSpPr>
              <p:nvPr/>
            </p:nvSpPr>
            <p:spPr bwMode="auto">
              <a:xfrm>
                <a:off x="1841" y="2256"/>
                <a:ext cx="487" cy="107"/>
              </a:xfrm>
              <a:custGeom>
                <a:avLst/>
                <a:gdLst>
                  <a:gd name="T0" fmla="*/ 19 w 2438"/>
                  <a:gd name="T1" fmla="*/ 4 h 537"/>
                  <a:gd name="T2" fmla="*/ 15 w 2438"/>
                  <a:gd name="T3" fmla="*/ 1 h 537"/>
                  <a:gd name="T4" fmla="*/ 10 w 2438"/>
                  <a:gd name="T5" fmla="*/ 0 h 537"/>
                  <a:gd name="T6" fmla="*/ 5 w 2438"/>
                  <a:gd name="T7" fmla="*/ 0 h 537"/>
                  <a:gd name="T8" fmla="*/ 0 w 2438"/>
                  <a:gd name="T9" fmla="*/ 3 h 537"/>
                  <a:gd name="T10" fmla="*/ 0 w 2438"/>
                  <a:gd name="T11" fmla="*/ 3 h 5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38" h="537">
                    <a:moveTo>
                      <a:pt x="2438" y="537"/>
                    </a:moveTo>
                    <a:lnTo>
                      <a:pt x="1893" y="165"/>
                    </a:lnTo>
                    <a:lnTo>
                      <a:pt x="1255" y="0"/>
                    </a:lnTo>
                    <a:lnTo>
                      <a:pt x="597" y="62"/>
                    </a:lnTo>
                    <a:lnTo>
                      <a:pt x="0" y="342"/>
                    </a:lnTo>
                    <a:lnTo>
                      <a:pt x="1" y="34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9" name="Freeform 374"/>
              <p:cNvSpPr>
                <a:spLocks/>
              </p:cNvSpPr>
              <p:nvPr/>
            </p:nvSpPr>
            <p:spPr bwMode="auto">
              <a:xfrm>
                <a:off x="1805" y="2347"/>
                <a:ext cx="6" cy="6"/>
              </a:xfrm>
              <a:custGeom>
                <a:avLst/>
                <a:gdLst>
                  <a:gd name="T0" fmla="*/ 0 w 32"/>
                  <a:gd name="T1" fmla="*/ 0 h 29"/>
                  <a:gd name="T2" fmla="*/ 0 w 32"/>
                  <a:gd name="T3" fmla="*/ 0 h 29"/>
                  <a:gd name="T4" fmla="*/ 0 w 32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29">
                    <a:moveTo>
                      <a:pt x="32" y="0"/>
                    </a:moveTo>
                    <a:lnTo>
                      <a:pt x="0" y="29"/>
                    </a:lnTo>
                    <a:lnTo>
                      <a:pt x="1" y="2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0" name="Freeform 375"/>
              <p:cNvSpPr>
                <a:spLocks/>
              </p:cNvSpPr>
              <p:nvPr/>
            </p:nvSpPr>
            <p:spPr bwMode="auto">
              <a:xfrm>
                <a:off x="1679" y="2378"/>
                <a:ext cx="100" cy="471"/>
              </a:xfrm>
              <a:custGeom>
                <a:avLst/>
                <a:gdLst>
                  <a:gd name="T0" fmla="*/ 4 w 504"/>
                  <a:gd name="T1" fmla="*/ 0 h 2358"/>
                  <a:gd name="T2" fmla="*/ 1 w 504"/>
                  <a:gd name="T3" fmla="*/ 4 h 2358"/>
                  <a:gd name="T4" fmla="*/ 0 w 504"/>
                  <a:gd name="T5" fmla="*/ 9 h 2358"/>
                  <a:gd name="T6" fmla="*/ 0 w 504"/>
                  <a:gd name="T7" fmla="*/ 14 h 2358"/>
                  <a:gd name="T8" fmla="*/ 2 w 504"/>
                  <a:gd name="T9" fmla="*/ 19 h 2358"/>
                  <a:gd name="T10" fmla="*/ 2 w 504"/>
                  <a:gd name="T11" fmla="*/ 19 h 23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04" h="2358">
                    <a:moveTo>
                      <a:pt x="504" y="0"/>
                    </a:moveTo>
                    <a:lnTo>
                      <a:pt x="157" y="530"/>
                    </a:lnTo>
                    <a:lnTo>
                      <a:pt x="0" y="1145"/>
                    </a:lnTo>
                    <a:lnTo>
                      <a:pt x="52" y="1777"/>
                    </a:lnTo>
                    <a:lnTo>
                      <a:pt x="307" y="2358"/>
                    </a:lnTo>
                    <a:lnTo>
                      <a:pt x="308" y="235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1" name="Freeform 376"/>
              <p:cNvSpPr>
                <a:spLocks/>
              </p:cNvSpPr>
              <p:nvPr/>
            </p:nvSpPr>
            <p:spPr bwMode="auto">
              <a:xfrm>
                <a:off x="1756" y="2872"/>
                <a:ext cx="15" cy="18"/>
              </a:xfrm>
              <a:custGeom>
                <a:avLst/>
                <a:gdLst>
                  <a:gd name="T0" fmla="*/ 0 w 72"/>
                  <a:gd name="T1" fmla="*/ 0 h 87"/>
                  <a:gd name="T2" fmla="*/ 1 w 72"/>
                  <a:gd name="T3" fmla="*/ 1 h 87"/>
                  <a:gd name="T4" fmla="*/ 1 w 72"/>
                  <a:gd name="T5" fmla="*/ 1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87">
                    <a:moveTo>
                      <a:pt x="0" y="0"/>
                    </a:moveTo>
                    <a:lnTo>
                      <a:pt x="71" y="87"/>
                    </a:lnTo>
                    <a:lnTo>
                      <a:pt x="72" y="8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2" name="Freeform 377"/>
              <p:cNvSpPr>
                <a:spLocks/>
              </p:cNvSpPr>
              <p:nvPr/>
            </p:nvSpPr>
            <p:spPr bwMode="auto">
              <a:xfrm>
                <a:off x="1789" y="2910"/>
                <a:ext cx="523" cy="110"/>
              </a:xfrm>
              <a:custGeom>
                <a:avLst/>
                <a:gdLst>
                  <a:gd name="T0" fmla="*/ 0 w 2616"/>
                  <a:gd name="T1" fmla="*/ 0 h 551"/>
                  <a:gd name="T2" fmla="*/ 4 w 2616"/>
                  <a:gd name="T3" fmla="*/ 3 h 551"/>
                  <a:gd name="T4" fmla="*/ 8 w 2616"/>
                  <a:gd name="T5" fmla="*/ 4 h 551"/>
                  <a:gd name="T6" fmla="*/ 13 w 2616"/>
                  <a:gd name="T7" fmla="*/ 4 h 551"/>
                  <a:gd name="T8" fmla="*/ 17 w 2616"/>
                  <a:gd name="T9" fmla="*/ 3 h 551"/>
                  <a:gd name="T10" fmla="*/ 21 w 2616"/>
                  <a:gd name="T11" fmla="*/ 1 h 551"/>
                  <a:gd name="T12" fmla="*/ 21 w 2616"/>
                  <a:gd name="T13" fmla="*/ 1 h 5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16" h="551">
                    <a:moveTo>
                      <a:pt x="0" y="0"/>
                    </a:moveTo>
                    <a:lnTo>
                      <a:pt x="462" y="341"/>
                    </a:lnTo>
                    <a:lnTo>
                      <a:pt x="1003" y="530"/>
                    </a:lnTo>
                    <a:lnTo>
                      <a:pt x="1576" y="551"/>
                    </a:lnTo>
                    <a:lnTo>
                      <a:pt x="2130" y="401"/>
                    </a:lnTo>
                    <a:lnTo>
                      <a:pt x="2615" y="95"/>
                    </a:lnTo>
                    <a:lnTo>
                      <a:pt x="2616" y="9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3" name="Freeform 378"/>
              <p:cNvSpPr>
                <a:spLocks/>
              </p:cNvSpPr>
              <p:nvPr/>
            </p:nvSpPr>
            <p:spPr bwMode="auto">
              <a:xfrm>
                <a:off x="2340" y="2889"/>
                <a:ext cx="13" cy="14"/>
              </a:xfrm>
              <a:custGeom>
                <a:avLst/>
                <a:gdLst>
                  <a:gd name="T0" fmla="*/ 0 w 66"/>
                  <a:gd name="T1" fmla="*/ 1 h 71"/>
                  <a:gd name="T2" fmla="*/ 1 w 66"/>
                  <a:gd name="T3" fmla="*/ 0 h 71"/>
                  <a:gd name="T4" fmla="*/ 1 w 66"/>
                  <a:gd name="T5" fmla="*/ 0 h 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71">
                    <a:moveTo>
                      <a:pt x="0" y="71"/>
                    </a:moveTo>
                    <a:lnTo>
                      <a:pt x="65" y="0"/>
                    </a:lnTo>
                    <a:lnTo>
                      <a:pt x="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4" name="Freeform 379"/>
              <p:cNvSpPr>
                <a:spLocks/>
              </p:cNvSpPr>
              <p:nvPr/>
            </p:nvSpPr>
            <p:spPr bwMode="auto">
              <a:xfrm>
                <a:off x="2370" y="2410"/>
                <a:ext cx="75" cy="454"/>
              </a:xfrm>
              <a:custGeom>
                <a:avLst/>
                <a:gdLst>
                  <a:gd name="T0" fmla="*/ 0 w 376"/>
                  <a:gd name="T1" fmla="*/ 18 h 2270"/>
                  <a:gd name="T2" fmla="*/ 2 w 376"/>
                  <a:gd name="T3" fmla="*/ 14 h 2270"/>
                  <a:gd name="T4" fmla="*/ 3 w 376"/>
                  <a:gd name="T5" fmla="*/ 9 h 2270"/>
                  <a:gd name="T6" fmla="*/ 2 w 376"/>
                  <a:gd name="T7" fmla="*/ 4 h 2270"/>
                  <a:gd name="T8" fmla="*/ 0 w 376"/>
                  <a:gd name="T9" fmla="*/ 0 h 2270"/>
                  <a:gd name="T10" fmla="*/ 0 w 376"/>
                  <a:gd name="T11" fmla="*/ 0 h 22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6" h="2270">
                    <a:moveTo>
                      <a:pt x="11" y="2270"/>
                    </a:moveTo>
                    <a:lnTo>
                      <a:pt x="284" y="1731"/>
                    </a:lnTo>
                    <a:lnTo>
                      <a:pt x="376" y="1133"/>
                    </a:lnTo>
                    <a:lnTo>
                      <a:pt x="279" y="537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80" name="Group 380"/>
            <p:cNvGrpSpPr>
              <a:grpSpLocks/>
            </p:cNvGrpSpPr>
            <p:nvPr/>
          </p:nvGrpSpPr>
          <p:grpSpPr bwMode="auto">
            <a:xfrm>
              <a:off x="2061" y="2108"/>
              <a:ext cx="1" cy="1069"/>
              <a:chOff x="2061" y="2108"/>
              <a:chExt cx="1" cy="1069"/>
            </a:xfrm>
          </p:grpSpPr>
          <p:sp>
            <p:nvSpPr>
              <p:cNvPr id="17481" name="Freeform 381"/>
              <p:cNvSpPr>
                <a:spLocks/>
              </p:cNvSpPr>
              <p:nvPr/>
            </p:nvSpPr>
            <p:spPr bwMode="auto">
              <a:xfrm>
                <a:off x="2061" y="2672"/>
                <a:ext cx="1" cy="228"/>
              </a:xfrm>
              <a:custGeom>
                <a:avLst/>
                <a:gdLst>
                  <a:gd name="T0" fmla="*/ 0 w 1"/>
                  <a:gd name="T1" fmla="*/ 0 h 1139"/>
                  <a:gd name="T2" fmla="*/ 0 w 1"/>
                  <a:gd name="T3" fmla="*/ 9 h 1139"/>
                  <a:gd name="T4" fmla="*/ 1 w 1"/>
                  <a:gd name="T5" fmla="*/ 9 h 1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139">
                    <a:moveTo>
                      <a:pt x="0" y="0"/>
                    </a:moveTo>
                    <a:lnTo>
                      <a:pt x="0" y="1139"/>
                    </a:lnTo>
                    <a:lnTo>
                      <a:pt x="1" y="11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2" name="Freeform 382"/>
              <p:cNvSpPr>
                <a:spLocks/>
              </p:cNvSpPr>
              <p:nvPr/>
            </p:nvSpPr>
            <p:spPr bwMode="auto">
              <a:xfrm>
                <a:off x="2061" y="2471"/>
                <a:ext cx="1" cy="201"/>
              </a:xfrm>
              <a:custGeom>
                <a:avLst/>
                <a:gdLst>
                  <a:gd name="T0" fmla="*/ 0 w 1"/>
                  <a:gd name="T1" fmla="*/ 0 h 1006"/>
                  <a:gd name="T2" fmla="*/ 0 w 1"/>
                  <a:gd name="T3" fmla="*/ 8 h 1006"/>
                  <a:gd name="T4" fmla="*/ 1 w 1"/>
                  <a:gd name="T5" fmla="*/ 8 h 10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06">
                    <a:moveTo>
                      <a:pt x="0" y="0"/>
                    </a:moveTo>
                    <a:lnTo>
                      <a:pt x="0" y="1006"/>
                    </a:lnTo>
                    <a:lnTo>
                      <a:pt x="1" y="100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3" name="Freeform 383"/>
              <p:cNvSpPr>
                <a:spLocks/>
              </p:cNvSpPr>
              <p:nvPr/>
            </p:nvSpPr>
            <p:spPr bwMode="auto">
              <a:xfrm>
                <a:off x="2061" y="2436"/>
                <a:ext cx="1" cy="4"/>
              </a:xfrm>
              <a:custGeom>
                <a:avLst/>
                <a:gdLst>
                  <a:gd name="T0" fmla="*/ 0 w 1"/>
                  <a:gd name="T1" fmla="*/ 0 h 19"/>
                  <a:gd name="T2" fmla="*/ 0 w 1"/>
                  <a:gd name="T3" fmla="*/ 0 h 19"/>
                  <a:gd name="T4" fmla="*/ 1 w 1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9">
                    <a:moveTo>
                      <a:pt x="0" y="0"/>
                    </a:moveTo>
                    <a:lnTo>
                      <a:pt x="0" y="19"/>
                    </a:lnTo>
                    <a:lnTo>
                      <a:pt x="1" y="1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4" name="Freeform 384"/>
              <p:cNvSpPr>
                <a:spLocks/>
              </p:cNvSpPr>
              <p:nvPr/>
            </p:nvSpPr>
            <p:spPr bwMode="auto">
              <a:xfrm>
                <a:off x="2061" y="2973"/>
                <a:ext cx="1" cy="204"/>
              </a:xfrm>
              <a:custGeom>
                <a:avLst/>
                <a:gdLst>
                  <a:gd name="T0" fmla="*/ 0 w 1"/>
                  <a:gd name="T1" fmla="*/ 0 h 1018"/>
                  <a:gd name="T2" fmla="*/ 0 w 1"/>
                  <a:gd name="T3" fmla="*/ 8 h 1018"/>
                  <a:gd name="T4" fmla="*/ 1 w 1"/>
                  <a:gd name="T5" fmla="*/ 8 h 10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18">
                    <a:moveTo>
                      <a:pt x="0" y="0"/>
                    </a:moveTo>
                    <a:lnTo>
                      <a:pt x="0" y="1018"/>
                    </a:lnTo>
                    <a:lnTo>
                      <a:pt x="1" y="101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5" name="Freeform 385"/>
              <p:cNvSpPr>
                <a:spLocks/>
              </p:cNvSpPr>
              <p:nvPr/>
            </p:nvSpPr>
            <p:spPr bwMode="auto">
              <a:xfrm>
                <a:off x="2061" y="2927"/>
                <a:ext cx="1" cy="15"/>
              </a:xfrm>
              <a:custGeom>
                <a:avLst/>
                <a:gdLst>
                  <a:gd name="T0" fmla="*/ 0 w 1"/>
                  <a:gd name="T1" fmla="*/ 0 h 78"/>
                  <a:gd name="T2" fmla="*/ 0 w 1"/>
                  <a:gd name="T3" fmla="*/ 1 h 78"/>
                  <a:gd name="T4" fmla="*/ 1 w 1"/>
                  <a:gd name="T5" fmla="*/ 1 h 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8">
                    <a:moveTo>
                      <a:pt x="0" y="0"/>
                    </a:moveTo>
                    <a:lnTo>
                      <a:pt x="0" y="78"/>
                    </a:lnTo>
                    <a:lnTo>
                      <a:pt x="1" y="7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6" name="Freeform 386"/>
              <p:cNvSpPr>
                <a:spLocks/>
              </p:cNvSpPr>
              <p:nvPr/>
            </p:nvSpPr>
            <p:spPr bwMode="auto">
              <a:xfrm>
                <a:off x="2061" y="2108"/>
                <a:ext cx="1" cy="305"/>
              </a:xfrm>
              <a:custGeom>
                <a:avLst/>
                <a:gdLst>
                  <a:gd name="T0" fmla="*/ 0 w 1"/>
                  <a:gd name="T1" fmla="*/ 0 h 1523"/>
                  <a:gd name="T2" fmla="*/ 0 w 1"/>
                  <a:gd name="T3" fmla="*/ 12 h 1523"/>
                  <a:gd name="T4" fmla="*/ 1 w 1"/>
                  <a:gd name="T5" fmla="*/ 12 h 15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523">
                    <a:moveTo>
                      <a:pt x="0" y="0"/>
                    </a:moveTo>
                    <a:lnTo>
                      <a:pt x="0" y="1523"/>
                    </a:lnTo>
                    <a:lnTo>
                      <a:pt x="1" y="152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62179" name="Picture 387" descr="书6-14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2" t="11575" r="21098" b="2895"/>
          <a:stretch>
            <a:fillRect/>
          </a:stretch>
        </p:blipFill>
        <p:spPr bwMode="auto">
          <a:xfrm>
            <a:off x="4810125" y="3827463"/>
            <a:ext cx="187960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6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62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2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2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04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A2111AB-2886-4568-9122-8759D515FCD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257175" y="454025"/>
            <a:ext cx="8816975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⑤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不需表示材料类别时，可采用通用剖面线。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   细实线，与图形的主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要轮廓或剖面区域的对称线成</a:t>
            </a:r>
            <a:r>
              <a:rPr lang="en-US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45°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同一物体的各个剖面区域，其剖面线画法应一致。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10947" name="Group 3"/>
          <p:cNvGrpSpPr>
            <a:grpSpLocks/>
          </p:cNvGrpSpPr>
          <p:nvPr/>
        </p:nvGrpSpPr>
        <p:grpSpPr bwMode="auto">
          <a:xfrm>
            <a:off x="1574800" y="2141538"/>
            <a:ext cx="425450" cy="795337"/>
            <a:chOff x="992" y="1349"/>
            <a:chExt cx="268" cy="501"/>
          </a:xfrm>
        </p:grpSpPr>
        <p:sp>
          <p:nvSpPr>
            <p:cNvPr id="18620" name="Freeform 4"/>
            <p:cNvSpPr>
              <a:spLocks/>
            </p:cNvSpPr>
            <p:nvPr/>
          </p:nvSpPr>
          <p:spPr bwMode="auto">
            <a:xfrm>
              <a:off x="992" y="1349"/>
              <a:ext cx="23" cy="24"/>
            </a:xfrm>
            <a:custGeom>
              <a:avLst/>
              <a:gdLst>
                <a:gd name="T0" fmla="*/ 0 w 139"/>
                <a:gd name="T1" fmla="*/ 1 h 139"/>
                <a:gd name="T2" fmla="*/ 1 w 139"/>
                <a:gd name="T3" fmla="*/ 0 h 139"/>
                <a:gd name="T4" fmla="*/ 1 w 139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39">
                  <a:moveTo>
                    <a:pt x="0" y="139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1" name="Freeform 5"/>
            <p:cNvSpPr>
              <a:spLocks/>
            </p:cNvSpPr>
            <p:nvPr/>
          </p:nvSpPr>
          <p:spPr bwMode="auto">
            <a:xfrm>
              <a:off x="992" y="1349"/>
              <a:ext cx="105" cy="106"/>
            </a:xfrm>
            <a:custGeom>
              <a:avLst/>
              <a:gdLst>
                <a:gd name="T0" fmla="*/ 0 w 632"/>
                <a:gd name="T1" fmla="*/ 3 h 631"/>
                <a:gd name="T2" fmla="*/ 3 w 632"/>
                <a:gd name="T3" fmla="*/ 0 h 631"/>
                <a:gd name="T4" fmla="*/ 3 w 632"/>
                <a:gd name="T5" fmla="*/ 0 h 6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2" h="631">
                  <a:moveTo>
                    <a:pt x="0" y="631"/>
                  </a:moveTo>
                  <a:lnTo>
                    <a:pt x="631" y="0"/>
                  </a:lnTo>
                  <a:lnTo>
                    <a:pt x="6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2" name="Freeform 6"/>
            <p:cNvSpPr>
              <a:spLocks/>
            </p:cNvSpPr>
            <p:nvPr/>
          </p:nvSpPr>
          <p:spPr bwMode="auto">
            <a:xfrm>
              <a:off x="992" y="1349"/>
              <a:ext cx="187" cy="188"/>
            </a:xfrm>
            <a:custGeom>
              <a:avLst/>
              <a:gdLst>
                <a:gd name="T0" fmla="*/ 0 w 1124"/>
                <a:gd name="T1" fmla="*/ 5 h 1124"/>
                <a:gd name="T2" fmla="*/ 5 w 1124"/>
                <a:gd name="T3" fmla="*/ 0 h 1124"/>
                <a:gd name="T4" fmla="*/ 5 w 1124"/>
                <a:gd name="T5" fmla="*/ 0 h 1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4" h="1124">
                  <a:moveTo>
                    <a:pt x="0" y="1124"/>
                  </a:moveTo>
                  <a:lnTo>
                    <a:pt x="1123" y="0"/>
                  </a:lnTo>
                  <a:lnTo>
                    <a:pt x="112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3" name="Freeform 7"/>
            <p:cNvSpPr>
              <a:spLocks/>
            </p:cNvSpPr>
            <p:nvPr/>
          </p:nvSpPr>
          <p:spPr bwMode="auto">
            <a:xfrm>
              <a:off x="992" y="1351"/>
              <a:ext cx="268" cy="268"/>
            </a:xfrm>
            <a:custGeom>
              <a:avLst/>
              <a:gdLst>
                <a:gd name="T0" fmla="*/ 0 w 1606"/>
                <a:gd name="T1" fmla="*/ 8 h 1607"/>
                <a:gd name="T2" fmla="*/ 8 w 1606"/>
                <a:gd name="T3" fmla="*/ 0 h 1607"/>
                <a:gd name="T4" fmla="*/ 8 w 1606"/>
                <a:gd name="T5" fmla="*/ 0 h 16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6" h="1607">
                  <a:moveTo>
                    <a:pt x="0" y="1607"/>
                  </a:moveTo>
                  <a:lnTo>
                    <a:pt x="1605" y="0"/>
                  </a:lnTo>
                  <a:lnTo>
                    <a:pt x="160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4" name="Freeform 8"/>
            <p:cNvSpPr>
              <a:spLocks/>
            </p:cNvSpPr>
            <p:nvPr/>
          </p:nvSpPr>
          <p:spPr bwMode="auto">
            <a:xfrm>
              <a:off x="992" y="1433"/>
              <a:ext cx="268" cy="268"/>
            </a:xfrm>
            <a:custGeom>
              <a:avLst/>
              <a:gdLst>
                <a:gd name="T0" fmla="*/ 0 w 1606"/>
                <a:gd name="T1" fmla="*/ 8 h 1607"/>
                <a:gd name="T2" fmla="*/ 8 w 1606"/>
                <a:gd name="T3" fmla="*/ 0 h 1607"/>
                <a:gd name="T4" fmla="*/ 8 w 1606"/>
                <a:gd name="T5" fmla="*/ 0 h 16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6" h="1607">
                  <a:moveTo>
                    <a:pt x="0" y="1607"/>
                  </a:moveTo>
                  <a:lnTo>
                    <a:pt x="1605" y="0"/>
                  </a:lnTo>
                  <a:lnTo>
                    <a:pt x="160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5" name="Freeform 9"/>
            <p:cNvSpPr>
              <a:spLocks/>
            </p:cNvSpPr>
            <p:nvPr/>
          </p:nvSpPr>
          <p:spPr bwMode="auto">
            <a:xfrm>
              <a:off x="992" y="1515"/>
              <a:ext cx="268" cy="268"/>
            </a:xfrm>
            <a:custGeom>
              <a:avLst/>
              <a:gdLst>
                <a:gd name="T0" fmla="*/ 0 w 1606"/>
                <a:gd name="T1" fmla="*/ 8 h 1607"/>
                <a:gd name="T2" fmla="*/ 8 w 1606"/>
                <a:gd name="T3" fmla="*/ 0 h 1607"/>
                <a:gd name="T4" fmla="*/ 8 w 1606"/>
                <a:gd name="T5" fmla="*/ 0 h 16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6" h="1607">
                  <a:moveTo>
                    <a:pt x="0" y="1607"/>
                  </a:moveTo>
                  <a:lnTo>
                    <a:pt x="1605" y="0"/>
                  </a:lnTo>
                  <a:lnTo>
                    <a:pt x="160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6" name="Freeform 10"/>
            <p:cNvSpPr>
              <a:spLocks/>
            </p:cNvSpPr>
            <p:nvPr/>
          </p:nvSpPr>
          <p:spPr bwMode="auto">
            <a:xfrm>
              <a:off x="1007" y="1598"/>
              <a:ext cx="253" cy="252"/>
            </a:xfrm>
            <a:custGeom>
              <a:avLst/>
              <a:gdLst>
                <a:gd name="T0" fmla="*/ 0 w 1516"/>
                <a:gd name="T1" fmla="*/ 7 h 1516"/>
                <a:gd name="T2" fmla="*/ 7 w 1516"/>
                <a:gd name="T3" fmla="*/ 0 h 1516"/>
                <a:gd name="T4" fmla="*/ 7 w 1516"/>
                <a:gd name="T5" fmla="*/ 0 h 15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6" h="1516">
                  <a:moveTo>
                    <a:pt x="0" y="1516"/>
                  </a:moveTo>
                  <a:lnTo>
                    <a:pt x="1515" y="0"/>
                  </a:lnTo>
                  <a:lnTo>
                    <a:pt x="15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7" name="Freeform 11"/>
            <p:cNvSpPr>
              <a:spLocks/>
            </p:cNvSpPr>
            <p:nvPr/>
          </p:nvSpPr>
          <p:spPr bwMode="auto">
            <a:xfrm>
              <a:off x="1089" y="1680"/>
              <a:ext cx="171" cy="170"/>
            </a:xfrm>
            <a:custGeom>
              <a:avLst/>
              <a:gdLst>
                <a:gd name="T0" fmla="*/ 0 w 1023"/>
                <a:gd name="T1" fmla="*/ 5 h 1023"/>
                <a:gd name="T2" fmla="*/ 5 w 1023"/>
                <a:gd name="T3" fmla="*/ 0 h 1023"/>
                <a:gd name="T4" fmla="*/ 5 w 1023"/>
                <a:gd name="T5" fmla="*/ 0 h 10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3" h="1023">
                  <a:moveTo>
                    <a:pt x="0" y="1023"/>
                  </a:moveTo>
                  <a:lnTo>
                    <a:pt x="1022" y="0"/>
                  </a:lnTo>
                  <a:lnTo>
                    <a:pt x="10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8" name="Freeform 12"/>
            <p:cNvSpPr>
              <a:spLocks/>
            </p:cNvSpPr>
            <p:nvPr/>
          </p:nvSpPr>
          <p:spPr bwMode="auto">
            <a:xfrm>
              <a:off x="1171" y="1762"/>
              <a:ext cx="89" cy="88"/>
            </a:xfrm>
            <a:custGeom>
              <a:avLst/>
              <a:gdLst>
                <a:gd name="T0" fmla="*/ 0 w 531"/>
                <a:gd name="T1" fmla="*/ 2 h 531"/>
                <a:gd name="T2" fmla="*/ 3 w 531"/>
                <a:gd name="T3" fmla="*/ 0 h 531"/>
                <a:gd name="T4" fmla="*/ 3 w 531"/>
                <a:gd name="T5" fmla="*/ 0 h 5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1" h="531">
                  <a:moveTo>
                    <a:pt x="0" y="531"/>
                  </a:moveTo>
                  <a:lnTo>
                    <a:pt x="530" y="0"/>
                  </a:lnTo>
                  <a:lnTo>
                    <a:pt x="53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29" name="Freeform 13"/>
            <p:cNvSpPr>
              <a:spLocks/>
            </p:cNvSpPr>
            <p:nvPr/>
          </p:nvSpPr>
          <p:spPr bwMode="auto">
            <a:xfrm>
              <a:off x="1253" y="1844"/>
              <a:ext cx="7" cy="6"/>
            </a:xfrm>
            <a:custGeom>
              <a:avLst/>
              <a:gdLst>
                <a:gd name="T0" fmla="*/ 0 w 39"/>
                <a:gd name="T1" fmla="*/ 0 h 38"/>
                <a:gd name="T2" fmla="*/ 0 w 39"/>
                <a:gd name="T3" fmla="*/ 0 h 38"/>
                <a:gd name="T4" fmla="*/ 0 w 39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38">
                  <a:moveTo>
                    <a:pt x="0" y="38"/>
                  </a:moveTo>
                  <a:lnTo>
                    <a:pt x="38" y="0"/>
                  </a:lnTo>
                  <a:lnTo>
                    <a:pt x="3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30" name="Freeform 14"/>
            <p:cNvSpPr>
              <a:spLocks/>
            </p:cNvSpPr>
            <p:nvPr/>
          </p:nvSpPr>
          <p:spPr bwMode="auto">
            <a:xfrm>
              <a:off x="992" y="1349"/>
              <a:ext cx="267" cy="501"/>
            </a:xfrm>
            <a:custGeom>
              <a:avLst/>
              <a:gdLst>
                <a:gd name="T0" fmla="*/ 0 w 1605"/>
                <a:gd name="T1" fmla="*/ 14 h 3004"/>
                <a:gd name="T2" fmla="*/ 7 w 1605"/>
                <a:gd name="T3" fmla="*/ 14 h 3004"/>
                <a:gd name="T4" fmla="*/ 7 w 1605"/>
                <a:gd name="T5" fmla="*/ 0 h 3004"/>
                <a:gd name="T6" fmla="*/ 0 w 1605"/>
                <a:gd name="T7" fmla="*/ 0 h 3004"/>
                <a:gd name="T8" fmla="*/ 0 w 1605"/>
                <a:gd name="T9" fmla="*/ 14 h 3004"/>
                <a:gd name="T10" fmla="*/ 0 w 1605"/>
                <a:gd name="T11" fmla="*/ 14 h 30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05" h="3004">
                  <a:moveTo>
                    <a:pt x="0" y="3004"/>
                  </a:moveTo>
                  <a:lnTo>
                    <a:pt x="1605" y="3004"/>
                  </a:lnTo>
                  <a:lnTo>
                    <a:pt x="1605" y="0"/>
                  </a:lnTo>
                  <a:lnTo>
                    <a:pt x="0" y="0"/>
                  </a:lnTo>
                  <a:lnTo>
                    <a:pt x="0" y="3004"/>
                  </a:lnTo>
                  <a:lnTo>
                    <a:pt x="1" y="300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0959" name="Group 15"/>
          <p:cNvGrpSpPr>
            <a:grpSpLocks/>
          </p:cNvGrpSpPr>
          <p:nvPr/>
        </p:nvGrpSpPr>
        <p:grpSpPr bwMode="auto">
          <a:xfrm>
            <a:off x="2478088" y="2093913"/>
            <a:ext cx="860425" cy="862012"/>
            <a:chOff x="1867" y="1329"/>
            <a:chExt cx="542" cy="543"/>
          </a:xfrm>
        </p:grpSpPr>
        <p:sp>
          <p:nvSpPr>
            <p:cNvPr id="18609" name="Freeform 16"/>
            <p:cNvSpPr>
              <a:spLocks/>
            </p:cNvSpPr>
            <p:nvPr/>
          </p:nvSpPr>
          <p:spPr bwMode="auto">
            <a:xfrm>
              <a:off x="1867" y="1329"/>
              <a:ext cx="542" cy="543"/>
            </a:xfrm>
            <a:custGeom>
              <a:avLst/>
              <a:gdLst>
                <a:gd name="T0" fmla="*/ 0 w 3258"/>
                <a:gd name="T1" fmla="*/ 10 h 3261"/>
                <a:gd name="T2" fmla="*/ 5 w 3258"/>
                <a:gd name="T3" fmla="*/ 15 h 3261"/>
                <a:gd name="T4" fmla="*/ 15 w 3258"/>
                <a:gd name="T5" fmla="*/ 5 h 3261"/>
                <a:gd name="T6" fmla="*/ 10 w 3258"/>
                <a:gd name="T7" fmla="*/ 0 h 3261"/>
                <a:gd name="T8" fmla="*/ 0 w 3258"/>
                <a:gd name="T9" fmla="*/ 10 h 3261"/>
                <a:gd name="T10" fmla="*/ 0 w 3258"/>
                <a:gd name="T11" fmla="*/ 10 h 32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58" h="3261">
                  <a:moveTo>
                    <a:pt x="0" y="2124"/>
                  </a:moveTo>
                  <a:lnTo>
                    <a:pt x="1135" y="3261"/>
                  </a:lnTo>
                  <a:lnTo>
                    <a:pt x="3258" y="1136"/>
                  </a:lnTo>
                  <a:lnTo>
                    <a:pt x="2122" y="0"/>
                  </a:lnTo>
                  <a:lnTo>
                    <a:pt x="0" y="2124"/>
                  </a:lnTo>
                  <a:lnTo>
                    <a:pt x="2" y="212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0" name="Freeform 17"/>
            <p:cNvSpPr>
              <a:spLocks/>
            </p:cNvSpPr>
            <p:nvPr/>
          </p:nvSpPr>
          <p:spPr bwMode="auto">
            <a:xfrm>
              <a:off x="2204" y="1345"/>
              <a:ext cx="33" cy="1"/>
            </a:xfrm>
            <a:custGeom>
              <a:avLst/>
              <a:gdLst>
                <a:gd name="T0" fmla="*/ 0 w 197"/>
                <a:gd name="T1" fmla="*/ 0 h 1"/>
                <a:gd name="T2" fmla="*/ 1 w 197"/>
                <a:gd name="T3" fmla="*/ 0 h 1"/>
                <a:gd name="T4" fmla="*/ 1 w 19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7" h="1">
                  <a:moveTo>
                    <a:pt x="0" y="0"/>
                  </a:moveTo>
                  <a:lnTo>
                    <a:pt x="196" y="0"/>
                  </a:lnTo>
                  <a:lnTo>
                    <a:pt x="1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1" name="Freeform 18"/>
            <p:cNvSpPr>
              <a:spLocks/>
            </p:cNvSpPr>
            <p:nvPr/>
          </p:nvSpPr>
          <p:spPr bwMode="auto">
            <a:xfrm>
              <a:off x="2146" y="1403"/>
              <a:ext cx="149" cy="1"/>
            </a:xfrm>
            <a:custGeom>
              <a:avLst/>
              <a:gdLst>
                <a:gd name="T0" fmla="*/ 0 w 893"/>
                <a:gd name="T1" fmla="*/ 0 h 1"/>
                <a:gd name="T2" fmla="*/ 4 w 893"/>
                <a:gd name="T3" fmla="*/ 0 h 1"/>
                <a:gd name="T4" fmla="*/ 4 w 89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3" h="1">
                  <a:moveTo>
                    <a:pt x="0" y="0"/>
                  </a:moveTo>
                  <a:lnTo>
                    <a:pt x="891" y="0"/>
                  </a:lnTo>
                  <a:lnTo>
                    <a:pt x="89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2" name="Freeform 19"/>
            <p:cNvSpPr>
              <a:spLocks/>
            </p:cNvSpPr>
            <p:nvPr/>
          </p:nvSpPr>
          <p:spPr bwMode="auto">
            <a:xfrm>
              <a:off x="2088" y="1461"/>
              <a:ext cx="265" cy="1"/>
            </a:xfrm>
            <a:custGeom>
              <a:avLst/>
              <a:gdLst>
                <a:gd name="T0" fmla="*/ 0 w 1589"/>
                <a:gd name="T1" fmla="*/ 0 h 1"/>
                <a:gd name="T2" fmla="*/ 7 w 1589"/>
                <a:gd name="T3" fmla="*/ 0 h 1"/>
                <a:gd name="T4" fmla="*/ 7 w 158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89" h="1">
                  <a:moveTo>
                    <a:pt x="0" y="0"/>
                  </a:moveTo>
                  <a:lnTo>
                    <a:pt x="1588" y="0"/>
                  </a:lnTo>
                  <a:lnTo>
                    <a:pt x="15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3" name="Freeform 20"/>
            <p:cNvSpPr>
              <a:spLocks/>
            </p:cNvSpPr>
            <p:nvPr/>
          </p:nvSpPr>
          <p:spPr bwMode="auto">
            <a:xfrm>
              <a:off x="2030" y="1519"/>
              <a:ext cx="378" cy="1"/>
            </a:xfrm>
            <a:custGeom>
              <a:avLst/>
              <a:gdLst>
                <a:gd name="T0" fmla="*/ 0 w 2271"/>
                <a:gd name="T1" fmla="*/ 0 h 1"/>
                <a:gd name="T2" fmla="*/ 10 w 2271"/>
                <a:gd name="T3" fmla="*/ 0 h 1"/>
                <a:gd name="T4" fmla="*/ 10 w 227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1" h="1">
                  <a:moveTo>
                    <a:pt x="0" y="0"/>
                  </a:moveTo>
                  <a:lnTo>
                    <a:pt x="2270" y="0"/>
                  </a:lnTo>
                  <a:lnTo>
                    <a:pt x="22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4" name="Freeform 21"/>
            <p:cNvSpPr>
              <a:spLocks/>
            </p:cNvSpPr>
            <p:nvPr/>
          </p:nvSpPr>
          <p:spPr bwMode="auto">
            <a:xfrm>
              <a:off x="1972" y="1577"/>
              <a:ext cx="378" cy="1"/>
            </a:xfrm>
            <a:custGeom>
              <a:avLst/>
              <a:gdLst>
                <a:gd name="T0" fmla="*/ 0 w 2271"/>
                <a:gd name="T1" fmla="*/ 0 h 1"/>
                <a:gd name="T2" fmla="*/ 10 w 2271"/>
                <a:gd name="T3" fmla="*/ 0 h 1"/>
                <a:gd name="T4" fmla="*/ 10 w 227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1" h="1">
                  <a:moveTo>
                    <a:pt x="0" y="0"/>
                  </a:moveTo>
                  <a:lnTo>
                    <a:pt x="2270" y="0"/>
                  </a:lnTo>
                  <a:lnTo>
                    <a:pt x="22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5" name="Freeform 22"/>
            <p:cNvSpPr>
              <a:spLocks/>
            </p:cNvSpPr>
            <p:nvPr/>
          </p:nvSpPr>
          <p:spPr bwMode="auto">
            <a:xfrm>
              <a:off x="1914" y="1635"/>
              <a:ext cx="378" cy="1"/>
            </a:xfrm>
            <a:custGeom>
              <a:avLst/>
              <a:gdLst>
                <a:gd name="T0" fmla="*/ 0 w 2271"/>
                <a:gd name="T1" fmla="*/ 0 h 1"/>
                <a:gd name="T2" fmla="*/ 10 w 2271"/>
                <a:gd name="T3" fmla="*/ 0 h 1"/>
                <a:gd name="T4" fmla="*/ 10 w 227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1" h="1">
                  <a:moveTo>
                    <a:pt x="0" y="0"/>
                  </a:moveTo>
                  <a:lnTo>
                    <a:pt x="2270" y="0"/>
                  </a:lnTo>
                  <a:lnTo>
                    <a:pt x="22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6" name="Freeform 23"/>
            <p:cNvSpPr>
              <a:spLocks/>
            </p:cNvSpPr>
            <p:nvPr/>
          </p:nvSpPr>
          <p:spPr bwMode="auto">
            <a:xfrm>
              <a:off x="1877" y="1693"/>
              <a:ext cx="357" cy="1"/>
            </a:xfrm>
            <a:custGeom>
              <a:avLst/>
              <a:gdLst>
                <a:gd name="T0" fmla="*/ 0 w 2143"/>
                <a:gd name="T1" fmla="*/ 0 h 1"/>
                <a:gd name="T2" fmla="*/ 10 w 2143"/>
                <a:gd name="T3" fmla="*/ 0 h 1"/>
                <a:gd name="T4" fmla="*/ 10 w 21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3" h="1">
                  <a:moveTo>
                    <a:pt x="0" y="0"/>
                  </a:moveTo>
                  <a:lnTo>
                    <a:pt x="2142" y="0"/>
                  </a:lnTo>
                  <a:lnTo>
                    <a:pt x="214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7" name="Freeform 24"/>
            <p:cNvSpPr>
              <a:spLocks/>
            </p:cNvSpPr>
            <p:nvPr/>
          </p:nvSpPr>
          <p:spPr bwMode="auto">
            <a:xfrm>
              <a:off x="1935" y="1751"/>
              <a:ext cx="242" cy="1"/>
            </a:xfrm>
            <a:custGeom>
              <a:avLst/>
              <a:gdLst>
                <a:gd name="T0" fmla="*/ 0 w 1448"/>
                <a:gd name="T1" fmla="*/ 0 h 1"/>
                <a:gd name="T2" fmla="*/ 7 w 1448"/>
                <a:gd name="T3" fmla="*/ 0 h 1"/>
                <a:gd name="T4" fmla="*/ 7 w 144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8" h="1">
                  <a:moveTo>
                    <a:pt x="0" y="0"/>
                  </a:moveTo>
                  <a:lnTo>
                    <a:pt x="1447" y="0"/>
                  </a:lnTo>
                  <a:lnTo>
                    <a:pt x="144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8" name="Freeform 25"/>
            <p:cNvSpPr>
              <a:spLocks/>
            </p:cNvSpPr>
            <p:nvPr/>
          </p:nvSpPr>
          <p:spPr bwMode="auto">
            <a:xfrm>
              <a:off x="1993" y="1810"/>
              <a:ext cx="125" cy="1"/>
            </a:xfrm>
            <a:custGeom>
              <a:avLst/>
              <a:gdLst>
                <a:gd name="T0" fmla="*/ 0 w 752"/>
                <a:gd name="T1" fmla="*/ 0 h 1"/>
                <a:gd name="T2" fmla="*/ 3 w 752"/>
                <a:gd name="T3" fmla="*/ 0 h 1"/>
                <a:gd name="T4" fmla="*/ 3 w 75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2" h="1">
                  <a:moveTo>
                    <a:pt x="0" y="0"/>
                  </a:moveTo>
                  <a:lnTo>
                    <a:pt x="751" y="0"/>
                  </a:lnTo>
                  <a:lnTo>
                    <a:pt x="75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19" name="Freeform 26"/>
            <p:cNvSpPr>
              <a:spLocks/>
            </p:cNvSpPr>
            <p:nvPr/>
          </p:nvSpPr>
          <p:spPr bwMode="auto">
            <a:xfrm>
              <a:off x="2051" y="1868"/>
              <a:ext cx="9" cy="1"/>
            </a:xfrm>
            <a:custGeom>
              <a:avLst/>
              <a:gdLst>
                <a:gd name="T0" fmla="*/ 0 w 55"/>
                <a:gd name="T1" fmla="*/ 0 h 1"/>
                <a:gd name="T2" fmla="*/ 0 w 55"/>
                <a:gd name="T3" fmla="*/ 0 h 1"/>
                <a:gd name="T4" fmla="*/ 0 w 5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1">
                  <a:moveTo>
                    <a:pt x="0" y="0"/>
                  </a:moveTo>
                  <a:lnTo>
                    <a:pt x="53" y="0"/>
                  </a:lnTo>
                  <a:lnTo>
                    <a:pt x="5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0971" name="Group 27"/>
          <p:cNvGrpSpPr>
            <a:grpSpLocks/>
          </p:cNvGrpSpPr>
          <p:nvPr/>
        </p:nvGrpSpPr>
        <p:grpSpPr bwMode="auto">
          <a:xfrm>
            <a:off x="5041900" y="2120900"/>
            <a:ext cx="696913" cy="708025"/>
            <a:chOff x="1388" y="1403"/>
            <a:chExt cx="439" cy="446"/>
          </a:xfrm>
        </p:grpSpPr>
        <p:sp>
          <p:nvSpPr>
            <p:cNvPr id="18593" name="Freeform 28"/>
            <p:cNvSpPr>
              <a:spLocks/>
            </p:cNvSpPr>
            <p:nvPr/>
          </p:nvSpPr>
          <p:spPr bwMode="auto">
            <a:xfrm>
              <a:off x="1389" y="1629"/>
              <a:ext cx="218" cy="219"/>
            </a:xfrm>
            <a:custGeom>
              <a:avLst/>
              <a:gdLst>
                <a:gd name="T0" fmla="*/ 1 w 1312"/>
                <a:gd name="T1" fmla="*/ 0 h 1312"/>
                <a:gd name="T2" fmla="*/ 0 w 1312"/>
                <a:gd name="T3" fmla="*/ 2 h 1312"/>
                <a:gd name="T4" fmla="*/ 0 w 1312"/>
                <a:gd name="T5" fmla="*/ 4 h 1312"/>
                <a:gd name="T6" fmla="*/ 1 w 1312"/>
                <a:gd name="T7" fmla="*/ 5 h 1312"/>
                <a:gd name="T8" fmla="*/ 2 w 1312"/>
                <a:gd name="T9" fmla="*/ 6 h 1312"/>
                <a:gd name="T10" fmla="*/ 4 w 1312"/>
                <a:gd name="T11" fmla="*/ 6 h 1312"/>
                <a:gd name="T12" fmla="*/ 6 w 1312"/>
                <a:gd name="T13" fmla="*/ 5 h 1312"/>
                <a:gd name="T14" fmla="*/ 6 w 1312"/>
                <a:gd name="T15" fmla="*/ 5 h 13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12" h="1312">
                  <a:moveTo>
                    <a:pt x="203" y="0"/>
                  </a:moveTo>
                  <a:lnTo>
                    <a:pt x="0" y="351"/>
                  </a:lnTo>
                  <a:lnTo>
                    <a:pt x="0" y="756"/>
                  </a:lnTo>
                  <a:lnTo>
                    <a:pt x="203" y="1108"/>
                  </a:lnTo>
                  <a:lnTo>
                    <a:pt x="554" y="1312"/>
                  </a:lnTo>
                  <a:lnTo>
                    <a:pt x="960" y="1312"/>
                  </a:lnTo>
                  <a:lnTo>
                    <a:pt x="1311" y="1108"/>
                  </a:lnTo>
                  <a:lnTo>
                    <a:pt x="1312" y="110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4" name="Freeform 29"/>
            <p:cNvSpPr>
              <a:spLocks/>
            </p:cNvSpPr>
            <p:nvPr/>
          </p:nvSpPr>
          <p:spPr bwMode="auto">
            <a:xfrm>
              <a:off x="1394" y="1601"/>
              <a:ext cx="243" cy="242"/>
            </a:xfrm>
            <a:custGeom>
              <a:avLst/>
              <a:gdLst>
                <a:gd name="T0" fmla="*/ 0 w 1456"/>
                <a:gd name="T1" fmla="*/ 0 h 1456"/>
                <a:gd name="T2" fmla="*/ 7 w 1456"/>
                <a:gd name="T3" fmla="*/ 7 h 1456"/>
                <a:gd name="T4" fmla="*/ 7 w 1456"/>
                <a:gd name="T5" fmla="*/ 7 h 14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56" h="1456">
                  <a:moveTo>
                    <a:pt x="0" y="0"/>
                  </a:moveTo>
                  <a:lnTo>
                    <a:pt x="1455" y="1456"/>
                  </a:lnTo>
                  <a:lnTo>
                    <a:pt x="1456" y="14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5" name="Freeform 30"/>
            <p:cNvSpPr>
              <a:spLocks/>
            </p:cNvSpPr>
            <p:nvPr/>
          </p:nvSpPr>
          <p:spPr bwMode="auto">
            <a:xfrm>
              <a:off x="1388" y="1684"/>
              <a:ext cx="164" cy="164"/>
            </a:xfrm>
            <a:custGeom>
              <a:avLst/>
              <a:gdLst>
                <a:gd name="T0" fmla="*/ 0 w 988"/>
                <a:gd name="T1" fmla="*/ 4 h 986"/>
                <a:gd name="T2" fmla="*/ 4 w 988"/>
                <a:gd name="T3" fmla="*/ 0 h 986"/>
                <a:gd name="T4" fmla="*/ 4 w 988"/>
                <a:gd name="T5" fmla="*/ 0 h 9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8" h="986">
                  <a:moveTo>
                    <a:pt x="0" y="986"/>
                  </a:moveTo>
                  <a:lnTo>
                    <a:pt x="986" y="0"/>
                  </a:lnTo>
                  <a:lnTo>
                    <a:pt x="9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6" name="Freeform 31"/>
            <p:cNvSpPr>
              <a:spLocks/>
            </p:cNvSpPr>
            <p:nvPr/>
          </p:nvSpPr>
          <p:spPr bwMode="auto">
            <a:xfrm>
              <a:off x="1607" y="1410"/>
              <a:ext cx="218" cy="219"/>
            </a:xfrm>
            <a:custGeom>
              <a:avLst/>
              <a:gdLst>
                <a:gd name="T0" fmla="*/ 5 w 1310"/>
                <a:gd name="T1" fmla="*/ 6 h 1311"/>
                <a:gd name="T2" fmla="*/ 6 w 1310"/>
                <a:gd name="T3" fmla="*/ 5 h 1311"/>
                <a:gd name="T4" fmla="*/ 6 w 1310"/>
                <a:gd name="T5" fmla="*/ 3 h 1311"/>
                <a:gd name="T6" fmla="*/ 5 w 1310"/>
                <a:gd name="T7" fmla="*/ 1 h 1311"/>
                <a:gd name="T8" fmla="*/ 3 w 1310"/>
                <a:gd name="T9" fmla="*/ 0 h 1311"/>
                <a:gd name="T10" fmla="*/ 2 w 1310"/>
                <a:gd name="T11" fmla="*/ 0 h 1311"/>
                <a:gd name="T12" fmla="*/ 0 w 1310"/>
                <a:gd name="T13" fmla="*/ 1 h 1311"/>
                <a:gd name="T14" fmla="*/ 0 w 1310"/>
                <a:gd name="T15" fmla="*/ 1 h 1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10" h="1311">
                  <a:moveTo>
                    <a:pt x="1107" y="1311"/>
                  </a:moveTo>
                  <a:lnTo>
                    <a:pt x="1310" y="959"/>
                  </a:lnTo>
                  <a:lnTo>
                    <a:pt x="1310" y="554"/>
                  </a:lnTo>
                  <a:lnTo>
                    <a:pt x="1107" y="202"/>
                  </a:lnTo>
                  <a:lnTo>
                    <a:pt x="756" y="0"/>
                  </a:lnTo>
                  <a:lnTo>
                    <a:pt x="350" y="0"/>
                  </a:lnTo>
                  <a:lnTo>
                    <a:pt x="0" y="202"/>
                  </a:lnTo>
                  <a:lnTo>
                    <a:pt x="1" y="20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7" name="Freeform 32"/>
            <p:cNvSpPr>
              <a:spLocks/>
            </p:cNvSpPr>
            <p:nvPr/>
          </p:nvSpPr>
          <p:spPr bwMode="auto">
            <a:xfrm>
              <a:off x="1425" y="1625"/>
              <a:ext cx="1" cy="192"/>
            </a:xfrm>
            <a:custGeom>
              <a:avLst/>
              <a:gdLst>
                <a:gd name="T0" fmla="*/ 0 w 1"/>
                <a:gd name="T1" fmla="*/ 5 h 1148"/>
                <a:gd name="T2" fmla="*/ 0 w 1"/>
                <a:gd name="T3" fmla="*/ 0 h 1148"/>
                <a:gd name="T4" fmla="*/ 1 w 1"/>
                <a:gd name="T5" fmla="*/ 0 h 11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48">
                  <a:moveTo>
                    <a:pt x="0" y="11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8" name="Freeform 33"/>
            <p:cNvSpPr>
              <a:spLocks/>
            </p:cNvSpPr>
            <p:nvPr/>
          </p:nvSpPr>
          <p:spPr bwMode="auto">
            <a:xfrm>
              <a:off x="1483" y="1567"/>
              <a:ext cx="1" cy="281"/>
            </a:xfrm>
            <a:custGeom>
              <a:avLst/>
              <a:gdLst>
                <a:gd name="T0" fmla="*/ 0 w 1"/>
                <a:gd name="T1" fmla="*/ 8 h 1686"/>
                <a:gd name="T2" fmla="*/ 0 w 1"/>
                <a:gd name="T3" fmla="*/ 0 h 1686"/>
                <a:gd name="T4" fmla="*/ 1 w 1"/>
                <a:gd name="T5" fmla="*/ 0 h 16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86">
                  <a:moveTo>
                    <a:pt x="0" y="168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9" name="Freeform 34"/>
            <p:cNvSpPr>
              <a:spLocks/>
            </p:cNvSpPr>
            <p:nvPr/>
          </p:nvSpPr>
          <p:spPr bwMode="auto">
            <a:xfrm>
              <a:off x="1541" y="1509"/>
              <a:ext cx="1" cy="340"/>
            </a:xfrm>
            <a:custGeom>
              <a:avLst/>
              <a:gdLst>
                <a:gd name="T0" fmla="*/ 0 w 1"/>
                <a:gd name="T1" fmla="*/ 10 h 2039"/>
                <a:gd name="T2" fmla="*/ 0 w 1"/>
                <a:gd name="T3" fmla="*/ 0 h 2039"/>
                <a:gd name="T4" fmla="*/ 1 w 1"/>
                <a:gd name="T5" fmla="*/ 0 h 20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039">
                  <a:moveTo>
                    <a:pt x="0" y="20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0" name="Freeform 35"/>
            <p:cNvSpPr>
              <a:spLocks/>
            </p:cNvSpPr>
            <p:nvPr/>
          </p:nvSpPr>
          <p:spPr bwMode="auto">
            <a:xfrm>
              <a:off x="1599" y="1451"/>
              <a:ext cx="1" cy="369"/>
            </a:xfrm>
            <a:custGeom>
              <a:avLst/>
              <a:gdLst>
                <a:gd name="T0" fmla="*/ 0 w 1"/>
                <a:gd name="T1" fmla="*/ 10 h 2213"/>
                <a:gd name="T2" fmla="*/ 0 w 1"/>
                <a:gd name="T3" fmla="*/ 0 h 2213"/>
                <a:gd name="T4" fmla="*/ 1 w 1"/>
                <a:gd name="T5" fmla="*/ 0 h 22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13">
                  <a:moveTo>
                    <a:pt x="0" y="221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1" name="Freeform 36"/>
            <p:cNvSpPr>
              <a:spLocks/>
            </p:cNvSpPr>
            <p:nvPr/>
          </p:nvSpPr>
          <p:spPr bwMode="auto">
            <a:xfrm>
              <a:off x="1657" y="1412"/>
              <a:ext cx="1" cy="351"/>
            </a:xfrm>
            <a:custGeom>
              <a:avLst/>
              <a:gdLst>
                <a:gd name="T0" fmla="*/ 0 w 2"/>
                <a:gd name="T1" fmla="*/ 10 h 2101"/>
                <a:gd name="T2" fmla="*/ 0 w 2"/>
                <a:gd name="T3" fmla="*/ 0 h 2101"/>
                <a:gd name="T4" fmla="*/ 1 w 2"/>
                <a:gd name="T5" fmla="*/ 0 h 2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101">
                  <a:moveTo>
                    <a:pt x="0" y="210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2" name="Freeform 37"/>
            <p:cNvSpPr>
              <a:spLocks/>
            </p:cNvSpPr>
            <p:nvPr/>
          </p:nvSpPr>
          <p:spPr bwMode="auto">
            <a:xfrm>
              <a:off x="1715" y="1407"/>
              <a:ext cx="1" cy="297"/>
            </a:xfrm>
            <a:custGeom>
              <a:avLst/>
              <a:gdLst>
                <a:gd name="T0" fmla="*/ 0 w 1"/>
                <a:gd name="T1" fmla="*/ 8 h 1786"/>
                <a:gd name="T2" fmla="*/ 0 w 1"/>
                <a:gd name="T3" fmla="*/ 0 h 1786"/>
                <a:gd name="T4" fmla="*/ 1 w 1"/>
                <a:gd name="T5" fmla="*/ 0 h 17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86">
                  <a:moveTo>
                    <a:pt x="0" y="178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3" name="Freeform 38"/>
            <p:cNvSpPr>
              <a:spLocks/>
            </p:cNvSpPr>
            <p:nvPr/>
          </p:nvSpPr>
          <p:spPr bwMode="auto">
            <a:xfrm>
              <a:off x="1773" y="1429"/>
              <a:ext cx="1" cy="217"/>
            </a:xfrm>
            <a:custGeom>
              <a:avLst/>
              <a:gdLst>
                <a:gd name="T0" fmla="*/ 0 w 1"/>
                <a:gd name="T1" fmla="*/ 6 h 1303"/>
                <a:gd name="T2" fmla="*/ 0 w 1"/>
                <a:gd name="T3" fmla="*/ 0 h 1303"/>
                <a:gd name="T4" fmla="*/ 1 w 1"/>
                <a:gd name="T5" fmla="*/ 0 h 13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03">
                  <a:moveTo>
                    <a:pt x="0" y="13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4" name="Freeform 39"/>
            <p:cNvSpPr>
              <a:spLocks/>
            </p:cNvSpPr>
            <p:nvPr/>
          </p:nvSpPr>
          <p:spPr bwMode="auto">
            <a:xfrm>
              <a:off x="1607" y="1629"/>
              <a:ext cx="185" cy="185"/>
            </a:xfrm>
            <a:custGeom>
              <a:avLst/>
              <a:gdLst>
                <a:gd name="T0" fmla="*/ 0 w 1108"/>
                <a:gd name="T1" fmla="*/ 5 h 1108"/>
                <a:gd name="T2" fmla="*/ 5 w 1108"/>
                <a:gd name="T3" fmla="*/ 0 h 1108"/>
                <a:gd name="T4" fmla="*/ 5 w 1108"/>
                <a:gd name="T5" fmla="*/ 0 h 1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8" h="1108">
                  <a:moveTo>
                    <a:pt x="0" y="1108"/>
                  </a:moveTo>
                  <a:lnTo>
                    <a:pt x="1107" y="0"/>
                  </a:lnTo>
                  <a:lnTo>
                    <a:pt x="110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5" name="Freeform 40"/>
            <p:cNvSpPr>
              <a:spLocks/>
            </p:cNvSpPr>
            <p:nvPr/>
          </p:nvSpPr>
          <p:spPr bwMode="auto">
            <a:xfrm>
              <a:off x="1590" y="1409"/>
              <a:ext cx="237" cy="237"/>
            </a:xfrm>
            <a:custGeom>
              <a:avLst/>
              <a:gdLst>
                <a:gd name="T0" fmla="*/ 0 w 1425"/>
                <a:gd name="T1" fmla="*/ 6 h 1425"/>
                <a:gd name="T2" fmla="*/ 6 w 1425"/>
                <a:gd name="T3" fmla="*/ 0 h 1425"/>
                <a:gd name="T4" fmla="*/ 6 w 1425"/>
                <a:gd name="T5" fmla="*/ 0 h 14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25" h="1425">
                  <a:moveTo>
                    <a:pt x="0" y="1425"/>
                  </a:moveTo>
                  <a:lnTo>
                    <a:pt x="1424" y="0"/>
                  </a:lnTo>
                  <a:lnTo>
                    <a:pt x="142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6" name="Freeform 41"/>
            <p:cNvSpPr>
              <a:spLocks/>
            </p:cNvSpPr>
            <p:nvPr/>
          </p:nvSpPr>
          <p:spPr bwMode="auto">
            <a:xfrm>
              <a:off x="1581" y="1403"/>
              <a:ext cx="241" cy="240"/>
            </a:xfrm>
            <a:custGeom>
              <a:avLst/>
              <a:gdLst>
                <a:gd name="T0" fmla="*/ 0 w 1441"/>
                <a:gd name="T1" fmla="*/ 0 h 1440"/>
                <a:gd name="T2" fmla="*/ 7 w 1441"/>
                <a:gd name="T3" fmla="*/ 7 h 1440"/>
                <a:gd name="T4" fmla="*/ 7 w 1441"/>
                <a:gd name="T5" fmla="*/ 7 h 1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1" h="1440">
                  <a:moveTo>
                    <a:pt x="0" y="0"/>
                  </a:moveTo>
                  <a:lnTo>
                    <a:pt x="1440" y="1440"/>
                  </a:lnTo>
                  <a:lnTo>
                    <a:pt x="1441" y="14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7" name="Freeform 42"/>
            <p:cNvSpPr>
              <a:spLocks/>
            </p:cNvSpPr>
            <p:nvPr/>
          </p:nvSpPr>
          <p:spPr bwMode="auto">
            <a:xfrm>
              <a:off x="1422" y="1444"/>
              <a:ext cx="185" cy="185"/>
            </a:xfrm>
            <a:custGeom>
              <a:avLst/>
              <a:gdLst>
                <a:gd name="T0" fmla="*/ 0 w 1109"/>
                <a:gd name="T1" fmla="*/ 5 h 1109"/>
                <a:gd name="T2" fmla="*/ 5 w 1109"/>
                <a:gd name="T3" fmla="*/ 0 h 1109"/>
                <a:gd name="T4" fmla="*/ 5 w 1109"/>
                <a:gd name="T5" fmla="*/ 0 h 11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9" h="1109">
                  <a:moveTo>
                    <a:pt x="0" y="1109"/>
                  </a:moveTo>
                  <a:lnTo>
                    <a:pt x="1108" y="0"/>
                  </a:lnTo>
                  <a:lnTo>
                    <a:pt x="11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08" name="Freeform 43"/>
            <p:cNvSpPr>
              <a:spLocks/>
            </p:cNvSpPr>
            <p:nvPr/>
          </p:nvSpPr>
          <p:spPr bwMode="auto">
            <a:xfrm>
              <a:off x="1567" y="1660"/>
              <a:ext cx="9" cy="9"/>
            </a:xfrm>
            <a:custGeom>
              <a:avLst/>
              <a:gdLst>
                <a:gd name="T0" fmla="*/ 0 w 55"/>
                <a:gd name="T1" fmla="*/ 0 h 55"/>
                <a:gd name="T2" fmla="*/ 0 w 55"/>
                <a:gd name="T3" fmla="*/ 0 h 55"/>
                <a:gd name="T4" fmla="*/ 0 w 55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55">
                  <a:moveTo>
                    <a:pt x="0" y="55"/>
                  </a:moveTo>
                  <a:lnTo>
                    <a:pt x="54" y="0"/>
                  </a:lnTo>
                  <a:lnTo>
                    <a:pt x="5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0988" name="Group 44"/>
          <p:cNvGrpSpPr>
            <a:grpSpLocks/>
          </p:cNvGrpSpPr>
          <p:nvPr/>
        </p:nvGrpSpPr>
        <p:grpSpPr bwMode="auto">
          <a:xfrm>
            <a:off x="6348413" y="2027238"/>
            <a:ext cx="1233487" cy="960437"/>
            <a:chOff x="2450" y="1268"/>
            <a:chExt cx="777" cy="605"/>
          </a:xfrm>
        </p:grpSpPr>
        <p:sp>
          <p:nvSpPr>
            <p:cNvPr id="18570" name="Freeform 45"/>
            <p:cNvSpPr>
              <a:spLocks/>
            </p:cNvSpPr>
            <p:nvPr/>
          </p:nvSpPr>
          <p:spPr bwMode="auto">
            <a:xfrm>
              <a:off x="2465" y="1340"/>
              <a:ext cx="77" cy="77"/>
            </a:xfrm>
            <a:custGeom>
              <a:avLst/>
              <a:gdLst>
                <a:gd name="T0" fmla="*/ 0 w 463"/>
                <a:gd name="T1" fmla="*/ 2 h 463"/>
                <a:gd name="T2" fmla="*/ 2 w 463"/>
                <a:gd name="T3" fmla="*/ 0 h 463"/>
                <a:gd name="T4" fmla="*/ 2 w 463"/>
                <a:gd name="T5" fmla="*/ 0 h 4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3" h="463">
                  <a:moveTo>
                    <a:pt x="0" y="463"/>
                  </a:moveTo>
                  <a:lnTo>
                    <a:pt x="462" y="0"/>
                  </a:lnTo>
                  <a:lnTo>
                    <a:pt x="46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1" name="Freeform 46"/>
            <p:cNvSpPr>
              <a:spLocks/>
            </p:cNvSpPr>
            <p:nvPr/>
          </p:nvSpPr>
          <p:spPr bwMode="auto">
            <a:xfrm>
              <a:off x="2485" y="1358"/>
              <a:ext cx="114" cy="113"/>
            </a:xfrm>
            <a:custGeom>
              <a:avLst/>
              <a:gdLst>
                <a:gd name="T0" fmla="*/ 0 w 682"/>
                <a:gd name="T1" fmla="*/ 3 h 682"/>
                <a:gd name="T2" fmla="*/ 3 w 682"/>
                <a:gd name="T3" fmla="*/ 0 h 682"/>
                <a:gd name="T4" fmla="*/ 3 w 682"/>
                <a:gd name="T5" fmla="*/ 0 h 6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2" h="682">
                  <a:moveTo>
                    <a:pt x="0" y="682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2" name="Freeform 47"/>
            <p:cNvSpPr>
              <a:spLocks/>
            </p:cNvSpPr>
            <p:nvPr/>
          </p:nvSpPr>
          <p:spPr bwMode="auto">
            <a:xfrm>
              <a:off x="2505" y="1412"/>
              <a:ext cx="113" cy="114"/>
            </a:xfrm>
            <a:custGeom>
              <a:avLst/>
              <a:gdLst>
                <a:gd name="T0" fmla="*/ 0 w 684"/>
                <a:gd name="T1" fmla="*/ 3 h 682"/>
                <a:gd name="T2" fmla="*/ 3 w 684"/>
                <a:gd name="T3" fmla="*/ 0 h 682"/>
                <a:gd name="T4" fmla="*/ 3 w 684"/>
                <a:gd name="T5" fmla="*/ 0 h 6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4" h="682">
                  <a:moveTo>
                    <a:pt x="0" y="682"/>
                  </a:moveTo>
                  <a:lnTo>
                    <a:pt x="683" y="0"/>
                  </a:lnTo>
                  <a:lnTo>
                    <a:pt x="68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3" name="Freeform 48"/>
            <p:cNvSpPr>
              <a:spLocks/>
            </p:cNvSpPr>
            <p:nvPr/>
          </p:nvSpPr>
          <p:spPr bwMode="auto">
            <a:xfrm>
              <a:off x="2524" y="1466"/>
              <a:ext cx="114" cy="114"/>
            </a:xfrm>
            <a:custGeom>
              <a:avLst/>
              <a:gdLst>
                <a:gd name="T0" fmla="*/ 0 w 682"/>
                <a:gd name="T1" fmla="*/ 3 h 681"/>
                <a:gd name="T2" fmla="*/ 3 w 682"/>
                <a:gd name="T3" fmla="*/ 0 h 681"/>
                <a:gd name="T4" fmla="*/ 3 w 682"/>
                <a:gd name="T5" fmla="*/ 0 h 6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2" h="681">
                  <a:moveTo>
                    <a:pt x="0" y="681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4" name="Freeform 49"/>
            <p:cNvSpPr>
              <a:spLocks/>
            </p:cNvSpPr>
            <p:nvPr/>
          </p:nvSpPr>
          <p:spPr bwMode="auto">
            <a:xfrm>
              <a:off x="2544" y="1520"/>
              <a:ext cx="114" cy="114"/>
            </a:xfrm>
            <a:custGeom>
              <a:avLst/>
              <a:gdLst>
                <a:gd name="T0" fmla="*/ 0 w 683"/>
                <a:gd name="T1" fmla="*/ 3 h 682"/>
                <a:gd name="T2" fmla="*/ 3 w 683"/>
                <a:gd name="T3" fmla="*/ 0 h 682"/>
                <a:gd name="T4" fmla="*/ 3 w 683"/>
                <a:gd name="T5" fmla="*/ 0 h 6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3" h="682">
                  <a:moveTo>
                    <a:pt x="0" y="682"/>
                  </a:moveTo>
                  <a:lnTo>
                    <a:pt x="681" y="0"/>
                  </a:lnTo>
                  <a:lnTo>
                    <a:pt x="68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5" name="Freeform 50"/>
            <p:cNvSpPr>
              <a:spLocks/>
            </p:cNvSpPr>
            <p:nvPr/>
          </p:nvSpPr>
          <p:spPr bwMode="auto">
            <a:xfrm>
              <a:off x="2564" y="1574"/>
              <a:ext cx="113" cy="114"/>
            </a:xfrm>
            <a:custGeom>
              <a:avLst/>
              <a:gdLst>
                <a:gd name="T0" fmla="*/ 0 w 682"/>
                <a:gd name="T1" fmla="*/ 3 h 682"/>
                <a:gd name="T2" fmla="*/ 3 w 682"/>
                <a:gd name="T3" fmla="*/ 0 h 682"/>
                <a:gd name="T4" fmla="*/ 3 w 682"/>
                <a:gd name="T5" fmla="*/ 0 h 6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2" h="682">
                  <a:moveTo>
                    <a:pt x="0" y="682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6" name="Freeform 51"/>
            <p:cNvSpPr>
              <a:spLocks/>
            </p:cNvSpPr>
            <p:nvPr/>
          </p:nvSpPr>
          <p:spPr bwMode="auto">
            <a:xfrm>
              <a:off x="2583" y="1629"/>
              <a:ext cx="114" cy="113"/>
            </a:xfrm>
            <a:custGeom>
              <a:avLst/>
              <a:gdLst>
                <a:gd name="T0" fmla="*/ 0 w 683"/>
                <a:gd name="T1" fmla="*/ 3 h 682"/>
                <a:gd name="T2" fmla="*/ 3 w 683"/>
                <a:gd name="T3" fmla="*/ 0 h 682"/>
                <a:gd name="T4" fmla="*/ 3 w 683"/>
                <a:gd name="T5" fmla="*/ 0 h 6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7" name="Freeform 52"/>
            <p:cNvSpPr>
              <a:spLocks/>
            </p:cNvSpPr>
            <p:nvPr/>
          </p:nvSpPr>
          <p:spPr bwMode="auto">
            <a:xfrm>
              <a:off x="2603" y="1683"/>
              <a:ext cx="114" cy="113"/>
            </a:xfrm>
            <a:custGeom>
              <a:avLst/>
              <a:gdLst>
                <a:gd name="T0" fmla="*/ 0 w 683"/>
                <a:gd name="T1" fmla="*/ 3 h 682"/>
                <a:gd name="T2" fmla="*/ 3 w 683"/>
                <a:gd name="T3" fmla="*/ 0 h 682"/>
                <a:gd name="T4" fmla="*/ 3 w 683"/>
                <a:gd name="T5" fmla="*/ 0 h 6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8" name="Freeform 53"/>
            <p:cNvSpPr>
              <a:spLocks/>
            </p:cNvSpPr>
            <p:nvPr/>
          </p:nvSpPr>
          <p:spPr bwMode="auto">
            <a:xfrm>
              <a:off x="2680" y="1737"/>
              <a:ext cx="57" cy="56"/>
            </a:xfrm>
            <a:custGeom>
              <a:avLst/>
              <a:gdLst>
                <a:gd name="T0" fmla="*/ 0 w 336"/>
                <a:gd name="T1" fmla="*/ 2 h 336"/>
                <a:gd name="T2" fmla="*/ 2 w 336"/>
                <a:gd name="T3" fmla="*/ 0 h 336"/>
                <a:gd name="T4" fmla="*/ 2 w 336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336">
                  <a:moveTo>
                    <a:pt x="0" y="336"/>
                  </a:moveTo>
                  <a:lnTo>
                    <a:pt x="335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9" name="Freeform 54"/>
            <p:cNvSpPr>
              <a:spLocks/>
            </p:cNvSpPr>
            <p:nvPr/>
          </p:nvSpPr>
          <p:spPr bwMode="auto">
            <a:xfrm>
              <a:off x="3057" y="1339"/>
              <a:ext cx="77" cy="77"/>
            </a:xfrm>
            <a:custGeom>
              <a:avLst/>
              <a:gdLst>
                <a:gd name="T0" fmla="*/ 0 w 459"/>
                <a:gd name="T1" fmla="*/ 2 h 457"/>
                <a:gd name="T2" fmla="*/ 2 w 459"/>
                <a:gd name="T3" fmla="*/ 0 h 457"/>
                <a:gd name="T4" fmla="*/ 2 w 459"/>
                <a:gd name="T5" fmla="*/ 0 h 4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9" h="457">
                  <a:moveTo>
                    <a:pt x="0" y="457"/>
                  </a:moveTo>
                  <a:lnTo>
                    <a:pt x="457" y="0"/>
                  </a:lnTo>
                  <a:lnTo>
                    <a:pt x="4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0" name="Freeform 55"/>
            <p:cNvSpPr>
              <a:spLocks/>
            </p:cNvSpPr>
            <p:nvPr/>
          </p:nvSpPr>
          <p:spPr bwMode="auto">
            <a:xfrm>
              <a:off x="3015" y="1359"/>
              <a:ext cx="173" cy="173"/>
            </a:xfrm>
            <a:custGeom>
              <a:avLst/>
              <a:gdLst>
                <a:gd name="T0" fmla="*/ 0 w 1036"/>
                <a:gd name="T1" fmla="*/ 5 h 1037"/>
                <a:gd name="T2" fmla="*/ 5 w 1036"/>
                <a:gd name="T3" fmla="*/ 0 h 1037"/>
                <a:gd name="T4" fmla="*/ 5 w 1036"/>
                <a:gd name="T5" fmla="*/ 0 h 10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6" h="1037">
                  <a:moveTo>
                    <a:pt x="0" y="1037"/>
                  </a:moveTo>
                  <a:lnTo>
                    <a:pt x="1035" y="0"/>
                  </a:lnTo>
                  <a:lnTo>
                    <a:pt x="10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1" name="Freeform 56"/>
            <p:cNvSpPr>
              <a:spLocks/>
            </p:cNvSpPr>
            <p:nvPr/>
          </p:nvSpPr>
          <p:spPr bwMode="auto">
            <a:xfrm>
              <a:off x="2973" y="1404"/>
              <a:ext cx="243" cy="244"/>
            </a:xfrm>
            <a:custGeom>
              <a:avLst/>
              <a:gdLst>
                <a:gd name="T0" fmla="*/ 0 w 1461"/>
                <a:gd name="T1" fmla="*/ 7 h 1462"/>
                <a:gd name="T2" fmla="*/ 7 w 1461"/>
                <a:gd name="T3" fmla="*/ 0 h 1462"/>
                <a:gd name="T4" fmla="*/ 7 w 1461"/>
                <a:gd name="T5" fmla="*/ 0 h 14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1" h="1462">
                  <a:moveTo>
                    <a:pt x="0" y="1462"/>
                  </a:moveTo>
                  <a:lnTo>
                    <a:pt x="1460" y="0"/>
                  </a:lnTo>
                  <a:lnTo>
                    <a:pt x="146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2" name="Freeform 57"/>
            <p:cNvSpPr>
              <a:spLocks/>
            </p:cNvSpPr>
            <p:nvPr/>
          </p:nvSpPr>
          <p:spPr bwMode="auto">
            <a:xfrm>
              <a:off x="2931" y="1521"/>
              <a:ext cx="243" cy="243"/>
            </a:xfrm>
            <a:custGeom>
              <a:avLst/>
              <a:gdLst>
                <a:gd name="T0" fmla="*/ 0 w 1463"/>
                <a:gd name="T1" fmla="*/ 7 h 1464"/>
                <a:gd name="T2" fmla="*/ 7 w 1463"/>
                <a:gd name="T3" fmla="*/ 0 h 1464"/>
                <a:gd name="T4" fmla="*/ 7 w 1463"/>
                <a:gd name="T5" fmla="*/ 0 h 14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3" h="1464">
                  <a:moveTo>
                    <a:pt x="0" y="1464"/>
                  </a:moveTo>
                  <a:lnTo>
                    <a:pt x="1462" y="0"/>
                  </a:lnTo>
                  <a:lnTo>
                    <a:pt x="146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3" name="Freeform 58"/>
            <p:cNvSpPr>
              <a:spLocks/>
            </p:cNvSpPr>
            <p:nvPr/>
          </p:nvSpPr>
          <p:spPr bwMode="auto">
            <a:xfrm>
              <a:off x="2981" y="1637"/>
              <a:ext cx="151" cy="150"/>
            </a:xfrm>
            <a:custGeom>
              <a:avLst/>
              <a:gdLst>
                <a:gd name="T0" fmla="*/ 0 w 905"/>
                <a:gd name="T1" fmla="*/ 4 h 903"/>
                <a:gd name="T2" fmla="*/ 4 w 905"/>
                <a:gd name="T3" fmla="*/ 0 h 903"/>
                <a:gd name="T4" fmla="*/ 4 w 905"/>
                <a:gd name="T5" fmla="*/ 0 h 9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5" h="903">
                  <a:moveTo>
                    <a:pt x="0" y="903"/>
                  </a:moveTo>
                  <a:lnTo>
                    <a:pt x="904" y="0"/>
                  </a:lnTo>
                  <a:lnTo>
                    <a:pt x="9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4" name="Freeform 59"/>
            <p:cNvSpPr>
              <a:spLocks/>
            </p:cNvSpPr>
            <p:nvPr/>
          </p:nvSpPr>
          <p:spPr bwMode="auto">
            <a:xfrm>
              <a:off x="3035" y="1753"/>
              <a:ext cx="55" cy="54"/>
            </a:xfrm>
            <a:custGeom>
              <a:avLst/>
              <a:gdLst>
                <a:gd name="T0" fmla="*/ 0 w 325"/>
                <a:gd name="T1" fmla="*/ 1 h 325"/>
                <a:gd name="T2" fmla="*/ 2 w 325"/>
                <a:gd name="T3" fmla="*/ 0 h 325"/>
                <a:gd name="T4" fmla="*/ 2 w 325"/>
                <a:gd name="T5" fmla="*/ 0 h 3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5" h="325">
                  <a:moveTo>
                    <a:pt x="0" y="325"/>
                  </a:moveTo>
                  <a:lnTo>
                    <a:pt x="324" y="0"/>
                  </a:lnTo>
                  <a:lnTo>
                    <a:pt x="32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5" name="Freeform 60"/>
            <p:cNvSpPr>
              <a:spLocks/>
            </p:cNvSpPr>
            <p:nvPr/>
          </p:nvSpPr>
          <p:spPr bwMode="auto">
            <a:xfrm>
              <a:off x="2586" y="1324"/>
              <a:ext cx="505" cy="1"/>
            </a:xfrm>
            <a:custGeom>
              <a:avLst/>
              <a:gdLst>
                <a:gd name="T0" fmla="*/ 0 w 3029"/>
                <a:gd name="T1" fmla="*/ 0 h 1"/>
                <a:gd name="T2" fmla="*/ 14 w 3029"/>
                <a:gd name="T3" fmla="*/ 0 h 1"/>
                <a:gd name="T4" fmla="*/ 14 w 302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29" h="1">
                  <a:moveTo>
                    <a:pt x="0" y="0"/>
                  </a:moveTo>
                  <a:lnTo>
                    <a:pt x="3027" y="0"/>
                  </a:lnTo>
                  <a:lnTo>
                    <a:pt x="302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6" name="Freeform 61"/>
            <p:cNvSpPr>
              <a:spLocks/>
            </p:cNvSpPr>
            <p:nvPr/>
          </p:nvSpPr>
          <p:spPr bwMode="auto">
            <a:xfrm>
              <a:off x="2450" y="1324"/>
              <a:ext cx="298" cy="494"/>
            </a:xfrm>
            <a:custGeom>
              <a:avLst/>
              <a:gdLst>
                <a:gd name="T0" fmla="*/ 4 w 1790"/>
                <a:gd name="T1" fmla="*/ 14 h 2965"/>
                <a:gd name="T2" fmla="*/ 8 w 1790"/>
                <a:gd name="T3" fmla="*/ 12 h 2965"/>
                <a:gd name="T4" fmla="*/ 4 w 1790"/>
                <a:gd name="T5" fmla="*/ 0 h 2965"/>
                <a:gd name="T6" fmla="*/ 0 w 1790"/>
                <a:gd name="T7" fmla="*/ 1 h 2965"/>
                <a:gd name="T8" fmla="*/ 4 w 1790"/>
                <a:gd name="T9" fmla="*/ 14 h 2965"/>
                <a:gd name="T10" fmla="*/ 4 w 1790"/>
                <a:gd name="T11" fmla="*/ 14 h 29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90" h="2965">
                  <a:moveTo>
                    <a:pt x="969" y="2965"/>
                  </a:moveTo>
                  <a:lnTo>
                    <a:pt x="1790" y="2667"/>
                  </a:lnTo>
                  <a:lnTo>
                    <a:pt x="820" y="0"/>
                  </a:lnTo>
                  <a:lnTo>
                    <a:pt x="0" y="299"/>
                  </a:lnTo>
                  <a:lnTo>
                    <a:pt x="969" y="2965"/>
                  </a:lnTo>
                  <a:lnTo>
                    <a:pt x="971" y="296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7" name="Freeform 62"/>
            <p:cNvSpPr>
              <a:spLocks/>
            </p:cNvSpPr>
            <p:nvPr/>
          </p:nvSpPr>
          <p:spPr bwMode="auto">
            <a:xfrm>
              <a:off x="2929" y="1324"/>
              <a:ext cx="298" cy="494"/>
            </a:xfrm>
            <a:custGeom>
              <a:avLst/>
              <a:gdLst>
                <a:gd name="T0" fmla="*/ 4 w 1790"/>
                <a:gd name="T1" fmla="*/ 14 h 2965"/>
                <a:gd name="T2" fmla="*/ 0 w 1790"/>
                <a:gd name="T3" fmla="*/ 12 h 2965"/>
                <a:gd name="T4" fmla="*/ 4 w 1790"/>
                <a:gd name="T5" fmla="*/ 0 h 2965"/>
                <a:gd name="T6" fmla="*/ 8 w 1790"/>
                <a:gd name="T7" fmla="*/ 1 h 2965"/>
                <a:gd name="T8" fmla="*/ 4 w 1790"/>
                <a:gd name="T9" fmla="*/ 14 h 2965"/>
                <a:gd name="T10" fmla="*/ 4 w 1790"/>
                <a:gd name="T11" fmla="*/ 14 h 29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90" h="2965">
                  <a:moveTo>
                    <a:pt x="821" y="2965"/>
                  </a:moveTo>
                  <a:lnTo>
                    <a:pt x="0" y="2667"/>
                  </a:lnTo>
                  <a:lnTo>
                    <a:pt x="970" y="0"/>
                  </a:lnTo>
                  <a:lnTo>
                    <a:pt x="1790" y="299"/>
                  </a:lnTo>
                  <a:lnTo>
                    <a:pt x="821" y="2965"/>
                  </a:lnTo>
                  <a:lnTo>
                    <a:pt x="822" y="296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8" name="Freeform 63"/>
            <p:cNvSpPr>
              <a:spLocks/>
            </p:cNvSpPr>
            <p:nvPr/>
          </p:nvSpPr>
          <p:spPr bwMode="auto">
            <a:xfrm>
              <a:off x="2838" y="1268"/>
              <a:ext cx="1" cy="268"/>
            </a:xfrm>
            <a:custGeom>
              <a:avLst/>
              <a:gdLst>
                <a:gd name="T0" fmla="*/ 0 w 1"/>
                <a:gd name="T1" fmla="*/ 0 h 1610"/>
                <a:gd name="T2" fmla="*/ 0 w 1"/>
                <a:gd name="T3" fmla="*/ 7 h 1610"/>
                <a:gd name="T4" fmla="*/ 1 w 1"/>
                <a:gd name="T5" fmla="*/ 7 h 16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10">
                  <a:moveTo>
                    <a:pt x="0" y="0"/>
                  </a:moveTo>
                  <a:lnTo>
                    <a:pt x="0" y="1610"/>
                  </a:lnTo>
                  <a:lnTo>
                    <a:pt x="1" y="161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9" name="Freeform 64"/>
            <p:cNvSpPr>
              <a:spLocks/>
            </p:cNvSpPr>
            <p:nvPr/>
          </p:nvSpPr>
          <p:spPr bwMode="auto">
            <a:xfrm>
              <a:off x="2838" y="1602"/>
              <a:ext cx="1" cy="271"/>
            </a:xfrm>
            <a:custGeom>
              <a:avLst/>
              <a:gdLst>
                <a:gd name="T0" fmla="*/ 0 w 1"/>
                <a:gd name="T1" fmla="*/ 0 h 1624"/>
                <a:gd name="T2" fmla="*/ 0 w 1"/>
                <a:gd name="T3" fmla="*/ 8 h 1624"/>
                <a:gd name="T4" fmla="*/ 1 w 1"/>
                <a:gd name="T5" fmla="*/ 8 h 16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24">
                  <a:moveTo>
                    <a:pt x="0" y="0"/>
                  </a:moveTo>
                  <a:lnTo>
                    <a:pt x="0" y="1624"/>
                  </a:lnTo>
                  <a:lnTo>
                    <a:pt x="1" y="16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0" name="Freeform 65"/>
            <p:cNvSpPr>
              <a:spLocks/>
            </p:cNvSpPr>
            <p:nvPr/>
          </p:nvSpPr>
          <p:spPr bwMode="auto">
            <a:xfrm>
              <a:off x="2611" y="1818"/>
              <a:ext cx="455" cy="1"/>
            </a:xfrm>
            <a:custGeom>
              <a:avLst/>
              <a:gdLst>
                <a:gd name="T0" fmla="*/ 0 w 2730"/>
                <a:gd name="T1" fmla="*/ 0 h 1"/>
                <a:gd name="T2" fmla="*/ 13 w 2730"/>
                <a:gd name="T3" fmla="*/ 0 h 1"/>
                <a:gd name="T4" fmla="*/ 13 w 273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30" h="1">
                  <a:moveTo>
                    <a:pt x="0" y="0"/>
                  </a:moveTo>
                  <a:lnTo>
                    <a:pt x="2729" y="0"/>
                  </a:lnTo>
                  <a:lnTo>
                    <a:pt x="273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1" name="Freeform 66"/>
            <p:cNvSpPr>
              <a:spLocks/>
            </p:cNvSpPr>
            <p:nvPr/>
          </p:nvSpPr>
          <p:spPr bwMode="auto">
            <a:xfrm>
              <a:off x="2748" y="1768"/>
              <a:ext cx="181" cy="1"/>
            </a:xfrm>
            <a:custGeom>
              <a:avLst/>
              <a:gdLst>
                <a:gd name="T0" fmla="*/ 0 w 1088"/>
                <a:gd name="T1" fmla="*/ 0 h 1"/>
                <a:gd name="T2" fmla="*/ 5 w 1088"/>
                <a:gd name="T3" fmla="*/ 0 h 1"/>
                <a:gd name="T4" fmla="*/ 5 w 108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8" h="1">
                  <a:moveTo>
                    <a:pt x="0" y="0"/>
                  </a:moveTo>
                  <a:lnTo>
                    <a:pt x="1087" y="0"/>
                  </a:lnTo>
                  <a:lnTo>
                    <a:pt x="10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92" name="Freeform 67"/>
            <p:cNvSpPr>
              <a:spLocks/>
            </p:cNvSpPr>
            <p:nvPr/>
          </p:nvSpPr>
          <p:spPr bwMode="auto">
            <a:xfrm>
              <a:off x="2838" y="1566"/>
              <a:ext cx="1" cy="11"/>
            </a:xfrm>
            <a:custGeom>
              <a:avLst/>
              <a:gdLst>
                <a:gd name="T0" fmla="*/ 0 w 1"/>
                <a:gd name="T1" fmla="*/ 0 h 61"/>
                <a:gd name="T2" fmla="*/ 0 w 1"/>
                <a:gd name="T3" fmla="*/ 0 h 61"/>
                <a:gd name="T4" fmla="*/ 1 w 1"/>
                <a:gd name="T5" fmla="*/ 0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1">
                  <a:moveTo>
                    <a:pt x="0" y="0"/>
                  </a:moveTo>
                  <a:lnTo>
                    <a:pt x="0" y="61"/>
                  </a:lnTo>
                  <a:lnTo>
                    <a:pt x="1" y="6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012" name="Group 68"/>
          <p:cNvGrpSpPr>
            <a:grpSpLocks/>
          </p:cNvGrpSpPr>
          <p:nvPr/>
        </p:nvGrpSpPr>
        <p:grpSpPr bwMode="auto">
          <a:xfrm>
            <a:off x="3770313" y="2144713"/>
            <a:ext cx="773112" cy="773112"/>
            <a:chOff x="3206" y="1409"/>
            <a:chExt cx="487" cy="487"/>
          </a:xfrm>
        </p:grpSpPr>
        <p:sp>
          <p:nvSpPr>
            <p:cNvPr id="18554" name="Freeform 69"/>
            <p:cNvSpPr>
              <a:spLocks/>
            </p:cNvSpPr>
            <p:nvPr/>
          </p:nvSpPr>
          <p:spPr bwMode="auto">
            <a:xfrm>
              <a:off x="3473" y="1410"/>
              <a:ext cx="219" cy="219"/>
            </a:xfrm>
            <a:custGeom>
              <a:avLst/>
              <a:gdLst>
                <a:gd name="T0" fmla="*/ 5 w 1310"/>
                <a:gd name="T1" fmla="*/ 6 h 1312"/>
                <a:gd name="T2" fmla="*/ 6 w 1310"/>
                <a:gd name="T3" fmla="*/ 5 h 1312"/>
                <a:gd name="T4" fmla="*/ 6 w 1310"/>
                <a:gd name="T5" fmla="*/ 3 h 1312"/>
                <a:gd name="T6" fmla="*/ 5 w 1310"/>
                <a:gd name="T7" fmla="*/ 1 h 1312"/>
                <a:gd name="T8" fmla="*/ 4 w 1310"/>
                <a:gd name="T9" fmla="*/ 0 h 1312"/>
                <a:gd name="T10" fmla="*/ 2 w 1310"/>
                <a:gd name="T11" fmla="*/ 0 h 1312"/>
                <a:gd name="T12" fmla="*/ 0 w 1310"/>
                <a:gd name="T13" fmla="*/ 1 h 1312"/>
                <a:gd name="T14" fmla="*/ 0 w 1310"/>
                <a:gd name="T15" fmla="*/ 1 h 13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10" h="1312">
                  <a:moveTo>
                    <a:pt x="1106" y="1312"/>
                  </a:moveTo>
                  <a:lnTo>
                    <a:pt x="1310" y="961"/>
                  </a:lnTo>
                  <a:lnTo>
                    <a:pt x="1310" y="556"/>
                  </a:lnTo>
                  <a:lnTo>
                    <a:pt x="1106" y="204"/>
                  </a:lnTo>
                  <a:lnTo>
                    <a:pt x="756" y="0"/>
                  </a:lnTo>
                  <a:lnTo>
                    <a:pt x="350" y="0"/>
                  </a:lnTo>
                  <a:lnTo>
                    <a:pt x="0" y="204"/>
                  </a:lnTo>
                  <a:lnTo>
                    <a:pt x="1" y="20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5" name="Freeform 70"/>
            <p:cNvSpPr>
              <a:spLocks/>
            </p:cNvSpPr>
            <p:nvPr/>
          </p:nvSpPr>
          <p:spPr bwMode="auto">
            <a:xfrm>
              <a:off x="3206" y="1656"/>
              <a:ext cx="240" cy="240"/>
            </a:xfrm>
            <a:custGeom>
              <a:avLst/>
              <a:gdLst>
                <a:gd name="T0" fmla="*/ 7 w 1436"/>
                <a:gd name="T1" fmla="*/ 0 h 1436"/>
                <a:gd name="T2" fmla="*/ 0 w 1436"/>
                <a:gd name="T3" fmla="*/ 7 h 1436"/>
                <a:gd name="T4" fmla="*/ 0 w 1436"/>
                <a:gd name="T5" fmla="*/ 7 h 14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36" h="1436">
                  <a:moveTo>
                    <a:pt x="1436" y="0"/>
                  </a:moveTo>
                  <a:lnTo>
                    <a:pt x="0" y="1436"/>
                  </a:lnTo>
                  <a:lnTo>
                    <a:pt x="2" y="14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6" name="Freeform 71"/>
            <p:cNvSpPr>
              <a:spLocks/>
            </p:cNvSpPr>
            <p:nvPr/>
          </p:nvSpPr>
          <p:spPr bwMode="auto">
            <a:xfrm>
              <a:off x="3255" y="1629"/>
              <a:ext cx="218" cy="218"/>
            </a:xfrm>
            <a:custGeom>
              <a:avLst/>
              <a:gdLst>
                <a:gd name="T0" fmla="*/ 1 w 1312"/>
                <a:gd name="T1" fmla="*/ 0 h 1311"/>
                <a:gd name="T2" fmla="*/ 0 w 1312"/>
                <a:gd name="T3" fmla="*/ 2 h 1311"/>
                <a:gd name="T4" fmla="*/ 0 w 1312"/>
                <a:gd name="T5" fmla="*/ 3 h 1311"/>
                <a:gd name="T6" fmla="*/ 1 w 1312"/>
                <a:gd name="T7" fmla="*/ 5 h 1311"/>
                <a:gd name="T8" fmla="*/ 2 w 1312"/>
                <a:gd name="T9" fmla="*/ 6 h 1311"/>
                <a:gd name="T10" fmla="*/ 4 w 1312"/>
                <a:gd name="T11" fmla="*/ 6 h 1311"/>
                <a:gd name="T12" fmla="*/ 6 w 1312"/>
                <a:gd name="T13" fmla="*/ 5 h 1311"/>
                <a:gd name="T14" fmla="*/ 6 w 1312"/>
                <a:gd name="T15" fmla="*/ 5 h 1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12" h="1311">
                  <a:moveTo>
                    <a:pt x="204" y="0"/>
                  </a:moveTo>
                  <a:lnTo>
                    <a:pt x="0" y="352"/>
                  </a:lnTo>
                  <a:lnTo>
                    <a:pt x="0" y="757"/>
                  </a:lnTo>
                  <a:lnTo>
                    <a:pt x="204" y="1109"/>
                  </a:lnTo>
                  <a:lnTo>
                    <a:pt x="554" y="1311"/>
                  </a:lnTo>
                  <a:lnTo>
                    <a:pt x="960" y="1311"/>
                  </a:lnTo>
                  <a:lnTo>
                    <a:pt x="1311" y="1109"/>
                  </a:lnTo>
                  <a:lnTo>
                    <a:pt x="1312" y="110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7" name="Freeform 72"/>
            <p:cNvSpPr>
              <a:spLocks/>
            </p:cNvSpPr>
            <p:nvPr/>
          </p:nvSpPr>
          <p:spPr bwMode="auto">
            <a:xfrm>
              <a:off x="3473" y="1629"/>
              <a:ext cx="185" cy="184"/>
            </a:xfrm>
            <a:custGeom>
              <a:avLst/>
              <a:gdLst>
                <a:gd name="T0" fmla="*/ 5 w 1106"/>
                <a:gd name="T1" fmla="*/ 0 h 1109"/>
                <a:gd name="T2" fmla="*/ 0 w 1106"/>
                <a:gd name="T3" fmla="*/ 5 h 1109"/>
                <a:gd name="T4" fmla="*/ 0 w 1106"/>
                <a:gd name="T5" fmla="*/ 5 h 11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6" h="1109">
                  <a:moveTo>
                    <a:pt x="1106" y="0"/>
                  </a:moveTo>
                  <a:lnTo>
                    <a:pt x="0" y="1109"/>
                  </a:lnTo>
                  <a:lnTo>
                    <a:pt x="1" y="110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8" name="Freeform 73"/>
            <p:cNvSpPr>
              <a:spLocks/>
            </p:cNvSpPr>
            <p:nvPr/>
          </p:nvSpPr>
          <p:spPr bwMode="auto">
            <a:xfrm>
              <a:off x="3263" y="1603"/>
              <a:ext cx="240" cy="240"/>
            </a:xfrm>
            <a:custGeom>
              <a:avLst/>
              <a:gdLst>
                <a:gd name="T0" fmla="*/ 0 w 1441"/>
                <a:gd name="T1" fmla="*/ 0 h 1441"/>
                <a:gd name="T2" fmla="*/ 7 w 1441"/>
                <a:gd name="T3" fmla="*/ 7 h 1441"/>
                <a:gd name="T4" fmla="*/ 7 w 1441"/>
                <a:gd name="T5" fmla="*/ 7 h 14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1" h="1441">
                  <a:moveTo>
                    <a:pt x="0" y="0"/>
                  </a:moveTo>
                  <a:lnTo>
                    <a:pt x="1440" y="1441"/>
                  </a:lnTo>
                  <a:lnTo>
                    <a:pt x="1441" y="144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9" name="Freeform 74"/>
            <p:cNvSpPr>
              <a:spLocks/>
            </p:cNvSpPr>
            <p:nvPr/>
          </p:nvSpPr>
          <p:spPr bwMode="auto">
            <a:xfrm>
              <a:off x="3489" y="1409"/>
              <a:ext cx="203" cy="204"/>
            </a:xfrm>
            <a:custGeom>
              <a:avLst/>
              <a:gdLst>
                <a:gd name="T0" fmla="*/ 6 w 1222"/>
                <a:gd name="T1" fmla="*/ 0 h 1223"/>
                <a:gd name="T2" fmla="*/ 0 w 1222"/>
                <a:gd name="T3" fmla="*/ 6 h 1223"/>
                <a:gd name="T4" fmla="*/ 0 w 1222"/>
                <a:gd name="T5" fmla="*/ 6 h 12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22" h="1223">
                  <a:moveTo>
                    <a:pt x="1222" y="0"/>
                  </a:moveTo>
                  <a:lnTo>
                    <a:pt x="0" y="1223"/>
                  </a:lnTo>
                  <a:lnTo>
                    <a:pt x="1" y="122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0" name="Freeform 75"/>
            <p:cNvSpPr>
              <a:spLocks/>
            </p:cNvSpPr>
            <p:nvPr/>
          </p:nvSpPr>
          <p:spPr bwMode="auto">
            <a:xfrm>
              <a:off x="3445" y="1416"/>
              <a:ext cx="242" cy="242"/>
            </a:xfrm>
            <a:custGeom>
              <a:avLst/>
              <a:gdLst>
                <a:gd name="T0" fmla="*/ 0 w 1455"/>
                <a:gd name="T1" fmla="*/ 0 h 1455"/>
                <a:gd name="T2" fmla="*/ 7 w 1455"/>
                <a:gd name="T3" fmla="*/ 7 h 1455"/>
                <a:gd name="T4" fmla="*/ 7 w 1455"/>
                <a:gd name="T5" fmla="*/ 7 h 14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55" h="1455">
                  <a:moveTo>
                    <a:pt x="0" y="0"/>
                  </a:moveTo>
                  <a:lnTo>
                    <a:pt x="1454" y="1455"/>
                  </a:lnTo>
                  <a:lnTo>
                    <a:pt x="1455" y="145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1" name="Freeform 76"/>
            <p:cNvSpPr>
              <a:spLocks/>
            </p:cNvSpPr>
            <p:nvPr/>
          </p:nvSpPr>
          <p:spPr bwMode="auto">
            <a:xfrm>
              <a:off x="3274" y="1794"/>
              <a:ext cx="217" cy="1"/>
            </a:xfrm>
            <a:custGeom>
              <a:avLst/>
              <a:gdLst>
                <a:gd name="T0" fmla="*/ 6 w 1301"/>
                <a:gd name="T1" fmla="*/ 0 h 1"/>
                <a:gd name="T2" fmla="*/ 0 w 1301"/>
                <a:gd name="T3" fmla="*/ 0 h 1"/>
                <a:gd name="T4" fmla="*/ 0 w 130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01" h="1">
                  <a:moveTo>
                    <a:pt x="130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2" name="Freeform 77"/>
            <p:cNvSpPr>
              <a:spLocks/>
            </p:cNvSpPr>
            <p:nvPr/>
          </p:nvSpPr>
          <p:spPr bwMode="auto">
            <a:xfrm>
              <a:off x="3251" y="1736"/>
              <a:ext cx="298" cy="1"/>
            </a:xfrm>
            <a:custGeom>
              <a:avLst/>
              <a:gdLst>
                <a:gd name="T0" fmla="*/ 8 w 1784"/>
                <a:gd name="T1" fmla="*/ 0 h 1"/>
                <a:gd name="T2" fmla="*/ 0 w 1784"/>
                <a:gd name="T3" fmla="*/ 0 h 1"/>
                <a:gd name="T4" fmla="*/ 0 w 178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84" h="1">
                  <a:moveTo>
                    <a:pt x="178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3" name="Freeform 78"/>
            <p:cNvSpPr>
              <a:spLocks/>
            </p:cNvSpPr>
            <p:nvPr/>
          </p:nvSpPr>
          <p:spPr bwMode="auto">
            <a:xfrm>
              <a:off x="3257" y="1678"/>
              <a:ext cx="350" cy="1"/>
            </a:xfrm>
            <a:custGeom>
              <a:avLst/>
              <a:gdLst>
                <a:gd name="T0" fmla="*/ 10 w 2098"/>
                <a:gd name="T1" fmla="*/ 0 h 1"/>
                <a:gd name="T2" fmla="*/ 0 w 2098"/>
                <a:gd name="T3" fmla="*/ 0 h 1"/>
                <a:gd name="T4" fmla="*/ 0 w 209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98" h="1">
                  <a:moveTo>
                    <a:pt x="2098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4" name="Freeform 79"/>
            <p:cNvSpPr>
              <a:spLocks/>
            </p:cNvSpPr>
            <p:nvPr/>
          </p:nvSpPr>
          <p:spPr bwMode="auto">
            <a:xfrm>
              <a:off x="3296" y="1620"/>
              <a:ext cx="368" cy="1"/>
            </a:xfrm>
            <a:custGeom>
              <a:avLst/>
              <a:gdLst>
                <a:gd name="T0" fmla="*/ 10 w 2213"/>
                <a:gd name="T1" fmla="*/ 0 h 1"/>
                <a:gd name="T2" fmla="*/ 0 w 2213"/>
                <a:gd name="T3" fmla="*/ 0 h 1"/>
                <a:gd name="T4" fmla="*/ 0 w 221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3" h="1">
                  <a:moveTo>
                    <a:pt x="2213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5" name="Freeform 80"/>
            <p:cNvSpPr>
              <a:spLocks/>
            </p:cNvSpPr>
            <p:nvPr/>
          </p:nvSpPr>
          <p:spPr bwMode="auto">
            <a:xfrm>
              <a:off x="3354" y="1562"/>
              <a:ext cx="339" cy="1"/>
            </a:xfrm>
            <a:custGeom>
              <a:avLst/>
              <a:gdLst>
                <a:gd name="T0" fmla="*/ 9 w 2036"/>
                <a:gd name="T1" fmla="*/ 0 h 1"/>
                <a:gd name="T2" fmla="*/ 0 w 2036"/>
                <a:gd name="T3" fmla="*/ 0 h 1"/>
                <a:gd name="T4" fmla="*/ 0 w 203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36" h="1">
                  <a:moveTo>
                    <a:pt x="203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6" name="Freeform 81"/>
            <p:cNvSpPr>
              <a:spLocks/>
            </p:cNvSpPr>
            <p:nvPr/>
          </p:nvSpPr>
          <p:spPr bwMode="auto">
            <a:xfrm>
              <a:off x="3412" y="1504"/>
              <a:ext cx="280" cy="1"/>
            </a:xfrm>
            <a:custGeom>
              <a:avLst/>
              <a:gdLst>
                <a:gd name="T0" fmla="*/ 8 w 1683"/>
                <a:gd name="T1" fmla="*/ 0 h 1"/>
                <a:gd name="T2" fmla="*/ 0 w 1683"/>
                <a:gd name="T3" fmla="*/ 0 h 1"/>
                <a:gd name="T4" fmla="*/ 0 w 168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3" h="1">
                  <a:moveTo>
                    <a:pt x="168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7" name="Freeform 82"/>
            <p:cNvSpPr>
              <a:spLocks/>
            </p:cNvSpPr>
            <p:nvPr/>
          </p:nvSpPr>
          <p:spPr bwMode="auto">
            <a:xfrm>
              <a:off x="3470" y="1446"/>
              <a:ext cx="191" cy="1"/>
            </a:xfrm>
            <a:custGeom>
              <a:avLst/>
              <a:gdLst>
                <a:gd name="T0" fmla="*/ 5 w 1148"/>
                <a:gd name="T1" fmla="*/ 0 h 1"/>
                <a:gd name="T2" fmla="*/ 0 w 1148"/>
                <a:gd name="T3" fmla="*/ 0 h 1"/>
                <a:gd name="T4" fmla="*/ 0 w 1148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48" h="1">
                  <a:moveTo>
                    <a:pt x="114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8" name="Freeform 83"/>
            <p:cNvSpPr>
              <a:spLocks/>
            </p:cNvSpPr>
            <p:nvPr/>
          </p:nvSpPr>
          <p:spPr bwMode="auto">
            <a:xfrm>
              <a:off x="3289" y="1444"/>
              <a:ext cx="184" cy="185"/>
            </a:xfrm>
            <a:custGeom>
              <a:avLst/>
              <a:gdLst>
                <a:gd name="T0" fmla="*/ 5 w 1107"/>
                <a:gd name="T1" fmla="*/ 0 h 1108"/>
                <a:gd name="T2" fmla="*/ 0 w 1107"/>
                <a:gd name="T3" fmla="*/ 5 h 1108"/>
                <a:gd name="T4" fmla="*/ 0 w 1107"/>
                <a:gd name="T5" fmla="*/ 5 h 1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7" h="1108">
                  <a:moveTo>
                    <a:pt x="1107" y="0"/>
                  </a:moveTo>
                  <a:lnTo>
                    <a:pt x="0" y="1108"/>
                  </a:lnTo>
                  <a:lnTo>
                    <a:pt x="1" y="110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9" name="Freeform 84"/>
            <p:cNvSpPr>
              <a:spLocks/>
            </p:cNvSpPr>
            <p:nvPr/>
          </p:nvSpPr>
          <p:spPr bwMode="auto">
            <a:xfrm>
              <a:off x="3458" y="1626"/>
              <a:ext cx="18" cy="18"/>
            </a:xfrm>
            <a:custGeom>
              <a:avLst/>
              <a:gdLst>
                <a:gd name="T0" fmla="*/ 1 w 107"/>
                <a:gd name="T1" fmla="*/ 0 h 107"/>
                <a:gd name="T2" fmla="*/ 0 w 107"/>
                <a:gd name="T3" fmla="*/ 1 h 107"/>
                <a:gd name="T4" fmla="*/ 0 w 107"/>
                <a:gd name="T5" fmla="*/ 1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107">
                  <a:moveTo>
                    <a:pt x="107" y="0"/>
                  </a:moveTo>
                  <a:lnTo>
                    <a:pt x="0" y="107"/>
                  </a:lnTo>
                  <a:lnTo>
                    <a:pt x="1" y="10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029" name="Group 85"/>
          <p:cNvGrpSpPr>
            <a:grpSpLocks/>
          </p:cNvGrpSpPr>
          <p:nvPr/>
        </p:nvGrpSpPr>
        <p:grpSpPr bwMode="auto">
          <a:xfrm>
            <a:off x="6016625" y="3060700"/>
            <a:ext cx="2424113" cy="3633788"/>
            <a:chOff x="3325" y="1928"/>
            <a:chExt cx="1527" cy="2289"/>
          </a:xfrm>
        </p:grpSpPr>
        <p:sp>
          <p:nvSpPr>
            <p:cNvPr id="18443" name="Text Box 86"/>
            <p:cNvSpPr txBox="1">
              <a:spLocks noChangeArrowheads="1"/>
            </p:cNvSpPr>
            <p:nvPr/>
          </p:nvSpPr>
          <p:spPr bwMode="auto">
            <a:xfrm>
              <a:off x="4064" y="2607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18444" name="Text Box 87"/>
            <p:cNvSpPr txBox="1">
              <a:spLocks noChangeArrowheads="1"/>
            </p:cNvSpPr>
            <p:nvPr/>
          </p:nvSpPr>
          <p:spPr bwMode="auto">
            <a:xfrm>
              <a:off x="3342" y="2609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18445" name="Freeform 88"/>
            <p:cNvSpPr>
              <a:spLocks/>
            </p:cNvSpPr>
            <p:nvPr/>
          </p:nvSpPr>
          <p:spPr bwMode="auto">
            <a:xfrm>
              <a:off x="3378" y="3057"/>
              <a:ext cx="859" cy="1"/>
            </a:xfrm>
            <a:custGeom>
              <a:avLst/>
              <a:gdLst>
                <a:gd name="T0" fmla="*/ 0 w 8116"/>
                <a:gd name="T1" fmla="*/ 0 h 1"/>
                <a:gd name="T2" fmla="*/ 10 w 8116"/>
                <a:gd name="T3" fmla="*/ 0 h 1"/>
                <a:gd name="T4" fmla="*/ 10 w 81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116" h="1">
                  <a:moveTo>
                    <a:pt x="0" y="0"/>
                  </a:moveTo>
                  <a:lnTo>
                    <a:pt x="8115" y="0"/>
                  </a:lnTo>
                  <a:lnTo>
                    <a:pt x="811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Freeform 89"/>
            <p:cNvSpPr>
              <a:spLocks/>
            </p:cNvSpPr>
            <p:nvPr/>
          </p:nvSpPr>
          <p:spPr bwMode="auto">
            <a:xfrm>
              <a:off x="3378" y="2958"/>
              <a:ext cx="188" cy="0"/>
            </a:xfrm>
            <a:custGeom>
              <a:avLst/>
              <a:gdLst>
                <a:gd name="T0" fmla="*/ 0 w 1776"/>
                <a:gd name="T1" fmla="*/ 2 w 1776"/>
                <a:gd name="T2" fmla="*/ 2 w 177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776">
                  <a:moveTo>
                    <a:pt x="0" y="0"/>
                  </a:moveTo>
                  <a:lnTo>
                    <a:pt x="1775" y="0"/>
                  </a:lnTo>
                  <a:lnTo>
                    <a:pt x="177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Freeform 90"/>
            <p:cNvSpPr>
              <a:spLocks/>
            </p:cNvSpPr>
            <p:nvPr/>
          </p:nvSpPr>
          <p:spPr bwMode="auto">
            <a:xfrm>
              <a:off x="3378" y="2958"/>
              <a:ext cx="1" cy="99"/>
            </a:xfrm>
            <a:custGeom>
              <a:avLst/>
              <a:gdLst>
                <a:gd name="T0" fmla="*/ 0 w 1"/>
                <a:gd name="T1" fmla="*/ 1 h 937"/>
                <a:gd name="T2" fmla="*/ 0 w 1"/>
                <a:gd name="T3" fmla="*/ 0 h 937"/>
                <a:gd name="T4" fmla="*/ 1 w 1"/>
                <a:gd name="T5" fmla="*/ 0 h 9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37">
                  <a:moveTo>
                    <a:pt x="0" y="9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Freeform 91"/>
            <p:cNvSpPr>
              <a:spLocks/>
            </p:cNvSpPr>
            <p:nvPr/>
          </p:nvSpPr>
          <p:spPr bwMode="auto">
            <a:xfrm>
              <a:off x="4237" y="2958"/>
              <a:ext cx="1" cy="99"/>
            </a:xfrm>
            <a:custGeom>
              <a:avLst/>
              <a:gdLst>
                <a:gd name="T0" fmla="*/ 0 w 1"/>
                <a:gd name="T1" fmla="*/ 1 h 937"/>
                <a:gd name="T2" fmla="*/ 0 w 1"/>
                <a:gd name="T3" fmla="*/ 0 h 937"/>
                <a:gd name="T4" fmla="*/ 1 w 1"/>
                <a:gd name="T5" fmla="*/ 0 h 9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37">
                  <a:moveTo>
                    <a:pt x="0" y="9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Freeform 92"/>
            <p:cNvSpPr>
              <a:spLocks/>
            </p:cNvSpPr>
            <p:nvPr/>
          </p:nvSpPr>
          <p:spPr bwMode="auto">
            <a:xfrm>
              <a:off x="3566" y="2781"/>
              <a:ext cx="1" cy="177"/>
            </a:xfrm>
            <a:custGeom>
              <a:avLst/>
              <a:gdLst>
                <a:gd name="T0" fmla="*/ 0 w 1"/>
                <a:gd name="T1" fmla="*/ 2 h 1670"/>
                <a:gd name="T2" fmla="*/ 0 w 1"/>
                <a:gd name="T3" fmla="*/ 0 h 1670"/>
                <a:gd name="T4" fmla="*/ 1 w 1"/>
                <a:gd name="T5" fmla="*/ 0 h 16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70">
                  <a:moveTo>
                    <a:pt x="0" y="167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Freeform 93"/>
            <p:cNvSpPr>
              <a:spLocks/>
            </p:cNvSpPr>
            <p:nvPr/>
          </p:nvSpPr>
          <p:spPr bwMode="auto">
            <a:xfrm>
              <a:off x="4049" y="2784"/>
              <a:ext cx="1" cy="174"/>
            </a:xfrm>
            <a:custGeom>
              <a:avLst/>
              <a:gdLst>
                <a:gd name="T0" fmla="*/ 0 w 1"/>
                <a:gd name="T1" fmla="*/ 2 h 1642"/>
                <a:gd name="T2" fmla="*/ 0 w 1"/>
                <a:gd name="T3" fmla="*/ 0 h 1642"/>
                <a:gd name="T4" fmla="*/ 1 w 1"/>
                <a:gd name="T5" fmla="*/ 0 h 16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42">
                  <a:moveTo>
                    <a:pt x="0" y="164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Freeform 94"/>
            <p:cNvSpPr>
              <a:spLocks/>
            </p:cNvSpPr>
            <p:nvPr/>
          </p:nvSpPr>
          <p:spPr bwMode="auto">
            <a:xfrm>
              <a:off x="3645" y="2783"/>
              <a:ext cx="1" cy="274"/>
            </a:xfrm>
            <a:custGeom>
              <a:avLst/>
              <a:gdLst>
                <a:gd name="T0" fmla="*/ 0 w 1"/>
                <a:gd name="T1" fmla="*/ 3 h 2593"/>
                <a:gd name="T2" fmla="*/ 0 w 1"/>
                <a:gd name="T3" fmla="*/ 0 h 2593"/>
                <a:gd name="T4" fmla="*/ 1 w 1"/>
                <a:gd name="T5" fmla="*/ 0 h 25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593">
                  <a:moveTo>
                    <a:pt x="0" y="25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Freeform 95"/>
            <p:cNvSpPr>
              <a:spLocks/>
            </p:cNvSpPr>
            <p:nvPr/>
          </p:nvSpPr>
          <p:spPr bwMode="auto">
            <a:xfrm>
              <a:off x="3970" y="2783"/>
              <a:ext cx="1" cy="274"/>
            </a:xfrm>
            <a:custGeom>
              <a:avLst/>
              <a:gdLst>
                <a:gd name="T0" fmla="*/ 0 w 1"/>
                <a:gd name="T1" fmla="*/ 3 h 2593"/>
                <a:gd name="T2" fmla="*/ 0 w 1"/>
                <a:gd name="T3" fmla="*/ 0 h 2593"/>
                <a:gd name="T4" fmla="*/ 1 w 1"/>
                <a:gd name="T5" fmla="*/ 0 h 25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593">
                  <a:moveTo>
                    <a:pt x="0" y="25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Freeform 96"/>
            <p:cNvSpPr>
              <a:spLocks/>
            </p:cNvSpPr>
            <p:nvPr/>
          </p:nvSpPr>
          <p:spPr bwMode="auto">
            <a:xfrm>
              <a:off x="4013" y="2351"/>
              <a:ext cx="327" cy="327"/>
            </a:xfrm>
            <a:custGeom>
              <a:avLst/>
              <a:gdLst>
                <a:gd name="T0" fmla="*/ 0 w 3083"/>
                <a:gd name="T1" fmla="*/ 4 h 3084"/>
                <a:gd name="T2" fmla="*/ 4 w 3083"/>
                <a:gd name="T3" fmla="*/ 0 h 3084"/>
                <a:gd name="T4" fmla="*/ 4 w 3083"/>
                <a:gd name="T5" fmla="*/ 0 h 30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3" h="3084">
                  <a:moveTo>
                    <a:pt x="0" y="3084"/>
                  </a:moveTo>
                  <a:lnTo>
                    <a:pt x="3082" y="0"/>
                  </a:lnTo>
                  <a:lnTo>
                    <a:pt x="308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Freeform 97"/>
            <p:cNvSpPr>
              <a:spLocks/>
            </p:cNvSpPr>
            <p:nvPr/>
          </p:nvSpPr>
          <p:spPr bwMode="auto">
            <a:xfrm>
              <a:off x="3784" y="2122"/>
              <a:ext cx="326" cy="326"/>
            </a:xfrm>
            <a:custGeom>
              <a:avLst/>
              <a:gdLst>
                <a:gd name="T0" fmla="*/ 0 w 3082"/>
                <a:gd name="T1" fmla="*/ 4 h 3084"/>
                <a:gd name="T2" fmla="*/ 4 w 3082"/>
                <a:gd name="T3" fmla="*/ 0 h 3084"/>
                <a:gd name="T4" fmla="*/ 4 w 3082"/>
                <a:gd name="T5" fmla="*/ 0 h 30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2" h="3084">
                  <a:moveTo>
                    <a:pt x="0" y="3084"/>
                  </a:moveTo>
                  <a:lnTo>
                    <a:pt x="3081" y="0"/>
                  </a:lnTo>
                  <a:lnTo>
                    <a:pt x="308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Freeform 98"/>
            <p:cNvSpPr>
              <a:spLocks/>
            </p:cNvSpPr>
            <p:nvPr/>
          </p:nvSpPr>
          <p:spPr bwMode="auto">
            <a:xfrm>
              <a:off x="4069" y="2476"/>
              <a:ext cx="261" cy="260"/>
            </a:xfrm>
            <a:custGeom>
              <a:avLst/>
              <a:gdLst>
                <a:gd name="T0" fmla="*/ 0 w 2464"/>
                <a:gd name="T1" fmla="*/ 3 h 2465"/>
                <a:gd name="T2" fmla="*/ 3 w 2464"/>
                <a:gd name="T3" fmla="*/ 0 h 2465"/>
                <a:gd name="T4" fmla="*/ 3 w 2464"/>
                <a:gd name="T5" fmla="*/ 0 h 24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64" h="2465">
                  <a:moveTo>
                    <a:pt x="0" y="2465"/>
                  </a:moveTo>
                  <a:lnTo>
                    <a:pt x="2463" y="0"/>
                  </a:lnTo>
                  <a:lnTo>
                    <a:pt x="246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Freeform 99"/>
            <p:cNvSpPr>
              <a:spLocks/>
            </p:cNvSpPr>
            <p:nvPr/>
          </p:nvSpPr>
          <p:spPr bwMode="auto">
            <a:xfrm>
              <a:off x="3728" y="2131"/>
              <a:ext cx="259" cy="258"/>
            </a:xfrm>
            <a:custGeom>
              <a:avLst/>
              <a:gdLst>
                <a:gd name="T0" fmla="*/ 0 w 2437"/>
                <a:gd name="T1" fmla="*/ 3 h 2439"/>
                <a:gd name="T2" fmla="*/ 3 w 2437"/>
                <a:gd name="T3" fmla="*/ 0 h 2439"/>
                <a:gd name="T4" fmla="*/ 3 w 2437"/>
                <a:gd name="T5" fmla="*/ 0 h 24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37" h="2439">
                  <a:moveTo>
                    <a:pt x="0" y="2439"/>
                  </a:moveTo>
                  <a:lnTo>
                    <a:pt x="2436" y="0"/>
                  </a:lnTo>
                  <a:lnTo>
                    <a:pt x="243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Freeform 100"/>
            <p:cNvSpPr>
              <a:spLocks/>
            </p:cNvSpPr>
            <p:nvPr/>
          </p:nvSpPr>
          <p:spPr bwMode="auto">
            <a:xfrm>
              <a:off x="4049" y="2736"/>
              <a:ext cx="20" cy="48"/>
            </a:xfrm>
            <a:custGeom>
              <a:avLst/>
              <a:gdLst>
                <a:gd name="T0" fmla="*/ 0 w 187"/>
                <a:gd name="T1" fmla="*/ 0 h 452"/>
                <a:gd name="T2" fmla="*/ 0 w 187"/>
                <a:gd name="T3" fmla="*/ 0 h 452"/>
                <a:gd name="T4" fmla="*/ 0 w 187"/>
                <a:gd name="T5" fmla="*/ 1 h 452"/>
                <a:gd name="T6" fmla="*/ 0 w 187"/>
                <a:gd name="T7" fmla="*/ 1 h 4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7" h="452">
                  <a:moveTo>
                    <a:pt x="187" y="0"/>
                  </a:moveTo>
                  <a:lnTo>
                    <a:pt x="48" y="207"/>
                  </a:lnTo>
                  <a:lnTo>
                    <a:pt x="0" y="452"/>
                  </a:lnTo>
                  <a:lnTo>
                    <a:pt x="1" y="45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Freeform 101"/>
            <p:cNvSpPr>
              <a:spLocks/>
            </p:cNvSpPr>
            <p:nvPr/>
          </p:nvSpPr>
          <p:spPr bwMode="auto">
            <a:xfrm>
              <a:off x="4049" y="2736"/>
              <a:ext cx="20" cy="48"/>
            </a:xfrm>
            <a:custGeom>
              <a:avLst/>
              <a:gdLst>
                <a:gd name="T0" fmla="*/ 0 w 187"/>
                <a:gd name="T1" fmla="*/ 0 h 452"/>
                <a:gd name="T2" fmla="*/ 0 w 187"/>
                <a:gd name="T3" fmla="*/ 0 h 452"/>
                <a:gd name="T4" fmla="*/ 0 w 187"/>
                <a:gd name="T5" fmla="*/ 1 h 452"/>
                <a:gd name="T6" fmla="*/ 0 w 187"/>
                <a:gd name="T7" fmla="*/ 1 h 4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7" h="452">
                  <a:moveTo>
                    <a:pt x="187" y="0"/>
                  </a:moveTo>
                  <a:lnTo>
                    <a:pt x="48" y="207"/>
                  </a:lnTo>
                  <a:lnTo>
                    <a:pt x="0" y="452"/>
                  </a:lnTo>
                  <a:lnTo>
                    <a:pt x="1" y="45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Freeform 102"/>
            <p:cNvSpPr>
              <a:spLocks/>
            </p:cNvSpPr>
            <p:nvPr/>
          </p:nvSpPr>
          <p:spPr bwMode="auto">
            <a:xfrm>
              <a:off x="4049" y="2736"/>
              <a:ext cx="20" cy="48"/>
            </a:xfrm>
            <a:custGeom>
              <a:avLst/>
              <a:gdLst>
                <a:gd name="T0" fmla="*/ 0 w 187"/>
                <a:gd name="T1" fmla="*/ 0 h 452"/>
                <a:gd name="T2" fmla="*/ 0 w 187"/>
                <a:gd name="T3" fmla="*/ 0 h 452"/>
                <a:gd name="T4" fmla="*/ 0 w 187"/>
                <a:gd name="T5" fmla="*/ 1 h 452"/>
                <a:gd name="T6" fmla="*/ 0 w 187"/>
                <a:gd name="T7" fmla="*/ 1 h 4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7" h="452">
                  <a:moveTo>
                    <a:pt x="187" y="0"/>
                  </a:moveTo>
                  <a:lnTo>
                    <a:pt x="48" y="207"/>
                  </a:lnTo>
                  <a:lnTo>
                    <a:pt x="0" y="452"/>
                  </a:lnTo>
                  <a:lnTo>
                    <a:pt x="1" y="45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Freeform 103"/>
            <p:cNvSpPr>
              <a:spLocks/>
            </p:cNvSpPr>
            <p:nvPr/>
          </p:nvSpPr>
          <p:spPr bwMode="auto">
            <a:xfrm>
              <a:off x="3970" y="2678"/>
              <a:ext cx="43" cy="105"/>
            </a:xfrm>
            <a:custGeom>
              <a:avLst/>
              <a:gdLst>
                <a:gd name="T0" fmla="*/ 1 w 410"/>
                <a:gd name="T1" fmla="*/ 0 h 992"/>
                <a:gd name="T2" fmla="*/ 0 w 410"/>
                <a:gd name="T3" fmla="*/ 1 h 992"/>
                <a:gd name="T4" fmla="*/ 0 w 410"/>
                <a:gd name="T5" fmla="*/ 1 h 992"/>
                <a:gd name="T6" fmla="*/ 0 w 410"/>
                <a:gd name="T7" fmla="*/ 1 h 9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0" h="992">
                  <a:moveTo>
                    <a:pt x="410" y="0"/>
                  </a:moveTo>
                  <a:lnTo>
                    <a:pt x="105" y="455"/>
                  </a:lnTo>
                  <a:lnTo>
                    <a:pt x="0" y="992"/>
                  </a:lnTo>
                  <a:lnTo>
                    <a:pt x="1" y="99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Freeform 104"/>
            <p:cNvSpPr>
              <a:spLocks/>
            </p:cNvSpPr>
            <p:nvPr/>
          </p:nvSpPr>
          <p:spPr bwMode="auto">
            <a:xfrm>
              <a:off x="3645" y="2448"/>
              <a:ext cx="139" cy="335"/>
            </a:xfrm>
            <a:custGeom>
              <a:avLst/>
              <a:gdLst>
                <a:gd name="T0" fmla="*/ 2 w 1307"/>
                <a:gd name="T1" fmla="*/ 0 h 3159"/>
                <a:gd name="T2" fmla="*/ 1 w 1307"/>
                <a:gd name="T3" fmla="*/ 1 h 3159"/>
                <a:gd name="T4" fmla="*/ 0 w 1307"/>
                <a:gd name="T5" fmla="*/ 2 h 3159"/>
                <a:gd name="T6" fmla="*/ 0 w 1307"/>
                <a:gd name="T7" fmla="*/ 3 h 3159"/>
                <a:gd name="T8" fmla="*/ 0 w 1307"/>
                <a:gd name="T9" fmla="*/ 4 h 3159"/>
                <a:gd name="T10" fmla="*/ 0 w 1307"/>
                <a:gd name="T11" fmla="*/ 4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07" h="3159">
                  <a:moveTo>
                    <a:pt x="1307" y="0"/>
                  </a:moveTo>
                  <a:lnTo>
                    <a:pt x="752" y="676"/>
                  </a:lnTo>
                  <a:lnTo>
                    <a:pt x="339" y="1449"/>
                  </a:lnTo>
                  <a:lnTo>
                    <a:pt x="85" y="2287"/>
                  </a:lnTo>
                  <a:lnTo>
                    <a:pt x="0" y="3159"/>
                  </a:lnTo>
                  <a:lnTo>
                    <a:pt x="1" y="315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Freeform 105"/>
            <p:cNvSpPr>
              <a:spLocks/>
            </p:cNvSpPr>
            <p:nvPr/>
          </p:nvSpPr>
          <p:spPr bwMode="auto">
            <a:xfrm>
              <a:off x="3566" y="2389"/>
              <a:ext cx="162" cy="392"/>
            </a:xfrm>
            <a:custGeom>
              <a:avLst/>
              <a:gdLst>
                <a:gd name="T0" fmla="*/ 2 w 1532"/>
                <a:gd name="T1" fmla="*/ 0 h 3700"/>
                <a:gd name="T2" fmla="*/ 1 w 1532"/>
                <a:gd name="T3" fmla="*/ 1 h 3700"/>
                <a:gd name="T4" fmla="*/ 0 w 1532"/>
                <a:gd name="T5" fmla="*/ 2 h 3700"/>
                <a:gd name="T6" fmla="*/ 0 w 1532"/>
                <a:gd name="T7" fmla="*/ 3 h 3700"/>
                <a:gd name="T8" fmla="*/ 0 w 1532"/>
                <a:gd name="T9" fmla="*/ 4 h 3700"/>
                <a:gd name="T10" fmla="*/ 0 w 1532"/>
                <a:gd name="T11" fmla="*/ 4 h 37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2" h="3700">
                  <a:moveTo>
                    <a:pt x="1532" y="0"/>
                  </a:moveTo>
                  <a:lnTo>
                    <a:pt x="881" y="793"/>
                  </a:lnTo>
                  <a:lnTo>
                    <a:pt x="398" y="1697"/>
                  </a:lnTo>
                  <a:lnTo>
                    <a:pt x="101" y="2679"/>
                  </a:lnTo>
                  <a:lnTo>
                    <a:pt x="0" y="3700"/>
                  </a:lnTo>
                  <a:lnTo>
                    <a:pt x="1" y="370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Freeform 106"/>
            <p:cNvSpPr>
              <a:spLocks/>
            </p:cNvSpPr>
            <p:nvPr/>
          </p:nvSpPr>
          <p:spPr bwMode="auto">
            <a:xfrm>
              <a:off x="4049" y="2958"/>
              <a:ext cx="188" cy="0"/>
            </a:xfrm>
            <a:custGeom>
              <a:avLst/>
              <a:gdLst>
                <a:gd name="T0" fmla="*/ 0 w 1777"/>
                <a:gd name="T1" fmla="*/ 2 w 1777"/>
                <a:gd name="T2" fmla="*/ 2 w 177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777">
                  <a:moveTo>
                    <a:pt x="0" y="0"/>
                  </a:moveTo>
                  <a:lnTo>
                    <a:pt x="1776" y="0"/>
                  </a:lnTo>
                  <a:lnTo>
                    <a:pt x="177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Freeform 107"/>
            <p:cNvSpPr>
              <a:spLocks/>
            </p:cNvSpPr>
            <p:nvPr/>
          </p:nvSpPr>
          <p:spPr bwMode="auto">
            <a:xfrm>
              <a:off x="3464" y="2902"/>
              <a:ext cx="0" cy="219"/>
            </a:xfrm>
            <a:custGeom>
              <a:avLst/>
              <a:gdLst>
                <a:gd name="T0" fmla="*/ 0 w 1"/>
                <a:gd name="T1" fmla="*/ 2 h 2063"/>
                <a:gd name="T2" fmla="*/ 0 w 1"/>
                <a:gd name="T3" fmla="*/ 0 h 2063"/>
                <a:gd name="T4" fmla="*/ 1 w 1"/>
                <a:gd name="T5" fmla="*/ 0 h 20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063">
                  <a:moveTo>
                    <a:pt x="0" y="206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5" name="Freeform 108"/>
            <p:cNvSpPr>
              <a:spLocks/>
            </p:cNvSpPr>
            <p:nvPr/>
          </p:nvSpPr>
          <p:spPr bwMode="auto">
            <a:xfrm>
              <a:off x="4151" y="2895"/>
              <a:ext cx="1" cy="212"/>
            </a:xfrm>
            <a:custGeom>
              <a:avLst/>
              <a:gdLst>
                <a:gd name="T0" fmla="*/ 0 w 1"/>
                <a:gd name="T1" fmla="*/ 2 h 1996"/>
                <a:gd name="T2" fmla="*/ 0 w 1"/>
                <a:gd name="T3" fmla="*/ 0 h 1996"/>
                <a:gd name="T4" fmla="*/ 1 w 1"/>
                <a:gd name="T5" fmla="*/ 0 h 19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996">
                  <a:moveTo>
                    <a:pt x="0" y="19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Freeform 109"/>
            <p:cNvSpPr>
              <a:spLocks/>
            </p:cNvSpPr>
            <p:nvPr/>
          </p:nvSpPr>
          <p:spPr bwMode="auto">
            <a:xfrm>
              <a:off x="3853" y="1998"/>
              <a:ext cx="134" cy="133"/>
            </a:xfrm>
            <a:custGeom>
              <a:avLst/>
              <a:gdLst>
                <a:gd name="T0" fmla="*/ 0 w 1264"/>
                <a:gd name="T1" fmla="*/ 0 h 1263"/>
                <a:gd name="T2" fmla="*/ 1 w 1264"/>
                <a:gd name="T3" fmla="*/ 1 h 1263"/>
                <a:gd name="T4" fmla="*/ 1 w 1264"/>
                <a:gd name="T5" fmla="*/ 1 h 12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4" h="1263">
                  <a:moveTo>
                    <a:pt x="0" y="0"/>
                  </a:moveTo>
                  <a:lnTo>
                    <a:pt x="1263" y="1263"/>
                  </a:lnTo>
                  <a:lnTo>
                    <a:pt x="1264" y="12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Freeform 110"/>
            <p:cNvSpPr>
              <a:spLocks/>
            </p:cNvSpPr>
            <p:nvPr/>
          </p:nvSpPr>
          <p:spPr bwMode="auto">
            <a:xfrm>
              <a:off x="4355" y="2433"/>
              <a:ext cx="151" cy="151"/>
            </a:xfrm>
            <a:custGeom>
              <a:avLst/>
              <a:gdLst>
                <a:gd name="T0" fmla="*/ 0 w 1432"/>
                <a:gd name="T1" fmla="*/ 2 h 1432"/>
                <a:gd name="T2" fmla="*/ 2 w 1432"/>
                <a:gd name="T3" fmla="*/ 0 h 1432"/>
                <a:gd name="T4" fmla="*/ 2 w 1432"/>
                <a:gd name="T5" fmla="*/ 0 h 1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32" h="1432">
                  <a:moveTo>
                    <a:pt x="0" y="1432"/>
                  </a:moveTo>
                  <a:lnTo>
                    <a:pt x="1431" y="0"/>
                  </a:lnTo>
                  <a:lnTo>
                    <a:pt x="14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Freeform 111"/>
            <p:cNvSpPr>
              <a:spLocks/>
            </p:cNvSpPr>
            <p:nvPr/>
          </p:nvSpPr>
          <p:spPr bwMode="auto">
            <a:xfrm>
              <a:off x="3873" y="1958"/>
              <a:ext cx="152" cy="152"/>
            </a:xfrm>
            <a:custGeom>
              <a:avLst/>
              <a:gdLst>
                <a:gd name="T0" fmla="*/ 0 w 1432"/>
                <a:gd name="T1" fmla="*/ 2 h 1432"/>
                <a:gd name="T2" fmla="*/ 2 w 1432"/>
                <a:gd name="T3" fmla="*/ 0 h 1432"/>
                <a:gd name="T4" fmla="*/ 2 w 1432"/>
                <a:gd name="T5" fmla="*/ 0 h 1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32" h="1432">
                  <a:moveTo>
                    <a:pt x="0" y="1432"/>
                  </a:moveTo>
                  <a:lnTo>
                    <a:pt x="1431" y="0"/>
                  </a:lnTo>
                  <a:lnTo>
                    <a:pt x="14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Freeform 112"/>
            <p:cNvSpPr>
              <a:spLocks/>
            </p:cNvSpPr>
            <p:nvPr/>
          </p:nvSpPr>
          <p:spPr bwMode="auto">
            <a:xfrm>
              <a:off x="4460" y="2538"/>
              <a:ext cx="70" cy="67"/>
            </a:xfrm>
            <a:custGeom>
              <a:avLst/>
              <a:gdLst>
                <a:gd name="T0" fmla="*/ 0 w 110"/>
                <a:gd name="T1" fmla="*/ 27 h 106"/>
                <a:gd name="T2" fmla="*/ 29 w 110"/>
                <a:gd name="T3" fmla="*/ 0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0" h="106">
                  <a:moveTo>
                    <a:pt x="0" y="106"/>
                  </a:moveTo>
                  <a:lnTo>
                    <a:pt x="11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Freeform 113"/>
            <p:cNvSpPr>
              <a:spLocks/>
            </p:cNvSpPr>
            <p:nvPr/>
          </p:nvSpPr>
          <p:spPr bwMode="auto">
            <a:xfrm>
              <a:off x="4330" y="2476"/>
              <a:ext cx="134" cy="133"/>
            </a:xfrm>
            <a:custGeom>
              <a:avLst/>
              <a:gdLst>
                <a:gd name="T0" fmla="*/ 0 w 1264"/>
                <a:gd name="T1" fmla="*/ 0 h 1263"/>
                <a:gd name="T2" fmla="*/ 1 w 1264"/>
                <a:gd name="T3" fmla="*/ 1 h 1263"/>
                <a:gd name="T4" fmla="*/ 1 w 1264"/>
                <a:gd name="T5" fmla="*/ 1 h 12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4" h="1263">
                  <a:moveTo>
                    <a:pt x="0" y="0"/>
                  </a:moveTo>
                  <a:lnTo>
                    <a:pt x="1263" y="1263"/>
                  </a:lnTo>
                  <a:lnTo>
                    <a:pt x="1264" y="12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1" name="Group 114"/>
            <p:cNvGrpSpPr>
              <a:grpSpLocks/>
            </p:cNvGrpSpPr>
            <p:nvPr/>
          </p:nvGrpSpPr>
          <p:grpSpPr bwMode="auto">
            <a:xfrm>
              <a:off x="3807" y="2183"/>
              <a:ext cx="471" cy="921"/>
              <a:chOff x="2661" y="924"/>
              <a:chExt cx="741" cy="1449"/>
            </a:xfrm>
          </p:grpSpPr>
          <p:sp>
            <p:nvSpPr>
              <p:cNvPr id="18547" name="Freeform 115"/>
              <p:cNvSpPr>
                <a:spLocks/>
              </p:cNvSpPr>
              <p:nvPr/>
            </p:nvSpPr>
            <p:spPr bwMode="auto">
              <a:xfrm>
                <a:off x="2661" y="2111"/>
                <a:ext cx="1" cy="262"/>
              </a:xfrm>
              <a:custGeom>
                <a:avLst/>
                <a:gdLst>
                  <a:gd name="T0" fmla="*/ 0 w 1"/>
                  <a:gd name="T1" fmla="*/ 7 h 1566"/>
                  <a:gd name="T2" fmla="*/ 0 w 1"/>
                  <a:gd name="T3" fmla="*/ 0 h 1566"/>
                  <a:gd name="T4" fmla="*/ 1 w 1"/>
                  <a:gd name="T5" fmla="*/ 0 h 15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566">
                    <a:moveTo>
                      <a:pt x="0" y="15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8" name="Freeform 116"/>
              <p:cNvSpPr>
                <a:spLocks/>
              </p:cNvSpPr>
              <p:nvPr/>
            </p:nvSpPr>
            <p:spPr bwMode="auto">
              <a:xfrm>
                <a:off x="2805" y="1346"/>
                <a:ext cx="176" cy="175"/>
              </a:xfrm>
              <a:custGeom>
                <a:avLst/>
                <a:gdLst>
                  <a:gd name="T0" fmla="*/ 0 w 1056"/>
                  <a:gd name="T1" fmla="*/ 5 h 1054"/>
                  <a:gd name="T2" fmla="*/ 5 w 1056"/>
                  <a:gd name="T3" fmla="*/ 0 h 1054"/>
                  <a:gd name="T4" fmla="*/ 5 w 1056"/>
                  <a:gd name="T5" fmla="*/ 0 h 10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56" h="1054">
                    <a:moveTo>
                      <a:pt x="0" y="1054"/>
                    </a:moveTo>
                    <a:lnTo>
                      <a:pt x="1055" y="0"/>
                    </a:lnTo>
                    <a:lnTo>
                      <a:pt x="105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9" name="Freeform 117"/>
              <p:cNvSpPr>
                <a:spLocks/>
              </p:cNvSpPr>
              <p:nvPr/>
            </p:nvSpPr>
            <p:spPr bwMode="auto">
              <a:xfrm>
                <a:off x="2661" y="1521"/>
                <a:ext cx="144" cy="347"/>
              </a:xfrm>
              <a:custGeom>
                <a:avLst/>
                <a:gdLst>
                  <a:gd name="T0" fmla="*/ 4 w 859"/>
                  <a:gd name="T1" fmla="*/ 0 h 2077"/>
                  <a:gd name="T2" fmla="*/ 2 w 859"/>
                  <a:gd name="T3" fmla="*/ 3 h 2077"/>
                  <a:gd name="T4" fmla="*/ 1 w 859"/>
                  <a:gd name="T5" fmla="*/ 6 h 2077"/>
                  <a:gd name="T6" fmla="*/ 0 w 859"/>
                  <a:gd name="T7" fmla="*/ 10 h 2077"/>
                  <a:gd name="T8" fmla="*/ 0 w 859"/>
                  <a:gd name="T9" fmla="*/ 10 h 20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59" h="2077">
                    <a:moveTo>
                      <a:pt x="859" y="0"/>
                    </a:moveTo>
                    <a:lnTo>
                      <a:pt x="393" y="609"/>
                    </a:lnTo>
                    <a:lnTo>
                      <a:pt x="100" y="1317"/>
                    </a:lnTo>
                    <a:lnTo>
                      <a:pt x="0" y="2077"/>
                    </a:lnTo>
                    <a:lnTo>
                      <a:pt x="1" y="207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0" name="Freeform 118"/>
              <p:cNvSpPr>
                <a:spLocks/>
              </p:cNvSpPr>
              <p:nvPr/>
            </p:nvSpPr>
            <p:spPr bwMode="auto">
              <a:xfrm>
                <a:off x="3014" y="1274"/>
                <a:ext cx="39" cy="38"/>
              </a:xfrm>
              <a:custGeom>
                <a:avLst/>
                <a:gdLst>
                  <a:gd name="T0" fmla="*/ 0 w 234"/>
                  <a:gd name="T1" fmla="*/ 1 h 233"/>
                  <a:gd name="T2" fmla="*/ 1 w 234"/>
                  <a:gd name="T3" fmla="*/ 0 h 233"/>
                  <a:gd name="T4" fmla="*/ 1 w 234"/>
                  <a:gd name="T5" fmla="*/ 0 h 2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4" h="233">
                    <a:moveTo>
                      <a:pt x="0" y="233"/>
                    </a:moveTo>
                    <a:lnTo>
                      <a:pt x="233" y="0"/>
                    </a:lnTo>
                    <a:lnTo>
                      <a:pt x="23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1" name="Freeform 119"/>
              <p:cNvSpPr>
                <a:spLocks/>
              </p:cNvSpPr>
              <p:nvPr/>
            </p:nvSpPr>
            <p:spPr bwMode="auto">
              <a:xfrm>
                <a:off x="3091" y="924"/>
                <a:ext cx="311" cy="311"/>
              </a:xfrm>
              <a:custGeom>
                <a:avLst/>
                <a:gdLst>
                  <a:gd name="T0" fmla="*/ 0 w 1865"/>
                  <a:gd name="T1" fmla="*/ 9 h 1864"/>
                  <a:gd name="T2" fmla="*/ 9 w 1865"/>
                  <a:gd name="T3" fmla="*/ 0 h 1864"/>
                  <a:gd name="T4" fmla="*/ 9 w 1865"/>
                  <a:gd name="T5" fmla="*/ 0 h 18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5" h="1864">
                    <a:moveTo>
                      <a:pt x="0" y="1864"/>
                    </a:moveTo>
                    <a:lnTo>
                      <a:pt x="1864" y="0"/>
                    </a:lnTo>
                    <a:lnTo>
                      <a:pt x="18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2" name="Freeform 120"/>
              <p:cNvSpPr>
                <a:spLocks/>
              </p:cNvSpPr>
              <p:nvPr/>
            </p:nvSpPr>
            <p:spPr bwMode="auto">
              <a:xfrm>
                <a:off x="2661" y="2012"/>
                <a:ext cx="1" cy="44"/>
              </a:xfrm>
              <a:custGeom>
                <a:avLst/>
                <a:gdLst>
                  <a:gd name="T0" fmla="*/ 0 w 1"/>
                  <a:gd name="T1" fmla="*/ 1 h 265"/>
                  <a:gd name="T2" fmla="*/ 0 w 1"/>
                  <a:gd name="T3" fmla="*/ 0 h 265"/>
                  <a:gd name="T4" fmla="*/ 1 w 1"/>
                  <a:gd name="T5" fmla="*/ 0 h 26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65">
                    <a:moveTo>
                      <a:pt x="0" y="26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3" name="Freeform 121"/>
              <p:cNvSpPr>
                <a:spLocks/>
              </p:cNvSpPr>
              <p:nvPr/>
            </p:nvSpPr>
            <p:spPr bwMode="auto">
              <a:xfrm>
                <a:off x="2661" y="1868"/>
                <a:ext cx="1" cy="77"/>
              </a:xfrm>
              <a:custGeom>
                <a:avLst/>
                <a:gdLst>
                  <a:gd name="T0" fmla="*/ 0 w 1"/>
                  <a:gd name="T1" fmla="*/ 2 h 466"/>
                  <a:gd name="T2" fmla="*/ 0 w 1"/>
                  <a:gd name="T3" fmla="*/ 0 h 466"/>
                  <a:gd name="T4" fmla="*/ 1 w 1"/>
                  <a:gd name="T5" fmla="*/ 0 h 4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66">
                    <a:moveTo>
                      <a:pt x="0" y="4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72" name="Freeform 122"/>
            <p:cNvSpPr>
              <a:spLocks/>
            </p:cNvSpPr>
            <p:nvPr/>
          </p:nvSpPr>
          <p:spPr bwMode="auto">
            <a:xfrm>
              <a:off x="3636" y="3051"/>
              <a:ext cx="10" cy="6"/>
            </a:xfrm>
            <a:custGeom>
              <a:avLst/>
              <a:gdLst>
                <a:gd name="T0" fmla="*/ 0 w 95"/>
                <a:gd name="T1" fmla="*/ 0 h 55"/>
                <a:gd name="T2" fmla="*/ 0 w 95"/>
                <a:gd name="T3" fmla="*/ 0 h 55"/>
                <a:gd name="T4" fmla="*/ 0 w 95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55">
                  <a:moveTo>
                    <a:pt x="0" y="55"/>
                  </a:moveTo>
                  <a:lnTo>
                    <a:pt x="94" y="0"/>
                  </a:lnTo>
                  <a:lnTo>
                    <a:pt x="9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3" name="Group 123"/>
            <p:cNvGrpSpPr>
              <a:grpSpLocks/>
            </p:cNvGrpSpPr>
            <p:nvPr/>
          </p:nvGrpSpPr>
          <p:grpSpPr bwMode="auto">
            <a:xfrm>
              <a:off x="3378" y="1963"/>
              <a:ext cx="1151" cy="1094"/>
              <a:chOff x="1985" y="577"/>
              <a:chExt cx="1812" cy="1723"/>
            </a:xfrm>
          </p:grpSpPr>
          <p:sp>
            <p:nvSpPr>
              <p:cNvPr id="18523" name="Freeform 124"/>
              <p:cNvSpPr>
                <a:spLocks/>
              </p:cNvSpPr>
              <p:nvPr/>
            </p:nvSpPr>
            <p:spPr bwMode="auto">
              <a:xfrm>
                <a:off x="2755" y="577"/>
                <a:ext cx="133" cy="77"/>
              </a:xfrm>
              <a:custGeom>
                <a:avLst/>
                <a:gdLst>
                  <a:gd name="T0" fmla="*/ 0 w 802"/>
                  <a:gd name="T1" fmla="*/ 2 h 462"/>
                  <a:gd name="T2" fmla="*/ 4 w 802"/>
                  <a:gd name="T3" fmla="*/ 0 h 462"/>
                  <a:gd name="T4" fmla="*/ 4 w 802"/>
                  <a:gd name="T5" fmla="*/ 0 h 4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2" h="462">
                    <a:moveTo>
                      <a:pt x="0" y="462"/>
                    </a:moveTo>
                    <a:lnTo>
                      <a:pt x="800" y="0"/>
                    </a:lnTo>
                    <a:lnTo>
                      <a:pt x="8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4" name="Freeform 125"/>
              <p:cNvSpPr>
                <a:spLocks/>
              </p:cNvSpPr>
              <p:nvPr/>
            </p:nvSpPr>
            <p:spPr bwMode="auto">
              <a:xfrm>
                <a:off x="2834" y="656"/>
                <a:ext cx="133" cy="77"/>
              </a:xfrm>
              <a:custGeom>
                <a:avLst/>
                <a:gdLst>
                  <a:gd name="T0" fmla="*/ 0 w 801"/>
                  <a:gd name="T1" fmla="*/ 2 h 462"/>
                  <a:gd name="T2" fmla="*/ 4 w 801"/>
                  <a:gd name="T3" fmla="*/ 0 h 462"/>
                  <a:gd name="T4" fmla="*/ 4 w 801"/>
                  <a:gd name="T5" fmla="*/ 0 h 4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1" h="462">
                    <a:moveTo>
                      <a:pt x="0" y="462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5" name="Freeform 126"/>
              <p:cNvSpPr>
                <a:spLocks/>
              </p:cNvSpPr>
              <p:nvPr/>
            </p:nvSpPr>
            <p:spPr bwMode="auto">
              <a:xfrm>
                <a:off x="2913" y="735"/>
                <a:ext cx="133" cy="77"/>
              </a:xfrm>
              <a:custGeom>
                <a:avLst/>
                <a:gdLst>
                  <a:gd name="T0" fmla="*/ 0 w 801"/>
                  <a:gd name="T1" fmla="*/ 2 h 462"/>
                  <a:gd name="T2" fmla="*/ 4 w 801"/>
                  <a:gd name="T3" fmla="*/ 0 h 462"/>
                  <a:gd name="T4" fmla="*/ 4 w 801"/>
                  <a:gd name="T5" fmla="*/ 0 h 4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1" h="462">
                    <a:moveTo>
                      <a:pt x="0" y="462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6" name="Freeform 127"/>
              <p:cNvSpPr>
                <a:spLocks/>
              </p:cNvSpPr>
              <p:nvPr/>
            </p:nvSpPr>
            <p:spPr bwMode="auto">
              <a:xfrm>
                <a:off x="2758" y="814"/>
                <a:ext cx="368" cy="213"/>
              </a:xfrm>
              <a:custGeom>
                <a:avLst/>
                <a:gdLst>
                  <a:gd name="T0" fmla="*/ 0 w 2205"/>
                  <a:gd name="T1" fmla="*/ 6 h 1274"/>
                  <a:gd name="T2" fmla="*/ 10 w 2205"/>
                  <a:gd name="T3" fmla="*/ 0 h 1274"/>
                  <a:gd name="T4" fmla="*/ 10 w 2205"/>
                  <a:gd name="T5" fmla="*/ 0 h 12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05" h="1274">
                    <a:moveTo>
                      <a:pt x="0" y="1274"/>
                    </a:moveTo>
                    <a:lnTo>
                      <a:pt x="2204" y="0"/>
                    </a:lnTo>
                    <a:lnTo>
                      <a:pt x="220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7" name="Freeform 128"/>
              <p:cNvSpPr>
                <a:spLocks/>
              </p:cNvSpPr>
              <p:nvPr/>
            </p:nvSpPr>
            <p:spPr bwMode="auto">
              <a:xfrm>
                <a:off x="2478" y="1075"/>
                <a:ext cx="412" cy="238"/>
              </a:xfrm>
              <a:custGeom>
                <a:avLst/>
                <a:gdLst>
                  <a:gd name="T0" fmla="*/ 0 w 2473"/>
                  <a:gd name="T1" fmla="*/ 7 h 1429"/>
                  <a:gd name="T2" fmla="*/ 11 w 2473"/>
                  <a:gd name="T3" fmla="*/ 0 h 1429"/>
                  <a:gd name="T4" fmla="*/ 11 w 2473"/>
                  <a:gd name="T5" fmla="*/ 0 h 14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73" h="1429">
                    <a:moveTo>
                      <a:pt x="0" y="1429"/>
                    </a:moveTo>
                    <a:lnTo>
                      <a:pt x="2472" y="0"/>
                    </a:lnTo>
                    <a:lnTo>
                      <a:pt x="247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8" name="Freeform 129"/>
              <p:cNvSpPr>
                <a:spLocks/>
              </p:cNvSpPr>
              <p:nvPr/>
            </p:nvSpPr>
            <p:spPr bwMode="auto">
              <a:xfrm>
                <a:off x="2358" y="1369"/>
                <a:ext cx="240" cy="138"/>
              </a:xfrm>
              <a:custGeom>
                <a:avLst/>
                <a:gdLst>
                  <a:gd name="T0" fmla="*/ 0 w 1442"/>
                  <a:gd name="T1" fmla="*/ 4 h 832"/>
                  <a:gd name="T2" fmla="*/ 7 w 1442"/>
                  <a:gd name="T3" fmla="*/ 0 h 832"/>
                  <a:gd name="T4" fmla="*/ 7 w 1442"/>
                  <a:gd name="T5" fmla="*/ 0 h 8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2" h="832">
                    <a:moveTo>
                      <a:pt x="0" y="832"/>
                    </a:moveTo>
                    <a:lnTo>
                      <a:pt x="1441" y="0"/>
                    </a:lnTo>
                    <a:lnTo>
                      <a:pt x="14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9" name="Freeform 130"/>
              <p:cNvSpPr>
                <a:spLocks/>
              </p:cNvSpPr>
              <p:nvPr/>
            </p:nvSpPr>
            <p:spPr bwMode="auto">
              <a:xfrm>
                <a:off x="2305" y="1568"/>
                <a:ext cx="165" cy="95"/>
              </a:xfrm>
              <a:custGeom>
                <a:avLst/>
                <a:gdLst>
                  <a:gd name="T0" fmla="*/ 0 w 988"/>
                  <a:gd name="T1" fmla="*/ 3 h 570"/>
                  <a:gd name="T2" fmla="*/ 5 w 988"/>
                  <a:gd name="T3" fmla="*/ 0 h 570"/>
                  <a:gd name="T4" fmla="*/ 5 w 988"/>
                  <a:gd name="T5" fmla="*/ 0 h 5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88" h="570">
                    <a:moveTo>
                      <a:pt x="0" y="570"/>
                    </a:moveTo>
                    <a:lnTo>
                      <a:pt x="987" y="0"/>
                    </a:lnTo>
                    <a:lnTo>
                      <a:pt x="9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0" name="Freeform 131"/>
              <p:cNvSpPr>
                <a:spLocks/>
              </p:cNvSpPr>
              <p:nvPr/>
            </p:nvSpPr>
            <p:spPr bwMode="auto">
              <a:xfrm>
                <a:off x="2284" y="1721"/>
                <a:ext cx="137" cy="79"/>
              </a:xfrm>
              <a:custGeom>
                <a:avLst/>
                <a:gdLst>
                  <a:gd name="T0" fmla="*/ 0 w 825"/>
                  <a:gd name="T1" fmla="*/ 2 h 476"/>
                  <a:gd name="T2" fmla="*/ 4 w 825"/>
                  <a:gd name="T3" fmla="*/ 0 h 476"/>
                  <a:gd name="T4" fmla="*/ 4 w 825"/>
                  <a:gd name="T5" fmla="*/ 0 h 4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25" h="476">
                    <a:moveTo>
                      <a:pt x="0" y="476"/>
                    </a:moveTo>
                    <a:lnTo>
                      <a:pt x="824" y="0"/>
                    </a:lnTo>
                    <a:lnTo>
                      <a:pt x="82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1" name="Freeform 132"/>
              <p:cNvSpPr>
                <a:spLocks/>
              </p:cNvSpPr>
              <p:nvPr/>
            </p:nvSpPr>
            <p:spPr bwMode="auto">
              <a:xfrm>
                <a:off x="2281" y="1854"/>
                <a:ext cx="126" cy="72"/>
              </a:xfrm>
              <a:custGeom>
                <a:avLst/>
                <a:gdLst>
                  <a:gd name="T0" fmla="*/ 0 w 754"/>
                  <a:gd name="T1" fmla="*/ 2 h 435"/>
                  <a:gd name="T2" fmla="*/ 4 w 754"/>
                  <a:gd name="T3" fmla="*/ 0 h 435"/>
                  <a:gd name="T4" fmla="*/ 4 w 754"/>
                  <a:gd name="T5" fmla="*/ 0 h 4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4" h="435">
                    <a:moveTo>
                      <a:pt x="0" y="435"/>
                    </a:moveTo>
                    <a:lnTo>
                      <a:pt x="753" y="0"/>
                    </a:lnTo>
                    <a:lnTo>
                      <a:pt x="7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2" name="Freeform 133"/>
              <p:cNvSpPr>
                <a:spLocks/>
              </p:cNvSpPr>
              <p:nvPr/>
            </p:nvSpPr>
            <p:spPr bwMode="auto">
              <a:xfrm>
                <a:off x="3269" y="1250"/>
                <a:ext cx="291" cy="168"/>
              </a:xfrm>
              <a:custGeom>
                <a:avLst/>
                <a:gdLst>
                  <a:gd name="T0" fmla="*/ 0 w 1746"/>
                  <a:gd name="T1" fmla="*/ 5 h 1008"/>
                  <a:gd name="T2" fmla="*/ 8 w 1746"/>
                  <a:gd name="T3" fmla="*/ 0 h 1008"/>
                  <a:gd name="T4" fmla="*/ 8 w 1746"/>
                  <a:gd name="T5" fmla="*/ 0 h 10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46" h="1008">
                    <a:moveTo>
                      <a:pt x="0" y="1008"/>
                    </a:moveTo>
                    <a:lnTo>
                      <a:pt x="1745" y="0"/>
                    </a:lnTo>
                    <a:lnTo>
                      <a:pt x="17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3" name="Freeform 134"/>
              <p:cNvSpPr>
                <a:spLocks/>
              </p:cNvSpPr>
              <p:nvPr/>
            </p:nvSpPr>
            <p:spPr bwMode="auto">
              <a:xfrm>
                <a:off x="1985" y="2143"/>
                <a:ext cx="136" cy="79"/>
              </a:xfrm>
              <a:custGeom>
                <a:avLst/>
                <a:gdLst>
                  <a:gd name="T0" fmla="*/ 0 w 815"/>
                  <a:gd name="T1" fmla="*/ 2 h 470"/>
                  <a:gd name="T2" fmla="*/ 4 w 815"/>
                  <a:gd name="T3" fmla="*/ 0 h 470"/>
                  <a:gd name="T4" fmla="*/ 4 w 815"/>
                  <a:gd name="T5" fmla="*/ 0 h 4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15" h="470">
                    <a:moveTo>
                      <a:pt x="0" y="470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4" name="Freeform 135"/>
              <p:cNvSpPr>
                <a:spLocks/>
              </p:cNvSpPr>
              <p:nvPr/>
            </p:nvSpPr>
            <p:spPr bwMode="auto">
              <a:xfrm>
                <a:off x="2281" y="1978"/>
                <a:ext cx="126" cy="73"/>
              </a:xfrm>
              <a:custGeom>
                <a:avLst/>
                <a:gdLst>
                  <a:gd name="T0" fmla="*/ 0 w 753"/>
                  <a:gd name="T1" fmla="*/ 2 h 434"/>
                  <a:gd name="T2" fmla="*/ 4 w 753"/>
                  <a:gd name="T3" fmla="*/ 0 h 434"/>
                  <a:gd name="T4" fmla="*/ 4 w 753"/>
                  <a:gd name="T5" fmla="*/ 0 h 4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3" h="434">
                    <a:moveTo>
                      <a:pt x="0" y="434"/>
                    </a:moveTo>
                    <a:lnTo>
                      <a:pt x="752" y="0"/>
                    </a:lnTo>
                    <a:lnTo>
                      <a:pt x="75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5" name="Freeform 136"/>
              <p:cNvSpPr>
                <a:spLocks/>
              </p:cNvSpPr>
              <p:nvPr/>
            </p:nvSpPr>
            <p:spPr bwMode="auto">
              <a:xfrm>
                <a:off x="3506" y="1329"/>
                <a:ext cx="133" cy="77"/>
              </a:xfrm>
              <a:custGeom>
                <a:avLst/>
                <a:gdLst>
                  <a:gd name="T0" fmla="*/ 0 w 802"/>
                  <a:gd name="T1" fmla="*/ 2 h 464"/>
                  <a:gd name="T2" fmla="*/ 4 w 802"/>
                  <a:gd name="T3" fmla="*/ 0 h 464"/>
                  <a:gd name="T4" fmla="*/ 4 w 802"/>
                  <a:gd name="T5" fmla="*/ 0 h 4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2" h="464">
                    <a:moveTo>
                      <a:pt x="0" y="464"/>
                    </a:moveTo>
                    <a:lnTo>
                      <a:pt x="801" y="0"/>
                    </a:lnTo>
                    <a:lnTo>
                      <a:pt x="8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6" name="Freeform 137"/>
              <p:cNvSpPr>
                <a:spLocks/>
              </p:cNvSpPr>
              <p:nvPr/>
            </p:nvSpPr>
            <p:spPr bwMode="auto">
              <a:xfrm>
                <a:off x="2975" y="1466"/>
                <a:ext cx="426" cy="246"/>
              </a:xfrm>
              <a:custGeom>
                <a:avLst/>
                <a:gdLst>
                  <a:gd name="T0" fmla="*/ 0 w 2553"/>
                  <a:gd name="T1" fmla="*/ 7 h 1474"/>
                  <a:gd name="T2" fmla="*/ 12 w 2553"/>
                  <a:gd name="T3" fmla="*/ 0 h 1474"/>
                  <a:gd name="T4" fmla="*/ 12 w 2553"/>
                  <a:gd name="T5" fmla="*/ 0 h 14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53" h="1474">
                    <a:moveTo>
                      <a:pt x="0" y="1474"/>
                    </a:moveTo>
                    <a:lnTo>
                      <a:pt x="2552" y="0"/>
                    </a:lnTo>
                    <a:lnTo>
                      <a:pt x="255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7" name="Freeform 138"/>
              <p:cNvSpPr>
                <a:spLocks/>
              </p:cNvSpPr>
              <p:nvPr/>
            </p:nvSpPr>
            <p:spPr bwMode="auto">
              <a:xfrm>
                <a:off x="2067" y="2103"/>
                <a:ext cx="340" cy="197"/>
              </a:xfrm>
              <a:custGeom>
                <a:avLst/>
                <a:gdLst>
                  <a:gd name="T0" fmla="*/ 0 w 2039"/>
                  <a:gd name="T1" fmla="*/ 6 h 1179"/>
                  <a:gd name="T2" fmla="*/ 10 w 2039"/>
                  <a:gd name="T3" fmla="*/ 0 h 1179"/>
                  <a:gd name="T4" fmla="*/ 10 w 2039"/>
                  <a:gd name="T5" fmla="*/ 0 h 1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39" h="1179">
                    <a:moveTo>
                      <a:pt x="0" y="1179"/>
                    </a:moveTo>
                    <a:lnTo>
                      <a:pt x="2038" y="0"/>
                    </a:lnTo>
                    <a:lnTo>
                      <a:pt x="203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8" name="Freeform 139"/>
              <p:cNvSpPr>
                <a:spLocks/>
              </p:cNvSpPr>
              <p:nvPr/>
            </p:nvSpPr>
            <p:spPr bwMode="auto">
              <a:xfrm>
                <a:off x="3585" y="1408"/>
                <a:ext cx="133" cy="77"/>
              </a:xfrm>
              <a:custGeom>
                <a:avLst/>
                <a:gdLst>
                  <a:gd name="T0" fmla="*/ 0 w 802"/>
                  <a:gd name="T1" fmla="*/ 2 h 463"/>
                  <a:gd name="T2" fmla="*/ 4 w 802"/>
                  <a:gd name="T3" fmla="*/ 0 h 463"/>
                  <a:gd name="T4" fmla="*/ 4 w 802"/>
                  <a:gd name="T5" fmla="*/ 0 h 4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2" h="463">
                    <a:moveTo>
                      <a:pt x="0" y="463"/>
                    </a:moveTo>
                    <a:lnTo>
                      <a:pt x="801" y="0"/>
                    </a:lnTo>
                    <a:lnTo>
                      <a:pt x="8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9" name="Freeform 140"/>
              <p:cNvSpPr>
                <a:spLocks/>
              </p:cNvSpPr>
              <p:nvPr/>
            </p:nvSpPr>
            <p:spPr bwMode="auto">
              <a:xfrm>
                <a:off x="2917" y="1762"/>
                <a:ext cx="189" cy="109"/>
              </a:xfrm>
              <a:custGeom>
                <a:avLst/>
                <a:gdLst>
                  <a:gd name="T0" fmla="*/ 0 w 1136"/>
                  <a:gd name="T1" fmla="*/ 3 h 657"/>
                  <a:gd name="T2" fmla="*/ 5 w 1136"/>
                  <a:gd name="T3" fmla="*/ 0 h 657"/>
                  <a:gd name="T4" fmla="*/ 5 w 1136"/>
                  <a:gd name="T5" fmla="*/ 0 h 6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6" h="657">
                    <a:moveTo>
                      <a:pt x="0" y="657"/>
                    </a:moveTo>
                    <a:lnTo>
                      <a:pt x="1135" y="0"/>
                    </a:lnTo>
                    <a:lnTo>
                      <a:pt x="113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0" name="Freeform 141"/>
              <p:cNvSpPr>
                <a:spLocks/>
              </p:cNvSpPr>
              <p:nvPr/>
            </p:nvSpPr>
            <p:spPr bwMode="auto">
              <a:xfrm>
                <a:off x="2283" y="2228"/>
                <a:ext cx="124" cy="72"/>
              </a:xfrm>
              <a:custGeom>
                <a:avLst/>
                <a:gdLst>
                  <a:gd name="T0" fmla="*/ 0 w 744"/>
                  <a:gd name="T1" fmla="*/ 2 h 429"/>
                  <a:gd name="T2" fmla="*/ 4 w 744"/>
                  <a:gd name="T3" fmla="*/ 0 h 429"/>
                  <a:gd name="T4" fmla="*/ 4 w 744"/>
                  <a:gd name="T5" fmla="*/ 0 h 4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44" h="429">
                    <a:moveTo>
                      <a:pt x="0" y="429"/>
                    </a:moveTo>
                    <a:lnTo>
                      <a:pt x="743" y="0"/>
                    </a:lnTo>
                    <a:lnTo>
                      <a:pt x="7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1" name="Freeform 142"/>
              <p:cNvSpPr>
                <a:spLocks/>
              </p:cNvSpPr>
              <p:nvPr/>
            </p:nvSpPr>
            <p:spPr bwMode="auto">
              <a:xfrm>
                <a:off x="3664" y="1487"/>
                <a:ext cx="133" cy="77"/>
              </a:xfrm>
              <a:custGeom>
                <a:avLst/>
                <a:gdLst>
                  <a:gd name="T0" fmla="*/ 0 w 801"/>
                  <a:gd name="T1" fmla="*/ 2 h 463"/>
                  <a:gd name="T2" fmla="*/ 4 w 801"/>
                  <a:gd name="T3" fmla="*/ 0 h 463"/>
                  <a:gd name="T4" fmla="*/ 4 w 801"/>
                  <a:gd name="T5" fmla="*/ 0 h 4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1" h="463">
                    <a:moveTo>
                      <a:pt x="0" y="463"/>
                    </a:moveTo>
                    <a:lnTo>
                      <a:pt x="799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2" name="Freeform 143"/>
              <p:cNvSpPr>
                <a:spLocks/>
              </p:cNvSpPr>
              <p:nvPr/>
            </p:nvSpPr>
            <p:spPr bwMode="auto">
              <a:xfrm>
                <a:off x="2917" y="1923"/>
                <a:ext cx="125" cy="73"/>
              </a:xfrm>
              <a:custGeom>
                <a:avLst/>
                <a:gdLst>
                  <a:gd name="T0" fmla="*/ 0 w 752"/>
                  <a:gd name="T1" fmla="*/ 2 h 434"/>
                  <a:gd name="T2" fmla="*/ 3 w 752"/>
                  <a:gd name="T3" fmla="*/ 0 h 434"/>
                  <a:gd name="T4" fmla="*/ 3 w 752"/>
                  <a:gd name="T5" fmla="*/ 0 h 4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2" h="434">
                    <a:moveTo>
                      <a:pt x="0" y="434"/>
                    </a:moveTo>
                    <a:lnTo>
                      <a:pt x="751" y="0"/>
                    </a:lnTo>
                    <a:lnTo>
                      <a:pt x="75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3" name="Freeform 144"/>
              <p:cNvSpPr>
                <a:spLocks/>
              </p:cNvSpPr>
              <p:nvPr/>
            </p:nvSpPr>
            <p:spPr bwMode="auto">
              <a:xfrm>
                <a:off x="2917" y="2048"/>
                <a:ext cx="125" cy="72"/>
              </a:xfrm>
              <a:custGeom>
                <a:avLst/>
                <a:gdLst>
                  <a:gd name="T0" fmla="*/ 0 w 752"/>
                  <a:gd name="T1" fmla="*/ 2 h 434"/>
                  <a:gd name="T2" fmla="*/ 3 w 752"/>
                  <a:gd name="T3" fmla="*/ 0 h 434"/>
                  <a:gd name="T4" fmla="*/ 3 w 752"/>
                  <a:gd name="T5" fmla="*/ 0 h 4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2" h="434">
                    <a:moveTo>
                      <a:pt x="0" y="434"/>
                    </a:moveTo>
                    <a:lnTo>
                      <a:pt x="751" y="0"/>
                    </a:lnTo>
                    <a:lnTo>
                      <a:pt x="75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4" name="Freeform 145"/>
              <p:cNvSpPr>
                <a:spLocks/>
              </p:cNvSpPr>
              <p:nvPr/>
            </p:nvSpPr>
            <p:spPr bwMode="auto">
              <a:xfrm>
                <a:off x="2917" y="2143"/>
                <a:ext cx="176" cy="102"/>
              </a:xfrm>
              <a:custGeom>
                <a:avLst/>
                <a:gdLst>
                  <a:gd name="T0" fmla="*/ 0 w 1058"/>
                  <a:gd name="T1" fmla="*/ 3 h 610"/>
                  <a:gd name="T2" fmla="*/ 5 w 1058"/>
                  <a:gd name="T3" fmla="*/ 0 h 610"/>
                  <a:gd name="T4" fmla="*/ 5 w 1058"/>
                  <a:gd name="T5" fmla="*/ 0 h 6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58" h="610">
                    <a:moveTo>
                      <a:pt x="0" y="610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5" name="Freeform 146"/>
              <p:cNvSpPr>
                <a:spLocks/>
              </p:cNvSpPr>
              <p:nvPr/>
            </p:nvSpPr>
            <p:spPr bwMode="auto">
              <a:xfrm>
                <a:off x="3039" y="2143"/>
                <a:ext cx="270" cy="157"/>
              </a:xfrm>
              <a:custGeom>
                <a:avLst/>
                <a:gdLst>
                  <a:gd name="T0" fmla="*/ 0 w 1623"/>
                  <a:gd name="T1" fmla="*/ 4 h 937"/>
                  <a:gd name="T2" fmla="*/ 7 w 1623"/>
                  <a:gd name="T3" fmla="*/ 0 h 937"/>
                  <a:gd name="T4" fmla="*/ 7 w 1623"/>
                  <a:gd name="T5" fmla="*/ 0 h 9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23" h="937">
                    <a:moveTo>
                      <a:pt x="0" y="937"/>
                    </a:moveTo>
                    <a:lnTo>
                      <a:pt x="1622" y="0"/>
                    </a:lnTo>
                    <a:lnTo>
                      <a:pt x="162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6" name="Freeform 147"/>
              <p:cNvSpPr>
                <a:spLocks/>
              </p:cNvSpPr>
              <p:nvPr/>
            </p:nvSpPr>
            <p:spPr bwMode="auto">
              <a:xfrm>
                <a:off x="3254" y="2252"/>
                <a:ext cx="84" cy="48"/>
              </a:xfrm>
              <a:custGeom>
                <a:avLst/>
                <a:gdLst>
                  <a:gd name="T0" fmla="*/ 0 w 502"/>
                  <a:gd name="T1" fmla="*/ 1 h 289"/>
                  <a:gd name="T2" fmla="*/ 2 w 502"/>
                  <a:gd name="T3" fmla="*/ 0 h 289"/>
                  <a:gd name="T4" fmla="*/ 2 w 502"/>
                  <a:gd name="T5" fmla="*/ 0 h 28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2" h="289">
                    <a:moveTo>
                      <a:pt x="0" y="289"/>
                    </a:moveTo>
                    <a:lnTo>
                      <a:pt x="501" y="0"/>
                    </a:lnTo>
                    <a:lnTo>
                      <a:pt x="5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74" name="Freeform 148"/>
            <p:cNvSpPr>
              <a:spLocks/>
            </p:cNvSpPr>
            <p:nvPr/>
          </p:nvSpPr>
          <p:spPr bwMode="auto">
            <a:xfrm>
              <a:off x="4243" y="3057"/>
              <a:ext cx="203" cy="1"/>
            </a:xfrm>
            <a:custGeom>
              <a:avLst/>
              <a:gdLst>
                <a:gd name="T0" fmla="*/ 0 w 1920"/>
                <a:gd name="T1" fmla="*/ 0 h 1"/>
                <a:gd name="T2" fmla="*/ 2 w 1920"/>
                <a:gd name="T3" fmla="*/ 0 h 1"/>
                <a:gd name="T4" fmla="*/ 2 w 192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1">
                  <a:moveTo>
                    <a:pt x="0" y="0"/>
                  </a:moveTo>
                  <a:lnTo>
                    <a:pt x="1918" y="0"/>
                  </a:lnTo>
                  <a:lnTo>
                    <a:pt x="1920" y="0"/>
                  </a:lnTo>
                </a:path>
              </a:pathLst>
            </a:custGeom>
            <a:noFill/>
            <a:ln w="19050" cmpd="sng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Freeform 149"/>
            <p:cNvSpPr>
              <a:spLocks/>
            </p:cNvSpPr>
            <p:nvPr/>
          </p:nvSpPr>
          <p:spPr bwMode="auto">
            <a:xfrm>
              <a:off x="4055" y="2720"/>
              <a:ext cx="301" cy="174"/>
            </a:xfrm>
            <a:custGeom>
              <a:avLst/>
              <a:gdLst>
                <a:gd name="T0" fmla="*/ 0 w 2850"/>
                <a:gd name="T1" fmla="*/ 2 h 1647"/>
                <a:gd name="T2" fmla="*/ 3 w 2850"/>
                <a:gd name="T3" fmla="*/ 0 h 1647"/>
                <a:gd name="T4" fmla="*/ 3 w 2850"/>
                <a:gd name="T5" fmla="*/ 0 h 16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50" h="1647">
                  <a:moveTo>
                    <a:pt x="0" y="1647"/>
                  </a:moveTo>
                  <a:lnTo>
                    <a:pt x="2849" y="0"/>
                  </a:lnTo>
                  <a:lnTo>
                    <a:pt x="2850" y="0"/>
                  </a:lnTo>
                </a:path>
              </a:pathLst>
            </a:custGeom>
            <a:noFill/>
            <a:ln w="19050" cmpd="sng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Freeform 150"/>
            <p:cNvSpPr>
              <a:spLocks/>
            </p:cNvSpPr>
            <p:nvPr/>
          </p:nvSpPr>
          <p:spPr bwMode="auto">
            <a:xfrm>
              <a:off x="4331" y="2736"/>
              <a:ext cx="88" cy="316"/>
            </a:xfrm>
            <a:custGeom>
              <a:avLst/>
              <a:gdLst>
                <a:gd name="T0" fmla="*/ 36 w 138"/>
                <a:gd name="T1" fmla="*/ 128 h 498"/>
                <a:gd name="T2" fmla="*/ 33 w 138"/>
                <a:gd name="T3" fmla="*/ 88 h 498"/>
                <a:gd name="T4" fmla="*/ 27 w 138"/>
                <a:gd name="T5" fmla="*/ 58 h 498"/>
                <a:gd name="T6" fmla="*/ 17 w 138"/>
                <a:gd name="T7" fmla="*/ 30 h 498"/>
                <a:gd name="T8" fmla="*/ 10 w 138"/>
                <a:gd name="T9" fmla="*/ 12 h 498"/>
                <a:gd name="T10" fmla="*/ 0 w 138"/>
                <a:gd name="T11" fmla="*/ 0 h 4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8" h="498">
                  <a:moveTo>
                    <a:pt x="138" y="498"/>
                  </a:moveTo>
                  <a:lnTo>
                    <a:pt x="127" y="343"/>
                  </a:lnTo>
                  <a:lnTo>
                    <a:pt x="103" y="228"/>
                  </a:lnTo>
                  <a:lnTo>
                    <a:pt x="67" y="116"/>
                  </a:lnTo>
                  <a:lnTo>
                    <a:pt x="36" y="48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FF6600"/>
              </a:solidFill>
              <a:prstDash val="solid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Freeform 151"/>
            <p:cNvSpPr>
              <a:spLocks/>
            </p:cNvSpPr>
            <p:nvPr/>
          </p:nvSpPr>
          <p:spPr bwMode="auto">
            <a:xfrm>
              <a:off x="3845" y="1932"/>
              <a:ext cx="67" cy="69"/>
            </a:xfrm>
            <a:custGeom>
              <a:avLst/>
              <a:gdLst>
                <a:gd name="T0" fmla="*/ 0 w 106"/>
                <a:gd name="T1" fmla="*/ 28 h 109"/>
                <a:gd name="T2" fmla="*/ 27 w 106"/>
                <a:gd name="T3" fmla="*/ 0 h 1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" h="109">
                  <a:moveTo>
                    <a:pt x="0" y="109"/>
                  </a:moveTo>
                  <a:lnTo>
                    <a:pt x="10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Freeform 152"/>
            <p:cNvSpPr>
              <a:spLocks/>
            </p:cNvSpPr>
            <p:nvPr/>
          </p:nvSpPr>
          <p:spPr bwMode="auto">
            <a:xfrm>
              <a:off x="3916" y="1928"/>
              <a:ext cx="610" cy="610"/>
            </a:xfrm>
            <a:custGeom>
              <a:avLst/>
              <a:gdLst>
                <a:gd name="T0" fmla="*/ 0 w 960"/>
                <a:gd name="T1" fmla="*/ 0 h 960"/>
                <a:gd name="T2" fmla="*/ 247 w 960"/>
                <a:gd name="T3" fmla="*/ 247 h 9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60" h="960">
                  <a:moveTo>
                    <a:pt x="0" y="0"/>
                  </a:moveTo>
                  <a:lnTo>
                    <a:pt x="960" y="9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9" name="Text Box 153"/>
            <p:cNvSpPr txBox="1">
              <a:spLocks noChangeArrowheads="1"/>
            </p:cNvSpPr>
            <p:nvPr/>
          </p:nvSpPr>
          <p:spPr bwMode="auto">
            <a:xfrm>
              <a:off x="4375" y="2777"/>
              <a:ext cx="4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/>
                <a:t>30°</a:t>
              </a:r>
              <a:r>
                <a:rPr lang="en-US" altLang="zh-CN" sz="2000" i="1">
                  <a:solidFill>
                    <a:srgbClr val="FF6600"/>
                  </a:solidFill>
                </a:rPr>
                <a:t> </a:t>
              </a:r>
              <a:endParaRPr lang="en-US" altLang="zh-CN" sz="2000">
                <a:solidFill>
                  <a:srgbClr val="FF6600"/>
                </a:solidFill>
              </a:endParaRPr>
            </a:p>
          </p:txBody>
        </p:sp>
        <p:grpSp>
          <p:nvGrpSpPr>
            <p:cNvPr id="18480" name="Group 154"/>
            <p:cNvGrpSpPr>
              <a:grpSpLocks/>
            </p:cNvGrpSpPr>
            <p:nvPr/>
          </p:nvGrpSpPr>
          <p:grpSpPr bwMode="auto">
            <a:xfrm>
              <a:off x="3325" y="3262"/>
              <a:ext cx="975" cy="955"/>
              <a:chOff x="1901" y="2466"/>
              <a:chExt cx="1535" cy="1504"/>
            </a:xfrm>
          </p:grpSpPr>
          <p:sp>
            <p:nvSpPr>
              <p:cNvPr id="18484" name="Oval 155"/>
              <p:cNvSpPr>
                <a:spLocks noChangeArrowheads="1"/>
              </p:cNvSpPr>
              <p:nvPr/>
            </p:nvSpPr>
            <p:spPr bwMode="auto">
              <a:xfrm>
                <a:off x="2185" y="3510"/>
                <a:ext cx="183" cy="18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485" name="Oval 156"/>
              <p:cNvSpPr>
                <a:spLocks noChangeArrowheads="1"/>
              </p:cNvSpPr>
              <p:nvPr/>
            </p:nvSpPr>
            <p:spPr bwMode="auto">
              <a:xfrm>
                <a:off x="1986" y="2545"/>
                <a:ext cx="1352" cy="135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486" name="Oval 157"/>
              <p:cNvSpPr>
                <a:spLocks noChangeArrowheads="1"/>
              </p:cNvSpPr>
              <p:nvPr/>
            </p:nvSpPr>
            <p:spPr bwMode="auto">
              <a:xfrm>
                <a:off x="2279" y="2837"/>
                <a:ext cx="760" cy="75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487" name="Oval 158"/>
              <p:cNvSpPr>
                <a:spLocks noChangeArrowheads="1"/>
              </p:cNvSpPr>
              <p:nvPr/>
            </p:nvSpPr>
            <p:spPr bwMode="auto">
              <a:xfrm>
                <a:off x="2406" y="2965"/>
                <a:ext cx="505" cy="50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488" name="Freeform 159"/>
              <p:cNvSpPr>
                <a:spLocks/>
              </p:cNvSpPr>
              <p:nvPr/>
            </p:nvSpPr>
            <p:spPr bwMode="auto">
              <a:xfrm>
                <a:off x="2932" y="3491"/>
                <a:ext cx="208" cy="208"/>
              </a:xfrm>
              <a:custGeom>
                <a:avLst/>
                <a:gdLst>
                  <a:gd name="T0" fmla="*/ 6 w 1245"/>
                  <a:gd name="T1" fmla="*/ 6 h 1246"/>
                  <a:gd name="T2" fmla="*/ 0 w 1245"/>
                  <a:gd name="T3" fmla="*/ 0 h 1246"/>
                  <a:gd name="T4" fmla="*/ 0 w 1245"/>
                  <a:gd name="T5" fmla="*/ 0 h 12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45" h="1246">
                    <a:moveTo>
                      <a:pt x="1245" y="124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9" name="Freeform 160"/>
              <p:cNvSpPr>
                <a:spLocks/>
              </p:cNvSpPr>
              <p:nvPr/>
            </p:nvSpPr>
            <p:spPr bwMode="auto">
              <a:xfrm>
                <a:off x="2183" y="3491"/>
                <a:ext cx="208" cy="208"/>
              </a:xfrm>
              <a:custGeom>
                <a:avLst/>
                <a:gdLst>
                  <a:gd name="T0" fmla="*/ 0 w 1247"/>
                  <a:gd name="T1" fmla="*/ 6 h 1246"/>
                  <a:gd name="T2" fmla="*/ 6 w 1247"/>
                  <a:gd name="T3" fmla="*/ 0 h 1246"/>
                  <a:gd name="T4" fmla="*/ 6 w 1247"/>
                  <a:gd name="T5" fmla="*/ 0 h 12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47" h="1246">
                    <a:moveTo>
                      <a:pt x="0" y="1246"/>
                    </a:moveTo>
                    <a:lnTo>
                      <a:pt x="1246" y="0"/>
                    </a:lnTo>
                    <a:lnTo>
                      <a:pt x="124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0" name="Freeform 161"/>
              <p:cNvSpPr>
                <a:spLocks/>
              </p:cNvSpPr>
              <p:nvPr/>
            </p:nvSpPr>
            <p:spPr bwMode="auto">
              <a:xfrm>
                <a:off x="2184" y="2730"/>
                <a:ext cx="186" cy="198"/>
              </a:xfrm>
              <a:custGeom>
                <a:avLst/>
                <a:gdLst>
                  <a:gd name="T0" fmla="*/ 186 w 186"/>
                  <a:gd name="T1" fmla="*/ 198 h 198"/>
                  <a:gd name="T2" fmla="*/ 0 w 186"/>
                  <a:gd name="T3" fmla="*/ 0 h 19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6" h="198">
                    <a:moveTo>
                      <a:pt x="186" y="198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1" name="Freeform 162"/>
              <p:cNvSpPr>
                <a:spLocks/>
              </p:cNvSpPr>
              <p:nvPr/>
            </p:nvSpPr>
            <p:spPr bwMode="auto">
              <a:xfrm>
                <a:off x="2953" y="2741"/>
                <a:ext cx="187" cy="187"/>
              </a:xfrm>
              <a:custGeom>
                <a:avLst/>
                <a:gdLst>
                  <a:gd name="T0" fmla="*/ 0 w 1122"/>
                  <a:gd name="T1" fmla="*/ 5 h 1121"/>
                  <a:gd name="T2" fmla="*/ 5 w 1122"/>
                  <a:gd name="T3" fmla="*/ 0 h 1121"/>
                  <a:gd name="T4" fmla="*/ 5 w 1122"/>
                  <a:gd name="T5" fmla="*/ 0 h 11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2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492" name="Group 163"/>
              <p:cNvGrpSpPr>
                <a:grpSpLocks/>
              </p:cNvGrpSpPr>
              <p:nvPr/>
            </p:nvGrpSpPr>
            <p:grpSpPr bwMode="auto">
              <a:xfrm>
                <a:off x="2661" y="2466"/>
                <a:ext cx="1" cy="1504"/>
                <a:chOff x="2661" y="2466"/>
                <a:chExt cx="1" cy="1504"/>
              </a:xfrm>
            </p:grpSpPr>
            <p:sp>
              <p:nvSpPr>
                <p:cNvPr id="18520" name="Freeform 164"/>
                <p:cNvSpPr>
                  <a:spLocks/>
                </p:cNvSpPr>
                <p:nvPr/>
              </p:nvSpPr>
              <p:spPr bwMode="auto">
                <a:xfrm>
                  <a:off x="2661" y="2466"/>
                  <a:ext cx="1" cy="810"/>
                </a:xfrm>
                <a:custGeom>
                  <a:avLst/>
                  <a:gdLst>
                    <a:gd name="T0" fmla="*/ 0 w 1"/>
                    <a:gd name="T1" fmla="*/ 0 h 4858"/>
                    <a:gd name="T2" fmla="*/ 0 w 1"/>
                    <a:gd name="T3" fmla="*/ 23 h 4858"/>
                    <a:gd name="T4" fmla="*/ 1 w 1"/>
                    <a:gd name="T5" fmla="*/ 23 h 485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" h="4858">
                      <a:moveTo>
                        <a:pt x="0" y="0"/>
                      </a:moveTo>
                      <a:lnTo>
                        <a:pt x="0" y="4858"/>
                      </a:lnTo>
                      <a:lnTo>
                        <a:pt x="1" y="4858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21" name="Freeform 165"/>
                <p:cNvSpPr>
                  <a:spLocks/>
                </p:cNvSpPr>
                <p:nvPr/>
              </p:nvSpPr>
              <p:spPr bwMode="auto">
                <a:xfrm>
                  <a:off x="2661" y="3387"/>
                  <a:ext cx="1" cy="583"/>
                </a:xfrm>
                <a:custGeom>
                  <a:avLst/>
                  <a:gdLst>
                    <a:gd name="T0" fmla="*/ 0 w 1"/>
                    <a:gd name="T1" fmla="*/ 0 h 3496"/>
                    <a:gd name="T2" fmla="*/ 0 w 1"/>
                    <a:gd name="T3" fmla="*/ 16 h 3496"/>
                    <a:gd name="T4" fmla="*/ 1 w 1"/>
                    <a:gd name="T5" fmla="*/ 16 h 349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" h="3496">
                      <a:moveTo>
                        <a:pt x="0" y="0"/>
                      </a:moveTo>
                      <a:lnTo>
                        <a:pt x="0" y="3496"/>
                      </a:lnTo>
                      <a:lnTo>
                        <a:pt x="1" y="349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22" name="Freeform 166"/>
                <p:cNvSpPr>
                  <a:spLocks/>
                </p:cNvSpPr>
                <p:nvPr/>
              </p:nvSpPr>
              <p:spPr bwMode="auto">
                <a:xfrm>
                  <a:off x="2661" y="3320"/>
                  <a:ext cx="1" cy="23"/>
                </a:xfrm>
                <a:custGeom>
                  <a:avLst/>
                  <a:gdLst>
                    <a:gd name="T0" fmla="*/ 0 w 1"/>
                    <a:gd name="T1" fmla="*/ 0 h 134"/>
                    <a:gd name="T2" fmla="*/ 0 w 1"/>
                    <a:gd name="T3" fmla="*/ 1 h 134"/>
                    <a:gd name="T4" fmla="*/ 1 w 1"/>
                    <a:gd name="T5" fmla="*/ 1 h 13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" h="134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1" y="134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93" name="Group 167"/>
              <p:cNvGrpSpPr>
                <a:grpSpLocks/>
              </p:cNvGrpSpPr>
              <p:nvPr/>
            </p:nvGrpSpPr>
            <p:grpSpPr bwMode="auto">
              <a:xfrm>
                <a:off x="1901" y="3220"/>
                <a:ext cx="1535" cy="1"/>
                <a:chOff x="1901" y="3220"/>
                <a:chExt cx="1535" cy="1"/>
              </a:xfrm>
            </p:grpSpPr>
            <p:sp>
              <p:nvSpPr>
                <p:cNvPr id="18517" name="Freeform 168"/>
                <p:cNvSpPr>
                  <a:spLocks/>
                </p:cNvSpPr>
                <p:nvPr/>
              </p:nvSpPr>
              <p:spPr bwMode="auto">
                <a:xfrm>
                  <a:off x="1901" y="3220"/>
                  <a:ext cx="847" cy="1"/>
                </a:xfrm>
                <a:custGeom>
                  <a:avLst/>
                  <a:gdLst>
                    <a:gd name="T0" fmla="*/ 0 w 5082"/>
                    <a:gd name="T1" fmla="*/ 0 h 1"/>
                    <a:gd name="T2" fmla="*/ 24 w 5082"/>
                    <a:gd name="T3" fmla="*/ 0 h 1"/>
                    <a:gd name="T4" fmla="*/ 24 w 5082"/>
                    <a:gd name="T5" fmla="*/ 0 h 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082" h="1">
                      <a:moveTo>
                        <a:pt x="0" y="0"/>
                      </a:moveTo>
                      <a:lnTo>
                        <a:pt x="5080" y="0"/>
                      </a:lnTo>
                      <a:lnTo>
                        <a:pt x="508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8" name="Freeform 169"/>
                <p:cNvSpPr>
                  <a:spLocks/>
                </p:cNvSpPr>
                <p:nvPr/>
              </p:nvSpPr>
              <p:spPr bwMode="auto">
                <a:xfrm>
                  <a:off x="2792" y="3220"/>
                  <a:ext cx="34" cy="1"/>
                </a:xfrm>
                <a:custGeom>
                  <a:avLst/>
                  <a:gdLst>
                    <a:gd name="T0" fmla="*/ 0 w 201"/>
                    <a:gd name="T1" fmla="*/ 0 h 1"/>
                    <a:gd name="T2" fmla="*/ 1 w 201"/>
                    <a:gd name="T3" fmla="*/ 0 h 1"/>
                    <a:gd name="T4" fmla="*/ 1 w 201"/>
                    <a:gd name="T5" fmla="*/ 0 h 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1" h="1">
                      <a:moveTo>
                        <a:pt x="0" y="0"/>
                      </a:moveTo>
                      <a:lnTo>
                        <a:pt x="200" y="0"/>
                      </a:lnTo>
                      <a:lnTo>
                        <a:pt x="20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9" name="Freeform 170"/>
                <p:cNvSpPr>
                  <a:spLocks/>
                </p:cNvSpPr>
                <p:nvPr/>
              </p:nvSpPr>
              <p:spPr bwMode="auto">
                <a:xfrm>
                  <a:off x="2870" y="3220"/>
                  <a:ext cx="566" cy="1"/>
                </a:xfrm>
                <a:custGeom>
                  <a:avLst/>
                  <a:gdLst>
                    <a:gd name="T0" fmla="*/ 0 w 3395"/>
                    <a:gd name="T1" fmla="*/ 0 h 1"/>
                    <a:gd name="T2" fmla="*/ 16 w 3395"/>
                    <a:gd name="T3" fmla="*/ 0 h 1"/>
                    <a:gd name="T4" fmla="*/ 16 w 3395"/>
                    <a:gd name="T5" fmla="*/ 0 h 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395" h="1">
                      <a:moveTo>
                        <a:pt x="0" y="0"/>
                      </a:moveTo>
                      <a:lnTo>
                        <a:pt x="3394" y="0"/>
                      </a:lnTo>
                      <a:lnTo>
                        <a:pt x="339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94" name="Group 171"/>
              <p:cNvGrpSpPr>
                <a:grpSpLocks/>
              </p:cNvGrpSpPr>
              <p:nvPr/>
            </p:nvGrpSpPr>
            <p:grpSpPr bwMode="auto">
              <a:xfrm>
                <a:off x="2122" y="2682"/>
                <a:ext cx="1078" cy="1077"/>
                <a:chOff x="2122" y="2682"/>
                <a:chExt cx="1078" cy="1077"/>
              </a:xfrm>
            </p:grpSpPr>
            <p:sp>
              <p:nvSpPr>
                <p:cNvPr id="18511" name="Freeform 172"/>
                <p:cNvSpPr>
                  <a:spLocks/>
                </p:cNvSpPr>
                <p:nvPr/>
              </p:nvSpPr>
              <p:spPr bwMode="auto">
                <a:xfrm>
                  <a:off x="3176" y="3052"/>
                  <a:ext cx="10" cy="37"/>
                </a:xfrm>
                <a:custGeom>
                  <a:avLst/>
                  <a:gdLst>
                    <a:gd name="T0" fmla="*/ 0 w 63"/>
                    <a:gd name="T1" fmla="*/ 1 h 219"/>
                    <a:gd name="T2" fmla="*/ 0 w 63"/>
                    <a:gd name="T3" fmla="*/ 0 h 219"/>
                    <a:gd name="T4" fmla="*/ 0 w 63"/>
                    <a:gd name="T5" fmla="*/ 0 h 21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3" h="219">
                      <a:moveTo>
                        <a:pt x="63" y="21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2" name="Freeform 173"/>
                <p:cNvSpPr>
                  <a:spLocks/>
                </p:cNvSpPr>
                <p:nvPr/>
              </p:nvSpPr>
              <p:spPr bwMode="auto">
                <a:xfrm>
                  <a:off x="2604" y="2682"/>
                  <a:ext cx="557" cy="331"/>
                </a:xfrm>
                <a:custGeom>
                  <a:avLst/>
                  <a:gdLst>
                    <a:gd name="T0" fmla="*/ 15 w 3343"/>
                    <a:gd name="T1" fmla="*/ 9 h 1989"/>
                    <a:gd name="T2" fmla="*/ 13 w 3343"/>
                    <a:gd name="T3" fmla="*/ 6 h 1989"/>
                    <a:gd name="T4" fmla="*/ 11 w 3343"/>
                    <a:gd name="T5" fmla="*/ 3 h 1989"/>
                    <a:gd name="T6" fmla="*/ 7 w 3343"/>
                    <a:gd name="T7" fmla="*/ 1 h 1989"/>
                    <a:gd name="T8" fmla="*/ 4 w 3343"/>
                    <a:gd name="T9" fmla="*/ 0 h 1989"/>
                    <a:gd name="T10" fmla="*/ 0 w 3343"/>
                    <a:gd name="T11" fmla="*/ 0 h 1989"/>
                    <a:gd name="T12" fmla="*/ 0 w 3343"/>
                    <a:gd name="T13" fmla="*/ 0 h 19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343" h="1989">
                      <a:moveTo>
                        <a:pt x="3343" y="1989"/>
                      </a:moveTo>
                      <a:lnTo>
                        <a:pt x="2930" y="1266"/>
                      </a:lnTo>
                      <a:lnTo>
                        <a:pt x="2346" y="672"/>
                      </a:lnTo>
                      <a:lnTo>
                        <a:pt x="1632" y="247"/>
                      </a:lnTo>
                      <a:lnTo>
                        <a:pt x="831" y="18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3" name="Freeform 174"/>
                <p:cNvSpPr>
                  <a:spLocks/>
                </p:cNvSpPr>
                <p:nvPr/>
              </p:nvSpPr>
              <p:spPr bwMode="auto">
                <a:xfrm>
                  <a:off x="2122" y="2714"/>
                  <a:ext cx="346" cy="612"/>
                </a:xfrm>
                <a:custGeom>
                  <a:avLst/>
                  <a:gdLst>
                    <a:gd name="T0" fmla="*/ 10 w 2073"/>
                    <a:gd name="T1" fmla="*/ 0 h 3671"/>
                    <a:gd name="T2" fmla="*/ 6 w 2073"/>
                    <a:gd name="T3" fmla="*/ 2 h 3671"/>
                    <a:gd name="T4" fmla="*/ 3 w 2073"/>
                    <a:gd name="T5" fmla="*/ 5 h 3671"/>
                    <a:gd name="T6" fmla="*/ 1 w 2073"/>
                    <a:gd name="T7" fmla="*/ 9 h 3671"/>
                    <a:gd name="T8" fmla="*/ 0 w 2073"/>
                    <a:gd name="T9" fmla="*/ 13 h 3671"/>
                    <a:gd name="T10" fmla="*/ 0 w 2073"/>
                    <a:gd name="T11" fmla="*/ 17 h 3671"/>
                    <a:gd name="T12" fmla="*/ 0 w 2073"/>
                    <a:gd name="T13" fmla="*/ 17 h 367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073" h="3671">
                      <a:moveTo>
                        <a:pt x="2073" y="0"/>
                      </a:moveTo>
                      <a:lnTo>
                        <a:pt x="1279" y="441"/>
                      </a:lnTo>
                      <a:lnTo>
                        <a:pt x="639" y="1084"/>
                      </a:lnTo>
                      <a:lnTo>
                        <a:pt x="202" y="1879"/>
                      </a:lnTo>
                      <a:lnTo>
                        <a:pt x="0" y="2765"/>
                      </a:lnTo>
                      <a:lnTo>
                        <a:pt x="52" y="3671"/>
                      </a:lnTo>
                      <a:lnTo>
                        <a:pt x="53" y="367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4" name="Freeform 175"/>
                <p:cNvSpPr>
                  <a:spLocks/>
                </p:cNvSpPr>
                <p:nvPr/>
              </p:nvSpPr>
              <p:spPr bwMode="auto">
                <a:xfrm>
                  <a:off x="2512" y="2693"/>
                  <a:ext cx="26" cy="7"/>
                </a:xfrm>
                <a:custGeom>
                  <a:avLst/>
                  <a:gdLst>
                    <a:gd name="T0" fmla="*/ 1 w 157"/>
                    <a:gd name="T1" fmla="*/ 0 h 42"/>
                    <a:gd name="T2" fmla="*/ 0 w 157"/>
                    <a:gd name="T3" fmla="*/ 0 h 42"/>
                    <a:gd name="T4" fmla="*/ 0 w 157"/>
                    <a:gd name="T5" fmla="*/ 0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7" h="42">
                      <a:moveTo>
                        <a:pt x="157" y="0"/>
                      </a:moveTo>
                      <a:lnTo>
                        <a:pt x="0" y="42"/>
                      </a:lnTo>
                      <a:lnTo>
                        <a:pt x="1" y="42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5" name="Freeform 176"/>
                <p:cNvSpPr>
                  <a:spLocks/>
                </p:cNvSpPr>
                <p:nvPr/>
              </p:nvSpPr>
              <p:spPr bwMode="auto">
                <a:xfrm>
                  <a:off x="2173" y="3131"/>
                  <a:ext cx="1027" cy="628"/>
                </a:xfrm>
                <a:custGeom>
                  <a:avLst/>
                  <a:gdLst>
                    <a:gd name="T0" fmla="*/ 0 w 6162"/>
                    <a:gd name="T1" fmla="*/ 9 h 3769"/>
                    <a:gd name="T2" fmla="*/ 2 w 6162"/>
                    <a:gd name="T3" fmla="*/ 12 h 3769"/>
                    <a:gd name="T4" fmla="*/ 5 w 6162"/>
                    <a:gd name="T5" fmla="*/ 15 h 3769"/>
                    <a:gd name="T6" fmla="*/ 9 w 6162"/>
                    <a:gd name="T7" fmla="*/ 17 h 3769"/>
                    <a:gd name="T8" fmla="*/ 12 w 6162"/>
                    <a:gd name="T9" fmla="*/ 17 h 3769"/>
                    <a:gd name="T10" fmla="*/ 16 w 6162"/>
                    <a:gd name="T11" fmla="*/ 17 h 3769"/>
                    <a:gd name="T12" fmla="*/ 20 w 6162"/>
                    <a:gd name="T13" fmla="*/ 16 h 3769"/>
                    <a:gd name="T14" fmla="*/ 23 w 6162"/>
                    <a:gd name="T15" fmla="*/ 14 h 3769"/>
                    <a:gd name="T16" fmla="*/ 26 w 6162"/>
                    <a:gd name="T17" fmla="*/ 11 h 3769"/>
                    <a:gd name="T18" fmla="*/ 28 w 6162"/>
                    <a:gd name="T19" fmla="*/ 8 h 3769"/>
                    <a:gd name="T20" fmla="*/ 29 w 6162"/>
                    <a:gd name="T21" fmla="*/ 4 h 3769"/>
                    <a:gd name="T22" fmla="*/ 28 w 6162"/>
                    <a:gd name="T23" fmla="*/ 0 h 3769"/>
                    <a:gd name="T24" fmla="*/ 28 w 6162"/>
                    <a:gd name="T25" fmla="*/ 0 h 376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6162" h="3769">
                      <a:moveTo>
                        <a:pt x="0" y="1928"/>
                      </a:moveTo>
                      <a:lnTo>
                        <a:pt x="458" y="2636"/>
                      </a:lnTo>
                      <a:lnTo>
                        <a:pt x="1081" y="3202"/>
                      </a:lnTo>
                      <a:lnTo>
                        <a:pt x="1830" y="3588"/>
                      </a:lnTo>
                      <a:lnTo>
                        <a:pt x="2652" y="3769"/>
                      </a:lnTo>
                      <a:lnTo>
                        <a:pt x="3493" y="3732"/>
                      </a:lnTo>
                      <a:lnTo>
                        <a:pt x="4297" y="3480"/>
                      </a:lnTo>
                      <a:lnTo>
                        <a:pt x="5009" y="3028"/>
                      </a:lnTo>
                      <a:lnTo>
                        <a:pt x="5581" y="2410"/>
                      </a:lnTo>
                      <a:lnTo>
                        <a:pt x="5974" y="1664"/>
                      </a:lnTo>
                      <a:lnTo>
                        <a:pt x="6162" y="843"/>
                      </a:lnTo>
                      <a:lnTo>
                        <a:pt x="6133" y="0"/>
                      </a:lnTo>
                      <a:lnTo>
                        <a:pt x="613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6" name="Freeform 177"/>
                <p:cNvSpPr>
                  <a:spLocks/>
                </p:cNvSpPr>
                <p:nvPr/>
              </p:nvSpPr>
              <p:spPr bwMode="auto">
                <a:xfrm>
                  <a:off x="2145" y="3381"/>
                  <a:ext cx="12" cy="34"/>
                </a:xfrm>
                <a:custGeom>
                  <a:avLst/>
                  <a:gdLst>
                    <a:gd name="T0" fmla="*/ 0 w 72"/>
                    <a:gd name="T1" fmla="*/ 0 h 205"/>
                    <a:gd name="T2" fmla="*/ 0 w 72"/>
                    <a:gd name="T3" fmla="*/ 1 h 205"/>
                    <a:gd name="T4" fmla="*/ 0 w 72"/>
                    <a:gd name="T5" fmla="*/ 1 h 20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2" h="205">
                      <a:moveTo>
                        <a:pt x="0" y="0"/>
                      </a:moveTo>
                      <a:lnTo>
                        <a:pt x="71" y="205"/>
                      </a:lnTo>
                      <a:lnTo>
                        <a:pt x="72" y="205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95" name="Group 178"/>
              <p:cNvGrpSpPr>
                <a:grpSpLocks/>
              </p:cNvGrpSpPr>
              <p:nvPr/>
            </p:nvGrpSpPr>
            <p:grpSpPr bwMode="auto">
              <a:xfrm>
                <a:off x="2281" y="2839"/>
                <a:ext cx="762" cy="762"/>
                <a:chOff x="2281" y="2839"/>
                <a:chExt cx="762" cy="762"/>
              </a:xfrm>
            </p:grpSpPr>
            <p:sp>
              <p:nvSpPr>
                <p:cNvPr id="18499" name="Freeform 179"/>
                <p:cNvSpPr>
                  <a:spLocks/>
                </p:cNvSpPr>
                <p:nvPr/>
              </p:nvSpPr>
              <p:spPr bwMode="auto">
                <a:xfrm>
                  <a:off x="2281" y="2839"/>
                  <a:ext cx="346" cy="346"/>
                </a:xfrm>
                <a:custGeom>
                  <a:avLst/>
                  <a:gdLst>
                    <a:gd name="T0" fmla="*/ 0 w 2081"/>
                    <a:gd name="T1" fmla="*/ 10 h 2081"/>
                    <a:gd name="T2" fmla="*/ 10 w 2081"/>
                    <a:gd name="T3" fmla="*/ 0 h 2081"/>
                    <a:gd name="T4" fmla="*/ 10 w 2081"/>
                    <a:gd name="T5" fmla="*/ 0 h 208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81" h="2081">
                      <a:moveTo>
                        <a:pt x="0" y="2081"/>
                      </a:moveTo>
                      <a:lnTo>
                        <a:pt x="2080" y="0"/>
                      </a:lnTo>
                      <a:lnTo>
                        <a:pt x="208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0" name="Freeform 180"/>
                <p:cNvSpPr>
                  <a:spLocks/>
                </p:cNvSpPr>
                <p:nvPr/>
              </p:nvSpPr>
              <p:spPr bwMode="auto">
                <a:xfrm>
                  <a:off x="2294" y="3212"/>
                  <a:ext cx="113" cy="113"/>
                </a:xfrm>
                <a:custGeom>
                  <a:avLst/>
                  <a:gdLst>
                    <a:gd name="T0" fmla="*/ 0 w 679"/>
                    <a:gd name="T1" fmla="*/ 3 h 678"/>
                    <a:gd name="T2" fmla="*/ 3 w 679"/>
                    <a:gd name="T3" fmla="*/ 0 h 678"/>
                    <a:gd name="T4" fmla="*/ 3 w 679"/>
                    <a:gd name="T5" fmla="*/ 0 h 67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79" h="678">
                      <a:moveTo>
                        <a:pt x="0" y="678"/>
                      </a:moveTo>
                      <a:lnTo>
                        <a:pt x="678" y="0"/>
                      </a:lnTo>
                      <a:lnTo>
                        <a:pt x="67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1" name="Freeform 181"/>
                <p:cNvSpPr>
                  <a:spLocks/>
                </p:cNvSpPr>
                <p:nvPr/>
              </p:nvSpPr>
              <p:spPr bwMode="auto">
                <a:xfrm>
                  <a:off x="2654" y="2852"/>
                  <a:ext cx="113" cy="113"/>
                </a:xfrm>
                <a:custGeom>
                  <a:avLst/>
                  <a:gdLst>
                    <a:gd name="T0" fmla="*/ 0 w 679"/>
                    <a:gd name="T1" fmla="*/ 3 h 677"/>
                    <a:gd name="T2" fmla="*/ 3 w 679"/>
                    <a:gd name="T3" fmla="*/ 0 h 677"/>
                    <a:gd name="T4" fmla="*/ 3 w 679"/>
                    <a:gd name="T5" fmla="*/ 0 h 67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79" h="677">
                      <a:moveTo>
                        <a:pt x="0" y="677"/>
                      </a:moveTo>
                      <a:lnTo>
                        <a:pt x="678" y="0"/>
                      </a:lnTo>
                      <a:lnTo>
                        <a:pt x="67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2" name="Freeform 182"/>
                <p:cNvSpPr>
                  <a:spLocks/>
                </p:cNvSpPr>
                <p:nvPr/>
              </p:nvSpPr>
              <p:spPr bwMode="auto">
                <a:xfrm>
                  <a:off x="2342" y="3337"/>
                  <a:ext cx="93" cy="93"/>
                </a:xfrm>
                <a:custGeom>
                  <a:avLst/>
                  <a:gdLst>
                    <a:gd name="T0" fmla="*/ 0 w 559"/>
                    <a:gd name="T1" fmla="*/ 2 h 560"/>
                    <a:gd name="T2" fmla="*/ 2 w 559"/>
                    <a:gd name="T3" fmla="*/ 0 h 560"/>
                    <a:gd name="T4" fmla="*/ 2 w 559"/>
                    <a:gd name="T5" fmla="*/ 0 h 56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59" h="560">
                      <a:moveTo>
                        <a:pt x="0" y="560"/>
                      </a:moveTo>
                      <a:lnTo>
                        <a:pt x="558" y="0"/>
                      </a:lnTo>
                      <a:lnTo>
                        <a:pt x="55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3" name="Freeform 183"/>
                <p:cNvSpPr>
                  <a:spLocks/>
                </p:cNvSpPr>
                <p:nvPr/>
              </p:nvSpPr>
              <p:spPr bwMode="auto">
                <a:xfrm>
                  <a:off x="2778" y="2900"/>
                  <a:ext cx="94" cy="93"/>
                </a:xfrm>
                <a:custGeom>
                  <a:avLst/>
                  <a:gdLst>
                    <a:gd name="T0" fmla="*/ 0 w 560"/>
                    <a:gd name="T1" fmla="*/ 2 h 559"/>
                    <a:gd name="T2" fmla="*/ 3 w 560"/>
                    <a:gd name="T3" fmla="*/ 0 h 559"/>
                    <a:gd name="T4" fmla="*/ 3 w 560"/>
                    <a:gd name="T5" fmla="*/ 0 h 55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60" h="559">
                      <a:moveTo>
                        <a:pt x="0" y="559"/>
                      </a:moveTo>
                      <a:lnTo>
                        <a:pt x="559" y="0"/>
                      </a:lnTo>
                      <a:lnTo>
                        <a:pt x="56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4" name="Freeform 184"/>
                <p:cNvSpPr>
                  <a:spLocks/>
                </p:cNvSpPr>
                <p:nvPr/>
              </p:nvSpPr>
              <p:spPr bwMode="auto">
                <a:xfrm>
                  <a:off x="2413" y="3420"/>
                  <a:ext cx="91" cy="91"/>
                </a:xfrm>
                <a:custGeom>
                  <a:avLst/>
                  <a:gdLst>
                    <a:gd name="T0" fmla="*/ 0 w 544"/>
                    <a:gd name="T1" fmla="*/ 3 h 544"/>
                    <a:gd name="T2" fmla="*/ 3 w 544"/>
                    <a:gd name="T3" fmla="*/ 0 h 544"/>
                    <a:gd name="T4" fmla="*/ 3 w 544"/>
                    <a:gd name="T5" fmla="*/ 0 h 5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44" h="544">
                      <a:moveTo>
                        <a:pt x="0" y="544"/>
                      </a:moveTo>
                      <a:lnTo>
                        <a:pt x="543" y="0"/>
                      </a:lnTo>
                      <a:lnTo>
                        <a:pt x="54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5" name="Freeform 185"/>
                <p:cNvSpPr>
                  <a:spLocks/>
                </p:cNvSpPr>
                <p:nvPr/>
              </p:nvSpPr>
              <p:spPr bwMode="auto">
                <a:xfrm>
                  <a:off x="2862" y="2971"/>
                  <a:ext cx="91" cy="91"/>
                </a:xfrm>
                <a:custGeom>
                  <a:avLst/>
                  <a:gdLst>
                    <a:gd name="T0" fmla="*/ 0 w 544"/>
                    <a:gd name="T1" fmla="*/ 3 h 544"/>
                    <a:gd name="T2" fmla="*/ 3 w 544"/>
                    <a:gd name="T3" fmla="*/ 0 h 544"/>
                    <a:gd name="T4" fmla="*/ 3 w 544"/>
                    <a:gd name="T5" fmla="*/ 0 h 5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44" h="544">
                      <a:moveTo>
                        <a:pt x="0" y="544"/>
                      </a:moveTo>
                      <a:lnTo>
                        <a:pt x="543" y="0"/>
                      </a:lnTo>
                      <a:lnTo>
                        <a:pt x="54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6" name="Freeform 186"/>
                <p:cNvSpPr>
                  <a:spLocks/>
                </p:cNvSpPr>
                <p:nvPr/>
              </p:nvSpPr>
              <p:spPr bwMode="auto">
                <a:xfrm>
                  <a:off x="2507" y="3470"/>
                  <a:ext cx="101" cy="100"/>
                </a:xfrm>
                <a:custGeom>
                  <a:avLst/>
                  <a:gdLst>
                    <a:gd name="T0" fmla="*/ 0 w 605"/>
                    <a:gd name="T1" fmla="*/ 3 h 604"/>
                    <a:gd name="T2" fmla="*/ 3 w 605"/>
                    <a:gd name="T3" fmla="*/ 0 h 604"/>
                    <a:gd name="T4" fmla="*/ 3 w 605"/>
                    <a:gd name="T5" fmla="*/ 0 h 60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05" h="604">
                      <a:moveTo>
                        <a:pt x="0" y="604"/>
                      </a:moveTo>
                      <a:lnTo>
                        <a:pt x="603" y="0"/>
                      </a:lnTo>
                      <a:lnTo>
                        <a:pt x="60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7" name="Freeform 187"/>
                <p:cNvSpPr>
                  <a:spLocks/>
                </p:cNvSpPr>
                <p:nvPr/>
              </p:nvSpPr>
              <p:spPr bwMode="auto">
                <a:xfrm>
                  <a:off x="2911" y="3065"/>
                  <a:ext cx="101" cy="101"/>
                </a:xfrm>
                <a:custGeom>
                  <a:avLst/>
                  <a:gdLst>
                    <a:gd name="T0" fmla="*/ 0 w 605"/>
                    <a:gd name="T1" fmla="*/ 3 h 605"/>
                    <a:gd name="T2" fmla="*/ 3 w 605"/>
                    <a:gd name="T3" fmla="*/ 0 h 605"/>
                    <a:gd name="T4" fmla="*/ 3 w 605"/>
                    <a:gd name="T5" fmla="*/ 0 h 60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05" h="605">
                      <a:moveTo>
                        <a:pt x="0" y="605"/>
                      </a:moveTo>
                      <a:lnTo>
                        <a:pt x="604" y="0"/>
                      </a:lnTo>
                      <a:lnTo>
                        <a:pt x="60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8" name="Freeform 188"/>
                <p:cNvSpPr>
                  <a:spLocks/>
                </p:cNvSpPr>
                <p:nvPr/>
              </p:nvSpPr>
              <p:spPr bwMode="auto">
                <a:xfrm>
                  <a:off x="2628" y="3442"/>
                  <a:ext cx="160" cy="159"/>
                </a:xfrm>
                <a:custGeom>
                  <a:avLst/>
                  <a:gdLst>
                    <a:gd name="T0" fmla="*/ 0 w 959"/>
                    <a:gd name="T1" fmla="*/ 4 h 959"/>
                    <a:gd name="T2" fmla="*/ 5 w 959"/>
                    <a:gd name="T3" fmla="*/ 0 h 959"/>
                    <a:gd name="T4" fmla="*/ 5 w 959"/>
                    <a:gd name="T5" fmla="*/ 0 h 95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59" h="959">
                      <a:moveTo>
                        <a:pt x="0" y="959"/>
                      </a:moveTo>
                      <a:lnTo>
                        <a:pt x="958" y="0"/>
                      </a:lnTo>
                      <a:lnTo>
                        <a:pt x="95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9" name="Freeform 189"/>
                <p:cNvSpPr>
                  <a:spLocks/>
                </p:cNvSpPr>
                <p:nvPr/>
              </p:nvSpPr>
              <p:spPr bwMode="auto">
                <a:xfrm>
                  <a:off x="2883" y="3187"/>
                  <a:ext cx="160" cy="160"/>
                </a:xfrm>
                <a:custGeom>
                  <a:avLst/>
                  <a:gdLst>
                    <a:gd name="T0" fmla="*/ 0 w 961"/>
                    <a:gd name="T1" fmla="*/ 5 h 959"/>
                    <a:gd name="T2" fmla="*/ 4 w 961"/>
                    <a:gd name="T3" fmla="*/ 0 h 959"/>
                    <a:gd name="T4" fmla="*/ 4 w 961"/>
                    <a:gd name="T5" fmla="*/ 0 h 95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61" h="959">
                      <a:moveTo>
                        <a:pt x="0" y="959"/>
                      </a:moveTo>
                      <a:lnTo>
                        <a:pt x="959" y="0"/>
                      </a:lnTo>
                      <a:lnTo>
                        <a:pt x="96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0" name="Freeform 190"/>
                <p:cNvSpPr>
                  <a:spLocks/>
                </p:cNvSpPr>
                <p:nvPr/>
              </p:nvSpPr>
              <p:spPr bwMode="auto">
                <a:xfrm>
                  <a:off x="2809" y="3368"/>
                  <a:ext cx="206" cy="205"/>
                </a:xfrm>
                <a:custGeom>
                  <a:avLst/>
                  <a:gdLst>
                    <a:gd name="T0" fmla="*/ 0 w 1230"/>
                    <a:gd name="T1" fmla="*/ 6 h 1231"/>
                    <a:gd name="T2" fmla="*/ 6 w 1230"/>
                    <a:gd name="T3" fmla="*/ 0 h 1231"/>
                    <a:gd name="T4" fmla="*/ 6 w 1230"/>
                    <a:gd name="T5" fmla="*/ 0 h 12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30" h="1231">
                      <a:moveTo>
                        <a:pt x="0" y="1231"/>
                      </a:moveTo>
                      <a:lnTo>
                        <a:pt x="1229" y="0"/>
                      </a:lnTo>
                      <a:lnTo>
                        <a:pt x="123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496" name="Oval 191"/>
              <p:cNvSpPr>
                <a:spLocks noChangeArrowheads="1"/>
              </p:cNvSpPr>
              <p:nvPr/>
            </p:nvSpPr>
            <p:spPr bwMode="auto">
              <a:xfrm>
                <a:off x="2949" y="2750"/>
                <a:ext cx="183" cy="18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497" name="Oval 192"/>
              <p:cNvSpPr>
                <a:spLocks noChangeArrowheads="1"/>
              </p:cNvSpPr>
              <p:nvPr/>
            </p:nvSpPr>
            <p:spPr bwMode="auto">
              <a:xfrm>
                <a:off x="2192" y="2745"/>
                <a:ext cx="183" cy="18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498" name="Oval 193"/>
              <p:cNvSpPr>
                <a:spLocks noChangeArrowheads="1"/>
              </p:cNvSpPr>
              <p:nvPr/>
            </p:nvSpPr>
            <p:spPr bwMode="auto">
              <a:xfrm>
                <a:off x="2949" y="3504"/>
                <a:ext cx="183" cy="18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18481" name="Line 194"/>
            <p:cNvSpPr>
              <a:spLocks noChangeShapeType="1"/>
            </p:cNvSpPr>
            <p:nvPr/>
          </p:nvSpPr>
          <p:spPr bwMode="auto">
            <a:xfrm>
              <a:off x="3379" y="2832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2" name="Line 195"/>
            <p:cNvSpPr>
              <a:spLocks noChangeShapeType="1"/>
            </p:cNvSpPr>
            <p:nvPr/>
          </p:nvSpPr>
          <p:spPr bwMode="auto">
            <a:xfrm>
              <a:off x="4103" y="2829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3" name="Text Box 196"/>
            <p:cNvSpPr txBox="1">
              <a:spLocks noChangeArrowheads="1"/>
            </p:cNvSpPr>
            <p:nvPr/>
          </p:nvSpPr>
          <p:spPr bwMode="auto">
            <a:xfrm>
              <a:off x="3595" y="3087"/>
              <a:ext cx="4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  <a:r>
                <a:rPr lang="zh-CN" altLang="en-US" sz="2000"/>
                <a:t>－</a:t>
              </a:r>
              <a:r>
                <a:rPr lang="en-US" altLang="zh-CN" sz="2000" i="1">
                  <a:latin typeface="宋体" pitchFamily="2" charset="-122"/>
                </a:rPr>
                <a:t>A</a:t>
              </a:r>
              <a:endParaRPr lang="en-US" altLang="zh-CN" sz="2000"/>
            </a:p>
          </p:txBody>
        </p:sp>
      </p:grpSp>
      <p:sp>
        <p:nvSpPr>
          <p:cNvPr id="211141" name="Text Box 197"/>
          <p:cNvSpPr txBox="1">
            <a:spLocks noChangeArrowheads="1"/>
          </p:cNvSpPr>
          <p:nvPr/>
        </p:nvSpPr>
        <p:spPr bwMode="auto">
          <a:xfrm>
            <a:off x="604838" y="3778250"/>
            <a:ext cx="52895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当画出的剖面线与图形的主要轮廓线或剖面区域的轴线平行时，该图形的剖面线应画成与水平成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30°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或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60°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角，</a:t>
            </a:r>
            <a:r>
              <a:rPr lang="zh-CN" altLang="en-US" sz="240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但其倾斜方向与其他图形的剖面线一致。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10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1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1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14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DAD1BD8-4710-4673-BABF-DD59EAAEFC1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152400" y="90488"/>
            <a:ext cx="6457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宋体" pitchFamily="2" charset="-122"/>
                <a:ea typeface="黑体" pitchFamily="2" charset="-122"/>
              </a:rPr>
              <a:t>二、剖视的种类及适用条件</a:t>
            </a:r>
            <a:endParaRPr lang="zh-CN" altLang="en-US">
              <a:ea typeface="黑体" pitchFamily="2" charset="-122"/>
            </a:endParaRPr>
          </a:p>
        </p:txBody>
      </p:sp>
      <p:sp>
        <p:nvSpPr>
          <p:cNvPr id="214019" name="Text Box 3"/>
          <p:cNvSpPr txBox="1">
            <a:spLocks noChangeArrowheads="1"/>
          </p:cNvSpPr>
          <p:nvPr/>
        </p:nvSpPr>
        <p:spPr bwMode="auto">
          <a:xfrm>
            <a:off x="425450" y="687388"/>
            <a:ext cx="5205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全剖视</a:t>
            </a:r>
            <a:endParaRPr lang="zh-CN" altLang="en-US" sz="28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784225" y="1195388"/>
            <a:ext cx="8251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ea typeface="黑体" pitchFamily="2" charset="-122"/>
              </a:rPr>
              <a:t>适用条件：外形简单，内形复杂，图形不对称。</a:t>
            </a:r>
          </a:p>
        </p:txBody>
      </p:sp>
      <p:grpSp>
        <p:nvGrpSpPr>
          <p:cNvPr id="214023" name="Group 7"/>
          <p:cNvGrpSpPr>
            <a:grpSpLocks/>
          </p:cNvGrpSpPr>
          <p:nvPr/>
        </p:nvGrpSpPr>
        <p:grpSpPr bwMode="auto">
          <a:xfrm>
            <a:off x="3825875" y="1905000"/>
            <a:ext cx="5130800" cy="4416425"/>
            <a:chOff x="2122" y="1016"/>
            <a:chExt cx="3429" cy="2906"/>
          </a:xfrm>
        </p:grpSpPr>
        <p:sp>
          <p:nvSpPr>
            <p:cNvPr id="19465" name="Text Box 8"/>
            <p:cNvSpPr txBox="1">
              <a:spLocks noChangeArrowheads="1"/>
            </p:cNvSpPr>
            <p:nvPr/>
          </p:nvSpPr>
          <p:spPr bwMode="auto">
            <a:xfrm>
              <a:off x="2122" y="2980"/>
              <a:ext cx="20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19466" name="Freeform 9"/>
            <p:cNvSpPr>
              <a:spLocks/>
            </p:cNvSpPr>
            <p:nvPr/>
          </p:nvSpPr>
          <p:spPr bwMode="auto">
            <a:xfrm>
              <a:off x="2454" y="3164"/>
              <a:ext cx="2784" cy="1"/>
            </a:xfrm>
            <a:custGeom>
              <a:avLst/>
              <a:gdLst>
                <a:gd name="T0" fmla="*/ 0 w 3075"/>
                <a:gd name="T1" fmla="*/ 0 h 1"/>
                <a:gd name="T2" fmla="*/ 2282 w 307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75" h="1">
                  <a:moveTo>
                    <a:pt x="0" y="0"/>
                  </a:moveTo>
                  <a:lnTo>
                    <a:pt x="307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7" name="Freeform 10"/>
            <p:cNvSpPr>
              <a:spLocks/>
            </p:cNvSpPr>
            <p:nvPr/>
          </p:nvSpPr>
          <p:spPr bwMode="auto">
            <a:xfrm>
              <a:off x="2929" y="2700"/>
              <a:ext cx="1" cy="942"/>
            </a:xfrm>
            <a:custGeom>
              <a:avLst/>
              <a:gdLst>
                <a:gd name="T0" fmla="*/ 0 w 1"/>
                <a:gd name="T1" fmla="*/ 0 h 1035"/>
                <a:gd name="T2" fmla="*/ 0 w 1"/>
                <a:gd name="T3" fmla="*/ 780 h 10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35">
                  <a:moveTo>
                    <a:pt x="0" y="0"/>
                  </a:moveTo>
                  <a:lnTo>
                    <a:pt x="0" y="10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8" name="Oval 11"/>
            <p:cNvSpPr>
              <a:spLocks noChangeArrowheads="1"/>
            </p:cNvSpPr>
            <p:nvPr/>
          </p:nvSpPr>
          <p:spPr bwMode="auto">
            <a:xfrm>
              <a:off x="3820" y="2549"/>
              <a:ext cx="1304" cy="122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69" name="Oval 12"/>
            <p:cNvSpPr>
              <a:spLocks noChangeArrowheads="1"/>
            </p:cNvSpPr>
            <p:nvPr/>
          </p:nvSpPr>
          <p:spPr bwMode="auto">
            <a:xfrm>
              <a:off x="4009" y="2724"/>
              <a:ext cx="927" cy="87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70" name="Oval 13"/>
            <p:cNvSpPr>
              <a:spLocks noChangeArrowheads="1"/>
            </p:cNvSpPr>
            <p:nvPr/>
          </p:nvSpPr>
          <p:spPr bwMode="auto">
            <a:xfrm>
              <a:off x="4204" y="2899"/>
              <a:ext cx="557" cy="52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71" name="Oval 14"/>
            <p:cNvSpPr>
              <a:spLocks noChangeArrowheads="1"/>
            </p:cNvSpPr>
            <p:nvPr/>
          </p:nvSpPr>
          <p:spPr bwMode="auto">
            <a:xfrm>
              <a:off x="2647" y="2899"/>
              <a:ext cx="565" cy="52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72" name="Freeform 15"/>
            <p:cNvSpPr>
              <a:spLocks/>
            </p:cNvSpPr>
            <p:nvPr/>
          </p:nvSpPr>
          <p:spPr bwMode="auto">
            <a:xfrm>
              <a:off x="2861" y="2564"/>
              <a:ext cx="1467" cy="246"/>
            </a:xfrm>
            <a:custGeom>
              <a:avLst/>
              <a:gdLst>
                <a:gd name="T0" fmla="*/ 0 w 1620"/>
                <a:gd name="T1" fmla="*/ 204 h 270"/>
                <a:gd name="T2" fmla="*/ 1203 w 1620"/>
                <a:gd name="T3" fmla="*/ 0 h 2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20" h="270">
                  <a:moveTo>
                    <a:pt x="0" y="270"/>
                  </a:moveTo>
                  <a:lnTo>
                    <a:pt x="16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3" name="Freeform 16"/>
            <p:cNvSpPr>
              <a:spLocks/>
            </p:cNvSpPr>
            <p:nvPr/>
          </p:nvSpPr>
          <p:spPr bwMode="auto">
            <a:xfrm>
              <a:off x="2821" y="3505"/>
              <a:ext cx="1466" cy="246"/>
            </a:xfrm>
            <a:custGeom>
              <a:avLst/>
              <a:gdLst>
                <a:gd name="T0" fmla="*/ 0 w 1620"/>
                <a:gd name="T1" fmla="*/ 0 h 270"/>
                <a:gd name="T2" fmla="*/ 1201 w 1620"/>
                <a:gd name="T3" fmla="*/ 204 h 2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20" h="270">
                  <a:moveTo>
                    <a:pt x="0" y="0"/>
                  </a:moveTo>
                  <a:lnTo>
                    <a:pt x="1620" y="27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4" name="Freeform 17"/>
            <p:cNvSpPr>
              <a:spLocks/>
            </p:cNvSpPr>
            <p:nvPr/>
          </p:nvSpPr>
          <p:spPr bwMode="auto">
            <a:xfrm>
              <a:off x="2527" y="2810"/>
              <a:ext cx="375" cy="709"/>
            </a:xfrm>
            <a:custGeom>
              <a:avLst/>
              <a:gdLst>
                <a:gd name="T0" fmla="*/ 338 w 395"/>
                <a:gd name="T1" fmla="*/ 0 h 780"/>
                <a:gd name="T2" fmla="*/ 261 w 395"/>
                <a:gd name="T3" fmla="*/ 12 h 780"/>
                <a:gd name="T4" fmla="*/ 159 w 395"/>
                <a:gd name="T5" fmla="*/ 45 h 780"/>
                <a:gd name="T6" fmla="*/ 81 w 395"/>
                <a:gd name="T7" fmla="*/ 102 h 780"/>
                <a:gd name="T8" fmla="*/ 29 w 395"/>
                <a:gd name="T9" fmla="*/ 169 h 780"/>
                <a:gd name="T10" fmla="*/ 5 w 395"/>
                <a:gd name="T11" fmla="*/ 236 h 780"/>
                <a:gd name="T12" fmla="*/ 5 w 395"/>
                <a:gd name="T13" fmla="*/ 326 h 780"/>
                <a:gd name="T14" fmla="*/ 29 w 395"/>
                <a:gd name="T15" fmla="*/ 405 h 780"/>
                <a:gd name="T16" fmla="*/ 81 w 395"/>
                <a:gd name="T17" fmla="*/ 474 h 780"/>
                <a:gd name="T18" fmla="*/ 133 w 395"/>
                <a:gd name="T19" fmla="*/ 518 h 780"/>
                <a:gd name="T20" fmla="*/ 197 w 395"/>
                <a:gd name="T21" fmla="*/ 552 h 780"/>
                <a:gd name="T22" fmla="*/ 299 w 395"/>
                <a:gd name="T23" fmla="*/ 585 h 78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5" h="780">
                  <a:moveTo>
                    <a:pt x="395" y="0"/>
                  </a:moveTo>
                  <a:cubicBezTo>
                    <a:pt x="380" y="2"/>
                    <a:pt x="340" y="5"/>
                    <a:pt x="305" y="15"/>
                  </a:cubicBezTo>
                  <a:cubicBezTo>
                    <a:pt x="270" y="25"/>
                    <a:pt x="220" y="40"/>
                    <a:pt x="185" y="60"/>
                  </a:cubicBezTo>
                  <a:cubicBezTo>
                    <a:pt x="150" y="80"/>
                    <a:pt x="120" y="108"/>
                    <a:pt x="95" y="135"/>
                  </a:cubicBezTo>
                  <a:cubicBezTo>
                    <a:pt x="70" y="162"/>
                    <a:pt x="50" y="195"/>
                    <a:pt x="35" y="225"/>
                  </a:cubicBezTo>
                  <a:cubicBezTo>
                    <a:pt x="20" y="255"/>
                    <a:pt x="10" y="280"/>
                    <a:pt x="5" y="315"/>
                  </a:cubicBezTo>
                  <a:cubicBezTo>
                    <a:pt x="0" y="350"/>
                    <a:pt x="0" y="398"/>
                    <a:pt x="5" y="435"/>
                  </a:cubicBezTo>
                  <a:cubicBezTo>
                    <a:pt x="10" y="472"/>
                    <a:pt x="20" y="508"/>
                    <a:pt x="35" y="540"/>
                  </a:cubicBezTo>
                  <a:cubicBezTo>
                    <a:pt x="50" y="572"/>
                    <a:pt x="75" y="605"/>
                    <a:pt x="95" y="630"/>
                  </a:cubicBezTo>
                  <a:cubicBezTo>
                    <a:pt x="115" y="655"/>
                    <a:pt x="133" y="673"/>
                    <a:pt x="155" y="690"/>
                  </a:cubicBezTo>
                  <a:cubicBezTo>
                    <a:pt x="177" y="707"/>
                    <a:pt x="197" y="720"/>
                    <a:pt x="230" y="735"/>
                  </a:cubicBezTo>
                  <a:cubicBezTo>
                    <a:pt x="263" y="750"/>
                    <a:pt x="325" y="771"/>
                    <a:pt x="350" y="7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5" name="Freeform 18"/>
            <p:cNvSpPr>
              <a:spLocks/>
            </p:cNvSpPr>
            <p:nvPr/>
          </p:nvSpPr>
          <p:spPr bwMode="auto">
            <a:xfrm>
              <a:off x="3807" y="1628"/>
              <a:ext cx="264" cy="263"/>
            </a:xfrm>
            <a:custGeom>
              <a:avLst/>
              <a:gdLst>
                <a:gd name="T0" fmla="*/ 0 w 264"/>
                <a:gd name="T1" fmla="*/ 263 h 263"/>
                <a:gd name="T2" fmla="*/ 264 w 264"/>
                <a:gd name="T3" fmla="*/ 0 h 2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4" h="263">
                  <a:moveTo>
                    <a:pt x="0" y="263"/>
                  </a:moveTo>
                  <a:lnTo>
                    <a:pt x="26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6" name="Freeform 19"/>
            <p:cNvSpPr>
              <a:spLocks/>
            </p:cNvSpPr>
            <p:nvPr/>
          </p:nvSpPr>
          <p:spPr bwMode="auto">
            <a:xfrm>
              <a:off x="4027" y="2267"/>
              <a:ext cx="140" cy="139"/>
            </a:xfrm>
            <a:custGeom>
              <a:avLst/>
              <a:gdLst>
                <a:gd name="T0" fmla="*/ 0 w 140"/>
                <a:gd name="T1" fmla="*/ 139 h 139"/>
                <a:gd name="T2" fmla="*/ 140 w 140"/>
                <a:gd name="T3" fmla="*/ 0 h 1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0" h="139">
                  <a:moveTo>
                    <a:pt x="0" y="139"/>
                  </a:moveTo>
                  <a:lnTo>
                    <a:pt x="14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7" name="Line 20"/>
            <p:cNvSpPr>
              <a:spLocks noChangeShapeType="1"/>
            </p:cNvSpPr>
            <p:nvPr/>
          </p:nvSpPr>
          <p:spPr bwMode="auto">
            <a:xfrm flipV="1">
              <a:off x="3798" y="2005"/>
              <a:ext cx="38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8" name="Freeform 21"/>
            <p:cNvSpPr>
              <a:spLocks/>
            </p:cNvSpPr>
            <p:nvPr/>
          </p:nvSpPr>
          <p:spPr bwMode="auto">
            <a:xfrm>
              <a:off x="3547" y="1771"/>
              <a:ext cx="635" cy="635"/>
            </a:xfrm>
            <a:custGeom>
              <a:avLst/>
              <a:gdLst>
                <a:gd name="T0" fmla="*/ 0 w 635"/>
                <a:gd name="T1" fmla="*/ 635 h 635"/>
                <a:gd name="T2" fmla="*/ 635 w 635"/>
                <a:gd name="T3" fmla="*/ 0 h 6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9" name="Freeform 22"/>
            <p:cNvSpPr>
              <a:spLocks/>
            </p:cNvSpPr>
            <p:nvPr/>
          </p:nvSpPr>
          <p:spPr bwMode="auto">
            <a:xfrm>
              <a:off x="3318" y="2034"/>
              <a:ext cx="354" cy="355"/>
            </a:xfrm>
            <a:custGeom>
              <a:avLst/>
              <a:gdLst>
                <a:gd name="T0" fmla="*/ 0 w 354"/>
                <a:gd name="T1" fmla="*/ 355 h 355"/>
                <a:gd name="T2" fmla="*/ 354 w 354"/>
                <a:gd name="T3" fmla="*/ 0 h 3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4" h="355">
                  <a:moveTo>
                    <a:pt x="0" y="355"/>
                  </a:moveTo>
                  <a:lnTo>
                    <a:pt x="35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0" name="Freeform 23"/>
            <p:cNvSpPr>
              <a:spLocks/>
            </p:cNvSpPr>
            <p:nvPr/>
          </p:nvSpPr>
          <p:spPr bwMode="auto">
            <a:xfrm>
              <a:off x="3809" y="1482"/>
              <a:ext cx="182" cy="182"/>
            </a:xfrm>
            <a:custGeom>
              <a:avLst/>
              <a:gdLst>
                <a:gd name="T0" fmla="*/ 0 w 182"/>
                <a:gd name="T1" fmla="*/ 182 h 182"/>
                <a:gd name="T2" fmla="*/ 182 w 182"/>
                <a:gd name="T3" fmla="*/ 0 h 1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182">
                  <a:moveTo>
                    <a:pt x="0" y="182"/>
                  </a:moveTo>
                  <a:lnTo>
                    <a:pt x="18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1" name="Freeform 24"/>
            <p:cNvSpPr>
              <a:spLocks/>
            </p:cNvSpPr>
            <p:nvPr/>
          </p:nvSpPr>
          <p:spPr bwMode="auto">
            <a:xfrm>
              <a:off x="3816" y="1293"/>
              <a:ext cx="160" cy="153"/>
            </a:xfrm>
            <a:custGeom>
              <a:avLst/>
              <a:gdLst>
                <a:gd name="T0" fmla="*/ 0 w 160"/>
                <a:gd name="T1" fmla="*/ 153 h 153"/>
                <a:gd name="T2" fmla="*/ 160 w 160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0" h="153">
                  <a:moveTo>
                    <a:pt x="0" y="153"/>
                  </a:moveTo>
                  <a:lnTo>
                    <a:pt x="1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2" name="Freeform 25"/>
            <p:cNvSpPr>
              <a:spLocks/>
            </p:cNvSpPr>
            <p:nvPr/>
          </p:nvSpPr>
          <p:spPr bwMode="auto">
            <a:xfrm>
              <a:off x="3203" y="2028"/>
              <a:ext cx="250" cy="247"/>
            </a:xfrm>
            <a:custGeom>
              <a:avLst/>
              <a:gdLst>
                <a:gd name="T0" fmla="*/ 0 w 250"/>
                <a:gd name="T1" fmla="*/ 247 h 247"/>
                <a:gd name="T2" fmla="*/ 250 w 250"/>
                <a:gd name="T3" fmla="*/ 0 h 2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0" h="247">
                  <a:moveTo>
                    <a:pt x="0" y="247"/>
                  </a:moveTo>
                  <a:lnTo>
                    <a:pt x="25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3" name="Line 26"/>
            <p:cNvSpPr>
              <a:spLocks noChangeShapeType="1"/>
            </p:cNvSpPr>
            <p:nvPr/>
          </p:nvSpPr>
          <p:spPr bwMode="auto">
            <a:xfrm flipV="1">
              <a:off x="4987" y="225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4" name="Freeform 27"/>
            <p:cNvSpPr>
              <a:spLocks/>
            </p:cNvSpPr>
            <p:nvPr/>
          </p:nvSpPr>
          <p:spPr bwMode="auto">
            <a:xfrm>
              <a:off x="4782" y="2028"/>
              <a:ext cx="343" cy="344"/>
            </a:xfrm>
            <a:custGeom>
              <a:avLst/>
              <a:gdLst>
                <a:gd name="T0" fmla="*/ 0 w 343"/>
                <a:gd name="T1" fmla="*/ 344 h 344"/>
                <a:gd name="T2" fmla="*/ 343 w 343"/>
                <a:gd name="T3" fmla="*/ 0 h 3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3" h="344">
                  <a:moveTo>
                    <a:pt x="0" y="344"/>
                  </a:moveTo>
                  <a:lnTo>
                    <a:pt x="3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5" name="Freeform 28"/>
            <p:cNvSpPr>
              <a:spLocks/>
            </p:cNvSpPr>
            <p:nvPr/>
          </p:nvSpPr>
          <p:spPr bwMode="auto">
            <a:xfrm>
              <a:off x="4776" y="1779"/>
              <a:ext cx="359" cy="358"/>
            </a:xfrm>
            <a:custGeom>
              <a:avLst/>
              <a:gdLst>
                <a:gd name="T0" fmla="*/ 0 w 359"/>
                <a:gd name="T1" fmla="*/ 358 h 358"/>
                <a:gd name="T2" fmla="*/ 359 w 359"/>
                <a:gd name="T3" fmla="*/ 0 h 3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9" h="358">
                  <a:moveTo>
                    <a:pt x="0" y="358"/>
                  </a:moveTo>
                  <a:lnTo>
                    <a:pt x="35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6" name="Freeform 29"/>
            <p:cNvSpPr>
              <a:spLocks/>
            </p:cNvSpPr>
            <p:nvPr/>
          </p:nvSpPr>
          <p:spPr bwMode="auto">
            <a:xfrm>
              <a:off x="4784" y="1540"/>
              <a:ext cx="349" cy="343"/>
            </a:xfrm>
            <a:custGeom>
              <a:avLst/>
              <a:gdLst>
                <a:gd name="T0" fmla="*/ 0 w 349"/>
                <a:gd name="T1" fmla="*/ 343 h 343"/>
                <a:gd name="T2" fmla="*/ 349 w 349"/>
                <a:gd name="T3" fmla="*/ 0 h 3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9" h="343">
                  <a:moveTo>
                    <a:pt x="0" y="343"/>
                  </a:moveTo>
                  <a:lnTo>
                    <a:pt x="34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7" name="Freeform 30"/>
            <p:cNvSpPr>
              <a:spLocks/>
            </p:cNvSpPr>
            <p:nvPr/>
          </p:nvSpPr>
          <p:spPr bwMode="auto">
            <a:xfrm>
              <a:off x="4951" y="1305"/>
              <a:ext cx="172" cy="177"/>
            </a:xfrm>
            <a:custGeom>
              <a:avLst/>
              <a:gdLst>
                <a:gd name="T0" fmla="*/ 0 w 172"/>
                <a:gd name="T1" fmla="*/ 177 h 177"/>
                <a:gd name="T2" fmla="*/ 172 w 172"/>
                <a:gd name="T3" fmla="*/ 0 h 1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2" h="177">
                  <a:moveTo>
                    <a:pt x="0" y="177"/>
                  </a:moveTo>
                  <a:lnTo>
                    <a:pt x="17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8" name="Freeform 31"/>
            <p:cNvSpPr>
              <a:spLocks/>
            </p:cNvSpPr>
            <p:nvPr/>
          </p:nvSpPr>
          <p:spPr bwMode="auto">
            <a:xfrm>
              <a:off x="2527" y="2122"/>
              <a:ext cx="119" cy="115"/>
            </a:xfrm>
            <a:custGeom>
              <a:avLst/>
              <a:gdLst>
                <a:gd name="T0" fmla="*/ 0 w 119"/>
                <a:gd name="T1" fmla="*/ 115 h 115"/>
                <a:gd name="T2" fmla="*/ 119 w 119"/>
                <a:gd name="T3" fmla="*/ 0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9" h="115">
                  <a:moveTo>
                    <a:pt x="0" y="115"/>
                  </a:moveTo>
                  <a:lnTo>
                    <a:pt x="1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Line 32"/>
            <p:cNvSpPr>
              <a:spLocks noChangeShapeType="1"/>
            </p:cNvSpPr>
            <p:nvPr/>
          </p:nvSpPr>
          <p:spPr bwMode="auto">
            <a:xfrm flipV="1">
              <a:off x="2550" y="2293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Freeform 33"/>
            <p:cNvSpPr>
              <a:spLocks/>
            </p:cNvSpPr>
            <p:nvPr/>
          </p:nvSpPr>
          <p:spPr bwMode="auto">
            <a:xfrm>
              <a:off x="4482" y="1200"/>
              <a:ext cx="1" cy="1270"/>
            </a:xfrm>
            <a:custGeom>
              <a:avLst/>
              <a:gdLst>
                <a:gd name="T0" fmla="*/ 0 w 1"/>
                <a:gd name="T1" fmla="*/ 1051 h 1396"/>
                <a:gd name="T2" fmla="*/ 0 w 1"/>
                <a:gd name="T3" fmla="*/ 0 h 13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96">
                  <a:moveTo>
                    <a:pt x="0" y="1396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1" name="Freeform 34"/>
            <p:cNvSpPr>
              <a:spLocks/>
            </p:cNvSpPr>
            <p:nvPr/>
          </p:nvSpPr>
          <p:spPr bwMode="auto">
            <a:xfrm>
              <a:off x="2934" y="1923"/>
              <a:ext cx="1" cy="560"/>
            </a:xfrm>
            <a:custGeom>
              <a:avLst/>
              <a:gdLst>
                <a:gd name="T0" fmla="*/ 0 w 1"/>
                <a:gd name="T1" fmla="*/ 463 h 616"/>
                <a:gd name="T2" fmla="*/ 0 w 1"/>
                <a:gd name="T3" fmla="*/ 0 h 6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2" name="Freeform 35"/>
            <p:cNvSpPr>
              <a:spLocks/>
            </p:cNvSpPr>
            <p:nvPr/>
          </p:nvSpPr>
          <p:spPr bwMode="auto">
            <a:xfrm>
              <a:off x="5125" y="1293"/>
              <a:ext cx="2" cy="1104"/>
            </a:xfrm>
            <a:custGeom>
              <a:avLst/>
              <a:gdLst>
                <a:gd name="T0" fmla="*/ 2 w 2"/>
                <a:gd name="T1" fmla="*/ 1104 h 1104"/>
                <a:gd name="T2" fmla="*/ 0 w 2"/>
                <a:gd name="T3" fmla="*/ 0 h 110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104">
                  <a:moveTo>
                    <a:pt x="2" y="110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3" name="Freeform 36"/>
            <p:cNvSpPr>
              <a:spLocks/>
            </p:cNvSpPr>
            <p:nvPr/>
          </p:nvSpPr>
          <p:spPr bwMode="auto">
            <a:xfrm>
              <a:off x="2522" y="2028"/>
              <a:ext cx="1" cy="378"/>
            </a:xfrm>
            <a:custGeom>
              <a:avLst/>
              <a:gdLst>
                <a:gd name="T0" fmla="*/ 0 w 1"/>
                <a:gd name="T1" fmla="*/ 378 h 378"/>
                <a:gd name="T2" fmla="*/ 0 w 1"/>
                <a:gd name="T3" fmla="*/ 0 h 3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78">
                  <a:moveTo>
                    <a:pt x="0" y="37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4" name="Freeform 37"/>
            <p:cNvSpPr>
              <a:spLocks/>
            </p:cNvSpPr>
            <p:nvPr/>
          </p:nvSpPr>
          <p:spPr bwMode="auto">
            <a:xfrm>
              <a:off x="3207" y="2037"/>
              <a:ext cx="1" cy="360"/>
            </a:xfrm>
            <a:custGeom>
              <a:avLst/>
              <a:gdLst>
                <a:gd name="T0" fmla="*/ 0 w 1"/>
                <a:gd name="T1" fmla="*/ 360 h 360"/>
                <a:gd name="T2" fmla="*/ 0 w 1"/>
                <a:gd name="T3" fmla="*/ 0 h 3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0">
                  <a:moveTo>
                    <a:pt x="0" y="36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5" name="Freeform 38"/>
            <p:cNvSpPr>
              <a:spLocks/>
            </p:cNvSpPr>
            <p:nvPr/>
          </p:nvSpPr>
          <p:spPr bwMode="auto">
            <a:xfrm>
              <a:off x="2646" y="2028"/>
              <a:ext cx="1" cy="378"/>
            </a:xfrm>
            <a:custGeom>
              <a:avLst/>
              <a:gdLst>
                <a:gd name="T0" fmla="*/ 0 w 1"/>
                <a:gd name="T1" fmla="*/ 378 h 378"/>
                <a:gd name="T2" fmla="*/ 0 w 1"/>
                <a:gd name="T3" fmla="*/ 0 h 3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78">
                  <a:moveTo>
                    <a:pt x="0" y="37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6" name="Line 39"/>
            <p:cNvSpPr>
              <a:spLocks noChangeShapeType="1"/>
            </p:cNvSpPr>
            <p:nvPr/>
          </p:nvSpPr>
          <p:spPr bwMode="auto">
            <a:xfrm flipV="1">
              <a:off x="3994" y="1293"/>
              <a:ext cx="0" cy="35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7" name="Line 40"/>
            <p:cNvSpPr>
              <a:spLocks noChangeShapeType="1"/>
            </p:cNvSpPr>
            <p:nvPr/>
          </p:nvSpPr>
          <p:spPr bwMode="auto">
            <a:xfrm flipV="1">
              <a:off x="4950" y="1293"/>
              <a:ext cx="0" cy="35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Freeform 41"/>
            <p:cNvSpPr>
              <a:spLocks/>
            </p:cNvSpPr>
            <p:nvPr/>
          </p:nvSpPr>
          <p:spPr bwMode="auto">
            <a:xfrm>
              <a:off x="4776" y="1643"/>
              <a:ext cx="1" cy="756"/>
            </a:xfrm>
            <a:custGeom>
              <a:avLst/>
              <a:gdLst>
                <a:gd name="T0" fmla="*/ 0 w 1"/>
                <a:gd name="T1" fmla="*/ 756 h 756"/>
                <a:gd name="T2" fmla="*/ 1 w 1"/>
                <a:gd name="T3" fmla="*/ 0 h 7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56">
                  <a:moveTo>
                    <a:pt x="0" y="756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9" name="Freeform 42"/>
            <p:cNvSpPr>
              <a:spLocks/>
            </p:cNvSpPr>
            <p:nvPr/>
          </p:nvSpPr>
          <p:spPr bwMode="auto">
            <a:xfrm>
              <a:off x="4176" y="1633"/>
              <a:ext cx="1" cy="765"/>
            </a:xfrm>
            <a:custGeom>
              <a:avLst/>
              <a:gdLst>
                <a:gd name="T0" fmla="*/ 0 w 1"/>
                <a:gd name="T1" fmla="*/ 765 h 765"/>
                <a:gd name="T2" fmla="*/ 0 w 1"/>
                <a:gd name="T3" fmla="*/ 0 h 7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65">
                  <a:moveTo>
                    <a:pt x="0" y="76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0" name="Freeform 43"/>
            <p:cNvSpPr>
              <a:spLocks/>
            </p:cNvSpPr>
            <p:nvPr/>
          </p:nvSpPr>
          <p:spPr bwMode="auto">
            <a:xfrm>
              <a:off x="3808" y="1291"/>
              <a:ext cx="1" cy="758"/>
            </a:xfrm>
            <a:custGeom>
              <a:avLst/>
              <a:gdLst>
                <a:gd name="T0" fmla="*/ 0 w 1"/>
                <a:gd name="T1" fmla="*/ 758 h 758"/>
                <a:gd name="T2" fmla="*/ 0 w 1"/>
                <a:gd name="T3" fmla="*/ 0 h 7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58">
                  <a:moveTo>
                    <a:pt x="0" y="75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1" name="Freeform 44"/>
            <p:cNvSpPr>
              <a:spLocks/>
            </p:cNvSpPr>
            <p:nvPr/>
          </p:nvSpPr>
          <p:spPr bwMode="auto">
            <a:xfrm>
              <a:off x="3808" y="1296"/>
              <a:ext cx="1334" cy="1"/>
            </a:xfrm>
            <a:custGeom>
              <a:avLst/>
              <a:gdLst>
                <a:gd name="T0" fmla="*/ 0 w 1334"/>
                <a:gd name="T1" fmla="*/ 0 h 1"/>
                <a:gd name="T2" fmla="*/ 1334 w 1334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34" h="1">
                  <a:moveTo>
                    <a:pt x="0" y="0"/>
                  </a:moveTo>
                  <a:lnTo>
                    <a:pt x="1334" y="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2" name="Freeform 45"/>
            <p:cNvSpPr>
              <a:spLocks/>
            </p:cNvSpPr>
            <p:nvPr/>
          </p:nvSpPr>
          <p:spPr bwMode="auto">
            <a:xfrm>
              <a:off x="2517" y="2395"/>
              <a:ext cx="2625" cy="6"/>
            </a:xfrm>
            <a:custGeom>
              <a:avLst/>
              <a:gdLst>
                <a:gd name="T0" fmla="*/ 0 w 2625"/>
                <a:gd name="T1" fmla="*/ 0 h 6"/>
                <a:gd name="T2" fmla="*/ 2625 w 2625"/>
                <a:gd name="T3" fmla="*/ 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25" h="6">
                  <a:moveTo>
                    <a:pt x="0" y="0"/>
                  </a:moveTo>
                  <a:lnTo>
                    <a:pt x="2625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3" name="Freeform 46"/>
            <p:cNvSpPr>
              <a:spLocks/>
            </p:cNvSpPr>
            <p:nvPr/>
          </p:nvSpPr>
          <p:spPr bwMode="auto">
            <a:xfrm>
              <a:off x="2517" y="2034"/>
              <a:ext cx="1290" cy="1"/>
            </a:xfrm>
            <a:custGeom>
              <a:avLst/>
              <a:gdLst>
                <a:gd name="T0" fmla="*/ 0 w 1290"/>
                <a:gd name="T1" fmla="*/ 0 h 1"/>
                <a:gd name="T2" fmla="*/ 1290 w 129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90" h="1">
                  <a:moveTo>
                    <a:pt x="0" y="0"/>
                  </a:moveTo>
                  <a:lnTo>
                    <a:pt x="12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4" name="Line 47"/>
            <p:cNvSpPr>
              <a:spLocks noChangeShapeType="1"/>
            </p:cNvSpPr>
            <p:nvPr/>
          </p:nvSpPr>
          <p:spPr bwMode="auto">
            <a:xfrm>
              <a:off x="3990" y="1632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5" name="Line 48"/>
            <p:cNvSpPr>
              <a:spLocks noChangeShapeType="1"/>
            </p:cNvSpPr>
            <p:nvPr/>
          </p:nvSpPr>
          <p:spPr bwMode="auto">
            <a:xfrm>
              <a:off x="5249" y="3166"/>
              <a:ext cx="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6" name="Line 49"/>
            <p:cNvSpPr>
              <a:spLocks noChangeShapeType="1"/>
            </p:cNvSpPr>
            <p:nvPr/>
          </p:nvSpPr>
          <p:spPr bwMode="auto">
            <a:xfrm flipH="1">
              <a:off x="2343" y="3166"/>
              <a:ext cx="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7" name="Line 50"/>
            <p:cNvSpPr>
              <a:spLocks noChangeShapeType="1"/>
            </p:cNvSpPr>
            <p:nvPr/>
          </p:nvSpPr>
          <p:spPr bwMode="auto">
            <a:xfrm flipV="1">
              <a:off x="2336" y="2948"/>
              <a:ext cx="0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8" name="Line 51"/>
            <p:cNvSpPr>
              <a:spLocks noChangeShapeType="1"/>
            </p:cNvSpPr>
            <p:nvPr/>
          </p:nvSpPr>
          <p:spPr bwMode="auto">
            <a:xfrm flipV="1">
              <a:off x="5337" y="2948"/>
              <a:ext cx="0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9" name="Text Box 52"/>
            <p:cNvSpPr txBox="1">
              <a:spLocks noChangeArrowheads="1"/>
            </p:cNvSpPr>
            <p:nvPr/>
          </p:nvSpPr>
          <p:spPr bwMode="auto">
            <a:xfrm>
              <a:off x="5342" y="2979"/>
              <a:ext cx="20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</a:p>
          </p:txBody>
        </p:sp>
        <p:sp>
          <p:nvSpPr>
            <p:cNvPr id="19510" name="Text Box 53"/>
            <p:cNvSpPr txBox="1">
              <a:spLocks noChangeArrowheads="1"/>
            </p:cNvSpPr>
            <p:nvPr/>
          </p:nvSpPr>
          <p:spPr bwMode="auto">
            <a:xfrm>
              <a:off x="3510" y="1016"/>
              <a:ext cx="46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宋体" pitchFamily="2" charset="-122"/>
                </a:rPr>
                <a:t>A</a:t>
              </a:r>
              <a:r>
                <a:rPr lang="zh-CN" altLang="en-US" sz="2000"/>
                <a:t>－</a:t>
              </a:r>
              <a:r>
                <a:rPr lang="en-US" altLang="zh-CN" sz="2000" i="1">
                  <a:latin typeface="宋体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19511" name="Line 54"/>
            <p:cNvSpPr>
              <a:spLocks noChangeShapeType="1"/>
            </p:cNvSpPr>
            <p:nvPr/>
          </p:nvSpPr>
          <p:spPr bwMode="auto">
            <a:xfrm>
              <a:off x="4482" y="2448"/>
              <a:ext cx="0" cy="1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14071" name="Picture 55" descr="书6-7全剖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6" t="11412" r="20535" b="7477"/>
          <a:stretch>
            <a:fillRect/>
          </a:stretch>
        </p:blipFill>
        <p:spPr bwMode="auto">
          <a:xfrm>
            <a:off x="393700" y="1898650"/>
            <a:ext cx="3122613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72" name="Picture 56" descr="书6-7全剖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8" t="6548" r="20189" b="12657"/>
          <a:stretch>
            <a:fillRect/>
          </a:stretch>
        </p:blipFill>
        <p:spPr bwMode="auto">
          <a:xfrm>
            <a:off x="603250" y="4221163"/>
            <a:ext cx="3048000" cy="218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4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21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autoUpdateAnimBg="0"/>
      <p:bldP spid="21402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DDFE80B-DB54-4984-88AB-D1160D1D2A2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12994" name="Group 2"/>
          <p:cNvGrpSpPr>
            <a:grpSpLocks/>
          </p:cNvGrpSpPr>
          <p:nvPr/>
        </p:nvGrpSpPr>
        <p:grpSpPr bwMode="auto">
          <a:xfrm>
            <a:off x="258763" y="3963988"/>
            <a:ext cx="4643437" cy="392112"/>
            <a:chOff x="295" y="2771"/>
            <a:chExt cx="2925" cy="247"/>
          </a:xfrm>
        </p:grpSpPr>
        <p:sp>
          <p:nvSpPr>
            <p:cNvPr id="20668" name="Text Box 3"/>
            <p:cNvSpPr txBox="1">
              <a:spLocks noChangeArrowheads="1"/>
            </p:cNvSpPr>
            <p:nvPr/>
          </p:nvSpPr>
          <p:spPr bwMode="auto">
            <a:xfrm>
              <a:off x="3000" y="2787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A</a:t>
              </a:r>
            </a:p>
          </p:txBody>
        </p:sp>
        <p:sp>
          <p:nvSpPr>
            <p:cNvPr id="20669" name="Text Box 4"/>
            <p:cNvSpPr txBox="1">
              <a:spLocks noChangeArrowheads="1"/>
            </p:cNvSpPr>
            <p:nvPr/>
          </p:nvSpPr>
          <p:spPr bwMode="auto">
            <a:xfrm>
              <a:off x="295" y="2782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A</a:t>
              </a:r>
            </a:p>
          </p:txBody>
        </p:sp>
        <p:sp>
          <p:nvSpPr>
            <p:cNvPr id="20670" name="Freeform 5"/>
            <p:cNvSpPr>
              <a:spLocks/>
            </p:cNvSpPr>
            <p:nvPr/>
          </p:nvSpPr>
          <p:spPr bwMode="auto">
            <a:xfrm>
              <a:off x="465" y="29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71" name="Freeform 6"/>
            <p:cNvSpPr>
              <a:spLocks/>
            </p:cNvSpPr>
            <p:nvPr/>
          </p:nvSpPr>
          <p:spPr bwMode="auto">
            <a:xfrm>
              <a:off x="2880" y="29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72" name="Line 7"/>
            <p:cNvSpPr>
              <a:spLocks noChangeShapeType="1"/>
            </p:cNvSpPr>
            <p:nvPr/>
          </p:nvSpPr>
          <p:spPr bwMode="auto">
            <a:xfrm flipV="1">
              <a:off x="465" y="2771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73" name="Line 8"/>
            <p:cNvSpPr>
              <a:spLocks noChangeShapeType="1"/>
            </p:cNvSpPr>
            <p:nvPr/>
          </p:nvSpPr>
          <p:spPr bwMode="auto">
            <a:xfrm flipV="1">
              <a:off x="3030" y="2771"/>
              <a:ext cx="0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3001" name="Group 9"/>
          <p:cNvGrpSpPr>
            <a:grpSpLocks/>
          </p:cNvGrpSpPr>
          <p:nvPr/>
        </p:nvGrpSpPr>
        <p:grpSpPr bwMode="auto">
          <a:xfrm>
            <a:off x="4881563" y="112713"/>
            <a:ext cx="3154362" cy="3113087"/>
            <a:chOff x="3072" y="355"/>
            <a:chExt cx="1987" cy="1961"/>
          </a:xfrm>
        </p:grpSpPr>
        <p:sp>
          <p:nvSpPr>
            <p:cNvPr id="20593" name="Text Box 10"/>
            <p:cNvSpPr txBox="1">
              <a:spLocks noChangeArrowheads="1"/>
            </p:cNvSpPr>
            <p:nvPr/>
          </p:nvSpPr>
          <p:spPr bwMode="auto">
            <a:xfrm>
              <a:off x="3816" y="355"/>
              <a:ext cx="4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A—A</a:t>
              </a:r>
            </a:p>
          </p:txBody>
        </p:sp>
        <p:grpSp>
          <p:nvGrpSpPr>
            <p:cNvPr id="20594" name="Group 11"/>
            <p:cNvGrpSpPr>
              <a:grpSpLocks/>
            </p:cNvGrpSpPr>
            <p:nvPr/>
          </p:nvGrpSpPr>
          <p:grpSpPr bwMode="auto">
            <a:xfrm>
              <a:off x="3072" y="530"/>
              <a:ext cx="1987" cy="1786"/>
              <a:chOff x="3072" y="530"/>
              <a:chExt cx="1987" cy="1786"/>
            </a:xfrm>
          </p:grpSpPr>
          <p:sp>
            <p:nvSpPr>
              <p:cNvPr id="20595" name="Line 12"/>
              <p:cNvSpPr>
                <a:spLocks noChangeShapeType="1"/>
              </p:cNvSpPr>
              <p:nvPr/>
            </p:nvSpPr>
            <p:spPr bwMode="auto">
              <a:xfrm>
                <a:off x="3237" y="192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6" name="Line 13"/>
              <p:cNvSpPr>
                <a:spLocks noChangeShapeType="1"/>
              </p:cNvSpPr>
              <p:nvPr/>
            </p:nvSpPr>
            <p:spPr bwMode="auto">
              <a:xfrm>
                <a:off x="3539" y="633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7" name="Freeform 14"/>
              <p:cNvSpPr>
                <a:spLocks/>
              </p:cNvSpPr>
              <p:nvPr/>
            </p:nvSpPr>
            <p:spPr bwMode="auto">
              <a:xfrm>
                <a:off x="4053" y="530"/>
                <a:ext cx="1" cy="1786"/>
              </a:xfrm>
              <a:custGeom>
                <a:avLst/>
                <a:gdLst>
                  <a:gd name="T0" fmla="*/ 0 w 1"/>
                  <a:gd name="T1" fmla="*/ 0 h 1786"/>
                  <a:gd name="T2" fmla="*/ 0 w 1"/>
                  <a:gd name="T3" fmla="*/ 1786 h 178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786">
                    <a:moveTo>
                      <a:pt x="0" y="0"/>
                    </a:moveTo>
                    <a:lnTo>
                      <a:pt x="0" y="178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0598" name="Group 15"/>
              <p:cNvGrpSpPr>
                <a:grpSpLocks/>
              </p:cNvGrpSpPr>
              <p:nvPr/>
            </p:nvGrpSpPr>
            <p:grpSpPr bwMode="auto">
              <a:xfrm>
                <a:off x="3072" y="674"/>
                <a:ext cx="1014" cy="1496"/>
                <a:chOff x="3072" y="674"/>
                <a:chExt cx="1014" cy="1496"/>
              </a:xfrm>
            </p:grpSpPr>
            <p:grpSp>
              <p:nvGrpSpPr>
                <p:cNvPr id="20637" name="Group 16"/>
                <p:cNvGrpSpPr>
                  <a:grpSpLocks/>
                </p:cNvGrpSpPr>
                <p:nvPr/>
              </p:nvGrpSpPr>
              <p:grpSpPr bwMode="auto">
                <a:xfrm>
                  <a:off x="3072" y="674"/>
                  <a:ext cx="1014" cy="1492"/>
                  <a:chOff x="3441" y="1200"/>
                  <a:chExt cx="1014" cy="1492"/>
                </a:xfrm>
              </p:grpSpPr>
              <p:sp>
                <p:nvSpPr>
                  <p:cNvPr id="20656" name="Freeform 17"/>
                  <p:cNvSpPr>
                    <a:spLocks/>
                  </p:cNvSpPr>
                  <p:nvPr/>
                </p:nvSpPr>
                <p:spPr bwMode="auto">
                  <a:xfrm>
                    <a:off x="3441" y="2689"/>
                    <a:ext cx="990" cy="3"/>
                  </a:xfrm>
                  <a:custGeom>
                    <a:avLst/>
                    <a:gdLst>
                      <a:gd name="T0" fmla="*/ 0 w 990"/>
                      <a:gd name="T1" fmla="*/ 3 h 3"/>
                      <a:gd name="T2" fmla="*/ 990 w 990"/>
                      <a:gd name="T3" fmla="*/ 0 h 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990" h="3">
                        <a:moveTo>
                          <a:pt x="0" y="3"/>
                        </a:moveTo>
                        <a:lnTo>
                          <a:pt x="99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7" name="Freeform 18"/>
                  <p:cNvSpPr>
                    <a:spLocks/>
                  </p:cNvSpPr>
                  <p:nvPr/>
                </p:nvSpPr>
                <p:spPr bwMode="auto">
                  <a:xfrm>
                    <a:off x="3441" y="2491"/>
                    <a:ext cx="594" cy="6"/>
                  </a:xfrm>
                  <a:custGeom>
                    <a:avLst/>
                    <a:gdLst>
                      <a:gd name="T0" fmla="*/ 0 w 594"/>
                      <a:gd name="T1" fmla="*/ 6 h 6"/>
                      <a:gd name="T2" fmla="*/ 594 w 594"/>
                      <a:gd name="T3" fmla="*/ 0 h 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594" h="6">
                        <a:moveTo>
                          <a:pt x="0" y="6"/>
                        </a:moveTo>
                        <a:lnTo>
                          <a:pt x="594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8" name="Freeform 19"/>
                  <p:cNvSpPr>
                    <a:spLocks/>
                  </p:cNvSpPr>
                  <p:nvPr/>
                </p:nvSpPr>
                <p:spPr bwMode="auto">
                  <a:xfrm>
                    <a:off x="3771" y="1395"/>
                    <a:ext cx="249" cy="6"/>
                  </a:xfrm>
                  <a:custGeom>
                    <a:avLst/>
                    <a:gdLst>
                      <a:gd name="T0" fmla="*/ 0 w 249"/>
                      <a:gd name="T1" fmla="*/ 6 h 6"/>
                      <a:gd name="T2" fmla="*/ 249 w 249"/>
                      <a:gd name="T3" fmla="*/ 0 h 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9" h="6">
                        <a:moveTo>
                          <a:pt x="0" y="6"/>
                        </a:moveTo>
                        <a:lnTo>
                          <a:pt x="24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9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0" y="1203"/>
                    <a:ext cx="0" cy="19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0" name="Freeform 21"/>
                  <p:cNvSpPr>
                    <a:spLocks/>
                  </p:cNvSpPr>
                  <p:nvPr/>
                </p:nvSpPr>
                <p:spPr bwMode="auto">
                  <a:xfrm>
                    <a:off x="3771" y="1206"/>
                    <a:ext cx="660" cy="1"/>
                  </a:xfrm>
                  <a:custGeom>
                    <a:avLst/>
                    <a:gdLst>
                      <a:gd name="T0" fmla="*/ 0 w 660"/>
                      <a:gd name="T1" fmla="*/ 0 h 1"/>
                      <a:gd name="T2" fmla="*/ 660 w 660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660" h="1">
                        <a:moveTo>
                          <a:pt x="0" y="0"/>
                        </a:moveTo>
                        <a:lnTo>
                          <a:pt x="66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1" name="Freeform 22"/>
                  <p:cNvSpPr>
                    <a:spLocks/>
                  </p:cNvSpPr>
                  <p:nvPr/>
                </p:nvSpPr>
                <p:spPr bwMode="auto">
                  <a:xfrm>
                    <a:off x="4026" y="1390"/>
                    <a:ext cx="1" cy="1111"/>
                  </a:xfrm>
                  <a:custGeom>
                    <a:avLst/>
                    <a:gdLst>
                      <a:gd name="T0" fmla="*/ 0 w 1"/>
                      <a:gd name="T1" fmla="*/ 1111 h 1111"/>
                      <a:gd name="T2" fmla="*/ 0 w 1"/>
                      <a:gd name="T3" fmla="*/ 0 h 111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1111">
                        <a:moveTo>
                          <a:pt x="0" y="111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2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3444" y="2499"/>
                    <a:ext cx="0" cy="19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3" name="Freeform 24"/>
                  <p:cNvSpPr>
                    <a:spLocks/>
                  </p:cNvSpPr>
                  <p:nvPr/>
                </p:nvSpPr>
                <p:spPr bwMode="auto">
                  <a:xfrm>
                    <a:off x="4140" y="1200"/>
                    <a:ext cx="1" cy="676"/>
                  </a:xfrm>
                  <a:custGeom>
                    <a:avLst/>
                    <a:gdLst>
                      <a:gd name="T0" fmla="*/ 0 w 1"/>
                      <a:gd name="T1" fmla="*/ 676 h 676"/>
                      <a:gd name="T2" fmla="*/ 0 w 1"/>
                      <a:gd name="T3" fmla="*/ 0 h 67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676">
                        <a:moveTo>
                          <a:pt x="0" y="67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4" name="Freeform 25"/>
                  <p:cNvSpPr>
                    <a:spLocks/>
                  </p:cNvSpPr>
                  <p:nvPr/>
                </p:nvSpPr>
                <p:spPr bwMode="auto">
                  <a:xfrm>
                    <a:off x="4215" y="1936"/>
                    <a:ext cx="1" cy="750"/>
                  </a:xfrm>
                  <a:custGeom>
                    <a:avLst/>
                    <a:gdLst>
                      <a:gd name="T0" fmla="*/ 0 w 1"/>
                      <a:gd name="T1" fmla="*/ 750 h 750"/>
                      <a:gd name="T2" fmla="*/ 0 w 1"/>
                      <a:gd name="T3" fmla="*/ 0 h 75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750">
                        <a:moveTo>
                          <a:pt x="0" y="7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5" name="Freeform 26"/>
                  <p:cNvSpPr>
                    <a:spLocks/>
                  </p:cNvSpPr>
                  <p:nvPr/>
                </p:nvSpPr>
                <p:spPr bwMode="auto">
                  <a:xfrm>
                    <a:off x="4220" y="1936"/>
                    <a:ext cx="196" cy="1"/>
                  </a:xfrm>
                  <a:custGeom>
                    <a:avLst/>
                    <a:gdLst>
                      <a:gd name="T0" fmla="*/ 196 w 196"/>
                      <a:gd name="T1" fmla="*/ 0 h 1"/>
                      <a:gd name="T2" fmla="*/ 0 w 196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6" h="1">
                        <a:moveTo>
                          <a:pt x="196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6" name="Freeform 27"/>
                  <p:cNvSpPr>
                    <a:spLocks/>
                  </p:cNvSpPr>
                  <p:nvPr/>
                </p:nvSpPr>
                <p:spPr bwMode="auto">
                  <a:xfrm>
                    <a:off x="4140" y="1876"/>
                    <a:ext cx="90" cy="75"/>
                  </a:xfrm>
                  <a:custGeom>
                    <a:avLst/>
                    <a:gdLst>
                      <a:gd name="T0" fmla="*/ 0 w 90"/>
                      <a:gd name="T1" fmla="*/ 0 h 75"/>
                      <a:gd name="T2" fmla="*/ 90 w 90"/>
                      <a:gd name="T3" fmla="*/ 75 h 7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90" h="75">
                        <a:moveTo>
                          <a:pt x="0" y="0"/>
                        </a:moveTo>
                        <a:lnTo>
                          <a:pt x="90" y="7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67" name="Freeform 28"/>
                  <p:cNvSpPr>
                    <a:spLocks/>
                  </p:cNvSpPr>
                  <p:nvPr/>
                </p:nvSpPr>
                <p:spPr bwMode="auto">
                  <a:xfrm>
                    <a:off x="4140" y="1876"/>
                    <a:ext cx="315" cy="1"/>
                  </a:xfrm>
                  <a:custGeom>
                    <a:avLst/>
                    <a:gdLst>
                      <a:gd name="T0" fmla="*/ 0 w 315"/>
                      <a:gd name="T1" fmla="*/ 0 h 1"/>
                      <a:gd name="T2" fmla="*/ 315 w 315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15" h="1">
                        <a:moveTo>
                          <a:pt x="0" y="0"/>
                        </a:moveTo>
                        <a:lnTo>
                          <a:pt x="31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638" name="Group 29"/>
                <p:cNvGrpSpPr>
                  <a:grpSpLocks/>
                </p:cNvGrpSpPr>
                <p:nvPr/>
              </p:nvGrpSpPr>
              <p:grpSpPr bwMode="auto">
                <a:xfrm>
                  <a:off x="3072" y="674"/>
                  <a:ext cx="780" cy="1496"/>
                  <a:chOff x="3072" y="674"/>
                  <a:chExt cx="780" cy="1496"/>
                </a:xfrm>
              </p:grpSpPr>
              <p:sp>
                <p:nvSpPr>
                  <p:cNvPr id="20639" name="Line 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69"/>
                    <a:ext cx="121" cy="12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0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58" y="674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1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14" y="674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2" name="Freeform 33"/>
                  <p:cNvSpPr>
                    <a:spLocks/>
                  </p:cNvSpPr>
                  <p:nvPr/>
                </p:nvSpPr>
                <p:spPr bwMode="auto">
                  <a:xfrm>
                    <a:off x="3414" y="682"/>
                    <a:ext cx="32" cy="40"/>
                  </a:xfrm>
                  <a:custGeom>
                    <a:avLst/>
                    <a:gdLst>
                      <a:gd name="T0" fmla="*/ 0 w 32"/>
                      <a:gd name="T1" fmla="*/ 40 h 40"/>
                      <a:gd name="T2" fmla="*/ 32 w 32"/>
                      <a:gd name="T3" fmla="*/ 0 h 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2" h="40">
                        <a:moveTo>
                          <a:pt x="0" y="40"/>
                        </a:moveTo>
                        <a:lnTo>
                          <a:pt x="3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3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938"/>
                    <a:ext cx="120" cy="12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4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058"/>
                    <a:ext cx="135" cy="13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5" name="Freeform 36"/>
                  <p:cNvSpPr>
                    <a:spLocks/>
                  </p:cNvSpPr>
                  <p:nvPr/>
                </p:nvSpPr>
                <p:spPr bwMode="auto">
                  <a:xfrm>
                    <a:off x="3658" y="797"/>
                    <a:ext cx="115" cy="115"/>
                  </a:xfrm>
                  <a:custGeom>
                    <a:avLst/>
                    <a:gdLst>
                      <a:gd name="T0" fmla="*/ 0 w 115"/>
                      <a:gd name="T1" fmla="*/ 115 h 115"/>
                      <a:gd name="T2" fmla="*/ 115 w 115"/>
                      <a:gd name="T3" fmla="*/ 0 h 11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15" h="115">
                        <a:moveTo>
                          <a:pt x="0" y="115"/>
                        </a:moveTo>
                        <a:lnTo>
                          <a:pt x="115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6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226"/>
                    <a:ext cx="120" cy="12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7" name="Lin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4" y="1442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8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4" y="1586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49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26" y="1973"/>
                    <a:ext cx="180" cy="18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0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7" y="1730"/>
                    <a:ext cx="194" cy="19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1" name="Line 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14" y="1965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2" name="Freeform 43"/>
                  <p:cNvSpPr>
                    <a:spLocks/>
                  </p:cNvSpPr>
                  <p:nvPr/>
                </p:nvSpPr>
                <p:spPr bwMode="auto">
                  <a:xfrm>
                    <a:off x="3267" y="1965"/>
                    <a:ext cx="195" cy="195"/>
                  </a:xfrm>
                  <a:custGeom>
                    <a:avLst/>
                    <a:gdLst>
                      <a:gd name="T0" fmla="*/ 195 w 195"/>
                      <a:gd name="T1" fmla="*/ 0 h 195"/>
                      <a:gd name="T2" fmla="*/ 0 w 195"/>
                      <a:gd name="T3" fmla="*/ 195 h 19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5" h="195">
                        <a:moveTo>
                          <a:pt x="195" y="0"/>
                        </a:moveTo>
                        <a:lnTo>
                          <a:pt x="0" y="195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3" name="Freeform 44"/>
                  <p:cNvSpPr>
                    <a:spLocks/>
                  </p:cNvSpPr>
                  <p:nvPr/>
                </p:nvSpPr>
                <p:spPr bwMode="auto">
                  <a:xfrm>
                    <a:off x="3072" y="1959"/>
                    <a:ext cx="105" cy="96"/>
                  </a:xfrm>
                  <a:custGeom>
                    <a:avLst/>
                    <a:gdLst>
                      <a:gd name="T0" fmla="*/ 0 w 105"/>
                      <a:gd name="T1" fmla="*/ 96 h 96"/>
                      <a:gd name="T2" fmla="*/ 105 w 105"/>
                      <a:gd name="T3" fmla="*/ 0 h 9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05" h="96">
                        <a:moveTo>
                          <a:pt x="0" y="96"/>
                        </a:moveTo>
                        <a:lnTo>
                          <a:pt x="10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4" name="Freeform 45"/>
                  <p:cNvSpPr>
                    <a:spLocks/>
                  </p:cNvSpPr>
                  <p:nvPr/>
                </p:nvSpPr>
                <p:spPr bwMode="auto">
                  <a:xfrm>
                    <a:off x="3562" y="1883"/>
                    <a:ext cx="284" cy="287"/>
                  </a:xfrm>
                  <a:custGeom>
                    <a:avLst/>
                    <a:gdLst>
                      <a:gd name="T0" fmla="*/ 0 w 284"/>
                      <a:gd name="T1" fmla="*/ 287 h 287"/>
                      <a:gd name="T2" fmla="*/ 284 w 284"/>
                      <a:gd name="T3" fmla="*/ 0 h 287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4" h="287">
                        <a:moveTo>
                          <a:pt x="0" y="287"/>
                        </a:moveTo>
                        <a:lnTo>
                          <a:pt x="284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55" name="Freeform 46"/>
                  <p:cNvSpPr>
                    <a:spLocks/>
                  </p:cNvSpPr>
                  <p:nvPr/>
                </p:nvSpPr>
                <p:spPr bwMode="auto">
                  <a:xfrm>
                    <a:off x="3717" y="2025"/>
                    <a:ext cx="135" cy="135"/>
                  </a:xfrm>
                  <a:custGeom>
                    <a:avLst/>
                    <a:gdLst>
                      <a:gd name="T0" fmla="*/ 0 w 135"/>
                      <a:gd name="T1" fmla="*/ 135 h 135"/>
                      <a:gd name="T2" fmla="*/ 135 w 135"/>
                      <a:gd name="T3" fmla="*/ 0 h 13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35" h="135">
                        <a:moveTo>
                          <a:pt x="0" y="135"/>
                        </a:moveTo>
                        <a:lnTo>
                          <a:pt x="13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599" name="Group 47"/>
              <p:cNvGrpSpPr>
                <a:grpSpLocks/>
              </p:cNvGrpSpPr>
              <p:nvPr/>
            </p:nvGrpSpPr>
            <p:grpSpPr bwMode="auto">
              <a:xfrm>
                <a:off x="3786" y="938"/>
                <a:ext cx="582" cy="219"/>
                <a:chOff x="1473" y="1625"/>
                <a:chExt cx="582" cy="192"/>
              </a:xfrm>
            </p:grpSpPr>
            <p:sp>
              <p:nvSpPr>
                <p:cNvPr id="20635" name="Freeform 48"/>
                <p:cNvSpPr>
                  <a:spLocks/>
                </p:cNvSpPr>
                <p:nvPr/>
              </p:nvSpPr>
              <p:spPr bwMode="auto">
                <a:xfrm>
                  <a:off x="1473" y="1721"/>
                  <a:ext cx="582" cy="1"/>
                </a:xfrm>
                <a:custGeom>
                  <a:avLst/>
                  <a:gdLst>
                    <a:gd name="T0" fmla="*/ 0 w 582"/>
                    <a:gd name="T1" fmla="*/ 0 h 1"/>
                    <a:gd name="T2" fmla="*/ 582 w 582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82" h="1">
                      <a:moveTo>
                        <a:pt x="0" y="0"/>
                      </a:moveTo>
                      <a:lnTo>
                        <a:pt x="582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636" name="Oval 49"/>
                <p:cNvSpPr>
                  <a:spLocks noChangeArrowheads="1"/>
                </p:cNvSpPr>
                <p:nvPr/>
              </p:nvSpPr>
              <p:spPr bwMode="auto">
                <a:xfrm>
                  <a:off x="1617" y="1625"/>
                  <a:ext cx="240" cy="19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20600" name="Group 50"/>
              <p:cNvGrpSpPr>
                <a:grpSpLocks/>
              </p:cNvGrpSpPr>
              <p:nvPr/>
            </p:nvGrpSpPr>
            <p:grpSpPr bwMode="auto">
              <a:xfrm>
                <a:off x="4054" y="635"/>
                <a:ext cx="1005" cy="1570"/>
                <a:chOff x="4054" y="635"/>
                <a:chExt cx="1005" cy="1570"/>
              </a:xfrm>
            </p:grpSpPr>
            <p:sp>
              <p:nvSpPr>
                <p:cNvPr id="20601" name="Freeform 51"/>
                <p:cNvSpPr>
                  <a:spLocks/>
                </p:cNvSpPr>
                <p:nvPr/>
              </p:nvSpPr>
              <p:spPr bwMode="auto">
                <a:xfrm>
                  <a:off x="4558" y="635"/>
                  <a:ext cx="1" cy="300"/>
                </a:xfrm>
                <a:custGeom>
                  <a:avLst/>
                  <a:gdLst>
                    <a:gd name="T0" fmla="*/ 0 w 1"/>
                    <a:gd name="T1" fmla="*/ 0 h 300"/>
                    <a:gd name="T2" fmla="*/ 0 w 1"/>
                    <a:gd name="T3" fmla="*/ 300 h 30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300">
                      <a:moveTo>
                        <a:pt x="0" y="0"/>
                      </a:moveTo>
                      <a:lnTo>
                        <a:pt x="0" y="30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602" name="Freeform 52"/>
                <p:cNvSpPr>
                  <a:spLocks/>
                </p:cNvSpPr>
                <p:nvPr/>
              </p:nvSpPr>
              <p:spPr bwMode="auto">
                <a:xfrm>
                  <a:off x="4903" y="1890"/>
                  <a:ext cx="1" cy="315"/>
                </a:xfrm>
                <a:custGeom>
                  <a:avLst/>
                  <a:gdLst>
                    <a:gd name="T0" fmla="*/ 0 w 1"/>
                    <a:gd name="T1" fmla="*/ 0 h 315"/>
                    <a:gd name="T2" fmla="*/ 0 w 1"/>
                    <a:gd name="T3" fmla="*/ 315 h 315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315">
                      <a:moveTo>
                        <a:pt x="0" y="0"/>
                      </a:moveTo>
                      <a:lnTo>
                        <a:pt x="0" y="315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0603" name="Group 53"/>
                <p:cNvGrpSpPr>
                  <a:grpSpLocks/>
                </p:cNvGrpSpPr>
                <p:nvPr/>
              </p:nvGrpSpPr>
              <p:grpSpPr bwMode="auto">
                <a:xfrm>
                  <a:off x="4054" y="674"/>
                  <a:ext cx="1005" cy="1501"/>
                  <a:chOff x="4054" y="674"/>
                  <a:chExt cx="1005" cy="1501"/>
                </a:xfrm>
              </p:grpSpPr>
              <p:sp>
                <p:nvSpPr>
                  <p:cNvPr id="20623" name="Freeform 54"/>
                  <p:cNvSpPr>
                    <a:spLocks/>
                  </p:cNvSpPr>
                  <p:nvPr/>
                </p:nvSpPr>
                <p:spPr bwMode="auto">
                  <a:xfrm>
                    <a:off x="4061" y="2170"/>
                    <a:ext cx="998" cy="1"/>
                  </a:xfrm>
                  <a:custGeom>
                    <a:avLst/>
                    <a:gdLst>
                      <a:gd name="T0" fmla="*/ 998 w 998"/>
                      <a:gd name="T1" fmla="*/ 0 h 1"/>
                      <a:gd name="T2" fmla="*/ 0 w 998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998" h="1">
                        <a:moveTo>
                          <a:pt x="998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4" name="Freeform 55"/>
                  <p:cNvSpPr>
                    <a:spLocks/>
                  </p:cNvSpPr>
                  <p:nvPr/>
                </p:nvSpPr>
                <p:spPr bwMode="auto">
                  <a:xfrm>
                    <a:off x="4460" y="1965"/>
                    <a:ext cx="585" cy="1"/>
                  </a:xfrm>
                  <a:custGeom>
                    <a:avLst/>
                    <a:gdLst>
                      <a:gd name="T0" fmla="*/ 585 w 585"/>
                      <a:gd name="T1" fmla="*/ 0 h 1"/>
                      <a:gd name="T2" fmla="*/ 0 w 585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585" h="1">
                        <a:moveTo>
                          <a:pt x="585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5" name="Freeform 56"/>
                  <p:cNvSpPr>
                    <a:spLocks/>
                  </p:cNvSpPr>
                  <p:nvPr/>
                </p:nvSpPr>
                <p:spPr bwMode="auto">
                  <a:xfrm>
                    <a:off x="4460" y="869"/>
                    <a:ext cx="248" cy="6"/>
                  </a:xfrm>
                  <a:custGeom>
                    <a:avLst/>
                    <a:gdLst>
                      <a:gd name="T0" fmla="*/ 248 w 248"/>
                      <a:gd name="T1" fmla="*/ 6 h 6"/>
                      <a:gd name="T2" fmla="*/ 0 w 248"/>
                      <a:gd name="T3" fmla="*/ 0 h 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8" h="6">
                        <a:moveTo>
                          <a:pt x="248" y="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6" name="Freeform 57"/>
                  <p:cNvSpPr>
                    <a:spLocks/>
                  </p:cNvSpPr>
                  <p:nvPr/>
                </p:nvSpPr>
                <p:spPr bwMode="auto">
                  <a:xfrm>
                    <a:off x="4700" y="674"/>
                    <a:ext cx="1" cy="195"/>
                  </a:xfrm>
                  <a:custGeom>
                    <a:avLst/>
                    <a:gdLst>
                      <a:gd name="T0" fmla="*/ 0 w 1"/>
                      <a:gd name="T1" fmla="*/ 195 h 195"/>
                      <a:gd name="T2" fmla="*/ 0 w 1"/>
                      <a:gd name="T3" fmla="*/ 0 h 19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195">
                        <a:moveTo>
                          <a:pt x="0" y="195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7" name="Freeform 58"/>
                  <p:cNvSpPr>
                    <a:spLocks/>
                  </p:cNvSpPr>
                  <p:nvPr/>
                </p:nvSpPr>
                <p:spPr bwMode="auto">
                  <a:xfrm flipH="1">
                    <a:off x="4054" y="680"/>
                    <a:ext cx="660" cy="1"/>
                  </a:xfrm>
                  <a:custGeom>
                    <a:avLst/>
                    <a:gdLst>
                      <a:gd name="T0" fmla="*/ 0 w 660"/>
                      <a:gd name="T1" fmla="*/ 0 h 1"/>
                      <a:gd name="T2" fmla="*/ 660 w 660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660" h="1">
                        <a:moveTo>
                          <a:pt x="0" y="0"/>
                        </a:moveTo>
                        <a:lnTo>
                          <a:pt x="66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8" name="Freeform 59"/>
                  <p:cNvSpPr>
                    <a:spLocks/>
                  </p:cNvSpPr>
                  <p:nvPr/>
                </p:nvSpPr>
                <p:spPr bwMode="auto">
                  <a:xfrm>
                    <a:off x="4460" y="869"/>
                    <a:ext cx="1" cy="1096"/>
                  </a:xfrm>
                  <a:custGeom>
                    <a:avLst/>
                    <a:gdLst>
                      <a:gd name="T0" fmla="*/ 0 w 1"/>
                      <a:gd name="T1" fmla="*/ 1096 h 1096"/>
                      <a:gd name="T2" fmla="*/ 0 w 1"/>
                      <a:gd name="T3" fmla="*/ 0 h 109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1096">
                        <a:moveTo>
                          <a:pt x="0" y="109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9" name="Freeform 60"/>
                  <p:cNvSpPr>
                    <a:spLocks/>
                  </p:cNvSpPr>
                  <p:nvPr/>
                </p:nvSpPr>
                <p:spPr bwMode="auto">
                  <a:xfrm>
                    <a:off x="5045" y="1965"/>
                    <a:ext cx="1" cy="210"/>
                  </a:xfrm>
                  <a:custGeom>
                    <a:avLst/>
                    <a:gdLst>
                      <a:gd name="T0" fmla="*/ 0 w 1"/>
                      <a:gd name="T1" fmla="*/ 0 h 210"/>
                      <a:gd name="T2" fmla="*/ 0 w 1"/>
                      <a:gd name="T3" fmla="*/ 210 h 21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10">
                        <a:moveTo>
                          <a:pt x="0" y="0"/>
                        </a:moveTo>
                        <a:lnTo>
                          <a:pt x="0" y="21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30" name="Line 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33" y="674"/>
                    <a:ext cx="0" cy="6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31" name="Freeform 62"/>
                  <p:cNvSpPr>
                    <a:spLocks/>
                  </p:cNvSpPr>
                  <p:nvPr/>
                </p:nvSpPr>
                <p:spPr bwMode="auto">
                  <a:xfrm>
                    <a:off x="4054" y="1350"/>
                    <a:ext cx="286" cy="1"/>
                  </a:xfrm>
                  <a:custGeom>
                    <a:avLst/>
                    <a:gdLst>
                      <a:gd name="T0" fmla="*/ 0 w 286"/>
                      <a:gd name="T1" fmla="*/ 0 h 1"/>
                      <a:gd name="T2" fmla="*/ 286 w 286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6" h="1">
                        <a:moveTo>
                          <a:pt x="0" y="0"/>
                        </a:moveTo>
                        <a:lnTo>
                          <a:pt x="28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32" name="Freeform 63"/>
                  <p:cNvSpPr>
                    <a:spLocks/>
                  </p:cNvSpPr>
                  <p:nvPr/>
                </p:nvSpPr>
                <p:spPr bwMode="auto">
                  <a:xfrm>
                    <a:off x="4265" y="1410"/>
                    <a:ext cx="1" cy="750"/>
                  </a:xfrm>
                  <a:custGeom>
                    <a:avLst/>
                    <a:gdLst>
                      <a:gd name="T0" fmla="*/ 0 w 1"/>
                      <a:gd name="T1" fmla="*/ 750 h 750"/>
                      <a:gd name="T2" fmla="*/ 0 w 1"/>
                      <a:gd name="T3" fmla="*/ 0 h 75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750">
                        <a:moveTo>
                          <a:pt x="0" y="7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33" name="Freeform 64"/>
                  <p:cNvSpPr>
                    <a:spLocks/>
                  </p:cNvSpPr>
                  <p:nvPr/>
                </p:nvSpPr>
                <p:spPr bwMode="auto">
                  <a:xfrm>
                    <a:off x="4265" y="1350"/>
                    <a:ext cx="60" cy="60"/>
                  </a:xfrm>
                  <a:custGeom>
                    <a:avLst/>
                    <a:gdLst>
                      <a:gd name="T0" fmla="*/ 60 w 60"/>
                      <a:gd name="T1" fmla="*/ 0 h 60"/>
                      <a:gd name="T2" fmla="*/ 0 w 60"/>
                      <a:gd name="T3" fmla="*/ 60 h 6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60" h="60">
                        <a:moveTo>
                          <a:pt x="60" y="0"/>
                        </a:moveTo>
                        <a:lnTo>
                          <a:pt x="0" y="6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34" name="Freeform 65"/>
                  <p:cNvSpPr>
                    <a:spLocks/>
                  </p:cNvSpPr>
                  <p:nvPr/>
                </p:nvSpPr>
                <p:spPr bwMode="auto">
                  <a:xfrm>
                    <a:off x="4054" y="1410"/>
                    <a:ext cx="211" cy="1"/>
                  </a:xfrm>
                  <a:custGeom>
                    <a:avLst/>
                    <a:gdLst>
                      <a:gd name="T0" fmla="*/ 211 w 211"/>
                      <a:gd name="T1" fmla="*/ 0 h 1"/>
                      <a:gd name="T2" fmla="*/ 0 w 211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11" h="1">
                        <a:moveTo>
                          <a:pt x="211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604" name="Group 66"/>
                <p:cNvGrpSpPr>
                  <a:grpSpLocks/>
                </p:cNvGrpSpPr>
                <p:nvPr/>
              </p:nvGrpSpPr>
              <p:grpSpPr bwMode="auto">
                <a:xfrm>
                  <a:off x="4256" y="666"/>
                  <a:ext cx="782" cy="1504"/>
                  <a:chOff x="4256" y="666"/>
                  <a:chExt cx="782" cy="1504"/>
                </a:xfrm>
              </p:grpSpPr>
              <p:sp>
                <p:nvSpPr>
                  <p:cNvPr id="20605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65" y="1316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06" name="Line 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65" y="1454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07" name="Freeform 69"/>
                  <p:cNvSpPr>
                    <a:spLocks/>
                  </p:cNvSpPr>
                  <p:nvPr/>
                </p:nvSpPr>
                <p:spPr bwMode="auto">
                  <a:xfrm>
                    <a:off x="4258" y="1590"/>
                    <a:ext cx="195" cy="195"/>
                  </a:xfrm>
                  <a:custGeom>
                    <a:avLst/>
                    <a:gdLst>
                      <a:gd name="T0" fmla="*/ 0 w 195"/>
                      <a:gd name="T1" fmla="*/ 195 h 195"/>
                      <a:gd name="T2" fmla="*/ 195 w 195"/>
                      <a:gd name="T3" fmla="*/ 0 h 19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5" h="195">
                        <a:moveTo>
                          <a:pt x="0" y="195"/>
                        </a:moveTo>
                        <a:lnTo>
                          <a:pt x="19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08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6" y="1730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09" name="Line 7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6" y="1877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0" name="Freeform 72"/>
                  <p:cNvSpPr>
                    <a:spLocks/>
                  </p:cNvSpPr>
                  <p:nvPr/>
                </p:nvSpPr>
                <p:spPr bwMode="auto">
                  <a:xfrm>
                    <a:off x="4301" y="1968"/>
                    <a:ext cx="201" cy="198"/>
                  </a:xfrm>
                  <a:custGeom>
                    <a:avLst/>
                    <a:gdLst>
                      <a:gd name="T0" fmla="*/ 0 w 201"/>
                      <a:gd name="T1" fmla="*/ 198 h 198"/>
                      <a:gd name="T2" fmla="*/ 201 w 201"/>
                      <a:gd name="T3" fmla="*/ 0 h 198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1" h="198">
                        <a:moveTo>
                          <a:pt x="0" y="198"/>
                        </a:moveTo>
                        <a:lnTo>
                          <a:pt x="20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1" name="Freeform 73"/>
                  <p:cNvSpPr>
                    <a:spLocks/>
                  </p:cNvSpPr>
                  <p:nvPr/>
                </p:nvSpPr>
                <p:spPr bwMode="auto">
                  <a:xfrm>
                    <a:off x="4426" y="1968"/>
                    <a:ext cx="201" cy="202"/>
                  </a:xfrm>
                  <a:custGeom>
                    <a:avLst/>
                    <a:gdLst>
                      <a:gd name="T0" fmla="*/ 0 w 201"/>
                      <a:gd name="T1" fmla="*/ 202 h 202"/>
                      <a:gd name="T2" fmla="*/ 201 w 201"/>
                      <a:gd name="T3" fmla="*/ 0 h 20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1" h="202">
                        <a:moveTo>
                          <a:pt x="0" y="202"/>
                        </a:moveTo>
                        <a:lnTo>
                          <a:pt x="201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2" name="Freeform 74"/>
                  <p:cNvSpPr>
                    <a:spLocks/>
                  </p:cNvSpPr>
                  <p:nvPr/>
                </p:nvSpPr>
                <p:spPr bwMode="auto">
                  <a:xfrm>
                    <a:off x="4560" y="1958"/>
                    <a:ext cx="202" cy="202"/>
                  </a:xfrm>
                  <a:custGeom>
                    <a:avLst/>
                    <a:gdLst>
                      <a:gd name="T0" fmla="*/ 0 w 202"/>
                      <a:gd name="T1" fmla="*/ 202 h 202"/>
                      <a:gd name="T2" fmla="*/ 202 w 202"/>
                      <a:gd name="T3" fmla="*/ 0 h 20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2" h="202">
                        <a:moveTo>
                          <a:pt x="0" y="202"/>
                        </a:moveTo>
                        <a:lnTo>
                          <a:pt x="20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3" name="Freeform 75"/>
                  <p:cNvSpPr>
                    <a:spLocks/>
                  </p:cNvSpPr>
                  <p:nvPr/>
                </p:nvSpPr>
                <p:spPr bwMode="auto">
                  <a:xfrm>
                    <a:off x="4690" y="1962"/>
                    <a:ext cx="195" cy="195"/>
                  </a:xfrm>
                  <a:custGeom>
                    <a:avLst/>
                    <a:gdLst>
                      <a:gd name="T0" fmla="*/ 0 w 195"/>
                      <a:gd name="T1" fmla="*/ 195 h 195"/>
                      <a:gd name="T2" fmla="*/ 195 w 195"/>
                      <a:gd name="T3" fmla="*/ 0 h 19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5" h="195">
                        <a:moveTo>
                          <a:pt x="0" y="195"/>
                        </a:moveTo>
                        <a:lnTo>
                          <a:pt x="19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4" name="Freeform 76"/>
                  <p:cNvSpPr>
                    <a:spLocks/>
                  </p:cNvSpPr>
                  <p:nvPr/>
                </p:nvSpPr>
                <p:spPr bwMode="auto">
                  <a:xfrm>
                    <a:off x="4819" y="1958"/>
                    <a:ext cx="202" cy="202"/>
                  </a:xfrm>
                  <a:custGeom>
                    <a:avLst/>
                    <a:gdLst>
                      <a:gd name="T0" fmla="*/ 0 w 202"/>
                      <a:gd name="T1" fmla="*/ 202 h 202"/>
                      <a:gd name="T2" fmla="*/ 202 w 202"/>
                      <a:gd name="T3" fmla="*/ 0 h 20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2" h="202">
                        <a:moveTo>
                          <a:pt x="0" y="202"/>
                        </a:moveTo>
                        <a:lnTo>
                          <a:pt x="20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5" name="Freeform 77"/>
                  <p:cNvSpPr>
                    <a:spLocks/>
                  </p:cNvSpPr>
                  <p:nvPr/>
                </p:nvSpPr>
                <p:spPr bwMode="auto">
                  <a:xfrm>
                    <a:off x="4949" y="2070"/>
                    <a:ext cx="89" cy="91"/>
                  </a:xfrm>
                  <a:custGeom>
                    <a:avLst/>
                    <a:gdLst>
                      <a:gd name="T0" fmla="*/ 0 w 89"/>
                      <a:gd name="T1" fmla="*/ 91 h 91"/>
                      <a:gd name="T2" fmla="*/ 89 w 89"/>
                      <a:gd name="T3" fmla="*/ 0 h 9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89" h="91">
                        <a:moveTo>
                          <a:pt x="0" y="91"/>
                        </a:moveTo>
                        <a:lnTo>
                          <a:pt x="89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6" name="Freeform 78"/>
                  <p:cNvSpPr>
                    <a:spLocks/>
                  </p:cNvSpPr>
                  <p:nvPr/>
                </p:nvSpPr>
                <p:spPr bwMode="auto">
                  <a:xfrm>
                    <a:off x="4333" y="1184"/>
                    <a:ext cx="120" cy="117"/>
                  </a:xfrm>
                  <a:custGeom>
                    <a:avLst/>
                    <a:gdLst>
                      <a:gd name="T0" fmla="*/ 0 w 120"/>
                      <a:gd name="T1" fmla="*/ 117 h 117"/>
                      <a:gd name="T2" fmla="*/ 120 w 120"/>
                      <a:gd name="T3" fmla="*/ 0 h 117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20" h="117">
                        <a:moveTo>
                          <a:pt x="0" y="117"/>
                        </a:moveTo>
                        <a:lnTo>
                          <a:pt x="120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7" name="Freeform 79"/>
                  <p:cNvSpPr>
                    <a:spLocks/>
                  </p:cNvSpPr>
                  <p:nvPr/>
                </p:nvSpPr>
                <p:spPr bwMode="auto">
                  <a:xfrm>
                    <a:off x="4330" y="1037"/>
                    <a:ext cx="134" cy="134"/>
                  </a:xfrm>
                  <a:custGeom>
                    <a:avLst/>
                    <a:gdLst>
                      <a:gd name="T0" fmla="*/ 0 w 134"/>
                      <a:gd name="T1" fmla="*/ 134 h 134"/>
                      <a:gd name="T2" fmla="*/ 134 w 134"/>
                      <a:gd name="T3" fmla="*/ 0 h 134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34" h="134">
                        <a:moveTo>
                          <a:pt x="0" y="134"/>
                        </a:moveTo>
                        <a:lnTo>
                          <a:pt x="134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8" name="Freeform 80"/>
                  <p:cNvSpPr>
                    <a:spLocks/>
                  </p:cNvSpPr>
                  <p:nvPr/>
                </p:nvSpPr>
                <p:spPr bwMode="auto">
                  <a:xfrm>
                    <a:off x="4345" y="896"/>
                    <a:ext cx="120" cy="117"/>
                  </a:xfrm>
                  <a:custGeom>
                    <a:avLst/>
                    <a:gdLst>
                      <a:gd name="T0" fmla="*/ 0 w 120"/>
                      <a:gd name="T1" fmla="*/ 117 h 117"/>
                      <a:gd name="T2" fmla="*/ 120 w 120"/>
                      <a:gd name="T3" fmla="*/ 0 h 117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20" h="117">
                        <a:moveTo>
                          <a:pt x="0" y="117"/>
                        </a:moveTo>
                        <a:lnTo>
                          <a:pt x="120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19" name="Line 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5" y="680"/>
                    <a:ext cx="234" cy="23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0" name="Line 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5" y="666"/>
                    <a:ext cx="128" cy="12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1" name="Line 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96" y="670"/>
                    <a:ext cx="194" cy="19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22" name="Freeform 84"/>
                  <p:cNvSpPr>
                    <a:spLocks/>
                  </p:cNvSpPr>
                  <p:nvPr/>
                </p:nvSpPr>
                <p:spPr bwMode="auto">
                  <a:xfrm>
                    <a:off x="4618" y="797"/>
                    <a:ext cx="76" cy="72"/>
                  </a:xfrm>
                  <a:custGeom>
                    <a:avLst/>
                    <a:gdLst>
                      <a:gd name="T0" fmla="*/ 0 w 76"/>
                      <a:gd name="T1" fmla="*/ 72 h 72"/>
                      <a:gd name="T2" fmla="*/ 76 w 76"/>
                      <a:gd name="T3" fmla="*/ 0 h 7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76" h="72">
                        <a:moveTo>
                          <a:pt x="0" y="72"/>
                        </a:moveTo>
                        <a:lnTo>
                          <a:pt x="76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0485" name="Group 85"/>
          <p:cNvGrpSpPr>
            <a:grpSpLocks/>
          </p:cNvGrpSpPr>
          <p:nvPr/>
        </p:nvGrpSpPr>
        <p:grpSpPr bwMode="auto">
          <a:xfrm>
            <a:off x="2128838" y="390525"/>
            <a:ext cx="923925" cy="2835275"/>
            <a:chOff x="1473" y="520"/>
            <a:chExt cx="582" cy="1786"/>
          </a:xfrm>
        </p:grpSpPr>
        <p:sp>
          <p:nvSpPr>
            <p:cNvPr id="20589" name="Freeform 86"/>
            <p:cNvSpPr>
              <a:spLocks/>
            </p:cNvSpPr>
            <p:nvPr/>
          </p:nvSpPr>
          <p:spPr bwMode="auto">
            <a:xfrm>
              <a:off x="1740" y="520"/>
              <a:ext cx="1" cy="1786"/>
            </a:xfrm>
            <a:custGeom>
              <a:avLst/>
              <a:gdLst>
                <a:gd name="T0" fmla="*/ 0 w 1"/>
                <a:gd name="T1" fmla="*/ 0 h 1786"/>
                <a:gd name="T2" fmla="*/ 0 w 1"/>
                <a:gd name="T3" fmla="*/ 1786 h 17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786">
                  <a:moveTo>
                    <a:pt x="0" y="0"/>
                  </a:moveTo>
                  <a:lnTo>
                    <a:pt x="0" y="178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590" name="Group 87"/>
            <p:cNvGrpSpPr>
              <a:grpSpLocks/>
            </p:cNvGrpSpPr>
            <p:nvPr/>
          </p:nvGrpSpPr>
          <p:grpSpPr bwMode="auto">
            <a:xfrm>
              <a:off x="1473" y="938"/>
              <a:ext cx="582" cy="216"/>
              <a:chOff x="1473" y="1625"/>
              <a:chExt cx="582" cy="192"/>
            </a:xfrm>
          </p:grpSpPr>
          <p:sp>
            <p:nvSpPr>
              <p:cNvPr id="20591" name="Freeform 88"/>
              <p:cNvSpPr>
                <a:spLocks/>
              </p:cNvSpPr>
              <p:nvPr/>
            </p:nvSpPr>
            <p:spPr bwMode="auto">
              <a:xfrm>
                <a:off x="1473" y="1721"/>
                <a:ext cx="582" cy="1"/>
              </a:xfrm>
              <a:custGeom>
                <a:avLst/>
                <a:gdLst>
                  <a:gd name="T0" fmla="*/ 0 w 582"/>
                  <a:gd name="T1" fmla="*/ 0 h 1"/>
                  <a:gd name="T2" fmla="*/ 582 w 58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82" h="1">
                    <a:moveTo>
                      <a:pt x="0" y="0"/>
                    </a:moveTo>
                    <a:lnTo>
                      <a:pt x="582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2" name="Oval 89"/>
              <p:cNvSpPr>
                <a:spLocks noChangeArrowheads="1"/>
              </p:cNvSpPr>
              <p:nvPr/>
            </p:nvSpPr>
            <p:spPr bwMode="auto">
              <a:xfrm>
                <a:off x="1617" y="1625"/>
                <a:ext cx="240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grpSp>
        <p:nvGrpSpPr>
          <p:cNvPr id="20486" name="Group 90"/>
          <p:cNvGrpSpPr>
            <a:grpSpLocks/>
          </p:cNvGrpSpPr>
          <p:nvPr/>
        </p:nvGrpSpPr>
        <p:grpSpPr bwMode="auto">
          <a:xfrm>
            <a:off x="2076450" y="631825"/>
            <a:ext cx="914400" cy="2363788"/>
            <a:chOff x="1440" y="672"/>
            <a:chExt cx="576" cy="1489"/>
          </a:xfrm>
        </p:grpSpPr>
        <p:sp>
          <p:nvSpPr>
            <p:cNvPr id="20581" name="Line 91"/>
            <p:cNvSpPr>
              <a:spLocks noChangeShapeType="1"/>
            </p:cNvSpPr>
            <p:nvPr/>
          </p:nvSpPr>
          <p:spPr bwMode="auto">
            <a:xfrm>
              <a:off x="1440" y="67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2" name="Line 92"/>
            <p:cNvSpPr>
              <a:spLocks noChangeShapeType="1"/>
            </p:cNvSpPr>
            <p:nvPr/>
          </p:nvSpPr>
          <p:spPr bwMode="auto">
            <a:xfrm>
              <a:off x="2016" y="67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3" name="Line 93"/>
            <p:cNvSpPr>
              <a:spLocks noChangeShapeType="1"/>
            </p:cNvSpPr>
            <p:nvPr/>
          </p:nvSpPr>
          <p:spPr bwMode="auto">
            <a:xfrm>
              <a:off x="1440" y="134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4" name="Freeform 94"/>
            <p:cNvSpPr>
              <a:spLocks/>
            </p:cNvSpPr>
            <p:nvPr/>
          </p:nvSpPr>
          <p:spPr bwMode="auto">
            <a:xfrm>
              <a:off x="1536" y="1392"/>
              <a:ext cx="399" cy="3"/>
            </a:xfrm>
            <a:custGeom>
              <a:avLst/>
              <a:gdLst>
                <a:gd name="T0" fmla="*/ 0 w 399"/>
                <a:gd name="T1" fmla="*/ 0 h 3"/>
                <a:gd name="T2" fmla="*/ 399 w 399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9" h="3">
                  <a:moveTo>
                    <a:pt x="0" y="0"/>
                  </a:moveTo>
                  <a:lnTo>
                    <a:pt x="399" y="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5" name="Line 95"/>
            <p:cNvSpPr>
              <a:spLocks noChangeShapeType="1"/>
            </p:cNvSpPr>
            <p:nvPr/>
          </p:nvSpPr>
          <p:spPr bwMode="auto">
            <a:xfrm>
              <a:off x="1536" y="1392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6" name="Freeform 96"/>
            <p:cNvSpPr>
              <a:spLocks/>
            </p:cNvSpPr>
            <p:nvPr/>
          </p:nvSpPr>
          <p:spPr bwMode="auto">
            <a:xfrm>
              <a:off x="1935" y="1410"/>
              <a:ext cx="1" cy="751"/>
            </a:xfrm>
            <a:custGeom>
              <a:avLst/>
              <a:gdLst>
                <a:gd name="T0" fmla="*/ 0 w 1"/>
                <a:gd name="T1" fmla="*/ 0 h 751"/>
                <a:gd name="T2" fmla="*/ 0 w 1"/>
                <a:gd name="T3" fmla="*/ 751 h 7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51">
                  <a:moveTo>
                    <a:pt x="0" y="0"/>
                  </a:moveTo>
                  <a:lnTo>
                    <a:pt x="0" y="75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7" name="Line 97"/>
            <p:cNvSpPr>
              <a:spLocks noChangeShapeType="1"/>
            </p:cNvSpPr>
            <p:nvPr/>
          </p:nvSpPr>
          <p:spPr bwMode="auto">
            <a:xfrm>
              <a:off x="1440" y="1344"/>
              <a:ext cx="96" cy="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8" name="Line 98"/>
            <p:cNvSpPr>
              <a:spLocks noChangeShapeType="1"/>
            </p:cNvSpPr>
            <p:nvPr/>
          </p:nvSpPr>
          <p:spPr bwMode="auto">
            <a:xfrm flipH="1">
              <a:off x="1920" y="1344"/>
              <a:ext cx="96" cy="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7" name="Group 99"/>
          <p:cNvGrpSpPr>
            <a:grpSpLocks/>
          </p:cNvGrpSpPr>
          <p:nvPr/>
        </p:nvGrpSpPr>
        <p:grpSpPr bwMode="auto">
          <a:xfrm>
            <a:off x="1096963" y="631825"/>
            <a:ext cx="2873375" cy="2362200"/>
            <a:chOff x="823" y="672"/>
            <a:chExt cx="1810" cy="1488"/>
          </a:xfrm>
        </p:grpSpPr>
        <p:sp>
          <p:nvSpPr>
            <p:cNvPr id="20573" name="Line 100"/>
            <p:cNvSpPr>
              <a:spLocks noChangeShapeType="1"/>
            </p:cNvSpPr>
            <p:nvPr/>
          </p:nvSpPr>
          <p:spPr bwMode="auto">
            <a:xfrm>
              <a:off x="823" y="19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4" name="Line 101"/>
            <p:cNvSpPr>
              <a:spLocks noChangeShapeType="1"/>
            </p:cNvSpPr>
            <p:nvPr/>
          </p:nvSpPr>
          <p:spPr bwMode="auto">
            <a:xfrm>
              <a:off x="988" y="19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5" name="Line 102"/>
            <p:cNvSpPr>
              <a:spLocks noChangeShapeType="1"/>
            </p:cNvSpPr>
            <p:nvPr/>
          </p:nvSpPr>
          <p:spPr bwMode="auto">
            <a:xfrm>
              <a:off x="2468" y="19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6" name="Line 103"/>
            <p:cNvSpPr>
              <a:spLocks noChangeShapeType="1"/>
            </p:cNvSpPr>
            <p:nvPr/>
          </p:nvSpPr>
          <p:spPr bwMode="auto">
            <a:xfrm>
              <a:off x="2633" y="19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7" name="Line 104"/>
            <p:cNvSpPr>
              <a:spLocks noChangeShapeType="1"/>
            </p:cNvSpPr>
            <p:nvPr/>
          </p:nvSpPr>
          <p:spPr bwMode="auto">
            <a:xfrm>
              <a:off x="1166" y="6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8" name="Line 105"/>
            <p:cNvSpPr>
              <a:spLocks noChangeShapeType="1"/>
            </p:cNvSpPr>
            <p:nvPr/>
          </p:nvSpPr>
          <p:spPr bwMode="auto">
            <a:xfrm>
              <a:off x="1296" y="6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9" name="Line 106"/>
            <p:cNvSpPr>
              <a:spLocks noChangeShapeType="1"/>
            </p:cNvSpPr>
            <p:nvPr/>
          </p:nvSpPr>
          <p:spPr bwMode="auto">
            <a:xfrm>
              <a:off x="2304" y="6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0" name="Line 107"/>
            <p:cNvSpPr>
              <a:spLocks noChangeShapeType="1"/>
            </p:cNvSpPr>
            <p:nvPr/>
          </p:nvSpPr>
          <p:spPr bwMode="auto">
            <a:xfrm>
              <a:off x="2160" y="6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8" name="Group 108"/>
          <p:cNvGrpSpPr>
            <a:grpSpLocks/>
          </p:cNvGrpSpPr>
          <p:nvPr/>
        </p:nvGrpSpPr>
        <p:grpSpPr bwMode="auto">
          <a:xfrm>
            <a:off x="2509838" y="539750"/>
            <a:ext cx="1619250" cy="2536825"/>
            <a:chOff x="1713" y="614"/>
            <a:chExt cx="1020" cy="1598"/>
          </a:xfrm>
        </p:grpSpPr>
        <p:sp>
          <p:nvSpPr>
            <p:cNvPr id="20562" name="Freeform 109"/>
            <p:cNvSpPr>
              <a:spLocks/>
            </p:cNvSpPr>
            <p:nvPr/>
          </p:nvSpPr>
          <p:spPr bwMode="auto">
            <a:xfrm>
              <a:off x="1734" y="2153"/>
              <a:ext cx="999" cy="3"/>
            </a:xfrm>
            <a:custGeom>
              <a:avLst/>
              <a:gdLst>
                <a:gd name="T0" fmla="*/ 999 w 999"/>
                <a:gd name="T1" fmla="*/ 3 h 3"/>
                <a:gd name="T2" fmla="*/ 0 w 99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9" h="3">
                  <a:moveTo>
                    <a:pt x="999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3" name="Freeform 110"/>
            <p:cNvSpPr>
              <a:spLocks/>
            </p:cNvSpPr>
            <p:nvPr/>
          </p:nvSpPr>
          <p:spPr bwMode="auto">
            <a:xfrm>
              <a:off x="1734" y="1958"/>
              <a:ext cx="999" cy="3"/>
            </a:xfrm>
            <a:custGeom>
              <a:avLst/>
              <a:gdLst>
                <a:gd name="T0" fmla="*/ 999 w 999"/>
                <a:gd name="T1" fmla="*/ 3 h 3"/>
                <a:gd name="T2" fmla="*/ 0 w 99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9" h="3">
                  <a:moveTo>
                    <a:pt x="999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4" name="Freeform 111"/>
            <p:cNvSpPr>
              <a:spLocks/>
            </p:cNvSpPr>
            <p:nvPr/>
          </p:nvSpPr>
          <p:spPr bwMode="auto">
            <a:xfrm>
              <a:off x="1950" y="865"/>
              <a:ext cx="438" cy="4"/>
            </a:xfrm>
            <a:custGeom>
              <a:avLst/>
              <a:gdLst>
                <a:gd name="T0" fmla="*/ 438 w 438"/>
                <a:gd name="T1" fmla="*/ 0 h 4"/>
                <a:gd name="T2" fmla="*/ 0 w 438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8" h="4">
                  <a:moveTo>
                    <a:pt x="438" y="0"/>
                  </a:moveTo>
                  <a:lnTo>
                    <a:pt x="0" y="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5" name="Freeform 112"/>
            <p:cNvSpPr>
              <a:spLocks/>
            </p:cNvSpPr>
            <p:nvPr/>
          </p:nvSpPr>
          <p:spPr bwMode="auto">
            <a:xfrm>
              <a:off x="2386" y="667"/>
              <a:ext cx="2" cy="213"/>
            </a:xfrm>
            <a:custGeom>
              <a:avLst/>
              <a:gdLst>
                <a:gd name="T0" fmla="*/ 2 w 2"/>
                <a:gd name="T1" fmla="*/ 213 h 213"/>
                <a:gd name="T2" fmla="*/ 0 w 2"/>
                <a:gd name="T3" fmla="*/ 0 h 2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13">
                  <a:moveTo>
                    <a:pt x="2" y="21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6" name="Freeform 113"/>
            <p:cNvSpPr>
              <a:spLocks/>
            </p:cNvSpPr>
            <p:nvPr/>
          </p:nvSpPr>
          <p:spPr bwMode="auto">
            <a:xfrm>
              <a:off x="1740" y="674"/>
              <a:ext cx="645" cy="1"/>
            </a:xfrm>
            <a:custGeom>
              <a:avLst/>
              <a:gdLst>
                <a:gd name="T0" fmla="*/ 645 w 645"/>
                <a:gd name="T1" fmla="*/ 0 h 1"/>
                <a:gd name="T2" fmla="*/ 0 w 64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5" h="1">
                  <a:moveTo>
                    <a:pt x="645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7" name="Freeform 114"/>
            <p:cNvSpPr>
              <a:spLocks/>
            </p:cNvSpPr>
            <p:nvPr/>
          </p:nvSpPr>
          <p:spPr bwMode="auto">
            <a:xfrm>
              <a:off x="2133" y="865"/>
              <a:ext cx="1" cy="1111"/>
            </a:xfrm>
            <a:custGeom>
              <a:avLst/>
              <a:gdLst>
                <a:gd name="T0" fmla="*/ 0 w 1"/>
                <a:gd name="T1" fmla="*/ 1111 h 1111"/>
                <a:gd name="T2" fmla="*/ 0 w 1"/>
                <a:gd name="T3" fmla="*/ 0 h 11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111">
                  <a:moveTo>
                    <a:pt x="0" y="111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8" name="Arc 115"/>
            <p:cNvSpPr>
              <a:spLocks/>
            </p:cNvSpPr>
            <p:nvPr/>
          </p:nvSpPr>
          <p:spPr bwMode="auto">
            <a:xfrm flipV="1">
              <a:off x="1713" y="1058"/>
              <a:ext cx="240" cy="192"/>
            </a:xfrm>
            <a:custGeom>
              <a:avLst/>
              <a:gdLst>
                <a:gd name="T0" fmla="*/ 0 w 21600"/>
                <a:gd name="T1" fmla="*/ 0 h 21558"/>
                <a:gd name="T2" fmla="*/ 0 w 21600"/>
                <a:gd name="T3" fmla="*/ 0 h 21558"/>
                <a:gd name="T4" fmla="*/ 0 w 21600"/>
                <a:gd name="T5" fmla="*/ 0 h 21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lnTo>
                    <a:pt x="134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9" name="Freeform 116"/>
            <p:cNvSpPr>
              <a:spLocks/>
            </p:cNvSpPr>
            <p:nvPr/>
          </p:nvSpPr>
          <p:spPr bwMode="auto">
            <a:xfrm>
              <a:off x="1950" y="869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0" name="Freeform 117"/>
            <p:cNvSpPr>
              <a:spLocks/>
            </p:cNvSpPr>
            <p:nvPr/>
          </p:nvSpPr>
          <p:spPr bwMode="auto">
            <a:xfrm>
              <a:off x="2718" y="1976"/>
              <a:ext cx="1" cy="180"/>
            </a:xfrm>
            <a:custGeom>
              <a:avLst/>
              <a:gdLst>
                <a:gd name="T0" fmla="*/ 0 w 1"/>
                <a:gd name="T1" fmla="*/ 0 h 180"/>
                <a:gd name="T2" fmla="*/ 0 w 1"/>
                <a:gd name="T3" fmla="*/ 180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0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1" name="Freeform 118"/>
            <p:cNvSpPr>
              <a:spLocks/>
            </p:cNvSpPr>
            <p:nvPr/>
          </p:nvSpPr>
          <p:spPr bwMode="auto">
            <a:xfrm>
              <a:off x="2544" y="1897"/>
              <a:ext cx="1" cy="315"/>
            </a:xfrm>
            <a:custGeom>
              <a:avLst/>
              <a:gdLst>
                <a:gd name="T0" fmla="*/ 0 w 1"/>
                <a:gd name="T1" fmla="*/ 0 h 315"/>
                <a:gd name="T2" fmla="*/ 0 w 1"/>
                <a:gd name="T3" fmla="*/ 315 h 3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5">
                  <a:moveTo>
                    <a:pt x="0" y="0"/>
                  </a:moveTo>
                  <a:lnTo>
                    <a:pt x="0" y="315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2" name="Freeform 119"/>
            <p:cNvSpPr>
              <a:spLocks/>
            </p:cNvSpPr>
            <p:nvPr/>
          </p:nvSpPr>
          <p:spPr bwMode="auto">
            <a:xfrm>
              <a:off x="2235" y="614"/>
              <a:ext cx="1" cy="300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9" name="Group 120"/>
          <p:cNvGrpSpPr>
            <a:grpSpLocks/>
          </p:cNvGrpSpPr>
          <p:nvPr/>
        </p:nvGrpSpPr>
        <p:grpSpPr bwMode="auto">
          <a:xfrm>
            <a:off x="981075" y="515938"/>
            <a:ext cx="1604963" cy="2597150"/>
            <a:chOff x="750" y="810"/>
            <a:chExt cx="1011" cy="1636"/>
          </a:xfrm>
        </p:grpSpPr>
        <p:sp>
          <p:nvSpPr>
            <p:cNvPr id="20551" name="Freeform 121"/>
            <p:cNvSpPr>
              <a:spLocks/>
            </p:cNvSpPr>
            <p:nvPr/>
          </p:nvSpPr>
          <p:spPr bwMode="auto">
            <a:xfrm>
              <a:off x="900" y="2101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2" name="Freeform 122"/>
            <p:cNvSpPr>
              <a:spLocks/>
            </p:cNvSpPr>
            <p:nvPr/>
          </p:nvSpPr>
          <p:spPr bwMode="auto">
            <a:xfrm>
              <a:off x="750" y="2364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3" name="Freeform 123"/>
            <p:cNvSpPr>
              <a:spLocks/>
            </p:cNvSpPr>
            <p:nvPr/>
          </p:nvSpPr>
          <p:spPr bwMode="auto">
            <a:xfrm>
              <a:off x="750" y="2169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4" name="Freeform 124"/>
            <p:cNvSpPr>
              <a:spLocks/>
            </p:cNvSpPr>
            <p:nvPr/>
          </p:nvSpPr>
          <p:spPr bwMode="auto">
            <a:xfrm>
              <a:off x="1095" y="1080"/>
              <a:ext cx="420" cy="1"/>
            </a:xfrm>
            <a:custGeom>
              <a:avLst/>
              <a:gdLst>
                <a:gd name="T0" fmla="*/ 0 w 420"/>
                <a:gd name="T1" fmla="*/ 0 h 1"/>
                <a:gd name="T2" fmla="*/ 225 w 420"/>
                <a:gd name="T3" fmla="*/ 0 h 1"/>
                <a:gd name="T4" fmla="*/ 420 w 42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0" h="1">
                  <a:moveTo>
                    <a:pt x="0" y="0"/>
                  </a:moveTo>
                  <a:lnTo>
                    <a:pt x="225" y="0"/>
                  </a:lnTo>
                  <a:lnTo>
                    <a:pt x="4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5" name="Freeform 125"/>
            <p:cNvSpPr>
              <a:spLocks/>
            </p:cNvSpPr>
            <p:nvPr/>
          </p:nvSpPr>
          <p:spPr bwMode="auto">
            <a:xfrm>
              <a:off x="1095" y="885"/>
              <a:ext cx="1" cy="195"/>
            </a:xfrm>
            <a:custGeom>
              <a:avLst/>
              <a:gdLst>
                <a:gd name="T0" fmla="*/ 0 w 1"/>
                <a:gd name="T1" fmla="*/ 195 h 195"/>
                <a:gd name="T2" fmla="*/ 0 w 1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5">
                  <a:moveTo>
                    <a:pt x="0" y="19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6" name="Freeform 126"/>
            <p:cNvSpPr>
              <a:spLocks/>
            </p:cNvSpPr>
            <p:nvPr/>
          </p:nvSpPr>
          <p:spPr bwMode="auto">
            <a:xfrm>
              <a:off x="1095" y="881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7" name="Freeform 127"/>
            <p:cNvSpPr>
              <a:spLocks/>
            </p:cNvSpPr>
            <p:nvPr/>
          </p:nvSpPr>
          <p:spPr bwMode="auto">
            <a:xfrm>
              <a:off x="1335" y="1080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8" name="Arc 128"/>
            <p:cNvSpPr>
              <a:spLocks/>
            </p:cNvSpPr>
            <p:nvPr/>
          </p:nvSpPr>
          <p:spPr bwMode="auto">
            <a:xfrm flipH="1" flipV="1">
              <a:off x="1521" y="1269"/>
              <a:ext cx="240" cy="192"/>
            </a:xfrm>
            <a:custGeom>
              <a:avLst/>
              <a:gdLst>
                <a:gd name="T0" fmla="*/ 0 w 21600"/>
                <a:gd name="T1" fmla="*/ 0 h 21558"/>
                <a:gd name="T2" fmla="*/ 0 w 21600"/>
                <a:gd name="T3" fmla="*/ 0 h 21558"/>
                <a:gd name="T4" fmla="*/ 0 w 21600"/>
                <a:gd name="T5" fmla="*/ 0 h 21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lnTo>
                    <a:pt x="134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9" name="Freeform 129"/>
            <p:cNvSpPr>
              <a:spLocks/>
            </p:cNvSpPr>
            <p:nvPr/>
          </p:nvSpPr>
          <p:spPr bwMode="auto">
            <a:xfrm>
              <a:off x="1515" y="1080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0" name="Line 130"/>
            <p:cNvSpPr>
              <a:spLocks noChangeShapeType="1"/>
            </p:cNvSpPr>
            <p:nvPr/>
          </p:nvSpPr>
          <p:spPr bwMode="auto">
            <a:xfrm>
              <a:off x="753" y="217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1" name="Freeform 131"/>
            <p:cNvSpPr>
              <a:spLocks/>
            </p:cNvSpPr>
            <p:nvPr/>
          </p:nvSpPr>
          <p:spPr bwMode="auto">
            <a:xfrm>
              <a:off x="1230" y="810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90" name="Group 132"/>
          <p:cNvGrpSpPr>
            <a:grpSpLocks/>
          </p:cNvGrpSpPr>
          <p:nvPr/>
        </p:nvGrpSpPr>
        <p:grpSpPr bwMode="auto">
          <a:xfrm>
            <a:off x="862013" y="3160713"/>
            <a:ext cx="3500437" cy="2119312"/>
            <a:chOff x="675" y="2265"/>
            <a:chExt cx="2205" cy="1335"/>
          </a:xfrm>
        </p:grpSpPr>
        <p:grpSp>
          <p:nvGrpSpPr>
            <p:cNvPr id="20502" name="Group 133"/>
            <p:cNvGrpSpPr>
              <a:grpSpLocks/>
            </p:cNvGrpSpPr>
            <p:nvPr/>
          </p:nvGrpSpPr>
          <p:grpSpPr bwMode="auto">
            <a:xfrm>
              <a:off x="675" y="2265"/>
              <a:ext cx="2205" cy="1335"/>
              <a:chOff x="675" y="2265"/>
              <a:chExt cx="2205" cy="1335"/>
            </a:xfrm>
          </p:grpSpPr>
          <p:sp>
            <p:nvSpPr>
              <p:cNvPr id="20507" name="AutoShape 134"/>
              <p:cNvSpPr>
                <a:spLocks noChangeArrowheads="1"/>
              </p:cNvSpPr>
              <p:nvPr/>
            </p:nvSpPr>
            <p:spPr bwMode="auto">
              <a:xfrm>
                <a:off x="756" y="2354"/>
                <a:ext cx="1965" cy="1152"/>
              </a:xfrm>
              <a:prstGeom prst="roundRect">
                <a:avLst>
                  <a:gd name="adj" fmla="val 13542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508" name="AutoShape 135"/>
              <p:cNvSpPr>
                <a:spLocks noChangeArrowheads="1"/>
              </p:cNvSpPr>
              <p:nvPr/>
            </p:nvSpPr>
            <p:spPr bwMode="auto">
              <a:xfrm>
                <a:off x="1089" y="2494"/>
                <a:ext cx="1296" cy="872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grpSp>
            <p:nvGrpSpPr>
              <p:cNvPr id="20509" name="Group 136"/>
              <p:cNvGrpSpPr>
                <a:grpSpLocks/>
              </p:cNvGrpSpPr>
              <p:nvPr/>
            </p:nvGrpSpPr>
            <p:grpSpPr bwMode="auto">
              <a:xfrm>
                <a:off x="675" y="2265"/>
                <a:ext cx="2205" cy="1335"/>
                <a:chOff x="675" y="2265"/>
                <a:chExt cx="2205" cy="1335"/>
              </a:xfrm>
            </p:grpSpPr>
            <p:sp>
              <p:nvSpPr>
                <p:cNvPr id="20510" name="Freeform 137"/>
                <p:cNvSpPr>
                  <a:spLocks/>
                </p:cNvSpPr>
                <p:nvPr/>
              </p:nvSpPr>
              <p:spPr bwMode="auto">
                <a:xfrm>
                  <a:off x="675" y="2925"/>
                  <a:ext cx="2205" cy="1"/>
                </a:xfrm>
                <a:custGeom>
                  <a:avLst/>
                  <a:gdLst>
                    <a:gd name="T0" fmla="*/ 0 w 2205"/>
                    <a:gd name="T1" fmla="*/ 0 h 1"/>
                    <a:gd name="T2" fmla="*/ 2205 w 2205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05" h="1">
                      <a:moveTo>
                        <a:pt x="0" y="0"/>
                      </a:moveTo>
                      <a:lnTo>
                        <a:pt x="2205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1" name="Freeform 138"/>
                <p:cNvSpPr>
                  <a:spLocks/>
                </p:cNvSpPr>
                <p:nvPr/>
              </p:nvSpPr>
              <p:spPr bwMode="auto">
                <a:xfrm>
                  <a:off x="1740" y="2265"/>
                  <a:ext cx="1" cy="1335"/>
                </a:xfrm>
                <a:custGeom>
                  <a:avLst/>
                  <a:gdLst>
                    <a:gd name="T0" fmla="*/ 0 w 1"/>
                    <a:gd name="T1" fmla="*/ 0 h 1335"/>
                    <a:gd name="T2" fmla="*/ 0 w 1"/>
                    <a:gd name="T3" fmla="*/ 1335 h 1335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1335">
                      <a:moveTo>
                        <a:pt x="0" y="0"/>
                      </a:moveTo>
                      <a:lnTo>
                        <a:pt x="0" y="1335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2" name="Oval 139"/>
                <p:cNvSpPr>
                  <a:spLocks noChangeArrowheads="1"/>
                </p:cNvSpPr>
                <p:nvPr/>
              </p:nvSpPr>
              <p:spPr bwMode="auto">
                <a:xfrm>
                  <a:off x="1329" y="2546"/>
                  <a:ext cx="816" cy="76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0513" name="Oval 140"/>
                <p:cNvSpPr>
                  <a:spLocks noChangeArrowheads="1"/>
                </p:cNvSpPr>
                <p:nvPr/>
              </p:nvSpPr>
              <p:spPr bwMode="auto">
                <a:xfrm>
                  <a:off x="1473" y="2690"/>
                  <a:ext cx="528" cy="480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0514" name="Oval 141"/>
                <p:cNvSpPr>
                  <a:spLocks noChangeArrowheads="1"/>
                </p:cNvSpPr>
                <p:nvPr/>
              </p:nvSpPr>
              <p:spPr bwMode="auto">
                <a:xfrm>
                  <a:off x="1521" y="2738"/>
                  <a:ext cx="432" cy="38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0515" name="Line 142"/>
                <p:cNvSpPr>
                  <a:spLocks noChangeShapeType="1"/>
                </p:cNvSpPr>
                <p:nvPr/>
              </p:nvSpPr>
              <p:spPr bwMode="auto">
                <a:xfrm>
                  <a:off x="1953" y="3266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6" name="Line 143"/>
                <p:cNvSpPr>
                  <a:spLocks noChangeShapeType="1"/>
                </p:cNvSpPr>
                <p:nvPr/>
              </p:nvSpPr>
              <p:spPr bwMode="auto">
                <a:xfrm>
                  <a:off x="1521" y="3266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7" name="Line 144"/>
                <p:cNvSpPr>
                  <a:spLocks noChangeShapeType="1"/>
                </p:cNvSpPr>
                <p:nvPr/>
              </p:nvSpPr>
              <p:spPr bwMode="auto">
                <a:xfrm>
                  <a:off x="1617" y="3170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18" name="Line 145"/>
                <p:cNvSpPr>
                  <a:spLocks noChangeShapeType="1"/>
                </p:cNvSpPr>
                <p:nvPr/>
              </p:nvSpPr>
              <p:spPr bwMode="auto">
                <a:xfrm>
                  <a:off x="1857" y="3170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0519" name="Group 146"/>
                <p:cNvGrpSpPr>
                  <a:grpSpLocks/>
                </p:cNvGrpSpPr>
                <p:nvPr/>
              </p:nvGrpSpPr>
              <p:grpSpPr bwMode="auto">
                <a:xfrm>
                  <a:off x="777" y="3243"/>
                  <a:ext cx="282" cy="242"/>
                  <a:chOff x="3795" y="2688"/>
                  <a:chExt cx="285" cy="288"/>
                </a:xfrm>
              </p:grpSpPr>
              <p:sp>
                <p:nvSpPr>
                  <p:cNvPr id="20548" name="Line 147"/>
                  <p:cNvSpPr>
                    <a:spLocks noChangeShapeType="1"/>
                  </p:cNvSpPr>
                  <p:nvPr/>
                </p:nvSpPr>
                <p:spPr bwMode="auto">
                  <a:xfrm>
                    <a:off x="3936" y="2688"/>
                    <a:ext cx="0" cy="2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49" name="Freeform 148"/>
                  <p:cNvSpPr>
                    <a:spLocks/>
                  </p:cNvSpPr>
                  <p:nvPr/>
                </p:nvSpPr>
                <p:spPr bwMode="auto">
                  <a:xfrm>
                    <a:off x="3795" y="2833"/>
                    <a:ext cx="285" cy="3"/>
                  </a:xfrm>
                  <a:custGeom>
                    <a:avLst/>
                    <a:gdLst>
                      <a:gd name="T0" fmla="*/ 0 w 285"/>
                      <a:gd name="T1" fmla="*/ 3 h 3"/>
                      <a:gd name="T2" fmla="*/ 285 w 285"/>
                      <a:gd name="T3" fmla="*/ 0 h 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5" h="3">
                        <a:moveTo>
                          <a:pt x="0" y="3"/>
                        </a:moveTo>
                        <a:lnTo>
                          <a:pt x="28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50" name="Oval 149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40" y="2736"/>
                    <a:ext cx="192" cy="19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  <p:grpSp>
              <p:nvGrpSpPr>
                <p:cNvPr id="20520" name="Group 150"/>
                <p:cNvGrpSpPr>
                  <a:grpSpLocks/>
                </p:cNvGrpSpPr>
                <p:nvPr/>
              </p:nvGrpSpPr>
              <p:grpSpPr bwMode="auto">
                <a:xfrm>
                  <a:off x="777" y="2381"/>
                  <a:ext cx="282" cy="261"/>
                  <a:chOff x="3795" y="2688"/>
                  <a:chExt cx="285" cy="288"/>
                </a:xfrm>
              </p:grpSpPr>
              <p:sp>
                <p:nvSpPr>
                  <p:cNvPr id="20545" name="Line 151"/>
                  <p:cNvSpPr>
                    <a:spLocks noChangeShapeType="1"/>
                  </p:cNvSpPr>
                  <p:nvPr/>
                </p:nvSpPr>
                <p:spPr bwMode="auto">
                  <a:xfrm>
                    <a:off x="3936" y="2688"/>
                    <a:ext cx="0" cy="2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46" name="Freeform 152"/>
                  <p:cNvSpPr>
                    <a:spLocks/>
                  </p:cNvSpPr>
                  <p:nvPr/>
                </p:nvSpPr>
                <p:spPr bwMode="auto">
                  <a:xfrm>
                    <a:off x="3795" y="2833"/>
                    <a:ext cx="285" cy="3"/>
                  </a:xfrm>
                  <a:custGeom>
                    <a:avLst/>
                    <a:gdLst>
                      <a:gd name="T0" fmla="*/ 0 w 285"/>
                      <a:gd name="T1" fmla="*/ 3 h 3"/>
                      <a:gd name="T2" fmla="*/ 285 w 285"/>
                      <a:gd name="T3" fmla="*/ 0 h 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5" h="3">
                        <a:moveTo>
                          <a:pt x="0" y="3"/>
                        </a:moveTo>
                        <a:lnTo>
                          <a:pt x="28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47" name="Oval 153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40" y="2736"/>
                    <a:ext cx="192" cy="19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  <p:grpSp>
              <p:nvGrpSpPr>
                <p:cNvPr id="20521" name="Group 154"/>
                <p:cNvGrpSpPr>
                  <a:grpSpLocks/>
                </p:cNvGrpSpPr>
                <p:nvPr/>
              </p:nvGrpSpPr>
              <p:grpSpPr bwMode="auto">
                <a:xfrm>
                  <a:off x="2405" y="3222"/>
                  <a:ext cx="285" cy="263"/>
                  <a:chOff x="3795" y="2688"/>
                  <a:chExt cx="285" cy="288"/>
                </a:xfrm>
              </p:grpSpPr>
              <p:sp>
                <p:nvSpPr>
                  <p:cNvPr id="20542" name="Line 155"/>
                  <p:cNvSpPr>
                    <a:spLocks noChangeShapeType="1"/>
                  </p:cNvSpPr>
                  <p:nvPr/>
                </p:nvSpPr>
                <p:spPr bwMode="auto">
                  <a:xfrm>
                    <a:off x="3936" y="2688"/>
                    <a:ext cx="0" cy="2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43" name="Freeform 156"/>
                  <p:cNvSpPr>
                    <a:spLocks/>
                  </p:cNvSpPr>
                  <p:nvPr/>
                </p:nvSpPr>
                <p:spPr bwMode="auto">
                  <a:xfrm>
                    <a:off x="3795" y="2833"/>
                    <a:ext cx="285" cy="3"/>
                  </a:xfrm>
                  <a:custGeom>
                    <a:avLst/>
                    <a:gdLst>
                      <a:gd name="T0" fmla="*/ 0 w 285"/>
                      <a:gd name="T1" fmla="*/ 3 h 3"/>
                      <a:gd name="T2" fmla="*/ 285 w 285"/>
                      <a:gd name="T3" fmla="*/ 0 h 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5" h="3">
                        <a:moveTo>
                          <a:pt x="0" y="3"/>
                        </a:moveTo>
                        <a:lnTo>
                          <a:pt x="28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44" name="Oval 157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40" y="2736"/>
                    <a:ext cx="192" cy="19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  <p:grpSp>
              <p:nvGrpSpPr>
                <p:cNvPr id="20522" name="Group 158"/>
                <p:cNvGrpSpPr>
                  <a:grpSpLocks/>
                </p:cNvGrpSpPr>
                <p:nvPr/>
              </p:nvGrpSpPr>
              <p:grpSpPr bwMode="auto">
                <a:xfrm>
                  <a:off x="2390" y="2381"/>
                  <a:ext cx="300" cy="255"/>
                  <a:chOff x="3795" y="2688"/>
                  <a:chExt cx="285" cy="288"/>
                </a:xfrm>
              </p:grpSpPr>
              <p:sp>
                <p:nvSpPr>
                  <p:cNvPr id="20539" name="Line 159"/>
                  <p:cNvSpPr>
                    <a:spLocks noChangeShapeType="1"/>
                  </p:cNvSpPr>
                  <p:nvPr/>
                </p:nvSpPr>
                <p:spPr bwMode="auto">
                  <a:xfrm>
                    <a:off x="3936" y="2688"/>
                    <a:ext cx="0" cy="2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40" name="Freeform 160"/>
                  <p:cNvSpPr>
                    <a:spLocks/>
                  </p:cNvSpPr>
                  <p:nvPr/>
                </p:nvSpPr>
                <p:spPr bwMode="auto">
                  <a:xfrm>
                    <a:off x="3795" y="2833"/>
                    <a:ext cx="285" cy="3"/>
                  </a:xfrm>
                  <a:custGeom>
                    <a:avLst/>
                    <a:gdLst>
                      <a:gd name="T0" fmla="*/ 0 w 285"/>
                      <a:gd name="T1" fmla="*/ 3 h 3"/>
                      <a:gd name="T2" fmla="*/ 285 w 285"/>
                      <a:gd name="T3" fmla="*/ 0 h 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5" h="3">
                        <a:moveTo>
                          <a:pt x="0" y="3"/>
                        </a:moveTo>
                        <a:lnTo>
                          <a:pt x="28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41" name="Oval 161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40" y="2736"/>
                    <a:ext cx="192" cy="19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  <p:grpSp>
              <p:nvGrpSpPr>
                <p:cNvPr id="20523" name="Group 162"/>
                <p:cNvGrpSpPr>
                  <a:grpSpLocks/>
                </p:cNvGrpSpPr>
                <p:nvPr/>
              </p:nvGrpSpPr>
              <p:grpSpPr bwMode="auto">
                <a:xfrm>
                  <a:off x="1103" y="3108"/>
                  <a:ext cx="269" cy="242"/>
                  <a:chOff x="3825" y="2746"/>
                  <a:chExt cx="255" cy="255"/>
                </a:xfrm>
              </p:grpSpPr>
              <p:sp>
                <p:nvSpPr>
                  <p:cNvPr id="20536" name="Freeform 163"/>
                  <p:cNvSpPr>
                    <a:spLocks/>
                  </p:cNvSpPr>
                  <p:nvPr/>
                </p:nvSpPr>
                <p:spPr bwMode="auto">
                  <a:xfrm>
                    <a:off x="3960" y="2746"/>
                    <a:ext cx="1" cy="255"/>
                  </a:xfrm>
                  <a:custGeom>
                    <a:avLst/>
                    <a:gdLst>
                      <a:gd name="T0" fmla="*/ 0 w 1"/>
                      <a:gd name="T1" fmla="*/ 0 h 255"/>
                      <a:gd name="T2" fmla="*/ 0 w 1"/>
                      <a:gd name="T3" fmla="*/ 255 h 25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55">
                        <a:moveTo>
                          <a:pt x="0" y="0"/>
                        </a:moveTo>
                        <a:lnTo>
                          <a:pt x="0" y="255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37" name="Freeform 164"/>
                  <p:cNvSpPr>
                    <a:spLocks/>
                  </p:cNvSpPr>
                  <p:nvPr/>
                </p:nvSpPr>
                <p:spPr bwMode="auto">
                  <a:xfrm>
                    <a:off x="3825" y="2851"/>
                    <a:ext cx="255" cy="1"/>
                  </a:xfrm>
                  <a:custGeom>
                    <a:avLst/>
                    <a:gdLst>
                      <a:gd name="T0" fmla="*/ 0 w 255"/>
                      <a:gd name="T1" fmla="*/ 0 h 1"/>
                      <a:gd name="T2" fmla="*/ 255 w 255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55" h="1">
                        <a:moveTo>
                          <a:pt x="0" y="0"/>
                        </a:moveTo>
                        <a:lnTo>
                          <a:pt x="25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38" name="Oval 165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88" y="2784"/>
                    <a:ext cx="144" cy="14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  <p:grpSp>
              <p:nvGrpSpPr>
                <p:cNvPr id="20524" name="Group 166"/>
                <p:cNvGrpSpPr>
                  <a:grpSpLocks/>
                </p:cNvGrpSpPr>
                <p:nvPr/>
              </p:nvGrpSpPr>
              <p:grpSpPr bwMode="auto">
                <a:xfrm>
                  <a:off x="1117" y="2544"/>
                  <a:ext cx="255" cy="227"/>
                  <a:chOff x="3825" y="2746"/>
                  <a:chExt cx="255" cy="255"/>
                </a:xfrm>
              </p:grpSpPr>
              <p:sp>
                <p:nvSpPr>
                  <p:cNvPr id="20533" name="Freeform 167"/>
                  <p:cNvSpPr>
                    <a:spLocks/>
                  </p:cNvSpPr>
                  <p:nvPr/>
                </p:nvSpPr>
                <p:spPr bwMode="auto">
                  <a:xfrm>
                    <a:off x="3960" y="2746"/>
                    <a:ext cx="1" cy="255"/>
                  </a:xfrm>
                  <a:custGeom>
                    <a:avLst/>
                    <a:gdLst>
                      <a:gd name="T0" fmla="*/ 0 w 1"/>
                      <a:gd name="T1" fmla="*/ 0 h 255"/>
                      <a:gd name="T2" fmla="*/ 0 w 1"/>
                      <a:gd name="T3" fmla="*/ 255 h 25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55">
                        <a:moveTo>
                          <a:pt x="0" y="0"/>
                        </a:moveTo>
                        <a:lnTo>
                          <a:pt x="0" y="255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34" name="Freeform 168"/>
                  <p:cNvSpPr>
                    <a:spLocks/>
                  </p:cNvSpPr>
                  <p:nvPr/>
                </p:nvSpPr>
                <p:spPr bwMode="auto">
                  <a:xfrm>
                    <a:off x="3825" y="2851"/>
                    <a:ext cx="255" cy="1"/>
                  </a:xfrm>
                  <a:custGeom>
                    <a:avLst/>
                    <a:gdLst>
                      <a:gd name="T0" fmla="*/ 0 w 255"/>
                      <a:gd name="T1" fmla="*/ 0 h 1"/>
                      <a:gd name="T2" fmla="*/ 255 w 255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55" h="1">
                        <a:moveTo>
                          <a:pt x="0" y="0"/>
                        </a:moveTo>
                        <a:lnTo>
                          <a:pt x="25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35" name="Oval 169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88" y="2784"/>
                    <a:ext cx="144" cy="14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  <p:grpSp>
              <p:nvGrpSpPr>
                <p:cNvPr id="20525" name="Group 170"/>
                <p:cNvGrpSpPr>
                  <a:grpSpLocks/>
                </p:cNvGrpSpPr>
                <p:nvPr/>
              </p:nvGrpSpPr>
              <p:grpSpPr bwMode="auto">
                <a:xfrm>
                  <a:off x="2076" y="3122"/>
                  <a:ext cx="255" cy="242"/>
                  <a:chOff x="3825" y="2746"/>
                  <a:chExt cx="255" cy="255"/>
                </a:xfrm>
              </p:grpSpPr>
              <p:sp>
                <p:nvSpPr>
                  <p:cNvPr id="20530" name="Freeform 171"/>
                  <p:cNvSpPr>
                    <a:spLocks/>
                  </p:cNvSpPr>
                  <p:nvPr/>
                </p:nvSpPr>
                <p:spPr bwMode="auto">
                  <a:xfrm>
                    <a:off x="3960" y="2746"/>
                    <a:ext cx="1" cy="255"/>
                  </a:xfrm>
                  <a:custGeom>
                    <a:avLst/>
                    <a:gdLst>
                      <a:gd name="T0" fmla="*/ 0 w 1"/>
                      <a:gd name="T1" fmla="*/ 0 h 255"/>
                      <a:gd name="T2" fmla="*/ 0 w 1"/>
                      <a:gd name="T3" fmla="*/ 255 h 25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55">
                        <a:moveTo>
                          <a:pt x="0" y="0"/>
                        </a:moveTo>
                        <a:lnTo>
                          <a:pt x="0" y="255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31" name="Freeform 172"/>
                  <p:cNvSpPr>
                    <a:spLocks/>
                  </p:cNvSpPr>
                  <p:nvPr/>
                </p:nvSpPr>
                <p:spPr bwMode="auto">
                  <a:xfrm>
                    <a:off x="3825" y="2851"/>
                    <a:ext cx="255" cy="1"/>
                  </a:xfrm>
                  <a:custGeom>
                    <a:avLst/>
                    <a:gdLst>
                      <a:gd name="T0" fmla="*/ 0 w 255"/>
                      <a:gd name="T1" fmla="*/ 0 h 1"/>
                      <a:gd name="T2" fmla="*/ 255 w 255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55" h="1">
                        <a:moveTo>
                          <a:pt x="0" y="0"/>
                        </a:moveTo>
                        <a:lnTo>
                          <a:pt x="25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32" name="Oval 173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88" y="2784"/>
                    <a:ext cx="144" cy="14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  <p:grpSp>
              <p:nvGrpSpPr>
                <p:cNvPr id="20526" name="Group 174"/>
                <p:cNvGrpSpPr>
                  <a:grpSpLocks/>
                </p:cNvGrpSpPr>
                <p:nvPr/>
              </p:nvGrpSpPr>
              <p:grpSpPr bwMode="auto">
                <a:xfrm>
                  <a:off x="2083" y="2544"/>
                  <a:ext cx="255" cy="227"/>
                  <a:chOff x="3825" y="2746"/>
                  <a:chExt cx="255" cy="255"/>
                </a:xfrm>
              </p:grpSpPr>
              <p:sp>
                <p:nvSpPr>
                  <p:cNvPr id="20527" name="Freeform 175"/>
                  <p:cNvSpPr>
                    <a:spLocks/>
                  </p:cNvSpPr>
                  <p:nvPr/>
                </p:nvSpPr>
                <p:spPr bwMode="auto">
                  <a:xfrm>
                    <a:off x="3960" y="2746"/>
                    <a:ext cx="1" cy="255"/>
                  </a:xfrm>
                  <a:custGeom>
                    <a:avLst/>
                    <a:gdLst>
                      <a:gd name="T0" fmla="*/ 0 w 1"/>
                      <a:gd name="T1" fmla="*/ 0 h 255"/>
                      <a:gd name="T2" fmla="*/ 0 w 1"/>
                      <a:gd name="T3" fmla="*/ 255 h 25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55">
                        <a:moveTo>
                          <a:pt x="0" y="0"/>
                        </a:moveTo>
                        <a:lnTo>
                          <a:pt x="0" y="255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8" name="Freeform 176"/>
                  <p:cNvSpPr>
                    <a:spLocks/>
                  </p:cNvSpPr>
                  <p:nvPr/>
                </p:nvSpPr>
                <p:spPr bwMode="auto">
                  <a:xfrm>
                    <a:off x="3825" y="2851"/>
                    <a:ext cx="255" cy="1"/>
                  </a:xfrm>
                  <a:custGeom>
                    <a:avLst/>
                    <a:gdLst>
                      <a:gd name="T0" fmla="*/ 0 w 255"/>
                      <a:gd name="T1" fmla="*/ 0 h 1"/>
                      <a:gd name="T2" fmla="*/ 255 w 255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55" h="1">
                        <a:moveTo>
                          <a:pt x="0" y="0"/>
                        </a:moveTo>
                        <a:lnTo>
                          <a:pt x="25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9" name="Oval 177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888" y="2784"/>
                    <a:ext cx="144" cy="14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</p:grpSp>
        </p:grpSp>
        <p:sp>
          <p:nvSpPr>
            <p:cNvPr id="20503" name="Line 178"/>
            <p:cNvSpPr>
              <a:spLocks noChangeShapeType="1"/>
            </p:cNvSpPr>
            <p:nvPr/>
          </p:nvSpPr>
          <p:spPr bwMode="auto">
            <a:xfrm>
              <a:off x="1953" y="2491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4" name="Freeform 179"/>
            <p:cNvSpPr>
              <a:spLocks/>
            </p:cNvSpPr>
            <p:nvPr/>
          </p:nvSpPr>
          <p:spPr bwMode="auto">
            <a:xfrm>
              <a:off x="1857" y="2491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5" name="Freeform 180"/>
            <p:cNvSpPr>
              <a:spLocks/>
            </p:cNvSpPr>
            <p:nvPr/>
          </p:nvSpPr>
          <p:spPr bwMode="auto">
            <a:xfrm>
              <a:off x="1617" y="2491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6" name="Line 181"/>
            <p:cNvSpPr>
              <a:spLocks noChangeShapeType="1"/>
            </p:cNvSpPr>
            <p:nvPr/>
          </p:nvSpPr>
          <p:spPr bwMode="auto">
            <a:xfrm>
              <a:off x="1536" y="2491"/>
              <a:ext cx="0" cy="1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3175" name="Group 183"/>
          <p:cNvGrpSpPr>
            <a:grpSpLocks/>
          </p:cNvGrpSpPr>
          <p:nvPr/>
        </p:nvGrpSpPr>
        <p:grpSpPr bwMode="auto">
          <a:xfrm>
            <a:off x="5754688" y="3295650"/>
            <a:ext cx="1143000" cy="2041525"/>
            <a:chOff x="3361" y="2506"/>
            <a:chExt cx="720" cy="1286"/>
          </a:xfrm>
        </p:grpSpPr>
        <p:sp>
          <p:nvSpPr>
            <p:cNvPr id="20494" name="Text Box 184"/>
            <p:cNvSpPr txBox="1">
              <a:spLocks noChangeArrowheads="1"/>
            </p:cNvSpPr>
            <p:nvPr/>
          </p:nvSpPr>
          <p:spPr bwMode="auto">
            <a:xfrm>
              <a:off x="3708" y="2506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FF0000"/>
                  </a:solidFill>
                </a:rPr>
                <a:t>？</a:t>
              </a:r>
            </a:p>
          </p:txBody>
        </p:sp>
        <p:grpSp>
          <p:nvGrpSpPr>
            <p:cNvPr id="20495" name="Group 185"/>
            <p:cNvGrpSpPr>
              <a:grpSpLocks/>
            </p:cNvGrpSpPr>
            <p:nvPr/>
          </p:nvGrpSpPr>
          <p:grpSpPr bwMode="auto">
            <a:xfrm>
              <a:off x="3361" y="2641"/>
              <a:ext cx="533" cy="1151"/>
              <a:chOff x="3346" y="2641"/>
              <a:chExt cx="533" cy="1151"/>
            </a:xfrm>
          </p:grpSpPr>
          <p:sp>
            <p:nvSpPr>
              <p:cNvPr id="20496" name="Freeform 186"/>
              <p:cNvSpPr>
                <a:spLocks/>
              </p:cNvSpPr>
              <p:nvPr/>
            </p:nvSpPr>
            <p:spPr bwMode="auto">
              <a:xfrm>
                <a:off x="3516" y="2705"/>
                <a:ext cx="208" cy="252"/>
              </a:xfrm>
              <a:custGeom>
                <a:avLst/>
                <a:gdLst>
                  <a:gd name="T0" fmla="*/ 12 w 626"/>
                  <a:gd name="T1" fmla="*/ 6 h 755"/>
                  <a:gd name="T2" fmla="*/ 10 w 626"/>
                  <a:gd name="T3" fmla="*/ 4 h 755"/>
                  <a:gd name="T4" fmla="*/ 7 w 626"/>
                  <a:gd name="T5" fmla="*/ 1 h 755"/>
                  <a:gd name="T6" fmla="*/ 5 w 626"/>
                  <a:gd name="T7" fmla="*/ 0 h 755"/>
                  <a:gd name="T8" fmla="*/ 3 w 626"/>
                  <a:gd name="T9" fmla="*/ 0 h 755"/>
                  <a:gd name="T10" fmla="*/ 1 w 626"/>
                  <a:gd name="T11" fmla="*/ 2 h 755"/>
                  <a:gd name="T12" fmla="*/ 0 w 626"/>
                  <a:gd name="T13" fmla="*/ 7 h 755"/>
                  <a:gd name="T14" fmla="*/ 0 w 626"/>
                  <a:gd name="T15" fmla="*/ 12 h 755"/>
                  <a:gd name="T16" fmla="*/ 2 w 626"/>
                  <a:gd name="T17" fmla="*/ 18 h 755"/>
                  <a:gd name="T18" fmla="*/ 3 w 626"/>
                  <a:gd name="T19" fmla="*/ 22 h 755"/>
                  <a:gd name="T20" fmla="*/ 6 w 626"/>
                  <a:gd name="T21" fmla="*/ 26 h 755"/>
                  <a:gd name="T22" fmla="*/ 8 w 626"/>
                  <a:gd name="T23" fmla="*/ 28 h 755"/>
                  <a:gd name="T24" fmla="*/ 11 w 626"/>
                  <a:gd name="T25" fmla="*/ 28 h 755"/>
                  <a:gd name="T26" fmla="*/ 14 w 626"/>
                  <a:gd name="T27" fmla="*/ 27 h 755"/>
                  <a:gd name="T28" fmla="*/ 15 w 626"/>
                  <a:gd name="T29" fmla="*/ 24 h 755"/>
                  <a:gd name="T30" fmla="*/ 16 w 626"/>
                  <a:gd name="T31" fmla="*/ 20 h 755"/>
                  <a:gd name="T32" fmla="*/ 16 w 626"/>
                  <a:gd name="T33" fmla="*/ 15 h 755"/>
                  <a:gd name="T34" fmla="*/ 23 w 626"/>
                  <a:gd name="T35" fmla="*/ 15 h 755"/>
                  <a:gd name="T36" fmla="*/ 23 w 626"/>
                  <a:gd name="T37" fmla="*/ 13 h 755"/>
                  <a:gd name="T38" fmla="*/ 15 w 626"/>
                  <a:gd name="T39" fmla="*/ 12 h 755"/>
                  <a:gd name="T40" fmla="*/ 13 w 626"/>
                  <a:gd name="T41" fmla="*/ 7 h 755"/>
                  <a:gd name="T42" fmla="*/ 12 w 626"/>
                  <a:gd name="T43" fmla="*/ 6 h 7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626" h="755">
                    <a:moveTo>
                      <a:pt x="326" y="174"/>
                    </a:moveTo>
                    <a:lnTo>
                      <a:pt x="271" y="97"/>
                    </a:lnTo>
                    <a:lnTo>
                      <a:pt x="195" y="39"/>
                    </a:lnTo>
                    <a:lnTo>
                      <a:pt x="126" y="0"/>
                    </a:lnTo>
                    <a:lnTo>
                      <a:pt x="71" y="11"/>
                    </a:lnTo>
                    <a:lnTo>
                      <a:pt x="32" y="54"/>
                    </a:lnTo>
                    <a:lnTo>
                      <a:pt x="0" y="185"/>
                    </a:lnTo>
                    <a:lnTo>
                      <a:pt x="12" y="335"/>
                    </a:lnTo>
                    <a:lnTo>
                      <a:pt x="45" y="479"/>
                    </a:lnTo>
                    <a:lnTo>
                      <a:pt x="81" y="591"/>
                    </a:lnTo>
                    <a:lnTo>
                      <a:pt x="149" y="707"/>
                    </a:lnTo>
                    <a:lnTo>
                      <a:pt x="208" y="755"/>
                    </a:lnTo>
                    <a:lnTo>
                      <a:pt x="289" y="755"/>
                    </a:lnTo>
                    <a:lnTo>
                      <a:pt x="371" y="722"/>
                    </a:lnTo>
                    <a:lnTo>
                      <a:pt x="412" y="639"/>
                    </a:lnTo>
                    <a:lnTo>
                      <a:pt x="434" y="533"/>
                    </a:lnTo>
                    <a:lnTo>
                      <a:pt x="426" y="402"/>
                    </a:lnTo>
                    <a:lnTo>
                      <a:pt x="616" y="417"/>
                    </a:lnTo>
                    <a:lnTo>
                      <a:pt x="626" y="359"/>
                    </a:lnTo>
                    <a:lnTo>
                      <a:pt x="408" y="335"/>
                    </a:lnTo>
                    <a:lnTo>
                      <a:pt x="353" y="200"/>
                    </a:lnTo>
                    <a:lnTo>
                      <a:pt x="326" y="1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7" name="Freeform 187"/>
              <p:cNvSpPr>
                <a:spLocks/>
              </p:cNvSpPr>
              <p:nvPr/>
            </p:nvSpPr>
            <p:spPr bwMode="auto">
              <a:xfrm>
                <a:off x="3346" y="2641"/>
                <a:ext cx="240" cy="403"/>
              </a:xfrm>
              <a:custGeom>
                <a:avLst/>
                <a:gdLst>
                  <a:gd name="T0" fmla="*/ 16 w 720"/>
                  <a:gd name="T1" fmla="*/ 1 h 1209"/>
                  <a:gd name="T2" fmla="*/ 19 w 720"/>
                  <a:gd name="T3" fmla="*/ 0 h 1209"/>
                  <a:gd name="T4" fmla="*/ 22 w 720"/>
                  <a:gd name="T5" fmla="*/ 0 h 1209"/>
                  <a:gd name="T6" fmla="*/ 24 w 720"/>
                  <a:gd name="T7" fmla="*/ 2 h 1209"/>
                  <a:gd name="T8" fmla="*/ 25 w 720"/>
                  <a:gd name="T9" fmla="*/ 4 h 1209"/>
                  <a:gd name="T10" fmla="*/ 24 w 720"/>
                  <a:gd name="T11" fmla="*/ 7 h 1209"/>
                  <a:gd name="T12" fmla="*/ 23 w 720"/>
                  <a:gd name="T13" fmla="*/ 7 h 1209"/>
                  <a:gd name="T14" fmla="*/ 23 w 720"/>
                  <a:gd name="T15" fmla="*/ 5 h 1209"/>
                  <a:gd name="T16" fmla="*/ 22 w 720"/>
                  <a:gd name="T17" fmla="*/ 3 h 1209"/>
                  <a:gd name="T18" fmla="*/ 20 w 720"/>
                  <a:gd name="T19" fmla="*/ 2 h 1209"/>
                  <a:gd name="T20" fmla="*/ 18 w 720"/>
                  <a:gd name="T21" fmla="*/ 3 h 1209"/>
                  <a:gd name="T22" fmla="*/ 19 w 720"/>
                  <a:gd name="T23" fmla="*/ 5 h 1209"/>
                  <a:gd name="T24" fmla="*/ 19 w 720"/>
                  <a:gd name="T25" fmla="*/ 7 h 1209"/>
                  <a:gd name="T26" fmla="*/ 19 w 720"/>
                  <a:gd name="T27" fmla="*/ 9 h 1209"/>
                  <a:gd name="T28" fmla="*/ 16 w 720"/>
                  <a:gd name="T29" fmla="*/ 9 h 1209"/>
                  <a:gd name="T30" fmla="*/ 13 w 720"/>
                  <a:gd name="T31" fmla="*/ 9 h 1209"/>
                  <a:gd name="T32" fmla="*/ 13 w 720"/>
                  <a:gd name="T33" fmla="*/ 7 h 1209"/>
                  <a:gd name="T34" fmla="*/ 10 w 720"/>
                  <a:gd name="T35" fmla="*/ 11 h 1209"/>
                  <a:gd name="T36" fmla="*/ 8 w 720"/>
                  <a:gd name="T37" fmla="*/ 15 h 1209"/>
                  <a:gd name="T38" fmla="*/ 6 w 720"/>
                  <a:gd name="T39" fmla="*/ 20 h 1209"/>
                  <a:gd name="T40" fmla="*/ 5 w 720"/>
                  <a:gd name="T41" fmla="*/ 24 h 1209"/>
                  <a:gd name="T42" fmla="*/ 4 w 720"/>
                  <a:gd name="T43" fmla="*/ 28 h 1209"/>
                  <a:gd name="T44" fmla="*/ 4 w 720"/>
                  <a:gd name="T45" fmla="*/ 30 h 1209"/>
                  <a:gd name="T46" fmla="*/ 7 w 720"/>
                  <a:gd name="T47" fmla="*/ 33 h 1209"/>
                  <a:gd name="T48" fmla="*/ 13 w 720"/>
                  <a:gd name="T49" fmla="*/ 35 h 1209"/>
                  <a:gd name="T50" fmla="*/ 16 w 720"/>
                  <a:gd name="T51" fmla="*/ 36 h 1209"/>
                  <a:gd name="T52" fmla="*/ 19 w 720"/>
                  <a:gd name="T53" fmla="*/ 37 h 1209"/>
                  <a:gd name="T54" fmla="*/ 23 w 720"/>
                  <a:gd name="T55" fmla="*/ 39 h 1209"/>
                  <a:gd name="T56" fmla="*/ 26 w 720"/>
                  <a:gd name="T57" fmla="*/ 40 h 1209"/>
                  <a:gd name="T58" fmla="*/ 27 w 720"/>
                  <a:gd name="T59" fmla="*/ 42 h 1209"/>
                  <a:gd name="T60" fmla="*/ 25 w 720"/>
                  <a:gd name="T61" fmla="*/ 44 h 1209"/>
                  <a:gd name="T62" fmla="*/ 23 w 720"/>
                  <a:gd name="T63" fmla="*/ 45 h 1209"/>
                  <a:gd name="T64" fmla="*/ 20 w 720"/>
                  <a:gd name="T65" fmla="*/ 43 h 1209"/>
                  <a:gd name="T66" fmla="*/ 13 w 720"/>
                  <a:gd name="T67" fmla="*/ 39 h 1209"/>
                  <a:gd name="T68" fmla="*/ 7 w 720"/>
                  <a:gd name="T69" fmla="*/ 37 h 1209"/>
                  <a:gd name="T70" fmla="*/ 3 w 720"/>
                  <a:gd name="T71" fmla="*/ 33 h 1209"/>
                  <a:gd name="T72" fmla="*/ 0 w 720"/>
                  <a:gd name="T73" fmla="*/ 31 h 1209"/>
                  <a:gd name="T74" fmla="*/ 0 w 720"/>
                  <a:gd name="T75" fmla="*/ 28 h 1209"/>
                  <a:gd name="T76" fmla="*/ 1 w 720"/>
                  <a:gd name="T77" fmla="*/ 23 h 1209"/>
                  <a:gd name="T78" fmla="*/ 5 w 720"/>
                  <a:gd name="T79" fmla="*/ 17 h 1209"/>
                  <a:gd name="T80" fmla="*/ 7 w 720"/>
                  <a:gd name="T81" fmla="*/ 11 h 1209"/>
                  <a:gd name="T82" fmla="*/ 11 w 720"/>
                  <a:gd name="T83" fmla="*/ 6 h 1209"/>
                  <a:gd name="T84" fmla="*/ 14 w 720"/>
                  <a:gd name="T85" fmla="*/ 3 h 1209"/>
                  <a:gd name="T86" fmla="*/ 17 w 720"/>
                  <a:gd name="T87" fmla="*/ 1 h 1209"/>
                  <a:gd name="T88" fmla="*/ 16 w 720"/>
                  <a:gd name="T89" fmla="*/ 1 h 120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720" h="1209">
                    <a:moveTo>
                      <a:pt x="420" y="28"/>
                    </a:moveTo>
                    <a:lnTo>
                      <a:pt x="510" y="0"/>
                    </a:lnTo>
                    <a:lnTo>
                      <a:pt x="583" y="5"/>
                    </a:lnTo>
                    <a:lnTo>
                      <a:pt x="638" y="48"/>
                    </a:lnTo>
                    <a:lnTo>
                      <a:pt x="675" y="116"/>
                    </a:lnTo>
                    <a:lnTo>
                      <a:pt x="661" y="187"/>
                    </a:lnTo>
                    <a:lnTo>
                      <a:pt x="610" y="187"/>
                    </a:lnTo>
                    <a:lnTo>
                      <a:pt x="624" y="129"/>
                    </a:lnTo>
                    <a:lnTo>
                      <a:pt x="583" y="77"/>
                    </a:lnTo>
                    <a:lnTo>
                      <a:pt x="543" y="58"/>
                    </a:lnTo>
                    <a:lnTo>
                      <a:pt x="475" y="77"/>
                    </a:lnTo>
                    <a:lnTo>
                      <a:pt x="502" y="135"/>
                    </a:lnTo>
                    <a:lnTo>
                      <a:pt x="510" y="187"/>
                    </a:lnTo>
                    <a:lnTo>
                      <a:pt x="502" y="232"/>
                    </a:lnTo>
                    <a:lnTo>
                      <a:pt x="434" y="251"/>
                    </a:lnTo>
                    <a:lnTo>
                      <a:pt x="361" y="237"/>
                    </a:lnTo>
                    <a:lnTo>
                      <a:pt x="348" y="202"/>
                    </a:lnTo>
                    <a:lnTo>
                      <a:pt x="271" y="295"/>
                    </a:lnTo>
                    <a:lnTo>
                      <a:pt x="226" y="396"/>
                    </a:lnTo>
                    <a:lnTo>
                      <a:pt x="163" y="527"/>
                    </a:lnTo>
                    <a:lnTo>
                      <a:pt x="122" y="643"/>
                    </a:lnTo>
                    <a:lnTo>
                      <a:pt x="104" y="754"/>
                    </a:lnTo>
                    <a:lnTo>
                      <a:pt x="117" y="812"/>
                    </a:lnTo>
                    <a:lnTo>
                      <a:pt x="190" y="885"/>
                    </a:lnTo>
                    <a:lnTo>
                      <a:pt x="339" y="948"/>
                    </a:lnTo>
                    <a:lnTo>
                      <a:pt x="420" y="976"/>
                    </a:lnTo>
                    <a:lnTo>
                      <a:pt x="502" y="991"/>
                    </a:lnTo>
                    <a:lnTo>
                      <a:pt x="624" y="1044"/>
                    </a:lnTo>
                    <a:lnTo>
                      <a:pt x="714" y="1078"/>
                    </a:lnTo>
                    <a:lnTo>
                      <a:pt x="720" y="1145"/>
                    </a:lnTo>
                    <a:lnTo>
                      <a:pt x="675" y="1195"/>
                    </a:lnTo>
                    <a:lnTo>
                      <a:pt x="620" y="1209"/>
                    </a:lnTo>
                    <a:lnTo>
                      <a:pt x="538" y="1165"/>
                    </a:lnTo>
                    <a:lnTo>
                      <a:pt x="348" y="1059"/>
                    </a:lnTo>
                    <a:lnTo>
                      <a:pt x="190" y="986"/>
                    </a:lnTo>
                    <a:lnTo>
                      <a:pt x="81" y="904"/>
                    </a:lnTo>
                    <a:lnTo>
                      <a:pt x="8" y="832"/>
                    </a:lnTo>
                    <a:lnTo>
                      <a:pt x="0" y="744"/>
                    </a:lnTo>
                    <a:lnTo>
                      <a:pt x="39" y="628"/>
                    </a:lnTo>
                    <a:lnTo>
                      <a:pt x="122" y="454"/>
                    </a:lnTo>
                    <a:lnTo>
                      <a:pt x="198" y="309"/>
                    </a:lnTo>
                    <a:lnTo>
                      <a:pt x="294" y="159"/>
                    </a:lnTo>
                    <a:lnTo>
                      <a:pt x="367" y="71"/>
                    </a:lnTo>
                    <a:lnTo>
                      <a:pt x="457" y="28"/>
                    </a:lnTo>
                    <a:lnTo>
                      <a:pt x="42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8" name="Freeform 188"/>
              <p:cNvSpPr>
                <a:spLocks/>
              </p:cNvSpPr>
              <p:nvPr/>
            </p:nvSpPr>
            <p:spPr bwMode="auto">
              <a:xfrm>
                <a:off x="3572" y="2975"/>
                <a:ext cx="126" cy="378"/>
              </a:xfrm>
              <a:custGeom>
                <a:avLst/>
                <a:gdLst>
                  <a:gd name="T0" fmla="*/ 1 w 376"/>
                  <a:gd name="T1" fmla="*/ 3 h 1135"/>
                  <a:gd name="T2" fmla="*/ 1 w 376"/>
                  <a:gd name="T3" fmla="*/ 1 h 1135"/>
                  <a:gd name="T4" fmla="*/ 4 w 376"/>
                  <a:gd name="T5" fmla="*/ 0 h 1135"/>
                  <a:gd name="T6" fmla="*/ 6 w 376"/>
                  <a:gd name="T7" fmla="*/ 0 h 1135"/>
                  <a:gd name="T8" fmla="*/ 8 w 376"/>
                  <a:gd name="T9" fmla="*/ 2 h 1135"/>
                  <a:gd name="T10" fmla="*/ 11 w 376"/>
                  <a:gd name="T11" fmla="*/ 5 h 1135"/>
                  <a:gd name="T12" fmla="*/ 12 w 376"/>
                  <a:gd name="T13" fmla="*/ 9 h 1135"/>
                  <a:gd name="T14" fmla="*/ 13 w 376"/>
                  <a:gd name="T15" fmla="*/ 15 h 1135"/>
                  <a:gd name="T16" fmla="*/ 14 w 376"/>
                  <a:gd name="T17" fmla="*/ 21 h 1135"/>
                  <a:gd name="T18" fmla="*/ 14 w 376"/>
                  <a:gd name="T19" fmla="*/ 27 h 1135"/>
                  <a:gd name="T20" fmla="*/ 14 w 376"/>
                  <a:gd name="T21" fmla="*/ 35 h 1135"/>
                  <a:gd name="T22" fmla="*/ 13 w 376"/>
                  <a:gd name="T23" fmla="*/ 40 h 1135"/>
                  <a:gd name="T24" fmla="*/ 11 w 376"/>
                  <a:gd name="T25" fmla="*/ 41 h 1135"/>
                  <a:gd name="T26" fmla="*/ 8 w 376"/>
                  <a:gd name="T27" fmla="*/ 42 h 1135"/>
                  <a:gd name="T28" fmla="*/ 5 w 376"/>
                  <a:gd name="T29" fmla="*/ 42 h 1135"/>
                  <a:gd name="T30" fmla="*/ 3 w 376"/>
                  <a:gd name="T31" fmla="*/ 40 h 1135"/>
                  <a:gd name="T32" fmla="*/ 2 w 376"/>
                  <a:gd name="T33" fmla="*/ 36 h 1135"/>
                  <a:gd name="T34" fmla="*/ 1 w 376"/>
                  <a:gd name="T35" fmla="*/ 32 h 1135"/>
                  <a:gd name="T36" fmla="*/ 0 w 376"/>
                  <a:gd name="T37" fmla="*/ 25 h 1135"/>
                  <a:gd name="T38" fmla="*/ 0 w 376"/>
                  <a:gd name="T39" fmla="*/ 18 h 1135"/>
                  <a:gd name="T40" fmla="*/ 0 w 376"/>
                  <a:gd name="T41" fmla="*/ 9 h 1135"/>
                  <a:gd name="T42" fmla="*/ 1 w 376"/>
                  <a:gd name="T43" fmla="*/ 5 h 1135"/>
                  <a:gd name="T44" fmla="*/ 1 w 376"/>
                  <a:gd name="T45" fmla="*/ 3 h 113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76" h="1135">
                    <a:moveTo>
                      <a:pt x="23" y="87"/>
                    </a:moveTo>
                    <a:lnTo>
                      <a:pt x="37" y="29"/>
                    </a:lnTo>
                    <a:lnTo>
                      <a:pt x="96" y="0"/>
                    </a:lnTo>
                    <a:lnTo>
                      <a:pt x="149" y="0"/>
                    </a:lnTo>
                    <a:lnTo>
                      <a:pt x="218" y="43"/>
                    </a:lnTo>
                    <a:lnTo>
                      <a:pt x="282" y="145"/>
                    </a:lnTo>
                    <a:lnTo>
                      <a:pt x="327" y="251"/>
                    </a:lnTo>
                    <a:lnTo>
                      <a:pt x="349" y="395"/>
                    </a:lnTo>
                    <a:lnTo>
                      <a:pt x="368" y="565"/>
                    </a:lnTo>
                    <a:lnTo>
                      <a:pt x="376" y="728"/>
                    </a:lnTo>
                    <a:lnTo>
                      <a:pt x="376" y="941"/>
                    </a:lnTo>
                    <a:lnTo>
                      <a:pt x="349" y="1072"/>
                    </a:lnTo>
                    <a:lnTo>
                      <a:pt x="300" y="1120"/>
                    </a:lnTo>
                    <a:lnTo>
                      <a:pt x="213" y="1135"/>
                    </a:lnTo>
                    <a:lnTo>
                      <a:pt x="123" y="1130"/>
                    </a:lnTo>
                    <a:lnTo>
                      <a:pt x="77" y="1072"/>
                    </a:lnTo>
                    <a:lnTo>
                      <a:pt x="51" y="971"/>
                    </a:lnTo>
                    <a:lnTo>
                      <a:pt x="27" y="870"/>
                    </a:lnTo>
                    <a:lnTo>
                      <a:pt x="9" y="685"/>
                    </a:lnTo>
                    <a:lnTo>
                      <a:pt x="0" y="479"/>
                    </a:lnTo>
                    <a:lnTo>
                      <a:pt x="0" y="236"/>
                    </a:lnTo>
                    <a:lnTo>
                      <a:pt x="23" y="131"/>
                    </a:lnTo>
                    <a:lnTo>
                      <a:pt x="23" y="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9" name="Freeform 189"/>
              <p:cNvSpPr>
                <a:spLocks/>
              </p:cNvSpPr>
              <p:nvPr/>
            </p:nvSpPr>
            <p:spPr bwMode="auto">
              <a:xfrm>
                <a:off x="3630" y="2985"/>
                <a:ext cx="192" cy="291"/>
              </a:xfrm>
              <a:custGeom>
                <a:avLst/>
                <a:gdLst>
                  <a:gd name="T0" fmla="*/ 1 w 575"/>
                  <a:gd name="T1" fmla="*/ 0 h 872"/>
                  <a:gd name="T2" fmla="*/ 6 w 575"/>
                  <a:gd name="T3" fmla="*/ 1 h 872"/>
                  <a:gd name="T4" fmla="*/ 10 w 575"/>
                  <a:gd name="T5" fmla="*/ 1 h 872"/>
                  <a:gd name="T6" fmla="*/ 15 w 575"/>
                  <a:gd name="T7" fmla="*/ 4 h 872"/>
                  <a:gd name="T8" fmla="*/ 18 w 575"/>
                  <a:gd name="T9" fmla="*/ 6 h 872"/>
                  <a:gd name="T10" fmla="*/ 20 w 575"/>
                  <a:gd name="T11" fmla="*/ 10 h 872"/>
                  <a:gd name="T12" fmla="*/ 21 w 575"/>
                  <a:gd name="T13" fmla="*/ 11 h 872"/>
                  <a:gd name="T14" fmla="*/ 19 w 575"/>
                  <a:gd name="T15" fmla="*/ 17 h 872"/>
                  <a:gd name="T16" fmla="*/ 16 w 575"/>
                  <a:gd name="T17" fmla="*/ 20 h 872"/>
                  <a:gd name="T18" fmla="*/ 12 w 575"/>
                  <a:gd name="T19" fmla="*/ 22 h 872"/>
                  <a:gd name="T20" fmla="*/ 10 w 575"/>
                  <a:gd name="T21" fmla="*/ 24 h 872"/>
                  <a:gd name="T22" fmla="*/ 7 w 575"/>
                  <a:gd name="T23" fmla="*/ 24 h 872"/>
                  <a:gd name="T24" fmla="*/ 7 w 575"/>
                  <a:gd name="T25" fmla="*/ 26 h 872"/>
                  <a:gd name="T26" fmla="*/ 9 w 575"/>
                  <a:gd name="T27" fmla="*/ 27 h 872"/>
                  <a:gd name="T28" fmla="*/ 13 w 575"/>
                  <a:gd name="T29" fmla="*/ 28 h 872"/>
                  <a:gd name="T30" fmla="*/ 17 w 575"/>
                  <a:gd name="T31" fmla="*/ 30 h 872"/>
                  <a:gd name="T32" fmla="*/ 15 w 575"/>
                  <a:gd name="T33" fmla="*/ 32 h 872"/>
                  <a:gd name="T34" fmla="*/ 14 w 575"/>
                  <a:gd name="T35" fmla="*/ 32 h 872"/>
                  <a:gd name="T36" fmla="*/ 12 w 575"/>
                  <a:gd name="T37" fmla="*/ 30 h 872"/>
                  <a:gd name="T38" fmla="*/ 8 w 575"/>
                  <a:gd name="T39" fmla="*/ 29 h 872"/>
                  <a:gd name="T40" fmla="*/ 6 w 575"/>
                  <a:gd name="T41" fmla="*/ 27 h 872"/>
                  <a:gd name="T42" fmla="*/ 6 w 575"/>
                  <a:gd name="T43" fmla="*/ 25 h 872"/>
                  <a:gd name="T44" fmla="*/ 6 w 575"/>
                  <a:gd name="T45" fmla="*/ 23 h 872"/>
                  <a:gd name="T46" fmla="*/ 8 w 575"/>
                  <a:gd name="T47" fmla="*/ 22 h 872"/>
                  <a:gd name="T48" fmla="*/ 13 w 575"/>
                  <a:gd name="T49" fmla="*/ 20 h 872"/>
                  <a:gd name="T50" fmla="*/ 16 w 575"/>
                  <a:gd name="T51" fmla="*/ 16 h 872"/>
                  <a:gd name="T52" fmla="*/ 18 w 575"/>
                  <a:gd name="T53" fmla="*/ 12 h 872"/>
                  <a:gd name="T54" fmla="*/ 18 w 575"/>
                  <a:gd name="T55" fmla="*/ 11 h 872"/>
                  <a:gd name="T56" fmla="*/ 16 w 575"/>
                  <a:gd name="T57" fmla="*/ 8 h 872"/>
                  <a:gd name="T58" fmla="*/ 12 w 575"/>
                  <a:gd name="T59" fmla="*/ 5 h 872"/>
                  <a:gd name="T60" fmla="*/ 7 w 575"/>
                  <a:gd name="T61" fmla="*/ 4 h 872"/>
                  <a:gd name="T62" fmla="*/ 4 w 575"/>
                  <a:gd name="T63" fmla="*/ 4 h 872"/>
                  <a:gd name="T64" fmla="*/ 1 w 575"/>
                  <a:gd name="T65" fmla="*/ 4 h 872"/>
                  <a:gd name="T66" fmla="*/ 0 w 575"/>
                  <a:gd name="T67" fmla="*/ 2 h 872"/>
                  <a:gd name="T68" fmla="*/ 1 w 575"/>
                  <a:gd name="T69" fmla="*/ 0 h 8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75" h="872">
                    <a:moveTo>
                      <a:pt x="31" y="0"/>
                    </a:moveTo>
                    <a:lnTo>
                      <a:pt x="149" y="15"/>
                    </a:lnTo>
                    <a:lnTo>
                      <a:pt x="271" y="39"/>
                    </a:lnTo>
                    <a:lnTo>
                      <a:pt x="398" y="116"/>
                    </a:lnTo>
                    <a:lnTo>
                      <a:pt x="489" y="174"/>
                    </a:lnTo>
                    <a:lnTo>
                      <a:pt x="547" y="257"/>
                    </a:lnTo>
                    <a:lnTo>
                      <a:pt x="575" y="305"/>
                    </a:lnTo>
                    <a:lnTo>
                      <a:pt x="520" y="446"/>
                    </a:lnTo>
                    <a:lnTo>
                      <a:pt x="434" y="532"/>
                    </a:lnTo>
                    <a:lnTo>
                      <a:pt x="330" y="595"/>
                    </a:lnTo>
                    <a:lnTo>
                      <a:pt x="275" y="634"/>
                    </a:lnTo>
                    <a:lnTo>
                      <a:pt x="181" y="653"/>
                    </a:lnTo>
                    <a:lnTo>
                      <a:pt x="176" y="692"/>
                    </a:lnTo>
                    <a:lnTo>
                      <a:pt x="249" y="726"/>
                    </a:lnTo>
                    <a:lnTo>
                      <a:pt x="353" y="756"/>
                    </a:lnTo>
                    <a:lnTo>
                      <a:pt x="452" y="814"/>
                    </a:lnTo>
                    <a:lnTo>
                      <a:pt x="412" y="857"/>
                    </a:lnTo>
                    <a:lnTo>
                      <a:pt x="371" y="872"/>
                    </a:lnTo>
                    <a:lnTo>
                      <a:pt x="312" y="808"/>
                    </a:lnTo>
                    <a:lnTo>
                      <a:pt x="222" y="769"/>
                    </a:lnTo>
                    <a:lnTo>
                      <a:pt x="149" y="741"/>
                    </a:lnTo>
                    <a:lnTo>
                      <a:pt x="149" y="683"/>
                    </a:lnTo>
                    <a:lnTo>
                      <a:pt x="163" y="620"/>
                    </a:lnTo>
                    <a:lnTo>
                      <a:pt x="208" y="595"/>
                    </a:lnTo>
                    <a:lnTo>
                      <a:pt x="353" y="532"/>
                    </a:lnTo>
                    <a:lnTo>
                      <a:pt x="434" y="436"/>
                    </a:lnTo>
                    <a:lnTo>
                      <a:pt x="493" y="335"/>
                    </a:lnTo>
                    <a:lnTo>
                      <a:pt x="479" y="285"/>
                    </a:lnTo>
                    <a:lnTo>
                      <a:pt x="434" y="227"/>
                    </a:lnTo>
                    <a:lnTo>
                      <a:pt x="326" y="146"/>
                    </a:lnTo>
                    <a:lnTo>
                      <a:pt x="194" y="116"/>
                    </a:lnTo>
                    <a:lnTo>
                      <a:pt x="108" y="111"/>
                    </a:lnTo>
                    <a:lnTo>
                      <a:pt x="31" y="111"/>
                    </a:lnTo>
                    <a:lnTo>
                      <a:pt x="0" y="58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0" name="Freeform 190"/>
              <p:cNvSpPr>
                <a:spLocks/>
              </p:cNvSpPr>
              <p:nvPr/>
            </p:nvSpPr>
            <p:spPr bwMode="auto">
              <a:xfrm>
                <a:off x="3645" y="3315"/>
                <a:ext cx="234" cy="469"/>
              </a:xfrm>
              <a:custGeom>
                <a:avLst/>
                <a:gdLst>
                  <a:gd name="T0" fmla="*/ 3 w 700"/>
                  <a:gd name="T1" fmla="*/ 0 h 1408"/>
                  <a:gd name="T2" fmla="*/ 1 w 700"/>
                  <a:gd name="T3" fmla="*/ 0 h 1408"/>
                  <a:gd name="T4" fmla="*/ 0 w 700"/>
                  <a:gd name="T5" fmla="*/ 4 h 1408"/>
                  <a:gd name="T6" fmla="*/ 2 w 700"/>
                  <a:gd name="T7" fmla="*/ 6 h 1408"/>
                  <a:gd name="T8" fmla="*/ 7 w 700"/>
                  <a:gd name="T9" fmla="*/ 11 h 1408"/>
                  <a:gd name="T10" fmla="*/ 12 w 700"/>
                  <a:gd name="T11" fmla="*/ 18 h 1408"/>
                  <a:gd name="T12" fmla="*/ 15 w 700"/>
                  <a:gd name="T13" fmla="*/ 25 h 1408"/>
                  <a:gd name="T14" fmla="*/ 15 w 700"/>
                  <a:gd name="T15" fmla="*/ 29 h 1408"/>
                  <a:gd name="T16" fmla="*/ 15 w 700"/>
                  <a:gd name="T17" fmla="*/ 32 h 1408"/>
                  <a:gd name="T18" fmla="*/ 14 w 700"/>
                  <a:gd name="T19" fmla="*/ 40 h 1408"/>
                  <a:gd name="T20" fmla="*/ 12 w 700"/>
                  <a:gd name="T21" fmla="*/ 46 h 1408"/>
                  <a:gd name="T22" fmla="*/ 11 w 700"/>
                  <a:gd name="T23" fmla="*/ 49 h 1408"/>
                  <a:gd name="T24" fmla="*/ 10 w 700"/>
                  <a:gd name="T25" fmla="*/ 51 h 1408"/>
                  <a:gd name="T26" fmla="*/ 12 w 700"/>
                  <a:gd name="T27" fmla="*/ 51 h 1408"/>
                  <a:gd name="T28" fmla="*/ 14 w 700"/>
                  <a:gd name="T29" fmla="*/ 50 h 1408"/>
                  <a:gd name="T30" fmla="*/ 15 w 700"/>
                  <a:gd name="T31" fmla="*/ 51 h 1408"/>
                  <a:gd name="T32" fmla="*/ 20 w 700"/>
                  <a:gd name="T33" fmla="*/ 51 h 1408"/>
                  <a:gd name="T34" fmla="*/ 24 w 700"/>
                  <a:gd name="T35" fmla="*/ 52 h 1408"/>
                  <a:gd name="T36" fmla="*/ 25 w 700"/>
                  <a:gd name="T37" fmla="*/ 51 h 1408"/>
                  <a:gd name="T38" fmla="*/ 26 w 700"/>
                  <a:gd name="T39" fmla="*/ 49 h 1408"/>
                  <a:gd name="T40" fmla="*/ 25 w 700"/>
                  <a:gd name="T41" fmla="*/ 47 h 1408"/>
                  <a:gd name="T42" fmla="*/ 19 w 700"/>
                  <a:gd name="T43" fmla="*/ 47 h 1408"/>
                  <a:gd name="T44" fmla="*/ 15 w 700"/>
                  <a:gd name="T45" fmla="*/ 48 h 1408"/>
                  <a:gd name="T46" fmla="*/ 13 w 700"/>
                  <a:gd name="T47" fmla="*/ 49 h 1408"/>
                  <a:gd name="T48" fmla="*/ 14 w 700"/>
                  <a:gd name="T49" fmla="*/ 46 h 1408"/>
                  <a:gd name="T50" fmla="*/ 16 w 700"/>
                  <a:gd name="T51" fmla="*/ 42 h 1408"/>
                  <a:gd name="T52" fmla="*/ 17 w 700"/>
                  <a:gd name="T53" fmla="*/ 37 h 1408"/>
                  <a:gd name="T54" fmla="*/ 19 w 700"/>
                  <a:gd name="T55" fmla="*/ 32 h 1408"/>
                  <a:gd name="T56" fmla="*/ 18 w 700"/>
                  <a:gd name="T57" fmla="*/ 26 h 1408"/>
                  <a:gd name="T58" fmla="*/ 16 w 700"/>
                  <a:gd name="T59" fmla="*/ 20 h 1408"/>
                  <a:gd name="T60" fmla="*/ 13 w 700"/>
                  <a:gd name="T61" fmla="*/ 13 h 1408"/>
                  <a:gd name="T62" fmla="*/ 9 w 700"/>
                  <a:gd name="T63" fmla="*/ 6 h 1408"/>
                  <a:gd name="T64" fmla="*/ 5 w 700"/>
                  <a:gd name="T65" fmla="*/ 2 h 1408"/>
                  <a:gd name="T66" fmla="*/ 3 w 700"/>
                  <a:gd name="T67" fmla="*/ 0 h 140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700" h="1408">
                    <a:moveTo>
                      <a:pt x="81" y="0"/>
                    </a:moveTo>
                    <a:lnTo>
                      <a:pt x="18" y="0"/>
                    </a:lnTo>
                    <a:lnTo>
                      <a:pt x="0" y="101"/>
                    </a:lnTo>
                    <a:lnTo>
                      <a:pt x="45" y="160"/>
                    </a:lnTo>
                    <a:lnTo>
                      <a:pt x="190" y="300"/>
                    </a:lnTo>
                    <a:lnTo>
                      <a:pt x="318" y="479"/>
                    </a:lnTo>
                    <a:lnTo>
                      <a:pt x="400" y="663"/>
                    </a:lnTo>
                    <a:lnTo>
                      <a:pt x="412" y="783"/>
                    </a:lnTo>
                    <a:lnTo>
                      <a:pt x="408" y="871"/>
                    </a:lnTo>
                    <a:lnTo>
                      <a:pt x="372" y="1069"/>
                    </a:lnTo>
                    <a:lnTo>
                      <a:pt x="326" y="1230"/>
                    </a:lnTo>
                    <a:lnTo>
                      <a:pt x="286" y="1322"/>
                    </a:lnTo>
                    <a:lnTo>
                      <a:pt x="277" y="1380"/>
                    </a:lnTo>
                    <a:lnTo>
                      <a:pt x="318" y="1380"/>
                    </a:lnTo>
                    <a:lnTo>
                      <a:pt x="381" y="1361"/>
                    </a:lnTo>
                    <a:lnTo>
                      <a:pt x="400" y="1365"/>
                    </a:lnTo>
                    <a:lnTo>
                      <a:pt x="531" y="1374"/>
                    </a:lnTo>
                    <a:lnTo>
                      <a:pt x="631" y="1408"/>
                    </a:lnTo>
                    <a:lnTo>
                      <a:pt x="667" y="1389"/>
                    </a:lnTo>
                    <a:lnTo>
                      <a:pt x="700" y="1316"/>
                    </a:lnTo>
                    <a:lnTo>
                      <a:pt x="667" y="1277"/>
                    </a:lnTo>
                    <a:lnTo>
                      <a:pt x="518" y="1273"/>
                    </a:lnTo>
                    <a:lnTo>
                      <a:pt x="412" y="1288"/>
                    </a:lnTo>
                    <a:lnTo>
                      <a:pt x="359" y="1316"/>
                    </a:lnTo>
                    <a:lnTo>
                      <a:pt x="367" y="1249"/>
                    </a:lnTo>
                    <a:lnTo>
                      <a:pt x="422" y="1146"/>
                    </a:lnTo>
                    <a:lnTo>
                      <a:pt x="467" y="987"/>
                    </a:lnTo>
                    <a:lnTo>
                      <a:pt x="504" y="852"/>
                    </a:lnTo>
                    <a:lnTo>
                      <a:pt x="476" y="697"/>
                    </a:lnTo>
                    <a:lnTo>
                      <a:pt x="435" y="532"/>
                    </a:lnTo>
                    <a:lnTo>
                      <a:pt x="353" y="343"/>
                    </a:lnTo>
                    <a:lnTo>
                      <a:pt x="235" y="169"/>
                    </a:lnTo>
                    <a:lnTo>
                      <a:pt x="136" y="4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1" name="Freeform 191"/>
              <p:cNvSpPr>
                <a:spLocks/>
              </p:cNvSpPr>
              <p:nvPr/>
            </p:nvSpPr>
            <p:spPr bwMode="auto">
              <a:xfrm>
                <a:off x="3499" y="3314"/>
                <a:ext cx="157" cy="478"/>
              </a:xfrm>
              <a:custGeom>
                <a:avLst/>
                <a:gdLst>
                  <a:gd name="T0" fmla="*/ 12 w 471"/>
                  <a:gd name="T1" fmla="*/ 0 h 1435"/>
                  <a:gd name="T2" fmla="*/ 10 w 471"/>
                  <a:gd name="T3" fmla="*/ 5 h 1435"/>
                  <a:gd name="T4" fmla="*/ 8 w 471"/>
                  <a:gd name="T5" fmla="*/ 12 h 1435"/>
                  <a:gd name="T6" fmla="*/ 7 w 471"/>
                  <a:gd name="T7" fmla="*/ 20 h 1435"/>
                  <a:gd name="T8" fmla="*/ 5 w 471"/>
                  <a:gd name="T9" fmla="*/ 29 h 1435"/>
                  <a:gd name="T10" fmla="*/ 5 w 471"/>
                  <a:gd name="T11" fmla="*/ 32 h 1435"/>
                  <a:gd name="T12" fmla="*/ 7 w 471"/>
                  <a:gd name="T13" fmla="*/ 37 h 1435"/>
                  <a:gd name="T14" fmla="*/ 9 w 471"/>
                  <a:gd name="T15" fmla="*/ 40 h 1435"/>
                  <a:gd name="T16" fmla="*/ 11 w 471"/>
                  <a:gd name="T17" fmla="*/ 43 h 1435"/>
                  <a:gd name="T18" fmla="*/ 13 w 471"/>
                  <a:gd name="T19" fmla="*/ 46 h 1435"/>
                  <a:gd name="T20" fmla="*/ 12 w 471"/>
                  <a:gd name="T21" fmla="*/ 47 h 1435"/>
                  <a:gd name="T22" fmla="*/ 8 w 471"/>
                  <a:gd name="T23" fmla="*/ 48 h 1435"/>
                  <a:gd name="T24" fmla="*/ 2 w 471"/>
                  <a:gd name="T25" fmla="*/ 49 h 1435"/>
                  <a:gd name="T26" fmla="*/ 0 w 471"/>
                  <a:gd name="T27" fmla="*/ 51 h 1435"/>
                  <a:gd name="T28" fmla="*/ 2 w 471"/>
                  <a:gd name="T29" fmla="*/ 52 h 1435"/>
                  <a:gd name="T30" fmla="*/ 5 w 471"/>
                  <a:gd name="T31" fmla="*/ 53 h 1435"/>
                  <a:gd name="T32" fmla="*/ 9 w 471"/>
                  <a:gd name="T33" fmla="*/ 51 h 1435"/>
                  <a:gd name="T34" fmla="*/ 12 w 471"/>
                  <a:gd name="T35" fmla="*/ 50 h 1435"/>
                  <a:gd name="T36" fmla="*/ 16 w 471"/>
                  <a:gd name="T37" fmla="*/ 49 h 1435"/>
                  <a:gd name="T38" fmla="*/ 17 w 471"/>
                  <a:gd name="T39" fmla="*/ 48 h 1435"/>
                  <a:gd name="T40" fmla="*/ 17 w 471"/>
                  <a:gd name="T41" fmla="*/ 47 h 1435"/>
                  <a:gd name="T42" fmla="*/ 13 w 471"/>
                  <a:gd name="T43" fmla="*/ 42 h 1435"/>
                  <a:gd name="T44" fmla="*/ 10 w 471"/>
                  <a:gd name="T45" fmla="*/ 37 h 1435"/>
                  <a:gd name="T46" fmla="*/ 8 w 471"/>
                  <a:gd name="T47" fmla="*/ 34 h 1435"/>
                  <a:gd name="T48" fmla="*/ 8 w 471"/>
                  <a:gd name="T49" fmla="*/ 31 h 1435"/>
                  <a:gd name="T50" fmla="*/ 9 w 471"/>
                  <a:gd name="T51" fmla="*/ 25 h 1435"/>
                  <a:gd name="T52" fmla="*/ 11 w 471"/>
                  <a:gd name="T53" fmla="*/ 20 h 1435"/>
                  <a:gd name="T54" fmla="*/ 13 w 471"/>
                  <a:gd name="T55" fmla="*/ 10 h 1435"/>
                  <a:gd name="T56" fmla="*/ 16 w 471"/>
                  <a:gd name="T57" fmla="*/ 5 h 1435"/>
                  <a:gd name="T58" fmla="*/ 15 w 471"/>
                  <a:gd name="T59" fmla="*/ 2 h 1435"/>
                  <a:gd name="T60" fmla="*/ 13 w 471"/>
                  <a:gd name="T61" fmla="*/ 0 h 1435"/>
                  <a:gd name="T62" fmla="*/ 12 w 471"/>
                  <a:gd name="T63" fmla="*/ 0 h 143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71" h="1435">
                    <a:moveTo>
                      <a:pt x="326" y="0"/>
                    </a:moveTo>
                    <a:lnTo>
                      <a:pt x="267" y="135"/>
                    </a:lnTo>
                    <a:lnTo>
                      <a:pt x="226" y="333"/>
                    </a:lnTo>
                    <a:lnTo>
                      <a:pt x="177" y="551"/>
                    </a:lnTo>
                    <a:lnTo>
                      <a:pt x="132" y="773"/>
                    </a:lnTo>
                    <a:lnTo>
                      <a:pt x="132" y="855"/>
                    </a:lnTo>
                    <a:lnTo>
                      <a:pt x="177" y="1001"/>
                    </a:lnTo>
                    <a:lnTo>
                      <a:pt x="240" y="1078"/>
                    </a:lnTo>
                    <a:lnTo>
                      <a:pt x="299" y="1175"/>
                    </a:lnTo>
                    <a:lnTo>
                      <a:pt x="340" y="1246"/>
                    </a:lnTo>
                    <a:lnTo>
                      <a:pt x="322" y="1280"/>
                    </a:lnTo>
                    <a:lnTo>
                      <a:pt x="218" y="1295"/>
                    </a:lnTo>
                    <a:lnTo>
                      <a:pt x="50" y="1323"/>
                    </a:lnTo>
                    <a:lnTo>
                      <a:pt x="0" y="1368"/>
                    </a:lnTo>
                    <a:lnTo>
                      <a:pt x="42" y="1407"/>
                    </a:lnTo>
                    <a:lnTo>
                      <a:pt x="136" y="1435"/>
                    </a:lnTo>
                    <a:lnTo>
                      <a:pt x="246" y="1377"/>
                    </a:lnTo>
                    <a:lnTo>
                      <a:pt x="326" y="1338"/>
                    </a:lnTo>
                    <a:lnTo>
                      <a:pt x="430" y="1323"/>
                    </a:lnTo>
                    <a:lnTo>
                      <a:pt x="471" y="1310"/>
                    </a:lnTo>
                    <a:lnTo>
                      <a:pt x="458" y="1261"/>
                    </a:lnTo>
                    <a:lnTo>
                      <a:pt x="340" y="1136"/>
                    </a:lnTo>
                    <a:lnTo>
                      <a:pt x="272" y="1005"/>
                    </a:lnTo>
                    <a:lnTo>
                      <a:pt x="213" y="917"/>
                    </a:lnTo>
                    <a:lnTo>
                      <a:pt x="204" y="831"/>
                    </a:lnTo>
                    <a:lnTo>
                      <a:pt x="232" y="687"/>
                    </a:lnTo>
                    <a:lnTo>
                      <a:pt x="295" y="537"/>
                    </a:lnTo>
                    <a:lnTo>
                      <a:pt x="363" y="281"/>
                    </a:lnTo>
                    <a:lnTo>
                      <a:pt x="422" y="130"/>
                    </a:lnTo>
                    <a:lnTo>
                      <a:pt x="417" y="43"/>
                    </a:lnTo>
                    <a:lnTo>
                      <a:pt x="363" y="0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213184" name="Picture 192" descr="书6-15b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0" t="15842" r="22243" b="3426"/>
          <a:stretch>
            <a:fillRect/>
          </a:stretch>
        </p:blipFill>
        <p:spPr bwMode="auto">
          <a:xfrm>
            <a:off x="6403975" y="3787775"/>
            <a:ext cx="2695575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3185" name="Picture 193" descr="书6-15b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8" t="8160" r="15799" b="13213"/>
          <a:stretch>
            <a:fillRect/>
          </a:stretch>
        </p:blipFill>
        <p:spPr bwMode="auto">
          <a:xfrm>
            <a:off x="3690938" y="4202113"/>
            <a:ext cx="2800350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3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213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213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3578E02B-BE85-4E39-B745-B56722D7B18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16066" name="Text Box 2"/>
          <p:cNvSpPr txBox="1">
            <a:spLocks noChangeArrowheads="1"/>
          </p:cNvSpPr>
          <p:nvPr/>
        </p:nvSpPr>
        <p:spPr bwMode="auto">
          <a:xfrm>
            <a:off x="3983038" y="222250"/>
            <a:ext cx="2111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ea typeface="黑体" pitchFamily="2" charset="-122"/>
              </a:rPr>
              <a:t>解决办法？</a:t>
            </a:r>
          </a:p>
        </p:txBody>
      </p:sp>
      <p:sp>
        <p:nvSpPr>
          <p:cNvPr id="216067" name="Rectangle 3"/>
          <p:cNvSpPr>
            <a:spLocks noChangeArrowheads="1"/>
          </p:cNvSpPr>
          <p:nvPr/>
        </p:nvSpPr>
        <p:spPr bwMode="auto">
          <a:xfrm>
            <a:off x="6607175" y="4300538"/>
            <a:ext cx="23733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以对称线为界，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一半画视图，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一半画剖视。</a:t>
            </a:r>
          </a:p>
        </p:txBody>
      </p:sp>
      <p:sp>
        <p:nvSpPr>
          <p:cNvPr id="216068" name="Text Box 4"/>
          <p:cNvSpPr txBox="1">
            <a:spLocks noChangeArrowheads="1"/>
          </p:cNvSpPr>
          <p:nvPr/>
        </p:nvSpPr>
        <p:spPr bwMode="auto">
          <a:xfrm>
            <a:off x="6637338" y="3638550"/>
            <a:ext cx="199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半剖视</a:t>
            </a:r>
          </a:p>
        </p:txBody>
      </p:sp>
      <p:sp>
        <p:nvSpPr>
          <p:cNvPr id="216069" name="Line 5"/>
          <p:cNvSpPr>
            <a:spLocks noChangeShapeType="1"/>
          </p:cNvSpPr>
          <p:nvPr/>
        </p:nvSpPr>
        <p:spPr bwMode="auto">
          <a:xfrm>
            <a:off x="4795838" y="3348038"/>
            <a:ext cx="0" cy="25971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11" name="Group 6"/>
          <p:cNvGrpSpPr>
            <a:grpSpLocks/>
          </p:cNvGrpSpPr>
          <p:nvPr/>
        </p:nvGrpSpPr>
        <p:grpSpPr bwMode="auto">
          <a:xfrm>
            <a:off x="4924425" y="187325"/>
            <a:ext cx="3154363" cy="3006725"/>
            <a:chOff x="3102" y="310"/>
            <a:chExt cx="1987" cy="1894"/>
          </a:xfrm>
        </p:grpSpPr>
        <p:sp>
          <p:nvSpPr>
            <p:cNvPr id="21592" name="Text Box 7"/>
            <p:cNvSpPr txBox="1">
              <a:spLocks noChangeArrowheads="1"/>
            </p:cNvSpPr>
            <p:nvPr/>
          </p:nvSpPr>
          <p:spPr bwMode="auto">
            <a:xfrm>
              <a:off x="3846" y="310"/>
              <a:ext cx="4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A—A</a:t>
              </a:r>
            </a:p>
          </p:txBody>
        </p:sp>
        <p:grpSp>
          <p:nvGrpSpPr>
            <p:cNvPr id="21593" name="Group 8"/>
            <p:cNvGrpSpPr>
              <a:grpSpLocks/>
            </p:cNvGrpSpPr>
            <p:nvPr/>
          </p:nvGrpSpPr>
          <p:grpSpPr bwMode="auto">
            <a:xfrm>
              <a:off x="3102" y="569"/>
              <a:ext cx="1987" cy="1635"/>
              <a:chOff x="3102" y="569"/>
              <a:chExt cx="1987" cy="1635"/>
            </a:xfrm>
          </p:grpSpPr>
          <p:sp>
            <p:nvSpPr>
              <p:cNvPr id="21594" name="Line 9"/>
              <p:cNvSpPr>
                <a:spLocks noChangeShapeType="1"/>
              </p:cNvSpPr>
              <p:nvPr/>
            </p:nvSpPr>
            <p:spPr bwMode="auto">
              <a:xfrm>
                <a:off x="3260" y="1877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95" name="Line 10"/>
              <p:cNvSpPr>
                <a:spLocks noChangeShapeType="1"/>
              </p:cNvSpPr>
              <p:nvPr/>
            </p:nvSpPr>
            <p:spPr bwMode="auto">
              <a:xfrm>
                <a:off x="3569" y="588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96" name="Freeform 11"/>
              <p:cNvSpPr>
                <a:spLocks/>
              </p:cNvSpPr>
              <p:nvPr/>
            </p:nvSpPr>
            <p:spPr bwMode="auto">
              <a:xfrm>
                <a:off x="4080" y="569"/>
                <a:ext cx="3" cy="1635"/>
              </a:xfrm>
              <a:custGeom>
                <a:avLst/>
                <a:gdLst>
                  <a:gd name="T0" fmla="*/ 3 w 3"/>
                  <a:gd name="T1" fmla="*/ 0 h 1635"/>
                  <a:gd name="T2" fmla="*/ 0 w 3"/>
                  <a:gd name="T3" fmla="*/ 1635 h 163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635">
                    <a:moveTo>
                      <a:pt x="3" y="0"/>
                    </a:moveTo>
                    <a:lnTo>
                      <a:pt x="0" y="163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1597" name="Group 12"/>
              <p:cNvGrpSpPr>
                <a:grpSpLocks/>
              </p:cNvGrpSpPr>
              <p:nvPr/>
            </p:nvGrpSpPr>
            <p:grpSpPr bwMode="auto">
              <a:xfrm>
                <a:off x="3102" y="629"/>
                <a:ext cx="1014" cy="1502"/>
                <a:chOff x="3102" y="629"/>
                <a:chExt cx="1014" cy="1502"/>
              </a:xfrm>
            </p:grpSpPr>
            <p:grpSp>
              <p:nvGrpSpPr>
                <p:cNvPr id="21636" name="Group 13"/>
                <p:cNvGrpSpPr>
                  <a:grpSpLocks/>
                </p:cNvGrpSpPr>
                <p:nvPr/>
              </p:nvGrpSpPr>
              <p:grpSpPr bwMode="auto">
                <a:xfrm>
                  <a:off x="3102" y="629"/>
                  <a:ext cx="1014" cy="1502"/>
                  <a:chOff x="3102" y="629"/>
                  <a:chExt cx="1014" cy="1502"/>
                </a:xfrm>
              </p:grpSpPr>
              <p:sp>
                <p:nvSpPr>
                  <p:cNvPr id="21655" name="Freeform 14"/>
                  <p:cNvSpPr>
                    <a:spLocks/>
                  </p:cNvSpPr>
                  <p:nvPr/>
                </p:nvSpPr>
                <p:spPr bwMode="auto">
                  <a:xfrm>
                    <a:off x="3102" y="2118"/>
                    <a:ext cx="990" cy="3"/>
                  </a:xfrm>
                  <a:custGeom>
                    <a:avLst/>
                    <a:gdLst>
                      <a:gd name="T0" fmla="*/ 0 w 990"/>
                      <a:gd name="T1" fmla="*/ 3 h 3"/>
                      <a:gd name="T2" fmla="*/ 990 w 990"/>
                      <a:gd name="T3" fmla="*/ 0 h 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990" h="3">
                        <a:moveTo>
                          <a:pt x="0" y="3"/>
                        </a:moveTo>
                        <a:lnTo>
                          <a:pt x="99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6" name="Freeform 15"/>
                  <p:cNvSpPr>
                    <a:spLocks/>
                  </p:cNvSpPr>
                  <p:nvPr/>
                </p:nvSpPr>
                <p:spPr bwMode="auto">
                  <a:xfrm>
                    <a:off x="3102" y="1920"/>
                    <a:ext cx="594" cy="6"/>
                  </a:xfrm>
                  <a:custGeom>
                    <a:avLst/>
                    <a:gdLst>
                      <a:gd name="T0" fmla="*/ 0 w 594"/>
                      <a:gd name="T1" fmla="*/ 6 h 6"/>
                      <a:gd name="T2" fmla="*/ 594 w 594"/>
                      <a:gd name="T3" fmla="*/ 0 h 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594" h="6">
                        <a:moveTo>
                          <a:pt x="0" y="6"/>
                        </a:moveTo>
                        <a:lnTo>
                          <a:pt x="594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7" name="Freeform 16"/>
                  <p:cNvSpPr>
                    <a:spLocks/>
                  </p:cNvSpPr>
                  <p:nvPr/>
                </p:nvSpPr>
                <p:spPr bwMode="auto">
                  <a:xfrm>
                    <a:off x="3432" y="824"/>
                    <a:ext cx="249" cy="6"/>
                  </a:xfrm>
                  <a:custGeom>
                    <a:avLst/>
                    <a:gdLst>
                      <a:gd name="T0" fmla="*/ 0 w 249"/>
                      <a:gd name="T1" fmla="*/ 6 h 6"/>
                      <a:gd name="T2" fmla="*/ 249 w 249"/>
                      <a:gd name="T3" fmla="*/ 0 h 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9" h="6">
                        <a:moveTo>
                          <a:pt x="0" y="6"/>
                        </a:moveTo>
                        <a:lnTo>
                          <a:pt x="24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8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41" y="632"/>
                    <a:ext cx="0" cy="19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9" name="Freeform 18"/>
                  <p:cNvSpPr>
                    <a:spLocks/>
                  </p:cNvSpPr>
                  <p:nvPr/>
                </p:nvSpPr>
                <p:spPr bwMode="auto">
                  <a:xfrm>
                    <a:off x="3432" y="635"/>
                    <a:ext cx="660" cy="1"/>
                  </a:xfrm>
                  <a:custGeom>
                    <a:avLst/>
                    <a:gdLst>
                      <a:gd name="T0" fmla="*/ 0 w 660"/>
                      <a:gd name="T1" fmla="*/ 0 h 1"/>
                      <a:gd name="T2" fmla="*/ 660 w 660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660" h="1">
                        <a:moveTo>
                          <a:pt x="0" y="0"/>
                        </a:moveTo>
                        <a:lnTo>
                          <a:pt x="66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60" name="Freeform 19"/>
                  <p:cNvSpPr>
                    <a:spLocks/>
                  </p:cNvSpPr>
                  <p:nvPr/>
                </p:nvSpPr>
                <p:spPr bwMode="auto">
                  <a:xfrm>
                    <a:off x="3687" y="819"/>
                    <a:ext cx="1" cy="1116"/>
                  </a:xfrm>
                  <a:custGeom>
                    <a:avLst/>
                    <a:gdLst>
                      <a:gd name="T0" fmla="*/ 0 w 1"/>
                      <a:gd name="T1" fmla="*/ 1116 h 1116"/>
                      <a:gd name="T2" fmla="*/ 0 w 1"/>
                      <a:gd name="T3" fmla="*/ 0 h 111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1116">
                        <a:moveTo>
                          <a:pt x="0" y="111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61" name="Freeform 20"/>
                  <p:cNvSpPr>
                    <a:spLocks/>
                  </p:cNvSpPr>
                  <p:nvPr/>
                </p:nvSpPr>
                <p:spPr bwMode="auto">
                  <a:xfrm>
                    <a:off x="3105" y="1921"/>
                    <a:ext cx="1" cy="210"/>
                  </a:xfrm>
                  <a:custGeom>
                    <a:avLst/>
                    <a:gdLst>
                      <a:gd name="T0" fmla="*/ 0 w 1"/>
                      <a:gd name="T1" fmla="*/ 0 h 210"/>
                      <a:gd name="T2" fmla="*/ 0 w 1"/>
                      <a:gd name="T3" fmla="*/ 210 h 21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10">
                        <a:moveTo>
                          <a:pt x="0" y="0"/>
                        </a:moveTo>
                        <a:lnTo>
                          <a:pt x="0" y="210"/>
                        </a:lnTo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62" name="Freeform 21"/>
                  <p:cNvSpPr>
                    <a:spLocks/>
                  </p:cNvSpPr>
                  <p:nvPr/>
                </p:nvSpPr>
                <p:spPr bwMode="auto">
                  <a:xfrm>
                    <a:off x="3801" y="629"/>
                    <a:ext cx="2" cy="687"/>
                  </a:xfrm>
                  <a:custGeom>
                    <a:avLst/>
                    <a:gdLst>
                      <a:gd name="T0" fmla="*/ 2 w 2"/>
                      <a:gd name="T1" fmla="*/ 687 h 687"/>
                      <a:gd name="T2" fmla="*/ 0 w 2"/>
                      <a:gd name="T3" fmla="*/ 0 h 687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" h="687">
                        <a:moveTo>
                          <a:pt x="2" y="687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63" name="Freeform 22"/>
                  <p:cNvSpPr>
                    <a:spLocks/>
                  </p:cNvSpPr>
                  <p:nvPr/>
                </p:nvSpPr>
                <p:spPr bwMode="auto">
                  <a:xfrm>
                    <a:off x="3876" y="1365"/>
                    <a:ext cx="1" cy="750"/>
                  </a:xfrm>
                  <a:custGeom>
                    <a:avLst/>
                    <a:gdLst>
                      <a:gd name="T0" fmla="*/ 0 w 1"/>
                      <a:gd name="T1" fmla="*/ 750 h 750"/>
                      <a:gd name="T2" fmla="*/ 0 w 1"/>
                      <a:gd name="T3" fmla="*/ 0 h 75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750">
                        <a:moveTo>
                          <a:pt x="0" y="7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64" name="Freeform 23"/>
                  <p:cNvSpPr>
                    <a:spLocks/>
                  </p:cNvSpPr>
                  <p:nvPr/>
                </p:nvSpPr>
                <p:spPr bwMode="auto">
                  <a:xfrm>
                    <a:off x="3881" y="1365"/>
                    <a:ext cx="196" cy="1"/>
                  </a:xfrm>
                  <a:custGeom>
                    <a:avLst/>
                    <a:gdLst>
                      <a:gd name="T0" fmla="*/ 196 w 196"/>
                      <a:gd name="T1" fmla="*/ 0 h 1"/>
                      <a:gd name="T2" fmla="*/ 0 w 196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6" h="1">
                        <a:moveTo>
                          <a:pt x="196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65" name="Freeform 24"/>
                  <p:cNvSpPr>
                    <a:spLocks/>
                  </p:cNvSpPr>
                  <p:nvPr/>
                </p:nvSpPr>
                <p:spPr bwMode="auto">
                  <a:xfrm>
                    <a:off x="3801" y="1305"/>
                    <a:ext cx="90" cy="75"/>
                  </a:xfrm>
                  <a:custGeom>
                    <a:avLst/>
                    <a:gdLst>
                      <a:gd name="T0" fmla="*/ 0 w 90"/>
                      <a:gd name="T1" fmla="*/ 0 h 75"/>
                      <a:gd name="T2" fmla="*/ 90 w 90"/>
                      <a:gd name="T3" fmla="*/ 75 h 7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90" h="75">
                        <a:moveTo>
                          <a:pt x="0" y="0"/>
                        </a:moveTo>
                        <a:lnTo>
                          <a:pt x="90" y="7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66" name="Freeform 25"/>
                  <p:cNvSpPr>
                    <a:spLocks/>
                  </p:cNvSpPr>
                  <p:nvPr/>
                </p:nvSpPr>
                <p:spPr bwMode="auto">
                  <a:xfrm>
                    <a:off x="3801" y="1305"/>
                    <a:ext cx="315" cy="1"/>
                  </a:xfrm>
                  <a:custGeom>
                    <a:avLst/>
                    <a:gdLst>
                      <a:gd name="T0" fmla="*/ 0 w 315"/>
                      <a:gd name="T1" fmla="*/ 0 h 1"/>
                      <a:gd name="T2" fmla="*/ 315 w 315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15" h="1">
                        <a:moveTo>
                          <a:pt x="0" y="0"/>
                        </a:moveTo>
                        <a:lnTo>
                          <a:pt x="31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1637" name="Group 26"/>
                <p:cNvGrpSpPr>
                  <a:grpSpLocks/>
                </p:cNvGrpSpPr>
                <p:nvPr/>
              </p:nvGrpSpPr>
              <p:grpSpPr bwMode="auto">
                <a:xfrm>
                  <a:off x="3102" y="629"/>
                  <a:ext cx="780" cy="1496"/>
                  <a:chOff x="3072" y="674"/>
                  <a:chExt cx="780" cy="1496"/>
                </a:xfrm>
              </p:grpSpPr>
              <p:sp>
                <p:nvSpPr>
                  <p:cNvPr id="21638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69"/>
                    <a:ext cx="121" cy="12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39" name="Line 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58" y="674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0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14" y="674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1" name="Freeform 30"/>
                  <p:cNvSpPr>
                    <a:spLocks/>
                  </p:cNvSpPr>
                  <p:nvPr/>
                </p:nvSpPr>
                <p:spPr bwMode="auto">
                  <a:xfrm>
                    <a:off x="3414" y="682"/>
                    <a:ext cx="32" cy="40"/>
                  </a:xfrm>
                  <a:custGeom>
                    <a:avLst/>
                    <a:gdLst>
                      <a:gd name="T0" fmla="*/ 0 w 32"/>
                      <a:gd name="T1" fmla="*/ 40 h 40"/>
                      <a:gd name="T2" fmla="*/ 32 w 32"/>
                      <a:gd name="T3" fmla="*/ 0 h 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2" h="40">
                        <a:moveTo>
                          <a:pt x="0" y="40"/>
                        </a:moveTo>
                        <a:lnTo>
                          <a:pt x="3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2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938"/>
                    <a:ext cx="120" cy="12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3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058"/>
                    <a:ext cx="135" cy="13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4" name="Freeform 33"/>
                  <p:cNvSpPr>
                    <a:spLocks/>
                  </p:cNvSpPr>
                  <p:nvPr/>
                </p:nvSpPr>
                <p:spPr bwMode="auto">
                  <a:xfrm>
                    <a:off x="3658" y="797"/>
                    <a:ext cx="115" cy="115"/>
                  </a:xfrm>
                  <a:custGeom>
                    <a:avLst/>
                    <a:gdLst>
                      <a:gd name="T0" fmla="*/ 0 w 115"/>
                      <a:gd name="T1" fmla="*/ 115 h 115"/>
                      <a:gd name="T2" fmla="*/ 115 w 115"/>
                      <a:gd name="T3" fmla="*/ 0 h 11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15" h="115">
                        <a:moveTo>
                          <a:pt x="0" y="115"/>
                        </a:moveTo>
                        <a:lnTo>
                          <a:pt x="115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5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226"/>
                    <a:ext cx="120" cy="12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6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4" y="1442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7" name="Line 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4" y="1586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8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26" y="1973"/>
                    <a:ext cx="180" cy="18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49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7" y="1730"/>
                    <a:ext cx="194" cy="19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0" name="Line 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14" y="1965"/>
                    <a:ext cx="192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1" name="Freeform 40"/>
                  <p:cNvSpPr>
                    <a:spLocks/>
                  </p:cNvSpPr>
                  <p:nvPr/>
                </p:nvSpPr>
                <p:spPr bwMode="auto">
                  <a:xfrm>
                    <a:off x="3267" y="1965"/>
                    <a:ext cx="195" cy="195"/>
                  </a:xfrm>
                  <a:custGeom>
                    <a:avLst/>
                    <a:gdLst>
                      <a:gd name="T0" fmla="*/ 195 w 195"/>
                      <a:gd name="T1" fmla="*/ 0 h 195"/>
                      <a:gd name="T2" fmla="*/ 0 w 195"/>
                      <a:gd name="T3" fmla="*/ 195 h 19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5" h="195">
                        <a:moveTo>
                          <a:pt x="195" y="0"/>
                        </a:moveTo>
                        <a:lnTo>
                          <a:pt x="0" y="195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2" name="Freeform 41"/>
                  <p:cNvSpPr>
                    <a:spLocks/>
                  </p:cNvSpPr>
                  <p:nvPr/>
                </p:nvSpPr>
                <p:spPr bwMode="auto">
                  <a:xfrm>
                    <a:off x="3072" y="1959"/>
                    <a:ext cx="105" cy="96"/>
                  </a:xfrm>
                  <a:custGeom>
                    <a:avLst/>
                    <a:gdLst>
                      <a:gd name="T0" fmla="*/ 0 w 105"/>
                      <a:gd name="T1" fmla="*/ 96 h 96"/>
                      <a:gd name="T2" fmla="*/ 105 w 105"/>
                      <a:gd name="T3" fmla="*/ 0 h 9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05" h="96">
                        <a:moveTo>
                          <a:pt x="0" y="96"/>
                        </a:moveTo>
                        <a:lnTo>
                          <a:pt x="10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3" name="Freeform 42"/>
                  <p:cNvSpPr>
                    <a:spLocks/>
                  </p:cNvSpPr>
                  <p:nvPr/>
                </p:nvSpPr>
                <p:spPr bwMode="auto">
                  <a:xfrm>
                    <a:off x="3562" y="1883"/>
                    <a:ext cx="284" cy="287"/>
                  </a:xfrm>
                  <a:custGeom>
                    <a:avLst/>
                    <a:gdLst>
                      <a:gd name="T0" fmla="*/ 0 w 284"/>
                      <a:gd name="T1" fmla="*/ 287 h 287"/>
                      <a:gd name="T2" fmla="*/ 284 w 284"/>
                      <a:gd name="T3" fmla="*/ 0 h 287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4" h="287">
                        <a:moveTo>
                          <a:pt x="0" y="287"/>
                        </a:moveTo>
                        <a:lnTo>
                          <a:pt x="284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54" name="Freeform 43"/>
                  <p:cNvSpPr>
                    <a:spLocks/>
                  </p:cNvSpPr>
                  <p:nvPr/>
                </p:nvSpPr>
                <p:spPr bwMode="auto">
                  <a:xfrm>
                    <a:off x="3717" y="2025"/>
                    <a:ext cx="135" cy="135"/>
                  </a:xfrm>
                  <a:custGeom>
                    <a:avLst/>
                    <a:gdLst>
                      <a:gd name="T0" fmla="*/ 0 w 135"/>
                      <a:gd name="T1" fmla="*/ 135 h 135"/>
                      <a:gd name="T2" fmla="*/ 135 w 135"/>
                      <a:gd name="T3" fmla="*/ 0 h 13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35" h="135">
                        <a:moveTo>
                          <a:pt x="0" y="135"/>
                        </a:moveTo>
                        <a:lnTo>
                          <a:pt x="13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1598" name="Group 44"/>
              <p:cNvGrpSpPr>
                <a:grpSpLocks/>
              </p:cNvGrpSpPr>
              <p:nvPr/>
            </p:nvGrpSpPr>
            <p:grpSpPr bwMode="auto">
              <a:xfrm>
                <a:off x="3816" y="893"/>
                <a:ext cx="582" cy="219"/>
                <a:chOff x="1473" y="1625"/>
                <a:chExt cx="582" cy="192"/>
              </a:xfrm>
            </p:grpSpPr>
            <p:sp>
              <p:nvSpPr>
                <p:cNvPr id="21634" name="Freeform 45"/>
                <p:cNvSpPr>
                  <a:spLocks/>
                </p:cNvSpPr>
                <p:nvPr/>
              </p:nvSpPr>
              <p:spPr bwMode="auto">
                <a:xfrm>
                  <a:off x="1473" y="1721"/>
                  <a:ext cx="582" cy="1"/>
                </a:xfrm>
                <a:custGeom>
                  <a:avLst/>
                  <a:gdLst>
                    <a:gd name="T0" fmla="*/ 0 w 582"/>
                    <a:gd name="T1" fmla="*/ 0 h 1"/>
                    <a:gd name="T2" fmla="*/ 582 w 582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82" h="1">
                      <a:moveTo>
                        <a:pt x="0" y="0"/>
                      </a:moveTo>
                      <a:lnTo>
                        <a:pt x="582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635" name="Oval 46"/>
                <p:cNvSpPr>
                  <a:spLocks noChangeArrowheads="1"/>
                </p:cNvSpPr>
                <p:nvPr/>
              </p:nvSpPr>
              <p:spPr bwMode="auto">
                <a:xfrm>
                  <a:off x="1617" y="1625"/>
                  <a:ext cx="240" cy="19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21599" name="Group 47"/>
              <p:cNvGrpSpPr>
                <a:grpSpLocks/>
              </p:cNvGrpSpPr>
              <p:nvPr/>
            </p:nvGrpSpPr>
            <p:grpSpPr bwMode="auto">
              <a:xfrm>
                <a:off x="4084" y="583"/>
                <a:ext cx="1005" cy="1598"/>
                <a:chOff x="4084" y="583"/>
                <a:chExt cx="1005" cy="1598"/>
              </a:xfrm>
            </p:grpSpPr>
            <p:sp>
              <p:nvSpPr>
                <p:cNvPr id="21600" name="Freeform 48"/>
                <p:cNvSpPr>
                  <a:spLocks/>
                </p:cNvSpPr>
                <p:nvPr/>
              </p:nvSpPr>
              <p:spPr bwMode="auto">
                <a:xfrm>
                  <a:off x="4588" y="583"/>
                  <a:ext cx="1" cy="300"/>
                </a:xfrm>
                <a:custGeom>
                  <a:avLst/>
                  <a:gdLst>
                    <a:gd name="T0" fmla="*/ 0 w 1"/>
                    <a:gd name="T1" fmla="*/ 0 h 300"/>
                    <a:gd name="T2" fmla="*/ 0 w 1"/>
                    <a:gd name="T3" fmla="*/ 300 h 30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300">
                      <a:moveTo>
                        <a:pt x="0" y="0"/>
                      </a:moveTo>
                      <a:lnTo>
                        <a:pt x="0" y="30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601" name="Freeform 49"/>
                <p:cNvSpPr>
                  <a:spLocks/>
                </p:cNvSpPr>
                <p:nvPr/>
              </p:nvSpPr>
              <p:spPr bwMode="auto">
                <a:xfrm>
                  <a:off x="4933" y="1866"/>
                  <a:ext cx="1" cy="315"/>
                </a:xfrm>
                <a:custGeom>
                  <a:avLst/>
                  <a:gdLst>
                    <a:gd name="T0" fmla="*/ 0 w 1"/>
                    <a:gd name="T1" fmla="*/ 0 h 315"/>
                    <a:gd name="T2" fmla="*/ 0 w 1"/>
                    <a:gd name="T3" fmla="*/ 315 h 315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315">
                      <a:moveTo>
                        <a:pt x="0" y="0"/>
                      </a:moveTo>
                      <a:lnTo>
                        <a:pt x="0" y="315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1602" name="Group 50"/>
                <p:cNvGrpSpPr>
                  <a:grpSpLocks/>
                </p:cNvGrpSpPr>
                <p:nvPr/>
              </p:nvGrpSpPr>
              <p:grpSpPr bwMode="auto">
                <a:xfrm>
                  <a:off x="4084" y="625"/>
                  <a:ext cx="1005" cy="1505"/>
                  <a:chOff x="4084" y="625"/>
                  <a:chExt cx="1005" cy="1505"/>
                </a:xfrm>
              </p:grpSpPr>
              <p:sp>
                <p:nvSpPr>
                  <p:cNvPr id="21622" name="Freeform 51"/>
                  <p:cNvSpPr>
                    <a:spLocks/>
                  </p:cNvSpPr>
                  <p:nvPr/>
                </p:nvSpPr>
                <p:spPr bwMode="auto">
                  <a:xfrm>
                    <a:off x="4091" y="2125"/>
                    <a:ext cx="998" cy="1"/>
                  </a:xfrm>
                  <a:custGeom>
                    <a:avLst/>
                    <a:gdLst>
                      <a:gd name="T0" fmla="*/ 998 w 998"/>
                      <a:gd name="T1" fmla="*/ 0 h 1"/>
                      <a:gd name="T2" fmla="*/ 0 w 998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998" h="1">
                        <a:moveTo>
                          <a:pt x="998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3" name="Freeform 52"/>
                  <p:cNvSpPr>
                    <a:spLocks/>
                  </p:cNvSpPr>
                  <p:nvPr/>
                </p:nvSpPr>
                <p:spPr bwMode="auto">
                  <a:xfrm>
                    <a:off x="4483" y="1920"/>
                    <a:ext cx="600" cy="1"/>
                  </a:xfrm>
                  <a:custGeom>
                    <a:avLst/>
                    <a:gdLst>
                      <a:gd name="T0" fmla="*/ 600 w 600"/>
                      <a:gd name="T1" fmla="*/ 0 h 1"/>
                      <a:gd name="T2" fmla="*/ 0 w 600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600" h="1">
                        <a:moveTo>
                          <a:pt x="60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4" name="Freeform 53"/>
                  <p:cNvSpPr>
                    <a:spLocks/>
                  </p:cNvSpPr>
                  <p:nvPr/>
                </p:nvSpPr>
                <p:spPr bwMode="auto">
                  <a:xfrm>
                    <a:off x="4490" y="824"/>
                    <a:ext cx="248" cy="6"/>
                  </a:xfrm>
                  <a:custGeom>
                    <a:avLst/>
                    <a:gdLst>
                      <a:gd name="T0" fmla="*/ 248 w 248"/>
                      <a:gd name="T1" fmla="*/ 6 h 6"/>
                      <a:gd name="T2" fmla="*/ 0 w 248"/>
                      <a:gd name="T3" fmla="*/ 0 h 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8" h="6">
                        <a:moveTo>
                          <a:pt x="248" y="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5" name="Freeform 54"/>
                  <p:cNvSpPr>
                    <a:spLocks/>
                  </p:cNvSpPr>
                  <p:nvPr/>
                </p:nvSpPr>
                <p:spPr bwMode="auto">
                  <a:xfrm>
                    <a:off x="4727" y="625"/>
                    <a:ext cx="1" cy="211"/>
                  </a:xfrm>
                  <a:custGeom>
                    <a:avLst/>
                    <a:gdLst>
                      <a:gd name="T0" fmla="*/ 0 w 1"/>
                      <a:gd name="T1" fmla="*/ 211 h 211"/>
                      <a:gd name="T2" fmla="*/ 0 w 1"/>
                      <a:gd name="T3" fmla="*/ 0 h 21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11">
                        <a:moveTo>
                          <a:pt x="0" y="21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6" name="Freeform 55"/>
                  <p:cNvSpPr>
                    <a:spLocks/>
                  </p:cNvSpPr>
                  <p:nvPr/>
                </p:nvSpPr>
                <p:spPr bwMode="auto">
                  <a:xfrm>
                    <a:off x="4084" y="633"/>
                    <a:ext cx="650" cy="2"/>
                  </a:xfrm>
                  <a:custGeom>
                    <a:avLst/>
                    <a:gdLst>
                      <a:gd name="T0" fmla="*/ 650 w 650"/>
                      <a:gd name="T1" fmla="*/ 0 h 2"/>
                      <a:gd name="T2" fmla="*/ 0 w 650"/>
                      <a:gd name="T3" fmla="*/ 2 h 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650" h="2">
                        <a:moveTo>
                          <a:pt x="650" y="0"/>
                        </a:moveTo>
                        <a:lnTo>
                          <a:pt x="0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7" name="Freeform 56"/>
                  <p:cNvSpPr>
                    <a:spLocks/>
                  </p:cNvSpPr>
                  <p:nvPr/>
                </p:nvSpPr>
                <p:spPr bwMode="auto">
                  <a:xfrm>
                    <a:off x="4487" y="824"/>
                    <a:ext cx="3" cy="1111"/>
                  </a:xfrm>
                  <a:custGeom>
                    <a:avLst/>
                    <a:gdLst>
                      <a:gd name="T0" fmla="*/ 0 w 3"/>
                      <a:gd name="T1" fmla="*/ 1111 h 1111"/>
                      <a:gd name="T2" fmla="*/ 3 w 3"/>
                      <a:gd name="T3" fmla="*/ 0 h 111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" h="1111">
                        <a:moveTo>
                          <a:pt x="0" y="1111"/>
                        </a:moveTo>
                        <a:lnTo>
                          <a:pt x="3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8" name="Freeform 57"/>
                  <p:cNvSpPr>
                    <a:spLocks/>
                  </p:cNvSpPr>
                  <p:nvPr/>
                </p:nvSpPr>
                <p:spPr bwMode="auto">
                  <a:xfrm>
                    <a:off x="5075" y="1920"/>
                    <a:ext cx="1" cy="210"/>
                  </a:xfrm>
                  <a:custGeom>
                    <a:avLst/>
                    <a:gdLst>
                      <a:gd name="T0" fmla="*/ 0 w 1"/>
                      <a:gd name="T1" fmla="*/ 0 h 210"/>
                      <a:gd name="T2" fmla="*/ 0 w 1"/>
                      <a:gd name="T3" fmla="*/ 210 h 21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210">
                        <a:moveTo>
                          <a:pt x="0" y="0"/>
                        </a:moveTo>
                        <a:lnTo>
                          <a:pt x="0" y="21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9" name="Line 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63" y="629"/>
                    <a:ext cx="0" cy="6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30" name="Freeform 59"/>
                  <p:cNvSpPr>
                    <a:spLocks/>
                  </p:cNvSpPr>
                  <p:nvPr/>
                </p:nvSpPr>
                <p:spPr bwMode="auto">
                  <a:xfrm>
                    <a:off x="4084" y="1305"/>
                    <a:ext cx="286" cy="1"/>
                  </a:xfrm>
                  <a:custGeom>
                    <a:avLst/>
                    <a:gdLst>
                      <a:gd name="T0" fmla="*/ 0 w 286"/>
                      <a:gd name="T1" fmla="*/ 0 h 1"/>
                      <a:gd name="T2" fmla="*/ 286 w 286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86" h="1">
                        <a:moveTo>
                          <a:pt x="0" y="0"/>
                        </a:moveTo>
                        <a:lnTo>
                          <a:pt x="28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31" name="Freeform 60"/>
                  <p:cNvSpPr>
                    <a:spLocks/>
                  </p:cNvSpPr>
                  <p:nvPr/>
                </p:nvSpPr>
                <p:spPr bwMode="auto">
                  <a:xfrm>
                    <a:off x="4295" y="1365"/>
                    <a:ext cx="1" cy="750"/>
                  </a:xfrm>
                  <a:custGeom>
                    <a:avLst/>
                    <a:gdLst>
                      <a:gd name="T0" fmla="*/ 0 w 1"/>
                      <a:gd name="T1" fmla="*/ 750 h 750"/>
                      <a:gd name="T2" fmla="*/ 0 w 1"/>
                      <a:gd name="T3" fmla="*/ 0 h 75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750">
                        <a:moveTo>
                          <a:pt x="0" y="7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32" name="Freeform 61"/>
                  <p:cNvSpPr>
                    <a:spLocks/>
                  </p:cNvSpPr>
                  <p:nvPr/>
                </p:nvSpPr>
                <p:spPr bwMode="auto">
                  <a:xfrm>
                    <a:off x="4295" y="1305"/>
                    <a:ext cx="60" cy="60"/>
                  </a:xfrm>
                  <a:custGeom>
                    <a:avLst/>
                    <a:gdLst>
                      <a:gd name="T0" fmla="*/ 60 w 60"/>
                      <a:gd name="T1" fmla="*/ 0 h 60"/>
                      <a:gd name="T2" fmla="*/ 0 w 60"/>
                      <a:gd name="T3" fmla="*/ 60 h 6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60" h="60">
                        <a:moveTo>
                          <a:pt x="60" y="0"/>
                        </a:moveTo>
                        <a:lnTo>
                          <a:pt x="0" y="6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33" name="Freeform 62"/>
                  <p:cNvSpPr>
                    <a:spLocks/>
                  </p:cNvSpPr>
                  <p:nvPr/>
                </p:nvSpPr>
                <p:spPr bwMode="auto">
                  <a:xfrm>
                    <a:off x="4084" y="1365"/>
                    <a:ext cx="211" cy="1"/>
                  </a:xfrm>
                  <a:custGeom>
                    <a:avLst/>
                    <a:gdLst>
                      <a:gd name="T0" fmla="*/ 211 w 211"/>
                      <a:gd name="T1" fmla="*/ 0 h 1"/>
                      <a:gd name="T2" fmla="*/ 0 w 211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11" h="1">
                        <a:moveTo>
                          <a:pt x="211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1603" name="Group 63"/>
                <p:cNvGrpSpPr>
                  <a:grpSpLocks/>
                </p:cNvGrpSpPr>
                <p:nvPr/>
              </p:nvGrpSpPr>
              <p:grpSpPr bwMode="auto">
                <a:xfrm>
                  <a:off x="4286" y="621"/>
                  <a:ext cx="782" cy="1504"/>
                  <a:chOff x="4256" y="666"/>
                  <a:chExt cx="782" cy="1504"/>
                </a:xfrm>
              </p:grpSpPr>
              <p:sp>
                <p:nvSpPr>
                  <p:cNvPr id="21604" name="Line 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65" y="1316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05" name="Line 6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65" y="1454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06" name="Freeform 66"/>
                  <p:cNvSpPr>
                    <a:spLocks/>
                  </p:cNvSpPr>
                  <p:nvPr/>
                </p:nvSpPr>
                <p:spPr bwMode="auto">
                  <a:xfrm>
                    <a:off x="4258" y="1590"/>
                    <a:ext cx="195" cy="195"/>
                  </a:xfrm>
                  <a:custGeom>
                    <a:avLst/>
                    <a:gdLst>
                      <a:gd name="T0" fmla="*/ 0 w 195"/>
                      <a:gd name="T1" fmla="*/ 195 h 195"/>
                      <a:gd name="T2" fmla="*/ 195 w 195"/>
                      <a:gd name="T3" fmla="*/ 0 h 19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5" h="195">
                        <a:moveTo>
                          <a:pt x="0" y="195"/>
                        </a:moveTo>
                        <a:lnTo>
                          <a:pt x="19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07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6" y="1730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08" name="Line 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6" y="1877"/>
                    <a:ext cx="195" cy="19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09" name="Freeform 69"/>
                  <p:cNvSpPr>
                    <a:spLocks/>
                  </p:cNvSpPr>
                  <p:nvPr/>
                </p:nvSpPr>
                <p:spPr bwMode="auto">
                  <a:xfrm>
                    <a:off x="4301" y="1968"/>
                    <a:ext cx="201" cy="198"/>
                  </a:xfrm>
                  <a:custGeom>
                    <a:avLst/>
                    <a:gdLst>
                      <a:gd name="T0" fmla="*/ 0 w 201"/>
                      <a:gd name="T1" fmla="*/ 198 h 198"/>
                      <a:gd name="T2" fmla="*/ 201 w 201"/>
                      <a:gd name="T3" fmla="*/ 0 h 198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1" h="198">
                        <a:moveTo>
                          <a:pt x="0" y="198"/>
                        </a:moveTo>
                        <a:lnTo>
                          <a:pt x="20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0" name="Freeform 70"/>
                  <p:cNvSpPr>
                    <a:spLocks/>
                  </p:cNvSpPr>
                  <p:nvPr/>
                </p:nvSpPr>
                <p:spPr bwMode="auto">
                  <a:xfrm>
                    <a:off x="4426" y="1968"/>
                    <a:ext cx="201" cy="202"/>
                  </a:xfrm>
                  <a:custGeom>
                    <a:avLst/>
                    <a:gdLst>
                      <a:gd name="T0" fmla="*/ 0 w 201"/>
                      <a:gd name="T1" fmla="*/ 202 h 202"/>
                      <a:gd name="T2" fmla="*/ 201 w 201"/>
                      <a:gd name="T3" fmla="*/ 0 h 20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1" h="202">
                        <a:moveTo>
                          <a:pt x="0" y="202"/>
                        </a:moveTo>
                        <a:lnTo>
                          <a:pt x="201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1" name="Freeform 71"/>
                  <p:cNvSpPr>
                    <a:spLocks/>
                  </p:cNvSpPr>
                  <p:nvPr/>
                </p:nvSpPr>
                <p:spPr bwMode="auto">
                  <a:xfrm>
                    <a:off x="4560" y="1958"/>
                    <a:ext cx="202" cy="202"/>
                  </a:xfrm>
                  <a:custGeom>
                    <a:avLst/>
                    <a:gdLst>
                      <a:gd name="T0" fmla="*/ 0 w 202"/>
                      <a:gd name="T1" fmla="*/ 202 h 202"/>
                      <a:gd name="T2" fmla="*/ 202 w 202"/>
                      <a:gd name="T3" fmla="*/ 0 h 20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2" h="202">
                        <a:moveTo>
                          <a:pt x="0" y="202"/>
                        </a:moveTo>
                        <a:lnTo>
                          <a:pt x="20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2" name="Freeform 72"/>
                  <p:cNvSpPr>
                    <a:spLocks/>
                  </p:cNvSpPr>
                  <p:nvPr/>
                </p:nvSpPr>
                <p:spPr bwMode="auto">
                  <a:xfrm>
                    <a:off x="4690" y="1962"/>
                    <a:ext cx="195" cy="195"/>
                  </a:xfrm>
                  <a:custGeom>
                    <a:avLst/>
                    <a:gdLst>
                      <a:gd name="T0" fmla="*/ 0 w 195"/>
                      <a:gd name="T1" fmla="*/ 195 h 195"/>
                      <a:gd name="T2" fmla="*/ 195 w 195"/>
                      <a:gd name="T3" fmla="*/ 0 h 19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95" h="195">
                        <a:moveTo>
                          <a:pt x="0" y="195"/>
                        </a:moveTo>
                        <a:lnTo>
                          <a:pt x="19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3" name="Freeform 73"/>
                  <p:cNvSpPr>
                    <a:spLocks/>
                  </p:cNvSpPr>
                  <p:nvPr/>
                </p:nvSpPr>
                <p:spPr bwMode="auto">
                  <a:xfrm>
                    <a:off x="4819" y="1958"/>
                    <a:ext cx="202" cy="202"/>
                  </a:xfrm>
                  <a:custGeom>
                    <a:avLst/>
                    <a:gdLst>
                      <a:gd name="T0" fmla="*/ 0 w 202"/>
                      <a:gd name="T1" fmla="*/ 202 h 202"/>
                      <a:gd name="T2" fmla="*/ 202 w 202"/>
                      <a:gd name="T3" fmla="*/ 0 h 20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02" h="202">
                        <a:moveTo>
                          <a:pt x="0" y="202"/>
                        </a:moveTo>
                        <a:lnTo>
                          <a:pt x="20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4" name="Freeform 74"/>
                  <p:cNvSpPr>
                    <a:spLocks/>
                  </p:cNvSpPr>
                  <p:nvPr/>
                </p:nvSpPr>
                <p:spPr bwMode="auto">
                  <a:xfrm>
                    <a:off x="4949" y="2070"/>
                    <a:ext cx="89" cy="91"/>
                  </a:xfrm>
                  <a:custGeom>
                    <a:avLst/>
                    <a:gdLst>
                      <a:gd name="T0" fmla="*/ 0 w 89"/>
                      <a:gd name="T1" fmla="*/ 91 h 91"/>
                      <a:gd name="T2" fmla="*/ 89 w 89"/>
                      <a:gd name="T3" fmla="*/ 0 h 9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89" h="91">
                        <a:moveTo>
                          <a:pt x="0" y="91"/>
                        </a:moveTo>
                        <a:lnTo>
                          <a:pt x="89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5" name="Freeform 75"/>
                  <p:cNvSpPr>
                    <a:spLocks/>
                  </p:cNvSpPr>
                  <p:nvPr/>
                </p:nvSpPr>
                <p:spPr bwMode="auto">
                  <a:xfrm>
                    <a:off x="4333" y="1184"/>
                    <a:ext cx="120" cy="117"/>
                  </a:xfrm>
                  <a:custGeom>
                    <a:avLst/>
                    <a:gdLst>
                      <a:gd name="T0" fmla="*/ 0 w 120"/>
                      <a:gd name="T1" fmla="*/ 117 h 117"/>
                      <a:gd name="T2" fmla="*/ 120 w 120"/>
                      <a:gd name="T3" fmla="*/ 0 h 117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20" h="117">
                        <a:moveTo>
                          <a:pt x="0" y="117"/>
                        </a:moveTo>
                        <a:lnTo>
                          <a:pt x="120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6" name="Freeform 76"/>
                  <p:cNvSpPr>
                    <a:spLocks/>
                  </p:cNvSpPr>
                  <p:nvPr/>
                </p:nvSpPr>
                <p:spPr bwMode="auto">
                  <a:xfrm>
                    <a:off x="4330" y="1037"/>
                    <a:ext cx="134" cy="134"/>
                  </a:xfrm>
                  <a:custGeom>
                    <a:avLst/>
                    <a:gdLst>
                      <a:gd name="T0" fmla="*/ 0 w 134"/>
                      <a:gd name="T1" fmla="*/ 134 h 134"/>
                      <a:gd name="T2" fmla="*/ 134 w 134"/>
                      <a:gd name="T3" fmla="*/ 0 h 134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34" h="134">
                        <a:moveTo>
                          <a:pt x="0" y="134"/>
                        </a:moveTo>
                        <a:lnTo>
                          <a:pt x="134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7" name="Freeform 77"/>
                  <p:cNvSpPr>
                    <a:spLocks/>
                  </p:cNvSpPr>
                  <p:nvPr/>
                </p:nvSpPr>
                <p:spPr bwMode="auto">
                  <a:xfrm>
                    <a:off x="4345" y="896"/>
                    <a:ext cx="120" cy="117"/>
                  </a:xfrm>
                  <a:custGeom>
                    <a:avLst/>
                    <a:gdLst>
                      <a:gd name="T0" fmla="*/ 0 w 120"/>
                      <a:gd name="T1" fmla="*/ 117 h 117"/>
                      <a:gd name="T2" fmla="*/ 120 w 120"/>
                      <a:gd name="T3" fmla="*/ 0 h 117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20" h="117">
                        <a:moveTo>
                          <a:pt x="0" y="117"/>
                        </a:moveTo>
                        <a:lnTo>
                          <a:pt x="120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8" name="Line 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5" y="680"/>
                    <a:ext cx="234" cy="23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19" name="Line 7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5" y="666"/>
                    <a:ext cx="128" cy="12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0" name="Line 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96" y="670"/>
                    <a:ext cx="194" cy="19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21" name="Freeform 81"/>
                  <p:cNvSpPr>
                    <a:spLocks/>
                  </p:cNvSpPr>
                  <p:nvPr/>
                </p:nvSpPr>
                <p:spPr bwMode="auto">
                  <a:xfrm>
                    <a:off x="4618" y="797"/>
                    <a:ext cx="76" cy="72"/>
                  </a:xfrm>
                  <a:custGeom>
                    <a:avLst/>
                    <a:gdLst>
                      <a:gd name="T0" fmla="*/ 0 w 76"/>
                      <a:gd name="T1" fmla="*/ 72 h 72"/>
                      <a:gd name="T2" fmla="*/ 76 w 76"/>
                      <a:gd name="T3" fmla="*/ 0 h 7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76" h="72">
                        <a:moveTo>
                          <a:pt x="0" y="72"/>
                        </a:moveTo>
                        <a:lnTo>
                          <a:pt x="76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21512" name="Freeform 82"/>
          <p:cNvSpPr>
            <a:spLocks/>
          </p:cNvSpPr>
          <p:nvPr/>
        </p:nvSpPr>
        <p:spPr bwMode="auto">
          <a:xfrm>
            <a:off x="2892425" y="608013"/>
            <a:ext cx="3175" cy="2562225"/>
          </a:xfrm>
          <a:custGeom>
            <a:avLst/>
            <a:gdLst>
              <a:gd name="T0" fmla="*/ 2147483647 w 2"/>
              <a:gd name="T1" fmla="*/ 0 h 1614"/>
              <a:gd name="T2" fmla="*/ 0 w 2"/>
              <a:gd name="T3" fmla="*/ 2147483647 h 161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1614">
                <a:moveTo>
                  <a:pt x="2" y="0"/>
                </a:moveTo>
                <a:lnTo>
                  <a:pt x="0" y="161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13" name="Group 83"/>
          <p:cNvGrpSpPr>
            <a:grpSpLocks/>
          </p:cNvGrpSpPr>
          <p:nvPr/>
        </p:nvGrpSpPr>
        <p:grpSpPr bwMode="auto">
          <a:xfrm>
            <a:off x="2471738" y="1128713"/>
            <a:ext cx="836612" cy="366712"/>
            <a:chOff x="1233" y="903"/>
            <a:chExt cx="527" cy="231"/>
          </a:xfrm>
        </p:grpSpPr>
        <p:sp>
          <p:nvSpPr>
            <p:cNvPr id="21590" name="Freeform 84"/>
            <p:cNvSpPr>
              <a:spLocks/>
            </p:cNvSpPr>
            <p:nvPr/>
          </p:nvSpPr>
          <p:spPr bwMode="auto">
            <a:xfrm>
              <a:off x="1233" y="1019"/>
              <a:ext cx="527" cy="7"/>
            </a:xfrm>
            <a:custGeom>
              <a:avLst/>
              <a:gdLst>
                <a:gd name="T0" fmla="*/ 0 w 527"/>
                <a:gd name="T1" fmla="*/ 0 h 7"/>
                <a:gd name="T2" fmla="*/ 527 w 527"/>
                <a:gd name="T3" fmla="*/ 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7" h="7">
                  <a:moveTo>
                    <a:pt x="0" y="0"/>
                  </a:moveTo>
                  <a:lnTo>
                    <a:pt x="527" y="7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91" name="Oval 85"/>
            <p:cNvSpPr>
              <a:spLocks noChangeArrowheads="1"/>
            </p:cNvSpPr>
            <p:nvPr/>
          </p:nvSpPr>
          <p:spPr bwMode="auto">
            <a:xfrm>
              <a:off x="1377" y="903"/>
              <a:ext cx="240" cy="23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21514" name="Group 86"/>
          <p:cNvGrpSpPr>
            <a:grpSpLocks/>
          </p:cNvGrpSpPr>
          <p:nvPr/>
        </p:nvGrpSpPr>
        <p:grpSpPr bwMode="auto">
          <a:xfrm>
            <a:off x="2852738" y="623888"/>
            <a:ext cx="1619250" cy="2525712"/>
            <a:chOff x="1473" y="585"/>
            <a:chExt cx="1020" cy="1591"/>
          </a:xfrm>
        </p:grpSpPr>
        <p:sp>
          <p:nvSpPr>
            <p:cNvPr id="21579" name="Freeform 87"/>
            <p:cNvSpPr>
              <a:spLocks/>
            </p:cNvSpPr>
            <p:nvPr/>
          </p:nvSpPr>
          <p:spPr bwMode="auto">
            <a:xfrm>
              <a:off x="1494" y="2124"/>
              <a:ext cx="999" cy="3"/>
            </a:xfrm>
            <a:custGeom>
              <a:avLst/>
              <a:gdLst>
                <a:gd name="T0" fmla="*/ 999 w 999"/>
                <a:gd name="T1" fmla="*/ 3 h 3"/>
                <a:gd name="T2" fmla="*/ 0 w 99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9" h="3">
                  <a:moveTo>
                    <a:pt x="999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0" name="Freeform 88"/>
            <p:cNvSpPr>
              <a:spLocks/>
            </p:cNvSpPr>
            <p:nvPr/>
          </p:nvSpPr>
          <p:spPr bwMode="auto">
            <a:xfrm>
              <a:off x="1494" y="1929"/>
              <a:ext cx="999" cy="3"/>
            </a:xfrm>
            <a:custGeom>
              <a:avLst/>
              <a:gdLst>
                <a:gd name="T0" fmla="*/ 999 w 999"/>
                <a:gd name="T1" fmla="*/ 3 h 3"/>
                <a:gd name="T2" fmla="*/ 0 w 99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9" h="3">
                  <a:moveTo>
                    <a:pt x="999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1" name="Freeform 89"/>
            <p:cNvSpPr>
              <a:spLocks/>
            </p:cNvSpPr>
            <p:nvPr/>
          </p:nvSpPr>
          <p:spPr bwMode="auto">
            <a:xfrm>
              <a:off x="1702" y="836"/>
              <a:ext cx="453" cy="1"/>
            </a:xfrm>
            <a:custGeom>
              <a:avLst/>
              <a:gdLst>
                <a:gd name="T0" fmla="*/ 453 w 453"/>
                <a:gd name="T1" fmla="*/ 0 h 1"/>
                <a:gd name="T2" fmla="*/ 0 w 45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3" h="1">
                  <a:moveTo>
                    <a:pt x="453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2" name="Freeform 90"/>
            <p:cNvSpPr>
              <a:spLocks/>
            </p:cNvSpPr>
            <p:nvPr/>
          </p:nvSpPr>
          <p:spPr bwMode="auto">
            <a:xfrm>
              <a:off x="2145" y="638"/>
              <a:ext cx="1" cy="213"/>
            </a:xfrm>
            <a:custGeom>
              <a:avLst/>
              <a:gdLst>
                <a:gd name="T0" fmla="*/ 0 w 1"/>
                <a:gd name="T1" fmla="*/ 213 h 213"/>
                <a:gd name="T2" fmla="*/ 1 w 1"/>
                <a:gd name="T3" fmla="*/ 0 h 2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3">
                  <a:moveTo>
                    <a:pt x="0" y="213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3" name="Freeform 91"/>
            <p:cNvSpPr>
              <a:spLocks/>
            </p:cNvSpPr>
            <p:nvPr/>
          </p:nvSpPr>
          <p:spPr bwMode="auto">
            <a:xfrm flipH="1">
              <a:off x="1494" y="641"/>
              <a:ext cx="660" cy="1"/>
            </a:xfrm>
            <a:custGeom>
              <a:avLst/>
              <a:gdLst>
                <a:gd name="T0" fmla="*/ 0 w 660"/>
                <a:gd name="T1" fmla="*/ 0 h 1"/>
                <a:gd name="T2" fmla="*/ 660 w 66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0" h="1">
                  <a:moveTo>
                    <a:pt x="0" y="0"/>
                  </a:moveTo>
                  <a:lnTo>
                    <a:pt x="6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4" name="Freeform 92"/>
            <p:cNvSpPr>
              <a:spLocks/>
            </p:cNvSpPr>
            <p:nvPr/>
          </p:nvSpPr>
          <p:spPr bwMode="auto">
            <a:xfrm>
              <a:off x="1893" y="831"/>
              <a:ext cx="1" cy="1111"/>
            </a:xfrm>
            <a:custGeom>
              <a:avLst/>
              <a:gdLst>
                <a:gd name="T0" fmla="*/ 0 w 1"/>
                <a:gd name="T1" fmla="*/ 1111 h 1111"/>
                <a:gd name="T2" fmla="*/ 0 w 1"/>
                <a:gd name="T3" fmla="*/ 0 h 11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111">
                  <a:moveTo>
                    <a:pt x="0" y="111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5" name="Arc 93"/>
            <p:cNvSpPr>
              <a:spLocks/>
            </p:cNvSpPr>
            <p:nvPr/>
          </p:nvSpPr>
          <p:spPr bwMode="auto">
            <a:xfrm flipV="1">
              <a:off x="1473" y="1029"/>
              <a:ext cx="238" cy="192"/>
            </a:xfrm>
            <a:custGeom>
              <a:avLst/>
              <a:gdLst>
                <a:gd name="T0" fmla="*/ 0 w 21600"/>
                <a:gd name="T1" fmla="*/ 0 h 21558"/>
                <a:gd name="T2" fmla="*/ 0 w 21600"/>
                <a:gd name="T3" fmla="*/ 0 h 21558"/>
                <a:gd name="T4" fmla="*/ 0 w 21600"/>
                <a:gd name="T5" fmla="*/ 0 h 21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lnTo>
                    <a:pt x="134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6" name="Freeform 94"/>
            <p:cNvSpPr>
              <a:spLocks/>
            </p:cNvSpPr>
            <p:nvPr/>
          </p:nvSpPr>
          <p:spPr bwMode="auto">
            <a:xfrm>
              <a:off x="1710" y="840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7" name="Freeform 95"/>
            <p:cNvSpPr>
              <a:spLocks/>
            </p:cNvSpPr>
            <p:nvPr/>
          </p:nvSpPr>
          <p:spPr bwMode="auto">
            <a:xfrm>
              <a:off x="2477" y="1930"/>
              <a:ext cx="1" cy="197"/>
            </a:xfrm>
            <a:custGeom>
              <a:avLst/>
              <a:gdLst>
                <a:gd name="T0" fmla="*/ 0 w 1"/>
                <a:gd name="T1" fmla="*/ 0 h 197"/>
                <a:gd name="T2" fmla="*/ 1 w 1"/>
                <a:gd name="T3" fmla="*/ 197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7">
                  <a:moveTo>
                    <a:pt x="0" y="0"/>
                  </a:moveTo>
                  <a:lnTo>
                    <a:pt x="1" y="19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8" name="Freeform 96"/>
            <p:cNvSpPr>
              <a:spLocks/>
            </p:cNvSpPr>
            <p:nvPr/>
          </p:nvSpPr>
          <p:spPr bwMode="auto">
            <a:xfrm>
              <a:off x="2325" y="1861"/>
              <a:ext cx="1" cy="315"/>
            </a:xfrm>
            <a:custGeom>
              <a:avLst/>
              <a:gdLst>
                <a:gd name="T0" fmla="*/ 0 w 1"/>
                <a:gd name="T1" fmla="*/ 0 h 315"/>
                <a:gd name="T2" fmla="*/ 0 w 1"/>
                <a:gd name="T3" fmla="*/ 315 h 3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5">
                  <a:moveTo>
                    <a:pt x="0" y="0"/>
                  </a:moveTo>
                  <a:lnTo>
                    <a:pt x="0" y="315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9" name="Freeform 97"/>
            <p:cNvSpPr>
              <a:spLocks/>
            </p:cNvSpPr>
            <p:nvPr/>
          </p:nvSpPr>
          <p:spPr bwMode="auto">
            <a:xfrm>
              <a:off x="1995" y="585"/>
              <a:ext cx="1" cy="300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515" name="Group 98"/>
          <p:cNvGrpSpPr>
            <a:grpSpLocks/>
          </p:cNvGrpSpPr>
          <p:nvPr/>
        </p:nvGrpSpPr>
        <p:grpSpPr bwMode="auto">
          <a:xfrm>
            <a:off x="1323975" y="600075"/>
            <a:ext cx="1571625" cy="2597150"/>
            <a:chOff x="510" y="570"/>
            <a:chExt cx="990" cy="1636"/>
          </a:xfrm>
        </p:grpSpPr>
        <p:sp>
          <p:nvSpPr>
            <p:cNvPr id="21568" name="Freeform 99"/>
            <p:cNvSpPr>
              <a:spLocks/>
            </p:cNvSpPr>
            <p:nvPr/>
          </p:nvSpPr>
          <p:spPr bwMode="auto">
            <a:xfrm>
              <a:off x="660" y="1861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9" name="Freeform 100"/>
            <p:cNvSpPr>
              <a:spLocks/>
            </p:cNvSpPr>
            <p:nvPr/>
          </p:nvSpPr>
          <p:spPr bwMode="auto">
            <a:xfrm>
              <a:off x="510" y="2124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0" name="Freeform 101"/>
            <p:cNvSpPr>
              <a:spLocks/>
            </p:cNvSpPr>
            <p:nvPr/>
          </p:nvSpPr>
          <p:spPr bwMode="auto">
            <a:xfrm>
              <a:off x="510" y="1929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1" name="Freeform 102"/>
            <p:cNvSpPr>
              <a:spLocks/>
            </p:cNvSpPr>
            <p:nvPr/>
          </p:nvSpPr>
          <p:spPr bwMode="auto">
            <a:xfrm>
              <a:off x="855" y="835"/>
              <a:ext cx="431" cy="5"/>
            </a:xfrm>
            <a:custGeom>
              <a:avLst/>
              <a:gdLst>
                <a:gd name="T0" fmla="*/ 0 w 431"/>
                <a:gd name="T1" fmla="*/ 5 h 5"/>
                <a:gd name="T2" fmla="*/ 225 w 431"/>
                <a:gd name="T3" fmla="*/ 5 h 5"/>
                <a:gd name="T4" fmla="*/ 431 w 431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" h="5">
                  <a:moveTo>
                    <a:pt x="0" y="5"/>
                  </a:moveTo>
                  <a:lnTo>
                    <a:pt x="225" y="5"/>
                  </a:lnTo>
                  <a:lnTo>
                    <a:pt x="43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2" name="Freeform 103"/>
            <p:cNvSpPr>
              <a:spLocks/>
            </p:cNvSpPr>
            <p:nvPr/>
          </p:nvSpPr>
          <p:spPr bwMode="auto">
            <a:xfrm>
              <a:off x="854" y="634"/>
              <a:ext cx="1" cy="220"/>
            </a:xfrm>
            <a:custGeom>
              <a:avLst/>
              <a:gdLst>
                <a:gd name="T0" fmla="*/ 0 w 1"/>
                <a:gd name="T1" fmla="*/ 220 h 220"/>
                <a:gd name="T2" fmla="*/ 0 w 1"/>
                <a:gd name="T3" fmla="*/ 0 h 2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0">
                  <a:moveTo>
                    <a:pt x="0" y="22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3" name="Freeform 104"/>
            <p:cNvSpPr>
              <a:spLocks/>
            </p:cNvSpPr>
            <p:nvPr/>
          </p:nvSpPr>
          <p:spPr bwMode="auto">
            <a:xfrm>
              <a:off x="855" y="641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4" name="Freeform 105"/>
            <p:cNvSpPr>
              <a:spLocks/>
            </p:cNvSpPr>
            <p:nvPr/>
          </p:nvSpPr>
          <p:spPr bwMode="auto">
            <a:xfrm>
              <a:off x="1095" y="840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5" name="Arc 106"/>
            <p:cNvSpPr>
              <a:spLocks/>
            </p:cNvSpPr>
            <p:nvPr/>
          </p:nvSpPr>
          <p:spPr bwMode="auto">
            <a:xfrm flipH="1" flipV="1">
              <a:off x="1286" y="1029"/>
              <a:ext cx="214" cy="192"/>
            </a:xfrm>
            <a:custGeom>
              <a:avLst/>
              <a:gdLst>
                <a:gd name="T0" fmla="*/ 0 w 21600"/>
                <a:gd name="T1" fmla="*/ 0 h 21558"/>
                <a:gd name="T2" fmla="*/ 0 w 21600"/>
                <a:gd name="T3" fmla="*/ 0 h 21558"/>
                <a:gd name="T4" fmla="*/ 0 w 21600"/>
                <a:gd name="T5" fmla="*/ 0 h 21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lnTo>
                    <a:pt x="134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6" name="Freeform 107"/>
            <p:cNvSpPr>
              <a:spLocks/>
            </p:cNvSpPr>
            <p:nvPr/>
          </p:nvSpPr>
          <p:spPr bwMode="auto">
            <a:xfrm>
              <a:off x="1280" y="833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7" name="Freeform 108"/>
            <p:cNvSpPr>
              <a:spLocks/>
            </p:cNvSpPr>
            <p:nvPr/>
          </p:nvSpPr>
          <p:spPr bwMode="auto">
            <a:xfrm>
              <a:off x="514" y="1925"/>
              <a:ext cx="2" cy="213"/>
            </a:xfrm>
            <a:custGeom>
              <a:avLst/>
              <a:gdLst>
                <a:gd name="T0" fmla="*/ 0 w 2"/>
                <a:gd name="T1" fmla="*/ 0 h 213"/>
                <a:gd name="T2" fmla="*/ 2 w 2"/>
                <a:gd name="T3" fmla="*/ 213 h 2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13">
                  <a:moveTo>
                    <a:pt x="0" y="0"/>
                  </a:moveTo>
                  <a:lnTo>
                    <a:pt x="2" y="21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8" name="Freeform 109"/>
            <p:cNvSpPr>
              <a:spLocks/>
            </p:cNvSpPr>
            <p:nvPr/>
          </p:nvSpPr>
          <p:spPr bwMode="auto">
            <a:xfrm>
              <a:off x="990" y="570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6174" name="Group 110"/>
          <p:cNvGrpSpPr>
            <a:grpSpLocks/>
          </p:cNvGrpSpPr>
          <p:nvPr/>
        </p:nvGrpSpPr>
        <p:grpSpPr bwMode="auto">
          <a:xfrm>
            <a:off x="3214688" y="3348038"/>
            <a:ext cx="1914525" cy="2597150"/>
            <a:chOff x="1989" y="2265"/>
            <a:chExt cx="1206" cy="1636"/>
          </a:xfrm>
        </p:grpSpPr>
        <p:sp>
          <p:nvSpPr>
            <p:cNvPr id="21555" name="Freeform 111"/>
            <p:cNvSpPr>
              <a:spLocks/>
            </p:cNvSpPr>
            <p:nvPr/>
          </p:nvSpPr>
          <p:spPr bwMode="auto">
            <a:xfrm>
              <a:off x="2865" y="2596"/>
              <a:ext cx="120" cy="210"/>
            </a:xfrm>
            <a:custGeom>
              <a:avLst/>
              <a:gdLst>
                <a:gd name="T0" fmla="*/ 120 w 120"/>
                <a:gd name="T1" fmla="*/ 0 h 210"/>
                <a:gd name="T2" fmla="*/ 30 w 120"/>
                <a:gd name="T3" fmla="*/ 30 h 210"/>
                <a:gd name="T4" fmla="*/ 0 w 120"/>
                <a:gd name="T5" fmla="*/ 105 h 210"/>
                <a:gd name="T6" fmla="*/ 30 w 120"/>
                <a:gd name="T7" fmla="*/ 180 h 210"/>
                <a:gd name="T8" fmla="*/ 120 w 120"/>
                <a:gd name="T9" fmla="*/ 210 h 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210">
                  <a:moveTo>
                    <a:pt x="120" y="0"/>
                  </a:moveTo>
                  <a:cubicBezTo>
                    <a:pt x="108" y="5"/>
                    <a:pt x="50" y="12"/>
                    <a:pt x="30" y="30"/>
                  </a:cubicBezTo>
                  <a:cubicBezTo>
                    <a:pt x="10" y="48"/>
                    <a:pt x="0" y="80"/>
                    <a:pt x="0" y="105"/>
                  </a:cubicBezTo>
                  <a:cubicBezTo>
                    <a:pt x="0" y="130"/>
                    <a:pt x="10" y="162"/>
                    <a:pt x="30" y="180"/>
                  </a:cubicBezTo>
                  <a:cubicBezTo>
                    <a:pt x="50" y="198"/>
                    <a:pt x="101" y="204"/>
                    <a:pt x="120" y="21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6" name="Freeform 112"/>
            <p:cNvSpPr>
              <a:spLocks/>
            </p:cNvSpPr>
            <p:nvPr/>
          </p:nvSpPr>
          <p:spPr bwMode="auto">
            <a:xfrm>
              <a:off x="2139" y="3556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7" name="Freeform 113"/>
            <p:cNvSpPr>
              <a:spLocks/>
            </p:cNvSpPr>
            <p:nvPr/>
          </p:nvSpPr>
          <p:spPr bwMode="auto">
            <a:xfrm>
              <a:off x="1989" y="3819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8" name="Freeform 114"/>
            <p:cNvSpPr>
              <a:spLocks/>
            </p:cNvSpPr>
            <p:nvPr/>
          </p:nvSpPr>
          <p:spPr bwMode="auto">
            <a:xfrm>
              <a:off x="1989" y="3624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9" name="Freeform 115"/>
            <p:cNvSpPr>
              <a:spLocks/>
            </p:cNvSpPr>
            <p:nvPr/>
          </p:nvSpPr>
          <p:spPr bwMode="auto">
            <a:xfrm>
              <a:off x="2334" y="2535"/>
              <a:ext cx="429" cy="3"/>
            </a:xfrm>
            <a:custGeom>
              <a:avLst/>
              <a:gdLst>
                <a:gd name="T0" fmla="*/ 0 w 429"/>
                <a:gd name="T1" fmla="*/ 0 h 3"/>
                <a:gd name="T2" fmla="*/ 225 w 429"/>
                <a:gd name="T3" fmla="*/ 0 h 3"/>
                <a:gd name="T4" fmla="*/ 429 w 429"/>
                <a:gd name="T5" fmla="*/ 3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9" h="3">
                  <a:moveTo>
                    <a:pt x="0" y="0"/>
                  </a:moveTo>
                  <a:lnTo>
                    <a:pt x="225" y="0"/>
                  </a:lnTo>
                  <a:lnTo>
                    <a:pt x="4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0" name="Freeform 116"/>
            <p:cNvSpPr>
              <a:spLocks/>
            </p:cNvSpPr>
            <p:nvPr/>
          </p:nvSpPr>
          <p:spPr bwMode="auto">
            <a:xfrm>
              <a:off x="2334" y="2333"/>
              <a:ext cx="1" cy="213"/>
            </a:xfrm>
            <a:custGeom>
              <a:avLst/>
              <a:gdLst>
                <a:gd name="T0" fmla="*/ 0 w 1"/>
                <a:gd name="T1" fmla="*/ 213 h 213"/>
                <a:gd name="T2" fmla="*/ 0 w 1"/>
                <a:gd name="T3" fmla="*/ 0 h 2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3">
                  <a:moveTo>
                    <a:pt x="0" y="21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1" name="Freeform 117"/>
            <p:cNvSpPr>
              <a:spLocks/>
            </p:cNvSpPr>
            <p:nvPr/>
          </p:nvSpPr>
          <p:spPr bwMode="auto">
            <a:xfrm>
              <a:off x="2334" y="2336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2" name="Freeform 118"/>
            <p:cNvSpPr>
              <a:spLocks/>
            </p:cNvSpPr>
            <p:nvPr/>
          </p:nvSpPr>
          <p:spPr bwMode="auto">
            <a:xfrm>
              <a:off x="2574" y="2535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3" name="Arc 119"/>
            <p:cNvSpPr>
              <a:spLocks/>
            </p:cNvSpPr>
            <p:nvPr/>
          </p:nvSpPr>
          <p:spPr bwMode="auto">
            <a:xfrm flipH="1" flipV="1">
              <a:off x="2760" y="2724"/>
              <a:ext cx="240" cy="192"/>
            </a:xfrm>
            <a:custGeom>
              <a:avLst/>
              <a:gdLst>
                <a:gd name="T0" fmla="*/ 0 w 21600"/>
                <a:gd name="T1" fmla="*/ 0 h 21558"/>
                <a:gd name="T2" fmla="*/ 0 w 21600"/>
                <a:gd name="T3" fmla="*/ 0 h 21558"/>
                <a:gd name="T4" fmla="*/ 0 w 21600"/>
                <a:gd name="T5" fmla="*/ 0 h 21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lnTo>
                    <a:pt x="134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4" name="Freeform 120"/>
            <p:cNvSpPr>
              <a:spLocks/>
            </p:cNvSpPr>
            <p:nvPr/>
          </p:nvSpPr>
          <p:spPr bwMode="auto">
            <a:xfrm>
              <a:off x="2754" y="2535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5" name="Freeform 121"/>
            <p:cNvSpPr>
              <a:spLocks/>
            </p:cNvSpPr>
            <p:nvPr/>
          </p:nvSpPr>
          <p:spPr bwMode="auto">
            <a:xfrm>
              <a:off x="1993" y="3622"/>
              <a:ext cx="1" cy="196"/>
            </a:xfrm>
            <a:custGeom>
              <a:avLst/>
              <a:gdLst>
                <a:gd name="T0" fmla="*/ 0 w 1"/>
                <a:gd name="T1" fmla="*/ 0 h 196"/>
                <a:gd name="T2" fmla="*/ 0 w 1"/>
                <a:gd name="T3" fmla="*/ 196 h 1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6">
                  <a:moveTo>
                    <a:pt x="0" y="0"/>
                  </a:moveTo>
                  <a:lnTo>
                    <a:pt x="0" y="19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6" name="Freeform 122"/>
            <p:cNvSpPr>
              <a:spLocks/>
            </p:cNvSpPr>
            <p:nvPr/>
          </p:nvSpPr>
          <p:spPr bwMode="auto">
            <a:xfrm>
              <a:off x="2469" y="2265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7" name="Freeform 123"/>
            <p:cNvSpPr>
              <a:spLocks/>
            </p:cNvSpPr>
            <p:nvPr/>
          </p:nvSpPr>
          <p:spPr bwMode="auto">
            <a:xfrm>
              <a:off x="2715" y="2701"/>
              <a:ext cx="480" cy="1"/>
            </a:xfrm>
            <a:custGeom>
              <a:avLst/>
              <a:gdLst>
                <a:gd name="T0" fmla="*/ 0 w 480"/>
                <a:gd name="T1" fmla="*/ 0 h 1"/>
                <a:gd name="T2" fmla="*/ 480 w 48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0" h="1">
                  <a:moveTo>
                    <a:pt x="0" y="0"/>
                  </a:moveTo>
                  <a:lnTo>
                    <a:pt x="48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6188" name="Group 124"/>
          <p:cNvGrpSpPr>
            <a:grpSpLocks/>
          </p:cNvGrpSpPr>
          <p:nvPr/>
        </p:nvGrpSpPr>
        <p:grpSpPr bwMode="auto">
          <a:xfrm>
            <a:off x="4781550" y="3382963"/>
            <a:ext cx="1577975" cy="2562225"/>
            <a:chOff x="2976" y="2287"/>
            <a:chExt cx="994" cy="1614"/>
          </a:xfrm>
        </p:grpSpPr>
        <p:sp>
          <p:nvSpPr>
            <p:cNvPr id="21522" name="Freeform 125"/>
            <p:cNvSpPr>
              <a:spLocks/>
            </p:cNvSpPr>
            <p:nvPr/>
          </p:nvSpPr>
          <p:spPr bwMode="auto">
            <a:xfrm flipH="1">
              <a:off x="2976" y="2592"/>
              <a:ext cx="120" cy="210"/>
            </a:xfrm>
            <a:custGeom>
              <a:avLst/>
              <a:gdLst>
                <a:gd name="T0" fmla="*/ 120 w 120"/>
                <a:gd name="T1" fmla="*/ 0 h 210"/>
                <a:gd name="T2" fmla="*/ 30 w 120"/>
                <a:gd name="T3" fmla="*/ 30 h 210"/>
                <a:gd name="T4" fmla="*/ 0 w 120"/>
                <a:gd name="T5" fmla="*/ 105 h 210"/>
                <a:gd name="T6" fmla="*/ 30 w 120"/>
                <a:gd name="T7" fmla="*/ 180 h 210"/>
                <a:gd name="T8" fmla="*/ 120 w 120"/>
                <a:gd name="T9" fmla="*/ 210 h 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210">
                  <a:moveTo>
                    <a:pt x="120" y="0"/>
                  </a:moveTo>
                  <a:cubicBezTo>
                    <a:pt x="108" y="5"/>
                    <a:pt x="50" y="12"/>
                    <a:pt x="30" y="30"/>
                  </a:cubicBezTo>
                  <a:cubicBezTo>
                    <a:pt x="10" y="48"/>
                    <a:pt x="0" y="80"/>
                    <a:pt x="0" y="105"/>
                  </a:cubicBezTo>
                  <a:cubicBezTo>
                    <a:pt x="0" y="130"/>
                    <a:pt x="10" y="162"/>
                    <a:pt x="30" y="180"/>
                  </a:cubicBezTo>
                  <a:cubicBezTo>
                    <a:pt x="50" y="198"/>
                    <a:pt x="101" y="204"/>
                    <a:pt x="120" y="21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Freeform 126"/>
            <p:cNvSpPr>
              <a:spLocks/>
            </p:cNvSpPr>
            <p:nvPr/>
          </p:nvSpPr>
          <p:spPr bwMode="auto">
            <a:xfrm>
              <a:off x="2977" y="3822"/>
              <a:ext cx="993" cy="4"/>
            </a:xfrm>
            <a:custGeom>
              <a:avLst/>
              <a:gdLst>
                <a:gd name="T0" fmla="*/ 993 w 993"/>
                <a:gd name="T1" fmla="*/ 4 h 4"/>
                <a:gd name="T2" fmla="*/ 0 w 99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3" h="4">
                  <a:moveTo>
                    <a:pt x="993" y="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" name="Freeform 127"/>
            <p:cNvSpPr>
              <a:spLocks/>
            </p:cNvSpPr>
            <p:nvPr/>
          </p:nvSpPr>
          <p:spPr bwMode="auto">
            <a:xfrm>
              <a:off x="3376" y="3622"/>
              <a:ext cx="594" cy="2"/>
            </a:xfrm>
            <a:custGeom>
              <a:avLst/>
              <a:gdLst>
                <a:gd name="T0" fmla="*/ 594 w 594"/>
                <a:gd name="T1" fmla="*/ 0 h 2"/>
                <a:gd name="T2" fmla="*/ 0 w 594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4" h="2">
                  <a:moveTo>
                    <a:pt x="594" y="0"/>
                  </a:moveTo>
                  <a:lnTo>
                    <a:pt x="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5" name="Freeform 128"/>
            <p:cNvSpPr>
              <a:spLocks/>
            </p:cNvSpPr>
            <p:nvPr/>
          </p:nvSpPr>
          <p:spPr bwMode="auto">
            <a:xfrm>
              <a:off x="3376" y="2524"/>
              <a:ext cx="267" cy="4"/>
            </a:xfrm>
            <a:custGeom>
              <a:avLst/>
              <a:gdLst>
                <a:gd name="T0" fmla="*/ 267 w 267"/>
                <a:gd name="T1" fmla="*/ 0 h 4"/>
                <a:gd name="T2" fmla="*/ 0 w 267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7" h="4">
                  <a:moveTo>
                    <a:pt x="267" y="0"/>
                  </a:moveTo>
                  <a:lnTo>
                    <a:pt x="0" y="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" name="Freeform 129"/>
            <p:cNvSpPr>
              <a:spLocks/>
            </p:cNvSpPr>
            <p:nvPr/>
          </p:nvSpPr>
          <p:spPr bwMode="auto">
            <a:xfrm>
              <a:off x="3629" y="2333"/>
              <a:ext cx="1" cy="201"/>
            </a:xfrm>
            <a:custGeom>
              <a:avLst/>
              <a:gdLst>
                <a:gd name="T0" fmla="*/ 0 w 1"/>
                <a:gd name="T1" fmla="*/ 201 h 201"/>
                <a:gd name="T2" fmla="*/ 0 w 1"/>
                <a:gd name="T3" fmla="*/ 0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1">
                  <a:moveTo>
                    <a:pt x="0" y="20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" name="Freeform 130"/>
            <p:cNvSpPr>
              <a:spLocks/>
            </p:cNvSpPr>
            <p:nvPr/>
          </p:nvSpPr>
          <p:spPr bwMode="auto">
            <a:xfrm flipH="1">
              <a:off x="2977" y="2339"/>
              <a:ext cx="660" cy="1"/>
            </a:xfrm>
            <a:custGeom>
              <a:avLst/>
              <a:gdLst>
                <a:gd name="T0" fmla="*/ 0 w 660"/>
                <a:gd name="T1" fmla="*/ 0 h 1"/>
                <a:gd name="T2" fmla="*/ 660 w 66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0" h="1">
                  <a:moveTo>
                    <a:pt x="0" y="0"/>
                  </a:moveTo>
                  <a:lnTo>
                    <a:pt x="6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" name="Freeform 131"/>
            <p:cNvSpPr>
              <a:spLocks/>
            </p:cNvSpPr>
            <p:nvPr/>
          </p:nvSpPr>
          <p:spPr bwMode="auto">
            <a:xfrm>
              <a:off x="3383" y="2528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9" name="Freeform 132"/>
            <p:cNvSpPr>
              <a:spLocks/>
            </p:cNvSpPr>
            <p:nvPr/>
          </p:nvSpPr>
          <p:spPr bwMode="auto">
            <a:xfrm>
              <a:off x="3963" y="3613"/>
              <a:ext cx="2" cy="220"/>
            </a:xfrm>
            <a:custGeom>
              <a:avLst/>
              <a:gdLst>
                <a:gd name="T0" fmla="*/ 2 w 2"/>
                <a:gd name="T1" fmla="*/ 0 h 220"/>
                <a:gd name="T2" fmla="*/ 0 w 2"/>
                <a:gd name="T3" fmla="*/ 220 h 2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20">
                  <a:moveTo>
                    <a:pt x="2" y="0"/>
                  </a:moveTo>
                  <a:lnTo>
                    <a:pt x="0" y="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0" name="Freeform 133"/>
            <p:cNvSpPr>
              <a:spLocks/>
            </p:cNvSpPr>
            <p:nvPr/>
          </p:nvSpPr>
          <p:spPr bwMode="auto">
            <a:xfrm>
              <a:off x="3251" y="2342"/>
              <a:ext cx="3" cy="672"/>
            </a:xfrm>
            <a:custGeom>
              <a:avLst/>
              <a:gdLst>
                <a:gd name="T0" fmla="*/ 3 w 3"/>
                <a:gd name="T1" fmla="*/ 672 h 672"/>
                <a:gd name="T2" fmla="*/ 0 w 3"/>
                <a:gd name="T3" fmla="*/ 0 h 6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72">
                  <a:moveTo>
                    <a:pt x="3" y="67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Freeform 134"/>
            <p:cNvSpPr>
              <a:spLocks/>
            </p:cNvSpPr>
            <p:nvPr/>
          </p:nvSpPr>
          <p:spPr bwMode="auto">
            <a:xfrm>
              <a:off x="2977" y="3009"/>
              <a:ext cx="286" cy="1"/>
            </a:xfrm>
            <a:custGeom>
              <a:avLst/>
              <a:gdLst>
                <a:gd name="T0" fmla="*/ 0 w 286"/>
                <a:gd name="T1" fmla="*/ 0 h 1"/>
                <a:gd name="T2" fmla="*/ 286 w 28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6" h="1">
                  <a:moveTo>
                    <a:pt x="0" y="0"/>
                  </a:moveTo>
                  <a:lnTo>
                    <a:pt x="2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Freeform 135"/>
            <p:cNvSpPr>
              <a:spLocks/>
            </p:cNvSpPr>
            <p:nvPr/>
          </p:nvSpPr>
          <p:spPr bwMode="auto">
            <a:xfrm>
              <a:off x="3188" y="3069"/>
              <a:ext cx="1" cy="750"/>
            </a:xfrm>
            <a:custGeom>
              <a:avLst/>
              <a:gdLst>
                <a:gd name="T0" fmla="*/ 0 w 1"/>
                <a:gd name="T1" fmla="*/ 750 h 750"/>
                <a:gd name="T2" fmla="*/ 0 w 1"/>
                <a:gd name="T3" fmla="*/ 0 h 7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50">
                  <a:moveTo>
                    <a:pt x="0" y="75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Freeform 136"/>
            <p:cNvSpPr>
              <a:spLocks/>
            </p:cNvSpPr>
            <p:nvPr/>
          </p:nvSpPr>
          <p:spPr bwMode="auto">
            <a:xfrm>
              <a:off x="3188" y="3009"/>
              <a:ext cx="60" cy="60"/>
            </a:xfrm>
            <a:custGeom>
              <a:avLst/>
              <a:gdLst>
                <a:gd name="T0" fmla="*/ 60 w 60"/>
                <a:gd name="T1" fmla="*/ 0 h 60"/>
                <a:gd name="T2" fmla="*/ 0 w 60"/>
                <a:gd name="T3" fmla="*/ 6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0" y="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4" name="Freeform 137"/>
            <p:cNvSpPr>
              <a:spLocks/>
            </p:cNvSpPr>
            <p:nvPr/>
          </p:nvSpPr>
          <p:spPr bwMode="auto">
            <a:xfrm>
              <a:off x="2977" y="3069"/>
              <a:ext cx="211" cy="1"/>
            </a:xfrm>
            <a:custGeom>
              <a:avLst/>
              <a:gdLst>
                <a:gd name="T0" fmla="*/ 211 w 211"/>
                <a:gd name="T1" fmla="*/ 0 h 1"/>
                <a:gd name="T2" fmla="*/ 0 w 21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">
                  <a:moveTo>
                    <a:pt x="21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5" name="Line 138"/>
            <p:cNvSpPr>
              <a:spLocks noChangeShapeType="1"/>
            </p:cNvSpPr>
            <p:nvPr/>
          </p:nvSpPr>
          <p:spPr bwMode="auto">
            <a:xfrm flipV="1">
              <a:off x="3188" y="2975"/>
              <a:ext cx="195" cy="1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Freeform 139"/>
            <p:cNvSpPr>
              <a:spLocks/>
            </p:cNvSpPr>
            <p:nvPr/>
          </p:nvSpPr>
          <p:spPr bwMode="auto">
            <a:xfrm>
              <a:off x="3178" y="3120"/>
              <a:ext cx="201" cy="202"/>
            </a:xfrm>
            <a:custGeom>
              <a:avLst/>
              <a:gdLst>
                <a:gd name="T0" fmla="*/ 0 w 201"/>
                <a:gd name="T1" fmla="*/ 202 h 202"/>
                <a:gd name="T2" fmla="*/ 201 w 201"/>
                <a:gd name="T3" fmla="*/ 0 h 2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1" h="202">
                  <a:moveTo>
                    <a:pt x="0" y="202"/>
                  </a:moveTo>
                  <a:lnTo>
                    <a:pt x="20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7" name="Freeform 140"/>
            <p:cNvSpPr>
              <a:spLocks/>
            </p:cNvSpPr>
            <p:nvPr/>
          </p:nvSpPr>
          <p:spPr bwMode="auto">
            <a:xfrm>
              <a:off x="3178" y="3264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Freeform 141"/>
            <p:cNvSpPr>
              <a:spLocks/>
            </p:cNvSpPr>
            <p:nvPr/>
          </p:nvSpPr>
          <p:spPr bwMode="auto">
            <a:xfrm>
              <a:off x="3187" y="3398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Freeform 142"/>
            <p:cNvSpPr>
              <a:spLocks/>
            </p:cNvSpPr>
            <p:nvPr/>
          </p:nvSpPr>
          <p:spPr bwMode="auto">
            <a:xfrm>
              <a:off x="3179" y="3533"/>
              <a:ext cx="200" cy="199"/>
            </a:xfrm>
            <a:custGeom>
              <a:avLst/>
              <a:gdLst>
                <a:gd name="T0" fmla="*/ 0 w 200"/>
                <a:gd name="T1" fmla="*/ 199 h 199"/>
                <a:gd name="T2" fmla="*/ 200 w 200"/>
                <a:gd name="T3" fmla="*/ 0 h 1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" h="199">
                  <a:moveTo>
                    <a:pt x="0" y="199"/>
                  </a:moveTo>
                  <a:lnTo>
                    <a:pt x="2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0" name="Freeform 143"/>
            <p:cNvSpPr>
              <a:spLocks/>
            </p:cNvSpPr>
            <p:nvPr/>
          </p:nvSpPr>
          <p:spPr bwMode="auto">
            <a:xfrm>
              <a:off x="3224" y="3610"/>
              <a:ext cx="213" cy="215"/>
            </a:xfrm>
            <a:custGeom>
              <a:avLst/>
              <a:gdLst>
                <a:gd name="T0" fmla="*/ 0 w 213"/>
                <a:gd name="T1" fmla="*/ 215 h 215"/>
                <a:gd name="T2" fmla="*/ 213 w 213"/>
                <a:gd name="T3" fmla="*/ 0 h 2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3" h="215">
                  <a:moveTo>
                    <a:pt x="0" y="215"/>
                  </a:moveTo>
                  <a:lnTo>
                    <a:pt x="213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1" name="Freeform 144"/>
            <p:cNvSpPr>
              <a:spLocks/>
            </p:cNvSpPr>
            <p:nvPr/>
          </p:nvSpPr>
          <p:spPr bwMode="auto">
            <a:xfrm>
              <a:off x="3360" y="3619"/>
              <a:ext cx="202" cy="202"/>
            </a:xfrm>
            <a:custGeom>
              <a:avLst/>
              <a:gdLst>
                <a:gd name="T0" fmla="*/ 0 w 202"/>
                <a:gd name="T1" fmla="*/ 202 h 202"/>
                <a:gd name="T2" fmla="*/ 202 w 202"/>
                <a:gd name="T3" fmla="*/ 0 h 2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2" h="202">
                  <a:moveTo>
                    <a:pt x="0" y="202"/>
                  </a:moveTo>
                  <a:lnTo>
                    <a:pt x="20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2" name="Freeform 145"/>
            <p:cNvSpPr>
              <a:spLocks/>
            </p:cNvSpPr>
            <p:nvPr/>
          </p:nvSpPr>
          <p:spPr bwMode="auto">
            <a:xfrm>
              <a:off x="3482" y="3610"/>
              <a:ext cx="214" cy="215"/>
            </a:xfrm>
            <a:custGeom>
              <a:avLst/>
              <a:gdLst>
                <a:gd name="T0" fmla="*/ 0 w 214"/>
                <a:gd name="T1" fmla="*/ 215 h 215"/>
                <a:gd name="T2" fmla="*/ 214 w 214"/>
                <a:gd name="T3" fmla="*/ 0 h 2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4" h="215">
                  <a:moveTo>
                    <a:pt x="0" y="215"/>
                  </a:moveTo>
                  <a:lnTo>
                    <a:pt x="21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3" name="Freeform 146"/>
            <p:cNvSpPr>
              <a:spLocks/>
            </p:cNvSpPr>
            <p:nvPr/>
          </p:nvSpPr>
          <p:spPr bwMode="auto">
            <a:xfrm>
              <a:off x="3613" y="3621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4" name="Freeform 147"/>
            <p:cNvSpPr>
              <a:spLocks/>
            </p:cNvSpPr>
            <p:nvPr/>
          </p:nvSpPr>
          <p:spPr bwMode="auto">
            <a:xfrm>
              <a:off x="3734" y="3619"/>
              <a:ext cx="202" cy="202"/>
            </a:xfrm>
            <a:custGeom>
              <a:avLst/>
              <a:gdLst>
                <a:gd name="T0" fmla="*/ 0 w 202"/>
                <a:gd name="T1" fmla="*/ 202 h 202"/>
                <a:gd name="T2" fmla="*/ 202 w 202"/>
                <a:gd name="T3" fmla="*/ 0 h 2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2" h="202">
                  <a:moveTo>
                    <a:pt x="0" y="202"/>
                  </a:moveTo>
                  <a:lnTo>
                    <a:pt x="20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5" name="Freeform 148"/>
            <p:cNvSpPr>
              <a:spLocks/>
            </p:cNvSpPr>
            <p:nvPr/>
          </p:nvSpPr>
          <p:spPr bwMode="auto">
            <a:xfrm>
              <a:off x="3869" y="3729"/>
              <a:ext cx="92" cy="92"/>
            </a:xfrm>
            <a:custGeom>
              <a:avLst/>
              <a:gdLst>
                <a:gd name="T0" fmla="*/ 0 w 92"/>
                <a:gd name="T1" fmla="*/ 92 h 92"/>
                <a:gd name="T2" fmla="*/ 92 w 92"/>
                <a:gd name="T3" fmla="*/ 0 h 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" h="92">
                  <a:moveTo>
                    <a:pt x="0" y="92"/>
                  </a:moveTo>
                  <a:lnTo>
                    <a:pt x="9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Freeform 149"/>
            <p:cNvSpPr>
              <a:spLocks/>
            </p:cNvSpPr>
            <p:nvPr/>
          </p:nvSpPr>
          <p:spPr bwMode="auto">
            <a:xfrm>
              <a:off x="3256" y="2832"/>
              <a:ext cx="123" cy="128"/>
            </a:xfrm>
            <a:custGeom>
              <a:avLst/>
              <a:gdLst>
                <a:gd name="T0" fmla="*/ 0 w 123"/>
                <a:gd name="T1" fmla="*/ 128 h 128"/>
                <a:gd name="T2" fmla="*/ 123 w 123"/>
                <a:gd name="T3" fmla="*/ 0 h 1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3" h="128">
                  <a:moveTo>
                    <a:pt x="0" y="128"/>
                  </a:moveTo>
                  <a:lnTo>
                    <a:pt x="12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7" name="Freeform 150"/>
            <p:cNvSpPr>
              <a:spLocks/>
            </p:cNvSpPr>
            <p:nvPr/>
          </p:nvSpPr>
          <p:spPr bwMode="auto">
            <a:xfrm>
              <a:off x="3262" y="2699"/>
              <a:ext cx="120" cy="117"/>
            </a:xfrm>
            <a:custGeom>
              <a:avLst/>
              <a:gdLst>
                <a:gd name="T0" fmla="*/ 0 w 120"/>
                <a:gd name="T1" fmla="*/ 117 h 117"/>
                <a:gd name="T2" fmla="*/ 120 w 120"/>
                <a:gd name="T3" fmla="*/ 0 h 1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0" h="117">
                  <a:moveTo>
                    <a:pt x="0" y="117"/>
                  </a:moveTo>
                  <a:lnTo>
                    <a:pt x="12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8" name="Freeform 151"/>
            <p:cNvSpPr>
              <a:spLocks/>
            </p:cNvSpPr>
            <p:nvPr/>
          </p:nvSpPr>
          <p:spPr bwMode="auto">
            <a:xfrm>
              <a:off x="3268" y="2555"/>
              <a:ext cx="120" cy="117"/>
            </a:xfrm>
            <a:custGeom>
              <a:avLst/>
              <a:gdLst>
                <a:gd name="T0" fmla="*/ 0 w 120"/>
                <a:gd name="T1" fmla="*/ 117 h 117"/>
                <a:gd name="T2" fmla="*/ 120 w 120"/>
                <a:gd name="T3" fmla="*/ 0 h 1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0" h="117">
                  <a:moveTo>
                    <a:pt x="0" y="117"/>
                  </a:moveTo>
                  <a:lnTo>
                    <a:pt x="12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9" name="Line 152"/>
            <p:cNvSpPr>
              <a:spLocks noChangeShapeType="1"/>
            </p:cNvSpPr>
            <p:nvPr/>
          </p:nvSpPr>
          <p:spPr bwMode="auto">
            <a:xfrm flipV="1">
              <a:off x="3248" y="2339"/>
              <a:ext cx="234" cy="2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0" name="Line 153"/>
            <p:cNvSpPr>
              <a:spLocks noChangeShapeType="1"/>
            </p:cNvSpPr>
            <p:nvPr/>
          </p:nvSpPr>
          <p:spPr bwMode="auto">
            <a:xfrm flipV="1">
              <a:off x="3248" y="2325"/>
              <a:ext cx="128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1" name="Freeform 154"/>
            <p:cNvSpPr>
              <a:spLocks/>
            </p:cNvSpPr>
            <p:nvPr/>
          </p:nvSpPr>
          <p:spPr bwMode="auto">
            <a:xfrm>
              <a:off x="3419" y="2333"/>
              <a:ext cx="191" cy="190"/>
            </a:xfrm>
            <a:custGeom>
              <a:avLst/>
              <a:gdLst>
                <a:gd name="T0" fmla="*/ 0 w 191"/>
                <a:gd name="T1" fmla="*/ 190 h 190"/>
                <a:gd name="T2" fmla="*/ 191 w 191"/>
                <a:gd name="T3" fmla="*/ 0 h 19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1" h="190">
                  <a:moveTo>
                    <a:pt x="0" y="190"/>
                  </a:moveTo>
                  <a:lnTo>
                    <a:pt x="19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2" name="Freeform 155"/>
            <p:cNvSpPr>
              <a:spLocks/>
            </p:cNvSpPr>
            <p:nvPr/>
          </p:nvSpPr>
          <p:spPr bwMode="auto">
            <a:xfrm>
              <a:off x="3541" y="2458"/>
              <a:ext cx="78" cy="70"/>
            </a:xfrm>
            <a:custGeom>
              <a:avLst/>
              <a:gdLst>
                <a:gd name="T0" fmla="*/ 0 w 78"/>
                <a:gd name="T1" fmla="*/ 70 h 70"/>
                <a:gd name="T2" fmla="*/ 78 w 78"/>
                <a:gd name="T3" fmla="*/ 0 h 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" h="70">
                  <a:moveTo>
                    <a:pt x="0" y="70"/>
                  </a:moveTo>
                  <a:lnTo>
                    <a:pt x="7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3" name="Freeform 156"/>
            <p:cNvSpPr>
              <a:spLocks/>
            </p:cNvSpPr>
            <p:nvPr/>
          </p:nvSpPr>
          <p:spPr bwMode="auto">
            <a:xfrm>
              <a:off x="3495" y="2287"/>
              <a:ext cx="1" cy="300"/>
            </a:xfrm>
            <a:custGeom>
              <a:avLst/>
              <a:gdLst>
                <a:gd name="T0" fmla="*/ 0 w 1"/>
                <a:gd name="T1" fmla="*/ 0 h 300"/>
                <a:gd name="T2" fmla="*/ 0 w 1"/>
                <a:gd name="T3" fmla="*/ 300 h 3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00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4" name="Freeform 157"/>
            <p:cNvSpPr>
              <a:spLocks/>
            </p:cNvSpPr>
            <p:nvPr/>
          </p:nvSpPr>
          <p:spPr bwMode="auto">
            <a:xfrm>
              <a:off x="3825" y="3586"/>
              <a:ext cx="1" cy="315"/>
            </a:xfrm>
            <a:custGeom>
              <a:avLst/>
              <a:gdLst>
                <a:gd name="T0" fmla="*/ 0 w 1"/>
                <a:gd name="T1" fmla="*/ 0 h 315"/>
                <a:gd name="T2" fmla="*/ 0 w 1"/>
                <a:gd name="T3" fmla="*/ 315 h 3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5">
                  <a:moveTo>
                    <a:pt x="0" y="0"/>
                  </a:moveTo>
                  <a:lnTo>
                    <a:pt x="0" y="31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6222" name="AutoShape 158"/>
          <p:cNvSpPr>
            <a:spLocks noChangeArrowheads="1"/>
          </p:cNvSpPr>
          <p:nvPr/>
        </p:nvSpPr>
        <p:spPr bwMode="auto">
          <a:xfrm>
            <a:off x="1754188" y="6019800"/>
            <a:ext cx="3078162" cy="495300"/>
          </a:xfrm>
          <a:prstGeom prst="wedgeRoundRectCallout">
            <a:avLst>
              <a:gd name="adj1" fmla="val 40148"/>
              <a:gd name="adj2" fmla="val -211537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表示内形的虚线不画</a:t>
            </a:r>
          </a:p>
        </p:txBody>
      </p:sp>
      <p:sp>
        <p:nvSpPr>
          <p:cNvPr id="216224" name="Text Box 160"/>
          <p:cNvSpPr txBox="1">
            <a:spLocks noChangeArrowheads="1"/>
          </p:cNvSpPr>
          <p:nvPr/>
        </p:nvSpPr>
        <p:spPr bwMode="auto">
          <a:xfrm>
            <a:off x="109538" y="120650"/>
            <a:ext cx="3243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⒉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半剖视</a:t>
            </a:r>
          </a:p>
        </p:txBody>
      </p:sp>
      <p:pic>
        <p:nvPicPr>
          <p:cNvPr id="216225" name="Picture 161" descr="书6-15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0" t="24344" r="29327" b="5450"/>
          <a:stretch>
            <a:fillRect/>
          </a:stretch>
        </p:blipFill>
        <p:spPr bwMode="auto">
          <a:xfrm>
            <a:off x="392113" y="3365500"/>
            <a:ext cx="2789237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" name="AutoShape 158"/>
          <p:cNvSpPr>
            <a:spLocks noChangeArrowheads="1"/>
          </p:cNvSpPr>
          <p:nvPr/>
        </p:nvSpPr>
        <p:spPr bwMode="auto">
          <a:xfrm>
            <a:off x="5076825" y="6019800"/>
            <a:ext cx="3078163" cy="495300"/>
          </a:xfrm>
          <a:prstGeom prst="wedgeRoundRectCallout">
            <a:avLst>
              <a:gd name="adj1" fmla="val -52639"/>
              <a:gd name="adj2" fmla="val -389315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表示外形的虚线不画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6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6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6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6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6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6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 autoUpdateAnimBg="0"/>
      <p:bldP spid="216067" grpId="0" autoUpdateAnimBg="0"/>
      <p:bldP spid="216068" grpId="0" autoUpdateAnimBg="0"/>
      <p:bldP spid="216069" grpId="0" animBg="1"/>
      <p:bldP spid="216222" grpId="0" animBg="1" autoUpdateAnimBg="0"/>
      <p:bldP spid="216224" grpId="0" autoUpdateAnimBg="0"/>
      <p:bldP spid="16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F9FD2F8-AC87-43E2-BF31-599B833C39D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4910138" y="520700"/>
            <a:ext cx="275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3300"/>
                </a:solidFill>
                <a:ea typeface="黑体" pitchFamily="2" charset="-122"/>
              </a:rPr>
              <a:t>适用范围：</a:t>
            </a:r>
          </a:p>
        </p:txBody>
      </p:sp>
      <p:sp>
        <p:nvSpPr>
          <p:cNvPr id="215043" name="Text Box 3"/>
          <p:cNvSpPr txBox="1">
            <a:spLocks noChangeArrowheads="1"/>
          </p:cNvSpPr>
          <p:nvPr/>
        </p:nvSpPr>
        <p:spPr bwMode="auto">
          <a:xfrm>
            <a:off x="4818063" y="1181100"/>
            <a:ext cx="43259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ea typeface="黑体" pitchFamily="2" charset="-122"/>
              </a:rPr>
              <a:t>内、外形都需要表达，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ea typeface="黑体" pitchFamily="2" charset="-122"/>
              </a:rPr>
              <a:t>而形状又对称或基本对称时。</a:t>
            </a:r>
          </a:p>
        </p:txBody>
      </p:sp>
      <p:grpSp>
        <p:nvGrpSpPr>
          <p:cNvPr id="215044" name="Group 4"/>
          <p:cNvGrpSpPr>
            <a:grpSpLocks/>
          </p:cNvGrpSpPr>
          <p:nvPr/>
        </p:nvGrpSpPr>
        <p:grpSpPr bwMode="auto">
          <a:xfrm>
            <a:off x="1557338" y="1703388"/>
            <a:ext cx="1828800" cy="3175"/>
            <a:chOff x="942" y="1152"/>
            <a:chExt cx="1152" cy="2"/>
          </a:xfrm>
        </p:grpSpPr>
        <p:sp>
          <p:nvSpPr>
            <p:cNvPr id="22695" name="Line 5"/>
            <p:cNvSpPr>
              <a:spLocks noChangeShapeType="1"/>
            </p:cNvSpPr>
            <p:nvPr/>
          </p:nvSpPr>
          <p:spPr bwMode="auto">
            <a:xfrm>
              <a:off x="942" y="115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96" name="Line 6"/>
            <p:cNvSpPr>
              <a:spLocks noChangeShapeType="1"/>
            </p:cNvSpPr>
            <p:nvPr/>
          </p:nvSpPr>
          <p:spPr bwMode="auto">
            <a:xfrm>
              <a:off x="1964" y="1154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5047" name="Group 7"/>
          <p:cNvGrpSpPr>
            <a:grpSpLocks/>
          </p:cNvGrpSpPr>
          <p:nvPr/>
        </p:nvGrpSpPr>
        <p:grpSpPr bwMode="auto">
          <a:xfrm>
            <a:off x="1228725" y="1474788"/>
            <a:ext cx="2473325" cy="457200"/>
            <a:chOff x="746" y="1008"/>
            <a:chExt cx="1558" cy="288"/>
          </a:xfrm>
        </p:grpSpPr>
        <p:sp>
          <p:nvSpPr>
            <p:cNvPr id="22693" name="Text Box 8"/>
            <p:cNvSpPr txBox="1">
              <a:spLocks noChangeArrowheads="1"/>
            </p:cNvSpPr>
            <p:nvPr/>
          </p:nvSpPr>
          <p:spPr bwMode="auto">
            <a:xfrm>
              <a:off x="746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B</a:t>
              </a:r>
              <a:endParaRPr lang="en-US" altLang="zh-CN" sz="2400"/>
            </a:p>
          </p:txBody>
        </p:sp>
        <p:sp>
          <p:nvSpPr>
            <p:cNvPr id="22694" name="Text Box 9"/>
            <p:cNvSpPr txBox="1">
              <a:spLocks noChangeArrowheads="1"/>
            </p:cNvSpPr>
            <p:nvPr/>
          </p:nvSpPr>
          <p:spPr bwMode="auto">
            <a:xfrm>
              <a:off x="2090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B</a:t>
              </a:r>
              <a:endParaRPr lang="en-US" altLang="zh-CN" sz="2400"/>
            </a:p>
          </p:txBody>
        </p:sp>
      </p:grpSp>
      <p:grpSp>
        <p:nvGrpSpPr>
          <p:cNvPr id="215050" name="Group 10"/>
          <p:cNvGrpSpPr>
            <a:grpSpLocks/>
          </p:cNvGrpSpPr>
          <p:nvPr/>
        </p:nvGrpSpPr>
        <p:grpSpPr bwMode="auto">
          <a:xfrm>
            <a:off x="1557338" y="1698625"/>
            <a:ext cx="1817687" cy="231775"/>
            <a:chOff x="942" y="1149"/>
            <a:chExt cx="1145" cy="146"/>
          </a:xfrm>
        </p:grpSpPr>
        <p:sp>
          <p:nvSpPr>
            <p:cNvPr id="22691" name="Line 11"/>
            <p:cNvSpPr>
              <a:spLocks noChangeShapeType="1"/>
            </p:cNvSpPr>
            <p:nvPr/>
          </p:nvSpPr>
          <p:spPr bwMode="auto">
            <a:xfrm>
              <a:off x="942" y="1149"/>
              <a:ext cx="0" cy="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692" name="Line 12"/>
            <p:cNvSpPr>
              <a:spLocks noChangeShapeType="1"/>
            </p:cNvSpPr>
            <p:nvPr/>
          </p:nvSpPr>
          <p:spPr bwMode="auto">
            <a:xfrm>
              <a:off x="2087" y="1156"/>
              <a:ext cx="0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536" name="Group 13"/>
          <p:cNvGrpSpPr>
            <a:grpSpLocks/>
          </p:cNvGrpSpPr>
          <p:nvPr/>
        </p:nvGrpSpPr>
        <p:grpSpPr bwMode="auto">
          <a:xfrm>
            <a:off x="271463" y="635000"/>
            <a:ext cx="4422775" cy="5480050"/>
            <a:chOff x="132" y="479"/>
            <a:chExt cx="2786" cy="3452"/>
          </a:xfrm>
        </p:grpSpPr>
        <p:sp>
          <p:nvSpPr>
            <p:cNvPr id="22594" name="AutoShape 14"/>
            <p:cNvSpPr>
              <a:spLocks noChangeArrowheads="1"/>
            </p:cNvSpPr>
            <p:nvPr/>
          </p:nvSpPr>
          <p:spPr bwMode="auto">
            <a:xfrm>
              <a:off x="552" y="2685"/>
              <a:ext cx="1965" cy="1152"/>
            </a:xfrm>
            <a:prstGeom prst="roundRect">
              <a:avLst>
                <a:gd name="adj" fmla="val 1354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95" name="AutoShape 15"/>
            <p:cNvSpPr>
              <a:spLocks noChangeArrowheads="1"/>
            </p:cNvSpPr>
            <p:nvPr/>
          </p:nvSpPr>
          <p:spPr bwMode="auto">
            <a:xfrm>
              <a:off x="885" y="2825"/>
              <a:ext cx="1296" cy="8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96" name="Freeform 16"/>
            <p:cNvSpPr>
              <a:spLocks/>
            </p:cNvSpPr>
            <p:nvPr/>
          </p:nvSpPr>
          <p:spPr bwMode="auto">
            <a:xfrm>
              <a:off x="471" y="3256"/>
              <a:ext cx="2205" cy="1"/>
            </a:xfrm>
            <a:custGeom>
              <a:avLst/>
              <a:gdLst>
                <a:gd name="T0" fmla="*/ 0 w 2205"/>
                <a:gd name="T1" fmla="*/ 0 h 1"/>
                <a:gd name="T2" fmla="*/ 2205 w 220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05" h="1">
                  <a:moveTo>
                    <a:pt x="0" y="0"/>
                  </a:moveTo>
                  <a:lnTo>
                    <a:pt x="22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7" name="Freeform 17"/>
            <p:cNvSpPr>
              <a:spLocks/>
            </p:cNvSpPr>
            <p:nvPr/>
          </p:nvSpPr>
          <p:spPr bwMode="auto">
            <a:xfrm>
              <a:off x="1536" y="2596"/>
              <a:ext cx="1" cy="1335"/>
            </a:xfrm>
            <a:custGeom>
              <a:avLst/>
              <a:gdLst>
                <a:gd name="T0" fmla="*/ 0 w 1"/>
                <a:gd name="T1" fmla="*/ 0 h 1335"/>
                <a:gd name="T2" fmla="*/ 0 w 1"/>
                <a:gd name="T3" fmla="*/ 1335 h 13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35">
                  <a:moveTo>
                    <a:pt x="0" y="0"/>
                  </a:moveTo>
                  <a:lnTo>
                    <a:pt x="0" y="1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Oval 18"/>
            <p:cNvSpPr>
              <a:spLocks noChangeArrowheads="1"/>
            </p:cNvSpPr>
            <p:nvPr/>
          </p:nvSpPr>
          <p:spPr bwMode="auto">
            <a:xfrm>
              <a:off x="1125" y="2877"/>
              <a:ext cx="816" cy="7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99" name="Oval 19"/>
            <p:cNvSpPr>
              <a:spLocks noChangeArrowheads="1"/>
            </p:cNvSpPr>
            <p:nvPr/>
          </p:nvSpPr>
          <p:spPr bwMode="auto">
            <a:xfrm>
              <a:off x="1269" y="3021"/>
              <a:ext cx="528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00" name="Oval 20"/>
            <p:cNvSpPr>
              <a:spLocks noChangeArrowheads="1"/>
            </p:cNvSpPr>
            <p:nvPr/>
          </p:nvSpPr>
          <p:spPr bwMode="auto">
            <a:xfrm>
              <a:off x="1317" y="3069"/>
              <a:ext cx="432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01" name="Line 21"/>
            <p:cNvSpPr>
              <a:spLocks noChangeShapeType="1"/>
            </p:cNvSpPr>
            <p:nvPr/>
          </p:nvSpPr>
          <p:spPr bwMode="auto">
            <a:xfrm>
              <a:off x="1749" y="3597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2" name="Line 22"/>
            <p:cNvSpPr>
              <a:spLocks noChangeShapeType="1"/>
            </p:cNvSpPr>
            <p:nvPr/>
          </p:nvSpPr>
          <p:spPr bwMode="auto">
            <a:xfrm>
              <a:off x="1317" y="3597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3" name="Line 23"/>
            <p:cNvSpPr>
              <a:spLocks noChangeShapeType="1"/>
            </p:cNvSpPr>
            <p:nvPr/>
          </p:nvSpPr>
          <p:spPr bwMode="auto">
            <a:xfrm>
              <a:off x="1413" y="350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4" name="Line 24"/>
            <p:cNvSpPr>
              <a:spLocks noChangeShapeType="1"/>
            </p:cNvSpPr>
            <p:nvPr/>
          </p:nvSpPr>
          <p:spPr bwMode="auto">
            <a:xfrm>
              <a:off x="1653" y="350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5" name="Line 25"/>
            <p:cNvSpPr>
              <a:spLocks noChangeShapeType="1"/>
            </p:cNvSpPr>
            <p:nvPr/>
          </p:nvSpPr>
          <p:spPr bwMode="auto">
            <a:xfrm>
              <a:off x="713" y="3574"/>
              <a:ext cx="0" cy="2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6" name="Freeform 26"/>
            <p:cNvSpPr>
              <a:spLocks/>
            </p:cNvSpPr>
            <p:nvPr/>
          </p:nvSpPr>
          <p:spPr bwMode="auto">
            <a:xfrm>
              <a:off x="573" y="3696"/>
              <a:ext cx="282" cy="2"/>
            </a:xfrm>
            <a:custGeom>
              <a:avLst/>
              <a:gdLst>
                <a:gd name="T0" fmla="*/ 0 w 285"/>
                <a:gd name="T1" fmla="*/ 1 h 3"/>
                <a:gd name="T2" fmla="*/ 276 w 28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7" name="Oval 27"/>
            <p:cNvSpPr>
              <a:spLocks noChangeArrowheads="1"/>
            </p:cNvSpPr>
            <p:nvPr/>
          </p:nvSpPr>
          <p:spPr bwMode="auto">
            <a:xfrm rot="-5400000">
              <a:off x="632" y="3600"/>
              <a:ext cx="162" cy="1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08" name="Line 28"/>
            <p:cNvSpPr>
              <a:spLocks noChangeShapeType="1"/>
            </p:cNvSpPr>
            <p:nvPr/>
          </p:nvSpPr>
          <p:spPr bwMode="auto">
            <a:xfrm>
              <a:off x="713" y="2712"/>
              <a:ext cx="0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9" name="Freeform 29"/>
            <p:cNvSpPr>
              <a:spLocks/>
            </p:cNvSpPr>
            <p:nvPr/>
          </p:nvSpPr>
          <p:spPr bwMode="auto">
            <a:xfrm>
              <a:off x="573" y="2843"/>
              <a:ext cx="282" cy="3"/>
            </a:xfrm>
            <a:custGeom>
              <a:avLst/>
              <a:gdLst>
                <a:gd name="T0" fmla="*/ 0 w 285"/>
                <a:gd name="T1" fmla="*/ 3 h 3"/>
                <a:gd name="T2" fmla="*/ 276 w 28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0" name="Oval 30"/>
            <p:cNvSpPr>
              <a:spLocks noChangeArrowheads="1"/>
            </p:cNvSpPr>
            <p:nvPr/>
          </p:nvSpPr>
          <p:spPr bwMode="auto">
            <a:xfrm rot="-5400000">
              <a:off x="626" y="2748"/>
              <a:ext cx="174" cy="1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11" name="Line 31"/>
            <p:cNvSpPr>
              <a:spLocks noChangeShapeType="1"/>
            </p:cNvSpPr>
            <p:nvPr/>
          </p:nvSpPr>
          <p:spPr bwMode="auto">
            <a:xfrm>
              <a:off x="2342" y="3553"/>
              <a:ext cx="0" cy="2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2" name="Freeform 32"/>
            <p:cNvSpPr>
              <a:spLocks/>
            </p:cNvSpPr>
            <p:nvPr/>
          </p:nvSpPr>
          <p:spPr bwMode="auto">
            <a:xfrm>
              <a:off x="2201" y="3685"/>
              <a:ext cx="285" cy="3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3" name="Oval 33"/>
            <p:cNvSpPr>
              <a:spLocks noChangeArrowheads="1"/>
            </p:cNvSpPr>
            <p:nvPr/>
          </p:nvSpPr>
          <p:spPr bwMode="auto">
            <a:xfrm rot="-5400000">
              <a:off x="2254" y="3589"/>
              <a:ext cx="175" cy="1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14" name="Line 34"/>
            <p:cNvSpPr>
              <a:spLocks noChangeShapeType="1"/>
            </p:cNvSpPr>
            <p:nvPr/>
          </p:nvSpPr>
          <p:spPr bwMode="auto">
            <a:xfrm>
              <a:off x="2334" y="2712"/>
              <a:ext cx="0" cy="2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5" name="Freeform 35"/>
            <p:cNvSpPr>
              <a:spLocks/>
            </p:cNvSpPr>
            <p:nvPr/>
          </p:nvSpPr>
          <p:spPr bwMode="auto">
            <a:xfrm>
              <a:off x="2186" y="2840"/>
              <a:ext cx="300" cy="3"/>
            </a:xfrm>
            <a:custGeom>
              <a:avLst/>
              <a:gdLst>
                <a:gd name="T0" fmla="*/ 0 w 285"/>
                <a:gd name="T1" fmla="*/ 3 h 3"/>
                <a:gd name="T2" fmla="*/ 333 w 28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6" name="Oval 36"/>
            <p:cNvSpPr>
              <a:spLocks noChangeArrowheads="1"/>
            </p:cNvSpPr>
            <p:nvPr/>
          </p:nvSpPr>
          <p:spPr bwMode="auto">
            <a:xfrm rot="-5400000">
              <a:off x="2249" y="2739"/>
              <a:ext cx="170" cy="20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17" name="Freeform 37"/>
            <p:cNvSpPr>
              <a:spLocks/>
            </p:cNvSpPr>
            <p:nvPr/>
          </p:nvSpPr>
          <p:spPr bwMode="auto">
            <a:xfrm>
              <a:off x="1041" y="3439"/>
              <a:ext cx="1" cy="242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18 h 2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8" name="Freeform 38"/>
            <p:cNvSpPr>
              <a:spLocks/>
            </p:cNvSpPr>
            <p:nvPr/>
          </p:nvSpPr>
          <p:spPr bwMode="auto">
            <a:xfrm>
              <a:off x="899" y="3539"/>
              <a:ext cx="269" cy="1"/>
            </a:xfrm>
            <a:custGeom>
              <a:avLst/>
              <a:gdLst>
                <a:gd name="T0" fmla="*/ 0 w 255"/>
                <a:gd name="T1" fmla="*/ 0 h 1"/>
                <a:gd name="T2" fmla="*/ 300 w 25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9" name="Oval 39"/>
            <p:cNvSpPr>
              <a:spLocks noChangeArrowheads="1"/>
            </p:cNvSpPr>
            <p:nvPr/>
          </p:nvSpPr>
          <p:spPr bwMode="auto">
            <a:xfrm rot="-5400000">
              <a:off x="972" y="3468"/>
              <a:ext cx="137" cy="1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20" name="Freeform 40"/>
            <p:cNvSpPr>
              <a:spLocks/>
            </p:cNvSpPr>
            <p:nvPr/>
          </p:nvSpPr>
          <p:spPr bwMode="auto">
            <a:xfrm>
              <a:off x="1048" y="2875"/>
              <a:ext cx="1" cy="227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180 h 2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1" name="Freeform 41"/>
            <p:cNvSpPr>
              <a:spLocks/>
            </p:cNvSpPr>
            <p:nvPr/>
          </p:nvSpPr>
          <p:spPr bwMode="auto">
            <a:xfrm>
              <a:off x="913" y="2968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2" name="Oval 42"/>
            <p:cNvSpPr>
              <a:spLocks noChangeArrowheads="1"/>
            </p:cNvSpPr>
            <p:nvPr/>
          </p:nvSpPr>
          <p:spPr bwMode="auto">
            <a:xfrm rot="-5400000">
              <a:off x="984" y="2901"/>
              <a:ext cx="128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23" name="Freeform 43"/>
            <p:cNvSpPr>
              <a:spLocks/>
            </p:cNvSpPr>
            <p:nvPr/>
          </p:nvSpPr>
          <p:spPr bwMode="auto">
            <a:xfrm>
              <a:off x="2007" y="3453"/>
              <a:ext cx="1" cy="242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18 h 2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4" name="Freeform 44"/>
            <p:cNvSpPr>
              <a:spLocks/>
            </p:cNvSpPr>
            <p:nvPr/>
          </p:nvSpPr>
          <p:spPr bwMode="auto">
            <a:xfrm>
              <a:off x="1872" y="3553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5" name="Oval 45"/>
            <p:cNvSpPr>
              <a:spLocks noChangeArrowheads="1"/>
            </p:cNvSpPr>
            <p:nvPr/>
          </p:nvSpPr>
          <p:spPr bwMode="auto">
            <a:xfrm rot="-5400000">
              <a:off x="1938" y="3486"/>
              <a:ext cx="137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26" name="Freeform 46"/>
            <p:cNvSpPr>
              <a:spLocks/>
            </p:cNvSpPr>
            <p:nvPr/>
          </p:nvSpPr>
          <p:spPr bwMode="auto">
            <a:xfrm>
              <a:off x="2014" y="2875"/>
              <a:ext cx="1" cy="227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180 h 2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7" name="Freeform 47"/>
            <p:cNvSpPr>
              <a:spLocks/>
            </p:cNvSpPr>
            <p:nvPr/>
          </p:nvSpPr>
          <p:spPr bwMode="auto">
            <a:xfrm>
              <a:off x="1879" y="2968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8" name="Oval 48"/>
            <p:cNvSpPr>
              <a:spLocks noChangeArrowheads="1"/>
            </p:cNvSpPr>
            <p:nvPr/>
          </p:nvSpPr>
          <p:spPr bwMode="auto">
            <a:xfrm rot="-5400000">
              <a:off x="1950" y="2901"/>
              <a:ext cx="128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29" name="Line 49"/>
            <p:cNvSpPr>
              <a:spLocks noChangeShapeType="1"/>
            </p:cNvSpPr>
            <p:nvPr/>
          </p:nvSpPr>
          <p:spPr bwMode="auto">
            <a:xfrm>
              <a:off x="1749" y="2822"/>
              <a:ext cx="0" cy="1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0" name="Freeform 50"/>
            <p:cNvSpPr>
              <a:spLocks/>
            </p:cNvSpPr>
            <p:nvPr/>
          </p:nvSpPr>
          <p:spPr bwMode="auto">
            <a:xfrm>
              <a:off x="1653" y="2822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1" name="Freeform 51"/>
            <p:cNvSpPr>
              <a:spLocks/>
            </p:cNvSpPr>
            <p:nvPr/>
          </p:nvSpPr>
          <p:spPr bwMode="auto">
            <a:xfrm>
              <a:off x="1413" y="2822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2" name="Line 52"/>
            <p:cNvSpPr>
              <a:spLocks noChangeShapeType="1"/>
            </p:cNvSpPr>
            <p:nvPr/>
          </p:nvSpPr>
          <p:spPr bwMode="auto">
            <a:xfrm>
              <a:off x="1332" y="2822"/>
              <a:ext cx="0" cy="1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633" name="Group 53"/>
            <p:cNvGrpSpPr>
              <a:grpSpLocks/>
            </p:cNvGrpSpPr>
            <p:nvPr/>
          </p:nvGrpSpPr>
          <p:grpSpPr bwMode="auto">
            <a:xfrm>
              <a:off x="132" y="3081"/>
              <a:ext cx="2786" cy="291"/>
              <a:chOff x="132" y="3081"/>
              <a:chExt cx="2786" cy="291"/>
            </a:xfrm>
          </p:grpSpPr>
          <p:sp>
            <p:nvSpPr>
              <p:cNvPr id="22685" name="Line 54"/>
              <p:cNvSpPr>
                <a:spLocks noChangeShapeType="1"/>
              </p:cNvSpPr>
              <p:nvPr/>
            </p:nvSpPr>
            <p:spPr bwMode="auto">
              <a:xfrm>
                <a:off x="2603" y="3251"/>
                <a:ext cx="1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6" name="Line 55"/>
              <p:cNvSpPr>
                <a:spLocks noChangeShapeType="1"/>
              </p:cNvSpPr>
              <p:nvPr/>
            </p:nvSpPr>
            <p:spPr bwMode="auto">
              <a:xfrm>
                <a:off x="322" y="3252"/>
                <a:ext cx="1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7" name="Line 56"/>
              <p:cNvSpPr>
                <a:spLocks noChangeShapeType="1"/>
              </p:cNvSpPr>
              <p:nvPr/>
            </p:nvSpPr>
            <p:spPr bwMode="auto">
              <a:xfrm flipV="1">
                <a:off x="2727" y="3106"/>
                <a:ext cx="0" cy="1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8" name="Line 57"/>
              <p:cNvSpPr>
                <a:spLocks noChangeShapeType="1"/>
              </p:cNvSpPr>
              <p:nvPr/>
            </p:nvSpPr>
            <p:spPr bwMode="auto">
              <a:xfrm flipV="1">
                <a:off x="327" y="3084"/>
                <a:ext cx="0" cy="1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9" name="Text Box 58"/>
              <p:cNvSpPr txBox="1">
                <a:spLocks noChangeArrowheads="1"/>
              </p:cNvSpPr>
              <p:nvPr/>
            </p:nvSpPr>
            <p:spPr bwMode="auto">
              <a:xfrm>
                <a:off x="132" y="3084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宋体" pitchFamily="2" charset="-122"/>
                  </a:rPr>
                  <a:t>A</a:t>
                </a:r>
                <a:endParaRPr lang="en-US" altLang="zh-CN" sz="2400"/>
              </a:p>
            </p:txBody>
          </p:sp>
          <p:sp>
            <p:nvSpPr>
              <p:cNvPr id="22690" name="Text Box 59"/>
              <p:cNvSpPr txBox="1">
                <a:spLocks noChangeArrowheads="1"/>
              </p:cNvSpPr>
              <p:nvPr/>
            </p:nvSpPr>
            <p:spPr bwMode="auto">
              <a:xfrm>
                <a:off x="2704" y="3081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宋体" pitchFamily="2" charset="-122"/>
                  </a:rPr>
                  <a:t>A</a:t>
                </a:r>
                <a:endParaRPr lang="en-US" altLang="zh-CN" sz="2400">
                  <a:latin typeface="宋体" pitchFamily="2" charset="-122"/>
                </a:endParaRPr>
              </a:p>
            </p:txBody>
          </p:sp>
        </p:grpSp>
        <p:sp>
          <p:nvSpPr>
            <p:cNvPr id="22634" name="Freeform 60"/>
            <p:cNvSpPr>
              <a:spLocks/>
            </p:cNvSpPr>
            <p:nvPr/>
          </p:nvSpPr>
          <p:spPr bwMode="auto">
            <a:xfrm>
              <a:off x="1530" y="721"/>
              <a:ext cx="1" cy="1665"/>
            </a:xfrm>
            <a:custGeom>
              <a:avLst/>
              <a:gdLst>
                <a:gd name="T0" fmla="*/ 0 w 1"/>
                <a:gd name="T1" fmla="*/ 0 h 1665"/>
                <a:gd name="T2" fmla="*/ 0 w 1"/>
                <a:gd name="T3" fmla="*/ 1665 h 16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65">
                  <a:moveTo>
                    <a:pt x="0" y="0"/>
                  </a:moveTo>
                  <a:lnTo>
                    <a:pt x="0" y="166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5" name="Text Box 61"/>
            <p:cNvSpPr txBox="1">
              <a:spLocks noChangeArrowheads="1"/>
            </p:cNvSpPr>
            <p:nvPr/>
          </p:nvSpPr>
          <p:spPr bwMode="auto">
            <a:xfrm>
              <a:off x="1241" y="479"/>
              <a:ext cx="5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r>
                <a:rPr lang="zh-CN" altLang="en-US" sz="2400"/>
                <a:t>－</a:t>
              </a: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  <p:sp>
          <p:nvSpPr>
            <p:cNvPr id="22636" name="Line 62"/>
            <p:cNvSpPr>
              <a:spLocks noChangeShapeType="1"/>
            </p:cNvSpPr>
            <p:nvPr/>
          </p:nvSpPr>
          <p:spPr bwMode="auto">
            <a:xfrm>
              <a:off x="2013" y="735"/>
              <a:ext cx="0" cy="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7" name="Line 63"/>
            <p:cNvSpPr>
              <a:spLocks noChangeShapeType="1"/>
            </p:cNvSpPr>
            <p:nvPr/>
          </p:nvSpPr>
          <p:spPr bwMode="auto">
            <a:xfrm flipV="1">
              <a:off x="1733" y="1430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8" name="Freeform 64"/>
            <p:cNvSpPr>
              <a:spLocks/>
            </p:cNvSpPr>
            <p:nvPr/>
          </p:nvSpPr>
          <p:spPr bwMode="auto">
            <a:xfrm>
              <a:off x="1728" y="1569"/>
              <a:ext cx="200" cy="197"/>
            </a:xfrm>
            <a:custGeom>
              <a:avLst/>
              <a:gdLst>
                <a:gd name="T0" fmla="*/ 0 w 200"/>
                <a:gd name="T1" fmla="*/ 197 h 197"/>
                <a:gd name="T2" fmla="*/ 200 w 200"/>
                <a:gd name="T3" fmla="*/ 0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" h="197">
                  <a:moveTo>
                    <a:pt x="0" y="197"/>
                  </a:moveTo>
                  <a:lnTo>
                    <a:pt x="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9" name="Freeform 65"/>
            <p:cNvSpPr>
              <a:spLocks/>
            </p:cNvSpPr>
            <p:nvPr/>
          </p:nvSpPr>
          <p:spPr bwMode="auto">
            <a:xfrm>
              <a:off x="1738" y="1699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0" name="Line 66"/>
            <p:cNvSpPr>
              <a:spLocks noChangeShapeType="1"/>
            </p:cNvSpPr>
            <p:nvPr/>
          </p:nvSpPr>
          <p:spPr bwMode="auto">
            <a:xfrm flipV="1">
              <a:off x="1724" y="1844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1" name="Line 67"/>
            <p:cNvSpPr>
              <a:spLocks noChangeShapeType="1"/>
            </p:cNvSpPr>
            <p:nvPr/>
          </p:nvSpPr>
          <p:spPr bwMode="auto">
            <a:xfrm flipV="1">
              <a:off x="1724" y="1991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2" name="Freeform 68"/>
            <p:cNvSpPr>
              <a:spLocks/>
            </p:cNvSpPr>
            <p:nvPr/>
          </p:nvSpPr>
          <p:spPr bwMode="auto">
            <a:xfrm>
              <a:off x="1769" y="2083"/>
              <a:ext cx="189" cy="197"/>
            </a:xfrm>
            <a:custGeom>
              <a:avLst/>
              <a:gdLst>
                <a:gd name="T0" fmla="*/ 0 w 189"/>
                <a:gd name="T1" fmla="*/ 197 h 197"/>
                <a:gd name="T2" fmla="*/ 189 w 189"/>
                <a:gd name="T3" fmla="*/ 0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9" h="197">
                  <a:moveTo>
                    <a:pt x="0" y="197"/>
                  </a:moveTo>
                  <a:lnTo>
                    <a:pt x="1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3" name="Freeform 69"/>
            <p:cNvSpPr>
              <a:spLocks/>
            </p:cNvSpPr>
            <p:nvPr/>
          </p:nvSpPr>
          <p:spPr bwMode="auto">
            <a:xfrm>
              <a:off x="1891" y="2079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4" name="Freeform 70"/>
            <p:cNvSpPr>
              <a:spLocks/>
            </p:cNvSpPr>
            <p:nvPr/>
          </p:nvSpPr>
          <p:spPr bwMode="auto">
            <a:xfrm>
              <a:off x="2017" y="2085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5" name="Freeform 71"/>
            <p:cNvSpPr>
              <a:spLocks/>
            </p:cNvSpPr>
            <p:nvPr/>
          </p:nvSpPr>
          <p:spPr bwMode="auto">
            <a:xfrm>
              <a:off x="2158" y="2076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6" name="Freeform 72"/>
            <p:cNvSpPr>
              <a:spLocks/>
            </p:cNvSpPr>
            <p:nvPr/>
          </p:nvSpPr>
          <p:spPr bwMode="auto">
            <a:xfrm>
              <a:off x="2284" y="2082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7" name="Freeform 73"/>
            <p:cNvSpPr>
              <a:spLocks/>
            </p:cNvSpPr>
            <p:nvPr/>
          </p:nvSpPr>
          <p:spPr bwMode="auto">
            <a:xfrm>
              <a:off x="2417" y="2179"/>
              <a:ext cx="98" cy="96"/>
            </a:xfrm>
            <a:custGeom>
              <a:avLst/>
              <a:gdLst>
                <a:gd name="T0" fmla="*/ 0 w 98"/>
                <a:gd name="T1" fmla="*/ 96 h 96"/>
                <a:gd name="T2" fmla="*/ 98 w 98"/>
                <a:gd name="T3" fmla="*/ 0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8" h="96">
                  <a:moveTo>
                    <a:pt x="0" y="96"/>
                  </a:moveTo>
                  <a:lnTo>
                    <a:pt x="9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8" name="Freeform 74"/>
            <p:cNvSpPr>
              <a:spLocks/>
            </p:cNvSpPr>
            <p:nvPr/>
          </p:nvSpPr>
          <p:spPr bwMode="auto">
            <a:xfrm>
              <a:off x="1801" y="1296"/>
              <a:ext cx="119" cy="119"/>
            </a:xfrm>
            <a:custGeom>
              <a:avLst/>
              <a:gdLst>
                <a:gd name="T0" fmla="*/ 0 w 119"/>
                <a:gd name="T1" fmla="*/ 119 h 119"/>
                <a:gd name="T2" fmla="*/ 119 w 119"/>
                <a:gd name="T3" fmla="*/ 0 h 1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9" h="119">
                  <a:moveTo>
                    <a:pt x="0" y="119"/>
                  </a:moveTo>
                  <a:lnTo>
                    <a:pt x="11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9" name="Freeform 75"/>
            <p:cNvSpPr>
              <a:spLocks/>
            </p:cNvSpPr>
            <p:nvPr/>
          </p:nvSpPr>
          <p:spPr bwMode="auto">
            <a:xfrm>
              <a:off x="1807" y="1152"/>
              <a:ext cx="113" cy="119"/>
            </a:xfrm>
            <a:custGeom>
              <a:avLst/>
              <a:gdLst>
                <a:gd name="T0" fmla="*/ 0 w 113"/>
                <a:gd name="T1" fmla="*/ 119 h 119"/>
                <a:gd name="T2" fmla="*/ 113 w 113"/>
                <a:gd name="T3" fmla="*/ 0 h 1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3" h="119">
                  <a:moveTo>
                    <a:pt x="0" y="119"/>
                  </a:moveTo>
                  <a:lnTo>
                    <a:pt x="1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0" name="Freeform 76"/>
            <p:cNvSpPr>
              <a:spLocks/>
            </p:cNvSpPr>
            <p:nvPr/>
          </p:nvSpPr>
          <p:spPr bwMode="auto">
            <a:xfrm>
              <a:off x="1795" y="1008"/>
              <a:ext cx="135" cy="134"/>
            </a:xfrm>
            <a:custGeom>
              <a:avLst/>
              <a:gdLst>
                <a:gd name="T0" fmla="*/ 0 w 135"/>
                <a:gd name="T1" fmla="*/ 134 h 134"/>
                <a:gd name="T2" fmla="*/ 135 w 135"/>
                <a:gd name="T3" fmla="*/ 0 h 1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5" h="134">
                  <a:moveTo>
                    <a:pt x="0" y="134"/>
                  </a:moveTo>
                  <a:lnTo>
                    <a:pt x="13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1" name="Freeform 77"/>
            <p:cNvSpPr>
              <a:spLocks/>
            </p:cNvSpPr>
            <p:nvPr/>
          </p:nvSpPr>
          <p:spPr bwMode="auto">
            <a:xfrm>
              <a:off x="1805" y="797"/>
              <a:ext cx="221" cy="221"/>
            </a:xfrm>
            <a:custGeom>
              <a:avLst/>
              <a:gdLst>
                <a:gd name="T0" fmla="*/ 0 w 221"/>
                <a:gd name="T1" fmla="*/ 221 h 221"/>
                <a:gd name="T2" fmla="*/ 221 w 221"/>
                <a:gd name="T3" fmla="*/ 0 h 2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1" h="221">
                  <a:moveTo>
                    <a:pt x="0" y="221"/>
                  </a:moveTo>
                  <a:lnTo>
                    <a:pt x="2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2" name="Freeform 78"/>
            <p:cNvSpPr>
              <a:spLocks/>
            </p:cNvSpPr>
            <p:nvPr/>
          </p:nvSpPr>
          <p:spPr bwMode="auto">
            <a:xfrm>
              <a:off x="1805" y="787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15 w 115"/>
                <a:gd name="T3" fmla="*/ 0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3" name="Line 79"/>
            <p:cNvSpPr>
              <a:spLocks noChangeShapeType="1"/>
            </p:cNvSpPr>
            <p:nvPr/>
          </p:nvSpPr>
          <p:spPr bwMode="auto">
            <a:xfrm flipV="1">
              <a:off x="1964" y="784"/>
              <a:ext cx="194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4" name="Freeform 80"/>
            <p:cNvSpPr>
              <a:spLocks/>
            </p:cNvSpPr>
            <p:nvPr/>
          </p:nvSpPr>
          <p:spPr bwMode="auto">
            <a:xfrm>
              <a:off x="2078" y="912"/>
              <a:ext cx="90" cy="77"/>
            </a:xfrm>
            <a:custGeom>
              <a:avLst/>
              <a:gdLst>
                <a:gd name="T0" fmla="*/ 0 w 90"/>
                <a:gd name="T1" fmla="*/ 77 h 77"/>
                <a:gd name="T2" fmla="*/ 90 w 90"/>
                <a:gd name="T3" fmla="*/ 0 h 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" h="77">
                  <a:moveTo>
                    <a:pt x="0" y="77"/>
                  </a:moveTo>
                  <a:lnTo>
                    <a:pt x="9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5" name="Freeform 81"/>
            <p:cNvSpPr>
              <a:spLocks/>
            </p:cNvSpPr>
            <p:nvPr/>
          </p:nvSpPr>
          <p:spPr bwMode="auto">
            <a:xfrm>
              <a:off x="698" y="2011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6" name="Freeform 82"/>
            <p:cNvSpPr>
              <a:spLocks/>
            </p:cNvSpPr>
            <p:nvPr/>
          </p:nvSpPr>
          <p:spPr bwMode="auto">
            <a:xfrm>
              <a:off x="534" y="2274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7" name="Freeform 83"/>
            <p:cNvSpPr>
              <a:spLocks/>
            </p:cNvSpPr>
            <p:nvPr/>
          </p:nvSpPr>
          <p:spPr bwMode="auto">
            <a:xfrm>
              <a:off x="541" y="2079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8" name="Freeform 84"/>
            <p:cNvSpPr>
              <a:spLocks/>
            </p:cNvSpPr>
            <p:nvPr/>
          </p:nvSpPr>
          <p:spPr bwMode="auto">
            <a:xfrm>
              <a:off x="872" y="989"/>
              <a:ext cx="437" cy="1"/>
            </a:xfrm>
            <a:custGeom>
              <a:avLst/>
              <a:gdLst>
                <a:gd name="T0" fmla="*/ 0 w 437"/>
                <a:gd name="T1" fmla="*/ 1 h 1"/>
                <a:gd name="T2" fmla="*/ 225 w 437"/>
                <a:gd name="T3" fmla="*/ 1 h 1"/>
                <a:gd name="T4" fmla="*/ 437 w 43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7" h="1">
                  <a:moveTo>
                    <a:pt x="0" y="1"/>
                  </a:moveTo>
                  <a:lnTo>
                    <a:pt x="225" y="1"/>
                  </a:lnTo>
                  <a:lnTo>
                    <a:pt x="4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59" name="Freeform 85"/>
            <p:cNvSpPr>
              <a:spLocks/>
            </p:cNvSpPr>
            <p:nvPr/>
          </p:nvSpPr>
          <p:spPr bwMode="auto">
            <a:xfrm>
              <a:off x="879" y="795"/>
              <a:ext cx="1" cy="195"/>
            </a:xfrm>
            <a:custGeom>
              <a:avLst/>
              <a:gdLst>
                <a:gd name="T0" fmla="*/ 0 w 1"/>
                <a:gd name="T1" fmla="*/ 195 h 195"/>
                <a:gd name="T2" fmla="*/ 0 w 1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5">
                  <a:moveTo>
                    <a:pt x="0" y="19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0" name="Freeform 86"/>
            <p:cNvSpPr>
              <a:spLocks/>
            </p:cNvSpPr>
            <p:nvPr/>
          </p:nvSpPr>
          <p:spPr bwMode="auto">
            <a:xfrm>
              <a:off x="879" y="791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1" name="Freeform 87"/>
            <p:cNvSpPr>
              <a:spLocks/>
            </p:cNvSpPr>
            <p:nvPr/>
          </p:nvSpPr>
          <p:spPr bwMode="auto">
            <a:xfrm>
              <a:off x="1119" y="990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2" name="Arc 88"/>
            <p:cNvSpPr>
              <a:spLocks/>
            </p:cNvSpPr>
            <p:nvPr/>
          </p:nvSpPr>
          <p:spPr bwMode="auto">
            <a:xfrm flipH="1" flipV="1">
              <a:off x="1305" y="1179"/>
              <a:ext cx="240" cy="192"/>
            </a:xfrm>
            <a:custGeom>
              <a:avLst/>
              <a:gdLst>
                <a:gd name="T0" fmla="*/ 0 w 21600"/>
                <a:gd name="T1" fmla="*/ 0 h 21558"/>
                <a:gd name="T2" fmla="*/ 0 w 21600"/>
                <a:gd name="T3" fmla="*/ 0 h 21558"/>
                <a:gd name="T4" fmla="*/ 0 w 21600"/>
                <a:gd name="T5" fmla="*/ 0 h 21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lnTo>
                    <a:pt x="134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3" name="Freeform 89"/>
            <p:cNvSpPr>
              <a:spLocks/>
            </p:cNvSpPr>
            <p:nvPr/>
          </p:nvSpPr>
          <p:spPr bwMode="auto">
            <a:xfrm>
              <a:off x="1299" y="990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4" name="Line 90"/>
            <p:cNvSpPr>
              <a:spLocks noChangeShapeType="1"/>
            </p:cNvSpPr>
            <p:nvPr/>
          </p:nvSpPr>
          <p:spPr bwMode="auto">
            <a:xfrm>
              <a:off x="537" y="208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5" name="Freeform 91"/>
            <p:cNvSpPr>
              <a:spLocks/>
            </p:cNvSpPr>
            <p:nvPr/>
          </p:nvSpPr>
          <p:spPr bwMode="auto">
            <a:xfrm>
              <a:off x="1014" y="720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6" name="Freeform 92"/>
            <p:cNvSpPr>
              <a:spLocks/>
            </p:cNvSpPr>
            <p:nvPr/>
          </p:nvSpPr>
          <p:spPr bwMode="auto">
            <a:xfrm>
              <a:off x="1269" y="1157"/>
              <a:ext cx="582" cy="1"/>
            </a:xfrm>
            <a:custGeom>
              <a:avLst/>
              <a:gdLst>
                <a:gd name="T0" fmla="*/ 0 w 582"/>
                <a:gd name="T1" fmla="*/ 0 h 1"/>
                <a:gd name="T2" fmla="*/ 582 w 5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2" h="1">
                  <a:moveTo>
                    <a:pt x="0" y="0"/>
                  </a:moveTo>
                  <a:lnTo>
                    <a:pt x="58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7" name="Oval 93"/>
            <p:cNvSpPr>
              <a:spLocks noChangeArrowheads="1"/>
            </p:cNvSpPr>
            <p:nvPr/>
          </p:nvSpPr>
          <p:spPr bwMode="auto">
            <a:xfrm>
              <a:off x="1413" y="1046"/>
              <a:ext cx="240" cy="22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668" name="Freeform 94"/>
            <p:cNvSpPr>
              <a:spLocks/>
            </p:cNvSpPr>
            <p:nvPr/>
          </p:nvSpPr>
          <p:spPr bwMode="auto">
            <a:xfrm>
              <a:off x="1522" y="2274"/>
              <a:ext cx="991" cy="3"/>
            </a:xfrm>
            <a:custGeom>
              <a:avLst/>
              <a:gdLst>
                <a:gd name="T0" fmla="*/ 991 w 991"/>
                <a:gd name="T1" fmla="*/ 0 h 3"/>
                <a:gd name="T2" fmla="*/ 0 w 991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1" h="3">
                  <a:moveTo>
                    <a:pt x="991" y="0"/>
                  </a:moveTo>
                  <a:lnTo>
                    <a:pt x="0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9" name="Freeform 95"/>
            <p:cNvSpPr>
              <a:spLocks/>
            </p:cNvSpPr>
            <p:nvPr/>
          </p:nvSpPr>
          <p:spPr bwMode="auto">
            <a:xfrm>
              <a:off x="1921" y="2079"/>
              <a:ext cx="602" cy="1"/>
            </a:xfrm>
            <a:custGeom>
              <a:avLst/>
              <a:gdLst>
                <a:gd name="T0" fmla="*/ 602 w 602"/>
                <a:gd name="T1" fmla="*/ 1 h 1"/>
                <a:gd name="T2" fmla="*/ 0 w 60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2" h="1">
                  <a:moveTo>
                    <a:pt x="602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0" name="Freeform 96"/>
            <p:cNvSpPr>
              <a:spLocks/>
            </p:cNvSpPr>
            <p:nvPr/>
          </p:nvSpPr>
          <p:spPr bwMode="auto">
            <a:xfrm>
              <a:off x="1928" y="983"/>
              <a:ext cx="248" cy="6"/>
            </a:xfrm>
            <a:custGeom>
              <a:avLst/>
              <a:gdLst>
                <a:gd name="T0" fmla="*/ 248 w 248"/>
                <a:gd name="T1" fmla="*/ 6 h 6"/>
                <a:gd name="T2" fmla="*/ 0 w 248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8" h="6">
                  <a:moveTo>
                    <a:pt x="248" y="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1" name="Freeform 97"/>
            <p:cNvSpPr>
              <a:spLocks/>
            </p:cNvSpPr>
            <p:nvPr/>
          </p:nvSpPr>
          <p:spPr bwMode="auto">
            <a:xfrm>
              <a:off x="2167" y="788"/>
              <a:ext cx="1" cy="208"/>
            </a:xfrm>
            <a:custGeom>
              <a:avLst/>
              <a:gdLst>
                <a:gd name="T0" fmla="*/ 0 w 1"/>
                <a:gd name="T1" fmla="*/ 208 h 208"/>
                <a:gd name="T2" fmla="*/ 1 w 1"/>
                <a:gd name="T3" fmla="*/ 0 h 2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8">
                  <a:moveTo>
                    <a:pt x="0" y="208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2" name="Freeform 98"/>
            <p:cNvSpPr>
              <a:spLocks/>
            </p:cNvSpPr>
            <p:nvPr/>
          </p:nvSpPr>
          <p:spPr bwMode="auto">
            <a:xfrm>
              <a:off x="1515" y="795"/>
              <a:ext cx="660" cy="1"/>
            </a:xfrm>
            <a:custGeom>
              <a:avLst/>
              <a:gdLst>
                <a:gd name="T0" fmla="*/ 660 w 660"/>
                <a:gd name="T1" fmla="*/ 0 h 1"/>
                <a:gd name="T2" fmla="*/ 0 w 66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0" h="1">
                  <a:moveTo>
                    <a:pt x="66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3" name="Freeform 99"/>
            <p:cNvSpPr>
              <a:spLocks/>
            </p:cNvSpPr>
            <p:nvPr/>
          </p:nvSpPr>
          <p:spPr bwMode="auto">
            <a:xfrm>
              <a:off x="1928" y="983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4" name="Freeform 100"/>
            <p:cNvSpPr>
              <a:spLocks/>
            </p:cNvSpPr>
            <p:nvPr/>
          </p:nvSpPr>
          <p:spPr bwMode="auto">
            <a:xfrm>
              <a:off x="2513" y="207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5" name="Line 101"/>
            <p:cNvSpPr>
              <a:spLocks noChangeShapeType="1"/>
            </p:cNvSpPr>
            <p:nvPr/>
          </p:nvSpPr>
          <p:spPr bwMode="auto">
            <a:xfrm flipV="1">
              <a:off x="1801" y="795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6" name="Freeform 102"/>
            <p:cNvSpPr>
              <a:spLocks/>
            </p:cNvSpPr>
            <p:nvPr/>
          </p:nvSpPr>
          <p:spPr bwMode="auto">
            <a:xfrm>
              <a:off x="1529" y="1457"/>
              <a:ext cx="286" cy="1"/>
            </a:xfrm>
            <a:custGeom>
              <a:avLst/>
              <a:gdLst>
                <a:gd name="T0" fmla="*/ 0 w 286"/>
                <a:gd name="T1" fmla="*/ 0 h 1"/>
                <a:gd name="T2" fmla="*/ 286 w 28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6" h="1">
                  <a:moveTo>
                    <a:pt x="0" y="0"/>
                  </a:moveTo>
                  <a:lnTo>
                    <a:pt x="2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7" name="Freeform 103"/>
            <p:cNvSpPr>
              <a:spLocks/>
            </p:cNvSpPr>
            <p:nvPr/>
          </p:nvSpPr>
          <p:spPr bwMode="auto">
            <a:xfrm>
              <a:off x="1733" y="1524"/>
              <a:ext cx="1" cy="750"/>
            </a:xfrm>
            <a:custGeom>
              <a:avLst/>
              <a:gdLst>
                <a:gd name="T0" fmla="*/ 0 w 1"/>
                <a:gd name="T1" fmla="*/ 750 h 750"/>
                <a:gd name="T2" fmla="*/ 0 w 1"/>
                <a:gd name="T3" fmla="*/ 0 h 7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50">
                  <a:moveTo>
                    <a:pt x="0" y="75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8" name="Freeform 104"/>
            <p:cNvSpPr>
              <a:spLocks/>
            </p:cNvSpPr>
            <p:nvPr/>
          </p:nvSpPr>
          <p:spPr bwMode="auto">
            <a:xfrm>
              <a:off x="1733" y="1464"/>
              <a:ext cx="60" cy="60"/>
            </a:xfrm>
            <a:custGeom>
              <a:avLst/>
              <a:gdLst>
                <a:gd name="T0" fmla="*/ 60 w 60"/>
                <a:gd name="T1" fmla="*/ 0 h 60"/>
                <a:gd name="T2" fmla="*/ 0 w 60"/>
                <a:gd name="T3" fmla="*/ 6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0" y="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79" name="Freeform 105"/>
            <p:cNvSpPr>
              <a:spLocks/>
            </p:cNvSpPr>
            <p:nvPr/>
          </p:nvSpPr>
          <p:spPr bwMode="auto">
            <a:xfrm>
              <a:off x="1529" y="1524"/>
              <a:ext cx="211" cy="1"/>
            </a:xfrm>
            <a:custGeom>
              <a:avLst/>
              <a:gdLst>
                <a:gd name="T0" fmla="*/ 211 w 211"/>
                <a:gd name="T1" fmla="*/ 0 h 1"/>
                <a:gd name="T2" fmla="*/ 0 w 21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">
                  <a:moveTo>
                    <a:pt x="21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80" name="Line 106"/>
            <p:cNvSpPr>
              <a:spLocks noChangeShapeType="1"/>
            </p:cNvSpPr>
            <p:nvPr/>
          </p:nvSpPr>
          <p:spPr bwMode="auto">
            <a:xfrm>
              <a:off x="2318" y="2024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81" name="Line 107"/>
            <p:cNvSpPr>
              <a:spLocks noChangeShapeType="1"/>
            </p:cNvSpPr>
            <p:nvPr/>
          </p:nvSpPr>
          <p:spPr bwMode="auto">
            <a:xfrm>
              <a:off x="611" y="2080"/>
              <a:ext cx="0" cy="2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682" name="Line 108"/>
            <p:cNvSpPr>
              <a:spLocks noChangeShapeType="1"/>
            </p:cNvSpPr>
            <p:nvPr/>
          </p:nvSpPr>
          <p:spPr bwMode="auto">
            <a:xfrm>
              <a:off x="785" y="2087"/>
              <a:ext cx="0" cy="1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683" name="Line 109"/>
            <p:cNvSpPr>
              <a:spLocks noChangeShapeType="1"/>
            </p:cNvSpPr>
            <p:nvPr/>
          </p:nvSpPr>
          <p:spPr bwMode="auto">
            <a:xfrm>
              <a:off x="952" y="793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684" name="Line 110"/>
            <p:cNvSpPr>
              <a:spLocks noChangeShapeType="1"/>
            </p:cNvSpPr>
            <p:nvPr/>
          </p:nvSpPr>
          <p:spPr bwMode="auto">
            <a:xfrm>
              <a:off x="1069" y="786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5208" name="Group 168"/>
          <p:cNvGrpSpPr>
            <a:grpSpLocks/>
          </p:cNvGrpSpPr>
          <p:nvPr/>
        </p:nvGrpSpPr>
        <p:grpSpPr bwMode="auto">
          <a:xfrm>
            <a:off x="779463" y="3986213"/>
            <a:ext cx="3544887" cy="2119312"/>
            <a:chOff x="3044" y="2649"/>
            <a:chExt cx="2233" cy="1335"/>
          </a:xfrm>
        </p:grpSpPr>
        <p:sp>
          <p:nvSpPr>
            <p:cNvPr id="22540" name="Rectangle 112"/>
            <p:cNvSpPr>
              <a:spLocks noChangeArrowheads="1"/>
            </p:cNvSpPr>
            <p:nvPr/>
          </p:nvSpPr>
          <p:spPr bwMode="auto">
            <a:xfrm>
              <a:off x="3044" y="2649"/>
              <a:ext cx="2205" cy="13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1" name="Arc 113"/>
            <p:cNvSpPr>
              <a:spLocks/>
            </p:cNvSpPr>
            <p:nvPr/>
          </p:nvSpPr>
          <p:spPr bwMode="auto">
            <a:xfrm flipH="1" flipV="1">
              <a:off x="3704" y="3313"/>
              <a:ext cx="443" cy="336"/>
            </a:xfrm>
            <a:custGeom>
              <a:avLst/>
              <a:gdLst>
                <a:gd name="T0" fmla="*/ 0 w 21600"/>
                <a:gd name="T1" fmla="*/ 0 h 18867"/>
                <a:gd name="T2" fmla="*/ 0 w 21600"/>
                <a:gd name="T3" fmla="*/ 0 h 18867"/>
                <a:gd name="T4" fmla="*/ 0 w 21600"/>
                <a:gd name="T5" fmla="*/ 0 h 188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lnTo>
                    <a:pt x="1051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2" name="AutoShape 114"/>
            <p:cNvSpPr>
              <a:spLocks noChangeArrowheads="1"/>
            </p:cNvSpPr>
            <p:nvPr/>
          </p:nvSpPr>
          <p:spPr bwMode="auto">
            <a:xfrm>
              <a:off x="3153" y="2738"/>
              <a:ext cx="1965" cy="1152"/>
            </a:xfrm>
            <a:prstGeom prst="roundRect">
              <a:avLst>
                <a:gd name="adj" fmla="val 1354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3" name="AutoShape 115"/>
            <p:cNvSpPr>
              <a:spLocks noChangeArrowheads="1"/>
            </p:cNvSpPr>
            <p:nvPr/>
          </p:nvSpPr>
          <p:spPr bwMode="auto">
            <a:xfrm>
              <a:off x="3486" y="2878"/>
              <a:ext cx="1296" cy="8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4" name="Freeform 116"/>
            <p:cNvSpPr>
              <a:spLocks/>
            </p:cNvSpPr>
            <p:nvPr/>
          </p:nvSpPr>
          <p:spPr bwMode="auto">
            <a:xfrm>
              <a:off x="3072" y="3309"/>
              <a:ext cx="2205" cy="1"/>
            </a:xfrm>
            <a:custGeom>
              <a:avLst/>
              <a:gdLst>
                <a:gd name="T0" fmla="*/ 0 w 2205"/>
                <a:gd name="T1" fmla="*/ 0 h 1"/>
                <a:gd name="T2" fmla="*/ 2205 w 220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05" h="1">
                  <a:moveTo>
                    <a:pt x="0" y="0"/>
                  </a:moveTo>
                  <a:lnTo>
                    <a:pt x="22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5" name="Oval 117"/>
            <p:cNvSpPr>
              <a:spLocks noChangeArrowheads="1"/>
            </p:cNvSpPr>
            <p:nvPr/>
          </p:nvSpPr>
          <p:spPr bwMode="auto">
            <a:xfrm>
              <a:off x="3870" y="3074"/>
              <a:ext cx="528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6" name="Oval 118"/>
            <p:cNvSpPr>
              <a:spLocks noChangeArrowheads="1"/>
            </p:cNvSpPr>
            <p:nvPr/>
          </p:nvSpPr>
          <p:spPr bwMode="auto">
            <a:xfrm>
              <a:off x="3918" y="3122"/>
              <a:ext cx="432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grpSp>
          <p:nvGrpSpPr>
            <p:cNvPr id="22547" name="Group 119"/>
            <p:cNvGrpSpPr>
              <a:grpSpLocks/>
            </p:cNvGrpSpPr>
            <p:nvPr/>
          </p:nvGrpSpPr>
          <p:grpSpPr bwMode="auto">
            <a:xfrm>
              <a:off x="3174" y="3627"/>
              <a:ext cx="282" cy="242"/>
              <a:chOff x="560" y="3576"/>
              <a:chExt cx="282" cy="242"/>
            </a:xfrm>
          </p:grpSpPr>
          <p:sp>
            <p:nvSpPr>
              <p:cNvPr id="22591" name="Line 120"/>
              <p:cNvSpPr>
                <a:spLocks noChangeShapeType="1"/>
              </p:cNvSpPr>
              <p:nvPr/>
            </p:nvSpPr>
            <p:spPr bwMode="auto">
              <a:xfrm>
                <a:off x="700" y="3576"/>
                <a:ext cx="0" cy="2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2" name="Freeform 121"/>
              <p:cNvSpPr>
                <a:spLocks/>
              </p:cNvSpPr>
              <p:nvPr/>
            </p:nvSpPr>
            <p:spPr bwMode="auto">
              <a:xfrm>
                <a:off x="560" y="3698"/>
                <a:ext cx="282" cy="2"/>
              </a:xfrm>
              <a:custGeom>
                <a:avLst/>
                <a:gdLst>
                  <a:gd name="T0" fmla="*/ 0 w 285"/>
                  <a:gd name="T1" fmla="*/ 1 h 3"/>
                  <a:gd name="T2" fmla="*/ 276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3" name="Oval 122"/>
              <p:cNvSpPr>
                <a:spLocks noChangeArrowheads="1"/>
              </p:cNvSpPr>
              <p:nvPr/>
            </p:nvSpPr>
            <p:spPr bwMode="auto">
              <a:xfrm rot="-5400000">
                <a:off x="619" y="3602"/>
                <a:ext cx="162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2548" name="Group 123"/>
            <p:cNvGrpSpPr>
              <a:grpSpLocks/>
            </p:cNvGrpSpPr>
            <p:nvPr/>
          </p:nvGrpSpPr>
          <p:grpSpPr bwMode="auto">
            <a:xfrm>
              <a:off x="3174" y="2765"/>
              <a:ext cx="282" cy="261"/>
              <a:chOff x="560" y="2714"/>
              <a:chExt cx="282" cy="261"/>
            </a:xfrm>
          </p:grpSpPr>
          <p:sp>
            <p:nvSpPr>
              <p:cNvPr id="22588" name="Line 124"/>
              <p:cNvSpPr>
                <a:spLocks noChangeShapeType="1"/>
              </p:cNvSpPr>
              <p:nvPr/>
            </p:nvSpPr>
            <p:spPr bwMode="auto">
              <a:xfrm>
                <a:off x="700" y="2714"/>
                <a:ext cx="0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9" name="Freeform 125"/>
              <p:cNvSpPr>
                <a:spLocks/>
              </p:cNvSpPr>
              <p:nvPr/>
            </p:nvSpPr>
            <p:spPr bwMode="auto">
              <a:xfrm>
                <a:off x="560" y="2845"/>
                <a:ext cx="282" cy="3"/>
              </a:xfrm>
              <a:custGeom>
                <a:avLst/>
                <a:gdLst>
                  <a:gd name="T0" fmla="*/ 0 w 285"/>
                  <a:gd name="T1" fmla="*/ 3 h 3"/>
                  <a:gd name="T2" fmla="*/ 276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0" name="Oval 126"/>
              <p:cNvSpPr>
                <a:spLocks noChangeArrowheads="1"/>
              </p:cNvSpPr>
              <p:nvPr/>
            </p:nvSpPr>
            <p:spPr bwMode="auto">
              <a:xfrm rot="-5400000">
                <a:off x="613" y="2750"/>
                <a:ext cx="174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2549" name="Group 127"/>
            <p:cNvGrpSpPr>
              <a:grpSpLocks/>
            </p:cNvGrpSpPr>
            <p:nvPr/>
          </p:nvGrpSpPr>
          <p:grpSpPr bwMode="auto">
            <a:xfrm>
              <a:off x="4802" y="3606"/>
              <a:ext cx="285" cy="263"/>
              <a:chOff x="2188" y="3555"/>
              <a:chExt cx="285" cy="263"/>
            </a:xfrm>
          </p:grpSpPr>
          <p:sp>
            <p:nvSpPr>
              <p:cNvPr id="22585" name="Line 128"/>
              <p:cNvSpPr>
                <a:spLocks noChangeShapeType="1"/>
              </p:cNvSpPr>
              <p:nvPr/>
            </p:nvSpPr>
            <p:spPr bwMode="auto">
              <a:xfrm>
                <a:off x="2329" y="3555"/>
                <a:ext cx="0" cy="2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6" name="Freeform 129"/>
              <p:cNvSpPr>
                <a:spLocks/>
              </p:cNvSpPr>
              <p:nvPr/>
            </p:nvSpPr>
            <p:spPr bwMode="auto">
              <a:xfrm>
                <a:off x="2188" y="3687"/>
                <a:ext cx="285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7" name="Oval 130"/>
              <p:cNvSpPr>
                <a:spLocks noChangeArrowheads="1"/>
              </p:cNvSpPr>
              <p:nvPr/>
            </p:nvSpPr>
            <p:spPr bwMode="auto">
              <a:xfrm rot="-5400000">
                <a:off x="2241" y="3591"/>
                <a:ext cx="175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2550" name="Group 131"/>
            <p:cNvGrpSpPr>
              <a:grpSpLocks/>
            </p:cNvGrpSpPr>
            <p:nvPr/>
          </p:nvGrpSpPr>
          <p:grpSpPr bwMode="auto">
            <a:xfrm>
              <a:off x="4787" y="2765"/>
              <a:ext cx="300" cy="255"/>
              <a:chOff x="2173" y="2714"/>
              <a:chExt cx="300" cy="255"/>
            </a:xfrm>
          </p:grpSpPr>
          <p:sp>
            <p:nvSpPr>
              <p:cNvPr id="22582" name="Line 132"/>
              <p:cNvSpPr>
                <a:spLocks noChangeShapeType="1"/>
              </p:cNvSpPr>
              <p:nvPr/>
            </p:nvSpPr>
            <p:spPr bwMode="auto">
              <a:xfrm>
                <a:off x="2321" y="2714"/>
                <a:ext cx="0" cy="2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3" name="Freeform 133"/>
              <p:cNvSpPr>
                <a:spLocks/>
              </p:cNvSpPr>
              <p:nvPr/>
            </p:nvSpPr>
            <p:spPr bwMode="auto">
              <a:xfrm>
                <a:off x="2173" y="2842"/>
                <a:ext cx="300" cy="3"/>
              </a:xfrm>
              <a:custGeom>
                <a:avLst/>
                <a:gdLst>
                  <a:gd name="T0" fmla="*/ 0 w 285"/>
                  <a:gd name="T1" fmla="*/ 3 h 3"/>
                  <a:gd name="T2" fmla="*/ 333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4" name="Oval 134"/>
              <p:cNvSpPr>
                <a:spLocks noChangeArrowheads="1"/>
              </p:cNvSpPr>
              <p:nvPr/>
            </p:nvSpPr>
            <p:spPr bwMode="auto">
              <a:xfrm rot="-5400000">
                <a:off x="2236" y="2741"/>
                <a:ext cx="170" cy="20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2551" name="Group 135"/>
            <p:cNvGrpSpPr>
              <a:grpSpLocks/>
            </p:cNvGrpSpPr>
            <p:nvPr/>
          </p:nvGrpSpPr>
          <p:grpSpPr bwMode="auto">
            <a:xfrm>
              <a:off x="3500" y="3492"/>
              <a:ext cx="269" cy="242"/>
              <a:chOff x="3825" y="2746"/>
              <a:chExt cx="255" cy="255"/>
            </a:xfrm>
          </p:grpSpPr>
          <p:sp>
            <p:nvSpPr>
              <p:cNvPr id="22579" name="Freeform 136"/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0" name="Freeform 137"/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1" name="Oval 138"/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2552" name="Group 139"/>
            <p:cNvGrpSpPr>
              <a:grpSpLocks/>
            </p:cNvGrpSpPr>
            <p:nvPr/>
          </p:nvGrpSpPr>
          <p:grpSpPr bwMode="auto">
            <a:xfrm>
              <a:off x="3514" y="2928"/>
              <a:ext cx="255" cy="227"/>
              <a:chOff x="900" y="2877"/>
              <a:chExt cx="255" cy="227"/>
            </a:xfrm>
          </p:grpSpPr>
          <p:sp>
            <p:nvSpPr>
              <p:cNvPr id="22576" name="Freeform 140"/>
              <p:cNvSpPr>
                <a:spLocks/>
              </p:cNvSpPr>
              <p:nvPr/>
            </p:nvSpPr>
            <p:spPr bwMode="auto">
              <a:xfrm>
                <a:off x="1035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180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7" name="Freeform 141"/>
              <p:cNvSpPr>
                <a:spLocks/>
              </p:cNvSpPr>
              <p:nvPr/>
            </p:nvSpPr>
            <p:spPr bwMode="auto">
              <a:xfrm>
                <a:off x="900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8" name="Oval 142"/>
              <p:cNvSpPr>
                <a:spLocks noChangeArrowheads="1"/>
              </p:cNvSpPr>
              <p:nvPr/>
            </p:nvSpPr>
            <p:spPr bwMode="auto">
              <a:xfrm rot="-5400000">
                <a:off x="971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2553" name="Group 143"/>
            <p:cNvGrpSpPr>
              <a:grpSpLocks/>
            </p:cNvGrpSpPr>
            <p:nvPr/>
          </p:nvGrpSpPr>
          <p:grpSpPr bwMode="auto">
            <a:xfrm>
              <a:off x="4473" y="3506"/>
              <a:ext cx="255" cy="242"/>
              <a:chOff x="3825" y="2746"/>
              <a:chExt cx="255" cy="255"/>
            </a:xfrm>
          </p:grpSpPr>
          <p:sp>
            <p:nvSpPr>
              <p:cNvPr id="22573" name="Freeform 144"/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4" name="Freeform 145"/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5" name="Oval 146"/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2554" name="Group 147"/>
            <p:cNvGrpSpPr>
              <a:grpSpLocks/>
            </p:cNvGrpSpPr>
            <p:nvPr/>
          </p:nvGrpSpPr>
          <p:grpSpPr bwMode="auto">
            <a:xfrm>
              <a:off x="4480" y="2928"/>
              <a:ext cx="255" cy="227"/>
              <a:chOff x="1866" y="2877"/>
              <a:chExt cx="255" cy="227"/>
            </a:xfrm>
          </p:grpSpPr>
          <p:sp>
            <p:nvSpPr>
              <p:cNvPr id="22570" name="Freeform 148"/>
              <p:cNvSpPr>
                <a:spLocks/>
              </p:cNvSpPr>
              <p:nvPr/>
            </p:nvSpPr>
            <p:spPr bwMode="auto">
              <a:xfrm>
                <a:off x="2001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180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1" name="Freeform 149"/>
              <p:cNvSpPr>
                <a:spLocks/>
              </p:cNvSpPr>
              <p:nvPr/>
            </p:nvSpPr>
            <p:spPr bwMode="auto">
              <a:xfrm>
                <a:off x="1866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2" name="Oval 150"/>
              <p:cNvSpPr>
                <a:spLocks noChangeArrowheads="1"/>
              </p:cNvSpPr>
              <p:nvPr/>
            </p:nvSpPr>
            <p:spPr bwMode="auto">
              <a:xfrm rot="-5400000">
                <a:off x="1937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2555" name="Freeform 151"/>
            <p:cNvSpPr>
              <a:spLocks/>
            </p:cNvSpPr>
            <p:nvPr/>
          </p:nvSpPr>
          <p:spPr bwMode="auto">
            <a:xfrm>
              <a:off x="3425" y="3317"/>
              <a:ext cx="1412" cy="480"/>
            </a:xfrm>
            <a:custGeom>
              <a:avLst/>
              <a:gdLst>
                <a:gd name="T0" fmla="*/ 1275 w 1412"/>
                <a:gd name="T1" fmla="*/ 0 h 480"/>
                <a:gd name="T2" fmla="*/ 1412 w 1412"/>
                <a:gd name="T3" fmla="*/ 14 h 480"/>
                <a:gd name="T4" fmla="*/ 1385 w 1412"/>
                <a:gd name="T5" fmla="*/ 329 h 480"/>
                <a:gd name="T6" fmla="*/ 1371 w 1412"/>
                <a:gd name="T7" fmla="*/ 425 h 480"/>
                <a:gd name="T8" fmla="*/ 1261 w 1412"/>
                <a:gd name="T9" fmla="*/ 480 h 480"/>
                <a:gd name="T10" fmla="*/ 13 w 1412"/>
                <a:gd name="T11" fmla="*/ 480 h 480"/>
                <a:gd name="T12" fmla="*/ 0 w 1412"/>
                <a:gd name="T13" fmla="*/ 247 h 480"/>
                <a:gd name="T14" fmla="*/ 0 w 1412"/>
                <a:gd name="T15" fmla="*/ 0 h 480"/>
                <a:gd name="T16" fmla="*/ 151 w 1412"/>
                <a:gd name="T17" fmla="*/ 0 h 480"/>
                <a:gd name="T18" fmla="*/ 274 w 1412"/>
                <a:gd name="T19" fmla="*/ 178 h 480"/>
                <a:gd name="T20" fmla="*/ 397 w 1412"/>
                <a:gd name="T21" fmla="*/ 343 h 480"/>
                <a:gd name="T22" fmla="*/ 932 w 1412"/>
                <a:gd name="T23" fmla="*/ 343 h 480"/>
                <a:gd name="T24" fmla="*/ 1275 w 1412"/>
                <a:gd name="T25" fmla="*/ 0 h 4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12" h="480">
                  <a:moveTo>
                    <a:pt x="1275" y="0"/>
                  </a:moveTo>
                  <a:lnTo>
                    <a:pt x="1412" y="14"/>
                  </a:lnTo>
                  <a:lnTo>
                    <a:pt x="1385" y="329"/>
                  </a:lnTo>
                  <a:lnTo>
                    <a:pt x="1371" y="425"/>
                  </a:lnTo>
                  <a:lnTo>
                    <a:pt x="1261" y="480"/>
                  </a:lnTo>
                  <a:lnTo>
                    <a:pt x="13" y="480"/>
                  </a:lnTo>
                  <a:lnTo>
                    <a:pt x="0" y="247"/>
                  </a:lnTo>
                  <a:lnTo>
                    <a:pt x="0" y="0"/>
                  </a:lnTo>
                  <a:lnTo>
                    <a:pt x="151" y="0"/>
                  </a:lnTo>
                  <a:lnTo>
                    <a:pt x="274" y="178"/>
                  </a:lnTo>
                  <a:lnTo>
                    <a:pt x="397" y="343"/>
                  </a:lnTo>
                  <a:lnTo>
                    <a:pt x="932" y="343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56" name="Freeform 152"/>
            <p:cNvSpPr>
              <a:spLocks/>
            </p:cNvSpPr>
            <p:nvPr/>
          </p:nvSpPr>
          <p:spPr bwMode="auto">
            <a:xfrm>
              <a:off x="4137" y="2649"/>
              <a:ext cx="1" cy="1335"/>
            </a:xfrm>
            <a:custGeom>
              <a:avLst/>
              <a:gdLst>
                <a:gd name="T0" fmla="*/ 0 w 1"/>
                <a:gd name="T1" fmla="*/ 0 h 1335"/>
                <a:gd name="T2" fmla="*/ 0 w 1"/>
                <a:gd name="T3" fmla="*/ 1335 h 13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35">
                  <a:moveTo>
                    <a:pt x="0" y="0"/>
                  </a:moveTo>
                  <a:lnTo>
                    <a:pt x="0" y="1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7" name="Line 153"/>
            <p:cNvSpPr>
              <a:spLocks noChangeShapeType="1"/>
            </p:cNvSpPr>
            <p:nvPr/>
          </p:nvSpPr>
          <p:spPr bwMode="auto">
            <a:xfrm>
              <a:off x="4357" y="365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8" name="Freeform 154"/>
            <p:cNvSpPr>
              <a:spLocks/>
            </p:cNvSpPr>
            <p:nvPr/>
          </p:nvSpPr>
          <p:spPr bwMode="auto">
            <a:xfrm>
              <a:off x="3923" y="3642"/>
              <a:ext cx="2" cy="97"/>
            </a:xfrm>
            <a:custGeom>
              <a:avLst/>
              <a:gdLst>
                <a:gd name="T0" fmla="*/ 2 w 2"/>
                <a:gd name="T1" fmla="*/ 0 h 97"/>
                <a:gd name="T2" fmla="*/ 0 w 2"/>
                <a:gd name="T3" fmla="*/ 97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97">
                  <a:moveTo>
                    <a:pt x="2" y="0"/>
                  </a:moveTo>
                  <a:lnTo>
                    <a:pt x="0" y="9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9" name="Freeform 155"/>
            <p:cNvSpPr>
              <a:spLocks/>
            </p:cNvSpPr>
            <p:nvPr/>
          </p:nvSpPr>
          <p:spPr bwMode="auto">
            <a:xfrm>
              <a:off x="3724" y="3317"/>
              <a:ext cx="68" cy="66"/>
            </a:xfrm>
            <a:custGeom>
              <a:avLst/>
              <a:gdLst>
                <a:gd name="T0" fmla="*/ 0 w 68"/>
                <a:gd name="T1" fmla="*/ 66 h 66"/>
                <a:gd name="T2" fmla="*/ 68 w 68"/>
                <a:gd name="T3" fmla="*/ 0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66">
                  <a:moveTo>
                    <a:pt x="0" y="66"/>
                  </a:moveTo>
                  <a:lnTo>
                    <a:pt x="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0" name="Freeform 156"/>
            <p:cNvSpPr>
              <a:spLocks/>
            </p:cNvSpPr>
            <p:nvPr/>
          </p:nvSpPr>
          <p:spPr bwMode="auto">
            <a:xfrm>
              <a:off x="4025" y="3535"/>
              <a:ext cx="1" cy="204"/>
            </a:xfrm>
            <a:custGeom>
              <a:avLst/>
              <a:gdLst>
                <a:gd name="T0" fmla="*/ 0 w 1"/>
                <a:gd name="T1" fmla="*/ 0 h 204"/>
                <a:gd name="T2" fmla="*/ 0 w 1"/>
                <a:gd name="T3" fmla="*/ 204 h 20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4">
                  <a:moveTo>
                    <a:pt x="0" y="0"/>
                  </a:moveTo>
                  <a:lnTo>
                    <a:pt x="0" y="20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1" name="Freeform 157"/>
            <p:cNvSpPr>
              <a:spLocks/>
            </p:cNvSpPr>
            <p:nvPr/>
          </p:nvSpPr>
          <p:spPr bwMode="auto">
            <a:xfrm>
              <a:off x="4250" y="3419"/>
              <a:ext cx="313" cy="312"/>
            </a:xfrm>
            <a:custGeom>
              <a:avLst/>
              <a:gdLst>
                <a:gd name="T0" fmla="*/ 0 w 313"/>
                <a:gd name="T1" fmla="*/ 312 h 312"/>
                <a:gd name="T2" fmla="*/ 313 w 313"/>
                <a:gd name="T3" fmla="*/ 0 h 3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3" h="312">
                  <a:moveTo>
                    <a:pt x="0" y="312"/>
                  </a:moveTo>
                  <a:lnTo>
                    <a:pt x="3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2" name="Freeform 158"/>
            <p:cNvSpPr>
              <a:spLocks/>
            </p:cNvSpPr>
            <p:nvPr/>
          </p:nvSpPr>
          <p:spPr bwMode="auto">
            <a:xfrm>
              <a:off x="4250" y="3535"/>
              <a:ext cx="1" cy="211"/>
            </a:xfrm>
            <a:custGeom>
              <a:avLst/>
              <a:gdLst>
                <a:gd name="T0" fmla="*/ 0 w 1"/>
                <a:gd name="T1" fmla="*/ 0 h 211"/>
                <a:gd name="T2" fmla="*/ 1 w 1"/>
                <a:gd name="T3" fmla="*/ 211 h 2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1">
                  <a:moveTo>
                    <a:pt x="0" y="0"/>
                  </a:moveTo>
                  <a:lnTo>
                    <a:pt x="1" y="21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3" name="Freeform 159"/>
            <p:cNvSpPr>
              <a:spLocks/>
            </p:cNvSpPr>
            <p:nvPr/>
          </p:nvSpPr>
          <p:spPr bwMode="auto">
            <a:xfrm>
              <a:off x="3914" y="3731"/>
              <a:ext cx="455" cy="2"/>
            </a:xfrm>
            <a:custGeom>
              <a:avLst/>
              <a:gdLst>
                <a:gd name="T0" fmla="*/ 0 w 455"/>
                <a:gd name="T1" fmla="*/ 2 h 2"/>
                <a:gd name="T2" fmla="*/ 455 w 45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5" h="2">
                  <a:moveTo>
                    <a:pt x="0" y="2"/>
                  </a:moveTo>
                  <a:lnTo>
                    <a:pt x="45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4" name="Freeform 160"/>
            <p:cNvSpPr>
              <a:spLocks/>
            </p:cNvSpPr>
            <p:nvPr/>
          </p:nvSpPr>
          <p:spPr bwMode="auto">
            <a:xfrm>
              <a:off x="3754" y="3375"/>
              <a:ext cx="118" cy="113"/>
            </a:xfrm>
            <a:custGeom>
              <a:avLst/>
              <a:gdLst>
                <a:gd name="T0" fmla="*/ 0 w 118"/>
                <a:gd name="T1" fmla="*/ 113 h 113"/>
                <a:gd name="T2" fmla="*/ 118 w 118"/>
                <a:gd name="T3" fmla="*/ 0 h 1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8" h="113">
                  <a:moveTo>
                    <a:pt x="0" y="113"/>
                  </a:moveTo>
                  <a:lnTo>
                    <a:pt x="11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5" name="Freeform 161"/>
            <p:cNvSpPr>
              <a:spLocks/>
            </p:cNvSpPr>
            <p:nvPr/>
          </p:nvSpPr>
          <p:spPr bwMode="auto">
            <a:xfrm>
              <a:off x="3814" y="3462"/>
              <a:ext cx="109" cy="109"/>
            </a:xfrm>
            <a:custGeom>
              <a:avLst/>
              <a:gdLst>
                <a:gd name="T0" fmla="*/ 0 w 109"/>
                <a:gd name="T1" fmla="*/ 109 h 109"/>
                <a:gd name="T2" fmla="*/ 109 w 109"/>
                <a:gd name="T3" fmla="*/ 0 h 1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9" h="109">
                  <a:moveTo>
                    <a:pt x="0" y="109"/>
                  </a:moveTo>
                  <a:lnTo>
                    <a:pt x="10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6" name="Freeform 162"/>
            <p:cNvSpPr>
              <a:spLocks/>
            </p:cNvSpPr>
            <p:nvPr/>
          </p:nvSpPr>
          <p:spPr bwMode="auto">
            <a:xfrm>
              <a:off x="3904" y="3528"/>
              <a:ext cx="92" cy="96"/>
            </a:xfrm>
            <a:custGeom>
              <a:avLst/>
              <a:gdLst>
                <a:gd name="T0" fmla="*/ 0 w 92"/>
                <a:gd name="T1" fmla="*/ 96 h 96"/>
                <a:gd name="T2" fmla="*/ 92 w 92"/>
                <a:gd name="T3" fmla="*/ 0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" h="96">
                  <a:moveTo>
                    <a:pt x="0" y="96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7" name="Freeform 163"/>
            <p:cNvSpPr>
              <a:spLocks/>
            </p:cNvSpPr>
            <p:nvPr/>
          </p:nvSpPr>
          <p:spPr bwMode="auto">
            <a:xfrm>
              <a:off x="3930" y="3644"/>
              <a:ext cx="92" cy="87"/>
            </a:xfrm>
            <a:custGeom>
              <a:avLst/>
              <a:gdLst>
                <a:gd name="T0" fmla="*/ 0 w 92"/>
                <a:gd name="T1" fmla="*/ 87 h 87"/>
                <a:gd name="T2" fmla="*/ 92 w 92"/>
                <a:gd name="T3" fmla="*/ 0 h 8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" h="87">
                  <a:moveTo>
                    <a:pt x="0" y="87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Freeform 164"/>
            <p:cNvSpPr>
              <a:spLocks/>
            </p:cNvSpPr>
            <p:nvPr/>
          </p:nvSpPr>
          <p:spPr bwMode="auto">
            <a:xfrm>
              <a:off x="4250" y="3302"/>
              <a:ext cx="284" cy="284"/>
            </a:xfrm>
            <a:custGeom>
              <a:avLst/>
              <a:gdLst>
                <a:gd name="T0" fmla="*/ 0 w 284"/>
                <a:gd name="T1" fmla="*/ 284 h 284"/>
                <a:gd name="T2" fmla="*/ 284 w 284"/>
                <a:gd name="T3" fmla="*/ 0 h 2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4" h="284">
                  <a:moveTo>
                    <a:pt x="0" y="284"/>
                  </a:moveTo>
                  <a:lnTo>
                    <a:pt x="28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9" name="Arc 165"/>
            <p:cNvSpPr>
              <a:spLocks/>
            </p:cNvSpPr>
            <p:nvPr/>
          </p:nvSpPr>
          <p:spPr bwMode="auto">
            <a:xfrm flipV="1">
              <a:off x="4136" y="3309"/>
              <a:ext cx="443" cy="333"/>
            </a:xfrm>
            <a:custGeom>
              <a:avLst/>
              <a:gdLst>
                <a:gd name="T0" fmla="*/ 0 w 21600"/>
                <a:gd name="T1" fmla="*/ 0 h 18867"/>
                <a:gd name="T2" fmla="*/ 0 w 21600"/>
                <a:gd name="T3" fmla="*/ 0 h 18867"/>
                <a:gd name="T4" fmla="*/ 0 w 21600"/>
                <a:gd name="T5" fmla="*/ 0 h 188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lnTo>
                    <a:pt x="1051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206" name="Text Box 166"/>
          <p:cNvSpPr txBox="1">
            <a:spLocks noChangeArrowheads="1"/>
          </p:cNvSpPr>
          <p:nvPr/>
        </p:nvSpPr>
        <p:spPr bwMode="auto">
          <a:xfrm>
            <a:off x="1616075" y="3683000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宋体" pitchFamily="2" charset="-122"/>
              </a:rPr>
              <a:t>B</a:t>
            </a:r>
            <a:r>
              <a:rPr lang="zh-CN" altLang="en-US" sz="2400"/>
              <a:t>－</a:t>
            </a:r>
            <a:r>
              <a:rPr lang="en-US" altLang="zh-CN" sz="2400" i="1">
                <a:latin typeface="宋体" pitchFamily="2" charset="-122"/>
              </a:rPr>
              <a:t>B</a:t>
            </a:r>
            <a:endParaRPr lang="en-US" altLang="zh-CN" sz="2400"/>
          </a:p>
        </p:txBody>
      </p:sp>
      <p:pic>
        <p:nvPicPr>
          <p:cNvPr id="215207" name="Picture 167" descr="书6-1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1" t="10529" r="16786" b="12634"/>
          <a:stretch>
            <a:fillRect/>
          </a:stretch>
        </p:blipFill>
        <p:spPr bwMode="auto">
          <a:xfrm>
            <a:off x="5010150" y="2762250"/>
            <a:ext cx="3819525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21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autoUpdateAnimBg="0"/>
      <p:bldP spid="215043" grpId="0" autoUpdateAnimBg="0"/>
      <p:bldP spid="21520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AD2AB435-12AD-4E78-8998-7C9FC0AA0097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21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3555" name="Line 2"/>
          <p:cNvSpPr>
            <a:spLocks noChangeShapeType="1"/>
          </p:cNvSpPr>
          <p:nvPr/>
        </p:nvSpPr>
        <p:spPr bwMode="auto">
          <a:xfrm>
            <a:off x="3271838" y="1068388"/>
            <a:ext cx="0" cy="515937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163" name="Group 3"/>
          <p:cNvGrpSpPr>
            <a:grpSpLocks/>
          </p:cNvGrpSpPr>
          <p:nvPr/>
        </p:nvGrpSpPr>
        <p:grpSpPr bwMode="auto">
          <a:xfrm>
            <a:off x="1014413" y="3219450"/>
            <a:ext cx="301625" cy="309563"/>
            <a:chOff x="605" y="2076"/>
            <a:chExt cx="190" cy="195"/>
          </a:xfrm>
        </p:grpSpPr>
        <p:sp>
          <p:nvSpPr>
            <p:cNvPr id="23696" name="Line 4"/>
            <p:cNvSpPr>
              <a:spLocks noChangeShapeType="1"/>
            </p:cNvSpPr>
            <p:nvPr/>
          </p:nvSpPr>
          <p:spPr bwMode="auto">
            <a:xfrm flipV="1">
              <a:off x="795" y="2076"/>
              <a:ext cx="0" cy="1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97" name="Line 5"/>
            <p:cNvSpPr>
              <a:spLocks noChangeShapeType="1"/>
            </p:cNvSpPr>
            <p:nvPr/>
          </p:nvSpPr>
          <p:spPr bwMode="auto">
            <a:xfrm flipV="1">
              <a:off x="605" y="2076"/>
              <a:ext cx="0" cy="1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557" name="Line 6"/>
          <p:cNvSpPr>
            <a:spLocks noChangeShapeType="1"/>
          </p:cNvSpPr>
          <p:nvPr/>
        </p:nvSpPr>
        <p:spPr bwMode="auto">
          <a:xfrm>
            <a:off x="1012825" y="3232150"/>
            <a:ext cx="0" cy="307975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558" name="Line 7"/>
          <p:cNvSpPr>
            <a:spLocks noChangeShapeType="1"/>
          </p:cNvSpPr>
          <p:nvPr/>
        </p:nvSpPr>
        <p:spPr bwMode="auto">
          <a:xfrm>
            <a:off x="1312863" y="3236913"/>
            <a:ext cx="0" cy="32385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20168" name="Group 8"/>
          <p:cNvGrpSpPr>
            <a:grpSpLocks/>
          </p:cNvGrpSpPr>
          <p:nvPr/>
        </p:nvGrpSpPr>
        <p:grpSpPr bwMode="auto">
          <a:xfrm>
            <a:off x="1581150" y="1189038"/>
            <a:ext cx="230188" cy="309562"/>
            <a:chOff x="962" y="797"/>
            <a:chExt cx="148" cy="202"/>
          </a:xfrm>
        </p:grpSpPr>
        <p:sp>
          <p:nvSpPr>
            <p:cNvPr id="23694" name="Line 9"/>
            <p:cNvSpPr>
              <a:spLocks noChangeShapeType="1"/>
            </p:cNvSpPr>
            <p:nvPr/>
          </p:nvSpPr>
          <p:spPr bwMode="auto">
            <a:xfrm>
              <a:off x="962" y="797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95" name="Line 10"/>
            <p:cNvSpPr>
              <a:spLocks noChangeShapeType="1"/>
            </p:cNvSpPr>
            <p:nvPr/>
          </p:nvSpPr>
          <p:spPr bwMode="auto">
            <a:xfrm>
              <a:off x="1110" y="797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0171" name="Group 11"/>
          <p:cNvGrpSpPr>
            <a:grpSpLocks/>
          </p:cNvGrpSpPr>
          <p:nvPr/>
        </p:nvGrpSpPr>
        <p:grpSpPr bwMode="auto">
          <a:xfrm>
            <a:off x="1449388" y="1190625"/>
            <a:ext cx="520700" cy="307975"/>
            <a:chOff x="879" y="798"/>
            <a:chExt cx="328" cy="194"/>
          </a:xfrm>
        </p:grpSpPr>
        <p:sp>
          <p:nvSpPr>
            <p:cNvPr id="23690" name="Line 12"/>
            <p:cNvSpPr>
              <a:spLocks noChangeShapeType="1"/>
            </p:cNvSpPr>
            <p:nvPr/>
          </p:nvSpPr>
          <p:spPr bwMode="auto">
            <a:xfrm flipV="1">
              <a:off x="886" y="798"/>
              <a:ext cx="76" cy="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91" name="Line 13"/>
            <p:cNvSpPr>
              <a:spLocks noChangeShapeType="1"/>
            </p:cNvSpPr>
            <p:nvPr/>
          </p:nvSpPr>
          <p:spPr bwMode="auto">
            <a:xfrm flipV="1">
              <a:off x="879" y="919"/>
              <a:ext cx="73" cy="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92" name="Line 14"/>
            <p:cNvSpPr>
              <a:spLocks noChangeShapeType="1"/>
            </p:cNvSpPr>
            <p:nvPr/>
          </p:nvSpPr>
          <p:spPr bwMode="auto">
            <a:xfrm flipV="1">
              <a:off x="1111" y="809"/>
              <a:ext cx="89" cy="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93" name="Line 15"/>
            <p:cNvSpPr>
              <a:spLocks noChangeShapeType="1"/>
            </p:cNvSpPr>
            <p:nvPr/>
          </p:nvSpPr>
          <p:spPr bwMode="auto">
            <a:xfrm flipV="1">
              <a:off x="1134" y="917"/>
              <a:ext cx="73" cy="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0176" name="Group 16"/>
          <p:cNvGrpSpPr>
            <a:grpSpLocks/>
          </p:cNvGrpSpPr>
          <p:nvPr/>
        </p:nvGrpSpPr>
        <p:grpSpPr bwMode="auto">
          <a:xfrm>
            <a:off x="901700" y="3225800"/>
            <a:ext cx="679450" cy="314325"/>
            <a:chOff x="534" y="2080"/>
            <a:chExt cx="428" cy="198"/>
          </a:xfrm>
        </p:grpSpPr>
        <p:sp>
          <p:nvSpPr>
            <p:cNvPr id="23686" name="Line 17"/>
            <p:cNvSpPr>
              <a:spLocks noChangeShapeType="1"/>
            </p:cNvSpPr>
            <p:nvPr/>
          </p:nvSpPr>
          <p:spPr bwMode="auto">
            <a:xfrm flipV="1">
              <a:off x="534" y="2101"/>
              <a:ext cx="71" cy="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87" name="Line 18"/>
            <p:cNvSpPr>
              <a:spLocks noChangeShapeType="1"/>
            </p:cNvSpPr>
            <p:nvPr/>
          </p:nvSpPr>
          <p:spPr bwMode="auto">
            <a:xfrm flipV="1">
              <a:off x="539" y="2205"/>
              <a:ext cx="66" cy="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88" name="Line 19"/>
            <p:cNvSpPr>
              <a:spLocks noChangeShapeType="1"/>
            </p:cNvSpPr>
            <p:nvPr/>
          </p:nvSpPr>
          <p:spPr bwMode="auto">
            <a:xfrm flipV="1">
              <a:off x="816" y="2132"/>
              <a:ext cx="146" cy="1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89" name="Freeform 20"/>
            <p:cNvSpPr>
              <a:spLocks/>
            </p:cNvSpPr>
            <p:nvPr/>
          </p:nvSpPr>
          <p:spPr bwMode="auto">
            <a:xfrm>
              <a:off x="793" y="2080"/>
              <a:ext cx="94" cy="95"/>
            </a:xfrm>
            <a:custGeom>
              <a:avLst/>
              <a:gdLst>
                <a:gd name="T0" fmla="*/ 0 w 94"/>
                <a:gd name="T1" fmla="*/ 95 h 95"/>
                <a:gd name="T2" fmla="*/ 94 w 94"/>
                <a:gd name="T3" fmla="*/ 0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95">
                  <a:moveTo>
                    <a:pt x="0" y="95"/>
                  </a:moveTo>
                  <a:lnTo>
                    <a:pt x="94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20181" name="Text Box 21"/>
          <p:cNvSpPr txBox="1">
            <a:spLocks noChangeArrowheads="1"/>
          </p:cNvSpPr>
          <p:nvPr/>
        </p:nvSpPr>
        <p:spPr bwMode="auto">
          <a:xfrm>
            <a:off x="333375" y="177800"/>
            <a:ext cx="4251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3600">
                <a:latin typeface="黑体" pitchFamily="2" charset="-122"/>
                <a:ea typeface="黑体" pitchFamily="2" charset="-122"/>
              </a:rPr>
              <a:t>局部剖视</a:t>
            </a:r>
          </a:p>
        </p:txBody>
      </p:sp>
      <p:sp>
        <p:nvSpPr>
          <p:cNvPr id="220182" name="Text Box 22"/>
          <p:cNvSpPr txBox="1">
            <a:spLocks noChangeArrowheads="1"/>
          </p:cNvSpPr>
          <p:nvPr/>
        </p:nvSpPr>
        <p:spPr bwMode="auto">
          <a:xfrm>
            <a:off x="4230688" y="1671638"/>
            <a:ext cx="4000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ea typeface="黑体" pitchFamily="2" charset="-122"/>
              </a:rPr>
              <a:t>用剖切平面局部地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ea typeface="黑体" pitchFamily="2" charset="-122"/>
              </a:rPr>
              <a:t>剖开物体所得的剖视图。</a:t>
            </a:r>
            <a:endParaRPr lang="zh-CN" altLang="en-US" sz="2400" b="0">
              <a:solidFill>
                <a:srgbClr val="000000"/>
              </a:solidFill>
              <a:ea typeface="黑体" pitchFamily="2" charset="-122"/>
            </a:endParaRPr>
          </a:p>
        </p:txBody>
      </p:sp>
      <p:sp>
        <p:nvSpPr>
          <p:cNvPr id="220183" name="Freeform 23"/>
          <p:cNvSpPr>
            <a:spLocks/>
          </p:cNvSpPr>
          <p:nvPr/>
        </p:nvSpPr>
        <p:spPr bwMode="auto">
          <a:xfrm>
            <a:off x="1931988" y="1181100"/>
            <a:ext cx="44450" cy="323850"/>
          </a:xfrm>
          <a:custGeom>
            <a:avLst/>
            <a:gdLst>
              <a:gd name="T0" fmla="*/ 2147483647 w 28"/>
              <a:gd name="T1" fmla="*/ 0 h 204"/>
              <a:gd name="T2" fmla="*/ 2147483647 w 28"/>
              <a:gd name="T3" fmla="*/ 2147483647 h 204"/>
              <a:gd name="T4" fmla="*/ 2147483647 w 28"/>
              <a:gd name="T5" fmla="*/ 2147483647 h 204"/>
              <a:gd name="T6" fmla="*/ 2147483647 w 28"/>
              <a:gd name="T7" fmla="*/ 2147483647 h 2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" h="204">
                <a:moveTo>
                  <a:pt x="17" y="0"/>
                </a:moveTo>
                <a:cubicBezTo>
                  <a:pt x="16" y="11"/>
                  <a:pt x="0" y="42"/>
                  <a:pt x="2" y="66"/>
                </a:cubicBezTo>
                <a:cubicBezTo>
                  <a:pt x="4" y="90"/>
                  <a:pt x="26" y="121"/>
                  <a:pt x="27" y="144"/>
                </a:cubicBezTo>
                <a:cubicBezTo>
                  <a:pt x="28" y="167"/>
                  <a:pt x="14" y="192"/>
                  <a:pt x="10" y="20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184" name="Freeform 24"/>
          <p:cNvSpPr>
            <a:spLocks/>
          </p:cNvSpPr>
          <p:nvPr/>
        </p:nvSpPr>
        <p:spPr bwMode="auto">
          <a:xfrm>
            <a:off x="1543050" y="3236913"/>
            <a:ext cx="57150" cy="301625"/>
          </a:xfrm>
          <a:custGeom>
            <a:avLst/>
            <a:gdLst>
              <a:gd name="T0" fmla="*/ 2147483647 w 36"/>
              <a:gd name="T1" fmla="*/ 0 h 190"/>
              <a:gd name="T2" fmla="*/ 2147483647 w 36"/>
              <a:gd name="T3" fmla="*/ 2147483647 h 190"/>
              <a:gd name="T4" fmla="*/ 2147483647 w 36"/>
              <a:gd name="T5" fmla="*/ 2147483647 h 190"/>
              <a:gd name="T6" fmla="*/ 0 w 36"/>
              <a:gd name="T7" fmla="*/ 2147483647 h 1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" h="190">
                <a:moveTo>
                  <a:pt x="36" y="0"/>
                </a:moveTo>
                <a:cubicBezTo>
                  <a:pt x="31" y="11"/>
                  <a:pt x="8" y="45"/>
                  <a:pt x="7" y="66"/>
                </a:cubicBezTo>
                <a:cubicBezTo>
                  <a:pt x="6" y="87"/>
                  <a:pt x="30" y="103"/>
                  <a:pt x="29" y="124"/>
                </a:cubicBezTo>
                <a:cubicBezTo>
                  <a:pt x="28" y="145"/>
                  <a:pt x="6" y="176"/>
                  <a:pt x="0" y="19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566" name="Group 25"/>
          <p:cNvGrpSpPr>
            <a:grpSpLocks/>
          </p:cNvGrpSpPr>
          <p:nvPr/>
        </p:nvGrpSpPr>
        <p:grpSpPr bwMode="auto">
          <a:xfrm>
            <a:off x="1549400" y="1752600"/>
            <a:ext cx="1828800" cy="3175"/>
            <a:chOff x="942" y="1152"/>
            <a:chExt cx="1152" cy="2"/>
          </a:xfrm>
        </p:grpSpPr>
        <p:sp>
          <p:nvSpPr>
            <p:cNvPr id="23684" name="Line 26"/>
            <p:cNvSpPr>
              <a:spLocks noChangeShapeType="1"/>
            </p:cNvSpPr>
            <p:nvPr/>
          </p:nvSpPr>
          <p:spPr bwMode="auto">
            <a:xfrm>
              <a:off x="942" y="115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85" name="Line 27"/>
            <p:cNvSpPr>
              <a:spLocks noChangeShapeType="1"/>
            </p:cNvSpPr>
            <p:nvPr/>
          </p:nvSpPr>
          <p:spPr bwMode="auto">
            <a:xfrm>
              <a:off x="1964" y="1154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7" name="Group 28"/>
          <p:cNvGrpSpPr>
            <a:grpSpLocks/>
          </p:cNvGrpSpPr>
          <p:nvPr/>
        </p:nvGrpSpPr>
        <p:grpSpPr bwMode="auto">
          <a:xfrm>
            <a:off x="1220788" y="1524000"/>
            <a:ext cx="2473325" cy="457200"/>
            <a:chOff x="746" y="1008"/>
            <a:chExt cx="1558" cy="288"/>
          </a:xfrm>
        </p:grpSpPr>
        <p:sp>
          <p:nvSpPr>
            <p:cNvPr id="23682" name="Text Box 29"/>
            <p:cNvSpPr txBox="1">
              <a:spLocks noChangeArrowheads="1"/>
            </p:cNvSpPr>
            <p:nvPr/>
          </p:nvSpPr>
          <p:spPr bwMode="auto">
            <a:xfrm>
              <a:off x="746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B</a:t>
              </a:r>
              <a:endParaRPr lang="en-US" altLang="zh-CN" sz="2400"/>
            </a:p>
          </p:txBody>
        </p:sp>
        <p:sp>
          <p:nvSpPr>
            <p:cNvPr id="23683" name="Text Box 30"/>
            <p:cNvSpPr txBox="1">
              <a:spLocks noChangeArrowheads="1"/>
            </p:cNvSpPr>
            <p:nvPr/>
          </p:nvSpPr>
          <p:spPr bwMode="auto">
            <a:xfrm>
              <a:off x="2090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B</a:t>
              </a:r>
            </a:p>
          </p:txBody>
        </p:sp>
      </p:grpSp>
      <p:grpSp>
        <p:nvGrpSpPr>
          <p:cNvPr id="23568" name="Group 31"/>
          <p:cNvGrpSpPr>
            <a:grpSpLocks/>
          </p:cNvGrpSpPr>
          <p:nvPr/>
        </p:nvGrpSpPr>
        <p:grpSpPr bwMode="auto">
          <a:xfrm>
            <a:off x="1549400" y="1747838"/>
            <a:ext cx="1817688" cy="231775"/>
            <a:chOff x="942" y="1149"/>
            <a:chExt cx="1145" cy="146"/>
          </a:xfrm>
        </p:grpSpPr>
        <p:sp>
          <p:nvSpPr>
            <p:cNvPr id="23680" name="Line 32"/>
            <p:cNvSpPr>
              <a:spLocks noChangeShapeType="1"/>
            </p:cNvSpPr>
            <p:nvPr/>
          </p:nvSpPr>
          <p:spPr bwMode="auto">
            <a:xfrm>
              <a:off x="942" y="1149"/>
              <a:ext cx="0" cy="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681" name="Line 33"/>
            <p:cNvSpPr>
              <a:spLocks noChangeShapeType="1"/>
            </p:cNvSpPr>
            <p:nvPr/>
          </p:nvSpPr>
          <p:spPr bwMode="auto">
            <a:xfrm>
              <a:off x="2087" y="1156"/>
              <a:ext cx="0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3569" name="Group 34"/>
          <p:cNvGrpSpPr>
            <a:grpSpLocks/>
          </p:cNvGrpSpPr>
          <p:nvPr/>
        </p:nvGrpSpPr>
        <p:grpSpPr bwMode="auto">
          <a:xfrm>
            <a:off x="263525" y="684213"/>
            <a:ext cx="4422775" cy="4592637"/>
            <a:chOff x="132" y="479"/>
            <a:chExt cx="2786" cy="2893"/>
          </a:xfrm>
        </p:grpSpPr>
        <p:sp>
          <p:nvSpPr>
            <p:cNvPr id="23625" name="Freeform 35"/>
            <p:cNvSpPr>
              <a:spLocks/>
            </p:cNvSpPr>
            <p:nvPr/>
          </p:nvSpPr>
          <p:spPr bwMode="auto">
            <a:xfrm>
              <a:off x="1036" y="720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6" name="Line 36"/>
            <p:cNvSpPr>
              <a:spLocks noChangeShapeType="1"/>
            </p:cNvSpPr>
            <p:nvPr/>
          </p:nvSpPr>
          <p:spPr bwMode="auto">
            <a:xfrm>
              <a:off x="1113" y="786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3627" name="Group 37"/>
            <p:cNvGrpSpPr>
              <a:grpSpLocks/>
            </p:cNvGrpSpPr>
            <p:nvPr/>
          </p:nvGrpSpPr>
          <p:grpSpPr bwMode="auto">
            <a:xfrm>
              <a:off x="132" y="3081"/>
              <a:ext cx="2786" cy="291"/>
              <a:chOff x="132" y="3081"/>
              <a:chExt cx="2786" cy="291"/>
            </a:xfrm>
          </p:grpSpPr>
          <p:sp>
            <p:nvSpPr>
              <p:cNvPr id="23674" name="Line 38"/>
              <p:cNvSpPr>
                <a:spLocks noChangeShapeType="1"/>
              </p:cNvSpPr>
              <p:nvPr/>
            </p:nvSpPr>
            <p:spPr bwMode="auto">
              <a:xfrm>
                <a:off x="2603" y="3251"/>
                <a:ext cx="1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675" name="Line 39"/>
              <p:cNvSpPr>
                <a:spLocks noChangeShapeType="1"/>
              </p:cNvSpPr>
              <p:nvPr/>
            </p:nvSpPr>
            <p:spPr bwMode="auto">
              <a:xfrm>
                <a:off x="322" y="3252"/>
                <a:ext cx="1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676" name="Line 40"/>
              <p:cNvSpPr>
                <a:spLocks noChangeShapeType="1"/>
              </p:cNvSpPr>
              <p:nvPr/>
            </p:nvSpPr>
            <p:spPr bwMode="auto">
              <a:xfrm flipV="1">
                <a:off x="2727" y="3106"/>
                <a:ext cx="0" cy="1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677" name="Line 41"/>
              <p:cNvSpPr>
                <a:spLocks noChangeShapeType="1"/>
              </p:cNvSpPr>
              <p:nvPr/>
            </p:nvSpPr>
            <p:spPr bwMode="auto">
              <a:xfrm flipV="1">
                <a:off x="327" y="3084"/>
                <a:ext cx="0" cy="1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678" name="Text Box 42"/>
              <p:cNvSpPr txBox="1">
                <a:spLocks noChangeArrowheads="1"/>
              </p:cNvSpPr>
              <p:nvPr/>
            </p:nvSpPr>
            <p:spPr bwMode="auto">
              <a:xfrm>
                <a:off x="132" y="3084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宋体" pitchFamily="2" charset="-122"/>
                  </a:rPr>
                  <a:t>A</a:t>
                </a:r>
                <a:endParaRPr lang="en-US" altLang="zh-CN" sz="2400"/>
              </a:p>
            </p:txBody>
          </p:sp>
          <p:sp>
            <p:nvSpPr>
              <p:cNvPr id="23679" name="Text Box 43"/>
              <p:cNvSpPr txBox="1">
                <a:spLocks noChangeArrowheads="1"/>
              </p:cNvSpPr>
              <p:nvPr/>
            </p:nvSpPr>
            <p:spPr bwMode="auto">
              <a:xfrm>
                <a:off x="2704" y="3081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宋体" pitchFamily="2" charset="-122"/>
                  </a:rPr>
                  <a:t>A</a:t>
                </a:r>
                <a:endParaRPr lang="en-US" altLang="zh-CN" sz="2400"/>
              </a:p>
            </p:txBody>
          </p:sp>
        </p:grpSp>
        <p:sp>
          <p:nvSpPr>
            <p:cNvPr id="23628" name="Freeform 44"/>
            <p:cNvSpPr>
              <a:spLocks/>
            </p:cNvSpPr>
            <p:nvPr/>
          </p:nvSpPr>
          <p:spPr bwMode="auto">
            <a:xfrm>
              <a:off x="1530" y="721"/>
              <a:ext cx="1" cy="1665"/>
            </a:xfrm>
            <a:custGeom>
              <a:avLst/>
              <a:gdLst>
                <a:gd name="T0" fmla="*/ 0 w 1"/>
                <a:gd name="T1" fmla="*/ 0 h 1665"/>
                <a:gd name="T2" fmla="*/ 0 w 1"/>
                <a:gd name="T3" fmla="*/ 1665 h 16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65">
                  <a:moveTo>
                    <a:pt x="0" y="0"/>
                  </a:moveTo>
                  <a:lnTo>
                    <a:pt x="0" y="166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9" name="Text Box 45"/>
            <p:cNvSpPr txBox="1">
              <a:spLocks noChangeArrowheads="1"/>
            </p:cNvSpPr>
            <p:nvPr/>
          </p:nvSpPr>
          <p:spPr bwMode="auto">
            <a:xfrm>
              <a:off x="1241" y="479"/>
              <a:ext cx="5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pitchFamily="2" charset="-122"/>
                </a:rPr>
                <a:t>A</a:t>
              </a:r>
              <a:r>
                <a:rPr lang="zh-CN" altLang="en-US" sz="2400"/>
                <a:t>－</a:t>
              </a:r>
              <a:r>
                <a:rPr lang="en-US" altLang="zh-CN" sz="2400" i="1"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  <p:sp>
          <p:nvSpPr>
            <p:cNvPr id="23630" name="Line 46"/>
            <p:cNvSpPr>
              <a:spLocks noChangeShapeType="1"/>
            </p:cNvSpPr>
            <p:nvPr/>
          </p:nvSpPr>
          <p:spPr bwMode="auto">
            <a:xfrm flipV="1">
              <a:off x="1733" y="1430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1" name="Freeform 47"/>
            <p:cNvSpPr>
              <a:spLocks/>
            </p:cNvSpPr>
            <p:nvPr/>
          </p:nvSpPr>
          <p:spPr bwMode="auto">
            <a:xfrm>
              <a:off x="1728" y="1569"/>
              <a:ext cx="200" cy="197"/>
            </a:xfrm>
            <a:custGeom>
              <a:avLst/>
              <a:gdLst>
                <a:gd name="T0" fmla="*/ 0 w 200"/>
                <a:gd name="T1" fmla="*/ 197 h 197"/>
                <a:gd name="T2" fmla="*/ 200 w 200"/>
                <a:gd name="T3" fmla="*/ 0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" h="197">
                  <a:moveTo>
                    <a:pt x="0" y="197"/>
                  </a:moveTo>
                  <a:lnTo>
                    <a:pt x="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2" name="Freeform 48"/>
            <p:cNvSpPr>
              <a:spLocks/>
            </p:cNvSpPr>
            <p:nvPr/>
          </p:nvSpPr>
          <p:spPr bwMode="auto">
            <a:xfrm>
              <a:off x="1738" y="1699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3" name="Line 49"/>
            <p:cNvSpPr>
              <a:spLocks noChangeShapeType="1"/>
            </p:cNvSpPr>
            <p:nvPr/>
          </p:nvSpPr>
          <p:spPr bwMode="auto">
            <a:xfrm flipV="1">
              <a:off x="1724" y="1844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4" name="Line 50"/>
            <p:cNvSpPr>
              <a:spLocks noChangeShapeType="1"/>
            </p:cNvSpPr>
            <p:nvPr/>
          </p:nvSpPr>
          <p:spPr bwMode="auto">
            <a:xfrm flipV="1">
              <a:off x="1724" y="1991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5" name="Freeform 51"/>
            <p:cNvSpPr>
              <a:spLocks/>
            </p:cNvSpPr>
            <p:nvPr/>
          </p:nvSpPr>
          <p:spPr bwMode="auto">
            <a:xfrm>
              <a:off x="1769" y="2083"/>
              <a:ext cx="189" cy="197"/>
            </a:xfrm>
            <a:custGeom>
              <a:avLst/>
              <a:gdLst>
                <a:gd name="T0" fmla="*/ 0 w 189"/>
                <a:gd name="T1" fmla="*/ 197 h 197"/>
                <a:gd name="T2" fmla="*/ 189 w 189"/>
                <a:gd name="T3" fmla="*/ 0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9" h="197">
                  <a:moveTo>
                    <a:pt x="0" y="197"/>
                  </a:moveTo>
                  <a:lnTo>
                    <a:pt x="1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6" name="Freeform 52"/>
            <p:cNvSpPr>
              <a:spLocks/>
            </p:cNvSpPr>
            <p:nvPr/>
          </p:nvSpPr>
          <p:spPr bwMode="auto">
            <a:xfrm>
              <a:off x="1891" y="2079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7" name="Freeform 53"/>
            <p:cNvSpPr>
              <a:spLocks/>
            </p:cNvSpPr>
            <p:nvPr/>
          </p:nvSpPr>
          <p:spPr bwMode="auto">
            <a:xfrm>
              <a:off x="2017" y="2085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8" name="Freeform 54"/>
            <p:cNvSpPr>
              <a:spLocks/>
            </p:cNvSpPr>
            <p:nvPr/>
          </p:nvSpPr>
          <p:spPr bwMode="auto">
            <a:xfrm>
              <a:off x="2158" y="2076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9" name="Freeform 55"/>
            <p:cNvSpPr>
              <a:spLocks/>
            </p:cNvSpPr>
            <p:nvPr/>
          </p:nvSpPr>
          <p:spPr bwMode="auto">
            <a:xfrm>
              <a:off x="2284" y="2082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0" name="Freeform 56"/>
            <p:cNvSpPr>
              <a:spLocks/>
            </p:cNvSpPr>
            <p:nvPr/>
          </p:nvSpPr>
          <p:spPr bwMode="auto">
            <a:xfrm>
              <a:off x="2417" y="2179"/>
              <a:ext cx="98" cy="96"/>
            </a:xfrm>
            <a:custGeom>
              <a:avLst/>
              <a:gdLst>
                <a:gd name="T0" fmla="*/ 0 w 98"/>
                <a:gd name="T1" fmla="*/ 96 h 96"/>
                <a:gd name="T2" fmla="*/ 98 w 98"/>
                <a:gd name="T3" fmla="*/ 0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8" h="96">
                  <a:moveTo>
                    <a:pt x="0" y="96"/>
                  </a:moveTo>
                  <a:lnTo>
                    <a:pt x="9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1" name="Freeform 57"/>
            <p:cNvSpPr>
              <a:spLocks/>
            </p:cNvSpPr>
            <p:nvPr/>
          </p:nvSpPr>
          <p:spPr bwMode="auto">
            <a:xfrm>
              <a:off x="1801" y="1296"/>
              <a:ext cx="119" cy="119"/>
            </a:xfrm>
            <a:custGeom>
              <a:avLst/>
              <a:gdLst>
                <a:gd name="T0" fmla="*/ 0 w 119"/>
                <a:gd name="T1" fmla="*/ 119 h 119"/>
                <a:gd name="T2" fmla="*/ 119 w 119"/>
                <a:gd name="T3" fmla="*/ 0 h 1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9" h="119">
                  <a:moveTo>
                    <a:pt x="0" y="119"/>
                  </a:moveTo>
                  <a:lnTo>
                    <a:pt x="11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2" name="Freeform 58"/>
            <p:cNvSpPr>
              <a:spLocks/>
            </p:cNvSpPr>
            <p:nvPr/>
          </p:nvSpPr>
          <p:spPr bwMode="auto">
            <a:xfrm>
              <a:off x="1807" y="1152"/>
              <a:ext cx="113" cy="119"/>
            </a:xfrm>
            <a:custGeom>
              <a:avLst/>
              <a:gdLst>
                <a:gd name="T0" fmla="*/ 0 w 113"/>
                <a:gd name="T1" fmla="*/ 119 h 119"/>
                <a:gd name="T2" fmla="*/ 113 w 113"/>
                <a:gd name="T3" fmla="*/ 0 h 1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3" h="119">
                  <a:moveTo>
                    <a:pt x="0" y="119"/>
                  </a:moveTo>
                  <a:lnTo>
                    <a:pt x="1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3" name="Freeform 59"/>
            <p:cNvSpPr>
              <a:spLocks/>
            </p:cNvSpPr>
            <p:nvPr/>
          </p:nvSpPr>
          <p:spPr bwMode="auto">
            <a:xfrm>
              <a:off x="1795" y="1008"/>
              <a:ext cx="135" cy="134"/>
            </a:xfrm>
            <a:custGeom>
              <a:avLst/>
              <a:gdLst>
                <a:gd name="T0" fmla="*/ 0 w 135"/>
                <a:gd name="T1" fmla="*/ 134 h 134"/>
                <a:gd name="T2" fmla="*/ 135 w 135"/>
                <a:gd name="T3" fmla="*/ 0 h 1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5" h="134">
                  <a:moveTo>
                    <a:pt x="0" y="134"/>
                  </a:moveTo>
                  <a:lnTo>
                    <a:pt x="13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4" name="Freeform 60"/>
            <p:cNvSpPr>
              <a:spLocks/>
            </p:cNvSpPr>
            <p:nvPr/>
          </p:nvSpPr>
          <p:spPr bwMode="auto">
            <a:xfrm>
              <a:off x="1805" y="797"/>
              <a:ext cx="221" cy="221"/>
            </a:xfrm>
            <a:custGeom>
              <a:avLst/>
              <a:gdLst>
                <a:gd name="T0" fmla="*/ 0 w 221"/>
                <a:gd name="T1" fmla="*/ 221 h 221"/>
                <a:gd name="T2" fmla="*/ 221 w 221"/>
                <a:gd name="T3" fmla="*/ 0 h 2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1" h="221">
                  <a:moveTo>
                    <a:pt x="0" y="221"/>
                  </a:moveTo>
                  <a:lnTo>
                    <a:pt x="2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5" name="Freeform 61"/>
            <p:cNvSpPr>
              <a:spLocks/>
            </p:cNvSpPr>
            <p:nvPr/>
          </p:nvSpPr>
          <p:spPr bwMode="auto">
            <a:xfrm>
              <a:off x="1805" y="787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15 w 115"/>
                <a:gd name="T3" fmla="*/ 0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6" name="Line 62"/>
            <p:cNvSpPr>
              <a:spLocks noChangeShapeType="1"/>
            </p:cNvSpPr>
            <p:nvPr/>
          </p:nvSpPr>
          <p:spPr bwMode="auto">
            <a:xfrm flipV="1">
              <a:off x="1964" y="784"/>
              <a:ext cx="194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7" name="Freeform 63"/>
            <p:cNvSpPr>
              <a:spLocks/>
            </p:cNvSpPr>
            <p:nvPr/>
          </p:nvSpPr>
          <p:spPr bwMode="auto">
            <a:xfrm>
              <a:off x="2078" y="912"/>
              <a:ext cx="90" cy="77"/>
            </a:xfrm>
            <a:custGeom>
              <a:avLst/>
              <a:gdLst>
                <a:gd name="T0" fmla="*/ 0 w 90"/>
                <a:gd name="T1" fmla="*/ 77 h 77"/>
                <a:gd name="T2" fmla="*/ 90 w 90"/>
                <a:gd name="T3" fmla="*/ 0 h 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" h="77">
                  <a:moveTo>
                    <a:pt x="0" y="77"/>
                  </a:moveTo>
                  <a:lnTo>
                    <a:pt x="9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8" name="Freeform 64"/>
            <p:cNvSpPr>
              <a:spLocks/>
            </p:cNvSpPr>
            <p:nvPr/>
          </p:nvSpPr>
          <p:spPr bwMode="auto">
            <a:xfrm>
              <a:off x="698" y="2011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9" name="Freeform 65"/>
            <p:cNvSpPr>
              <a:spLocks/>
            </p:cNvSpPr>
            <p:nvPr/>
          </p:nvSpPr>
          <p:spPr bwMode="auto">
            <a:xfrm>
              <a:off x="534" y="2274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0" name="Freeform 66"/>
            <p:cNvSpPr>
              <a:spLocks/>
            </p:cNvSpPr>
            <p:nvPr/>
          </p:nvSpPr>
          <p:spPr bwMode="auto">
            <a:xfrm>
              <a:off x="541" y="2079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1" name="Freeform 67"/>
            <p:cNvSpPr>
              <a:spLocks/>
            </p:cNvSpPr>
            <p:nvPr/>
          </p:nvSpPr>
          <p:spPr bwMode="auto">
            <a:xfrm>
              <a:off x="872" y="989"/>
              <a:ext cx="437" cy="1"/>
            </a:xfrm>
            <a:custGeom>
              <a:avLst/>
              <a:gdLst>
                <a:gd name="T0" fmla="*/ 0 w 437"/>
                <a:gd name="T1" fmla="*/ 1 h 1"/>
                <a:gd name="T2" fmla="*/ 225 w 437"/>
                <a:gd name="T3" fmla="*/ 1 h 1"/>
                <a:gd name="T4" fmla="*/ 437 w 43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7" h="1">
                  <a:moveTo>
                    <a:pt x="0" y="1"/>
                  </a:moveTo>
                  <a:lnTo>
                    <a:pt x="225" y="1"/>
                  </a:lnTo>
                  <a:lnTo>
                    <a:pt x="4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2" name="Freeform 68"/>
            <p:cNvSpPr>
              <a:spLocks/>
            </p:cNvSpPr>
            <p:nvPr/>
          </p:nvSpPr>
          <p:spPr bwMode="auto">
            <a:xfrm>
              <a:off x="879" y="795"/>
              <a:ext cx="1" cy="195"/>
            </a:xfrm>
            <a:custGeom>
              <a:avLst/>
              <a:gdLst>
                <a:gd name="T0" fmla="*/ 0 w 1"/>
                <a:gd name="T1" fmla="*/ 195 h 195"/>
                <a:gd name="T2" fmla="*/ 0 w 1"/>
                <a:gd name="T3" fmla="*/ 0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95">
                  <a:moveTo>
                    <a:pt x="0" y="19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3" name="Freeform 69"/>
            <p:cNvSpPr>
              <a:spLocks/>
            </p:cNvSpPr>
            <p:nvPr/>
          </p:nvSpPr>
          <p:spPr bwMode="auto">
            <a:xfrm>
              <a:off x="879" y="791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4" name="Freeform 70"/>
            <p:cNvSpPr>
              <a:spLocks/>
            </p:cNvSpPr>
            <p:nvPr/>
          </p:nvSpPr>
          <p:spPr bwMode="auto">
            <a:xfrm>
              <a:off x="1119" y="990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5" name="Arc 71"/>
            <p:cNvSpPr>
              <a:spLocks/>
            </p:cNvSpPr>
            <p:nvPr/>
          </p:nvSpPr>
          <p:spPr bwMode="auto">
            <a:xfrm flipH="1" flipV="1">
              <a:off x="1305" y="1179"/>
              <a:ext cx="240" cy="192"/>
            </a:xfrm>
            <a:custGeom>
              <a:avLst/>
              <a:gdLst>
                <a:gd name="T0" fmla="*/ 0 w 21600"/>
                <a:gd name="T1" fmla="*/ 0 h 21558"/>
                <a:gd name="T2" fmla="*/ 0 w 21600"/>
                <a:gd name="T3" fmla="*/ 0 h 21558"/>
                <a:gd name="T4" fmla="*/ 0 w 21600"/>
                <a:gd name="T5" fmla="*/ 0 h 215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lnTo>
                    <a:pt x="134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6" name="Freeform 72"/>
            <p:cNvSpPr>
              <a:spLocks/>
            </p:cNvSpPr>
            <p:nvPr/>
          </p:nvSpPr>
          <p:spPr bwMode="auto">
            <a:xfrm>
              <a:off x="1299" y="990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7" name="Line 73"/>
            <p:cNvSpPr>
              <a:spLocks noChangeShapeType="1"/>
            </p:cNvSpPr>
            <p:nvPr/>
          </p:nvSpPr>
          <p:spPr bwMode="auto">
            <a:xfrm>
              <a:off x="537" y="208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8" name="Freeform 74"/>
            <p:cNvSpPr>
              <a:spLocks/>
            </p:cNvSpPr>
            <p:nvPr/>
          </p:nvSpPr>
          <p:spPr bwMode="auto">
            <a:xfrm>
              <a:off x="1269" y="1157"/>
              <a:ext cx="582" cy="1"/>
            </a:xfrm>
            <a:custGeom>
              <a:avLst/>
              <a:gdLst>
                <a:gd name="T0" fmla="*/ 0 w 582"/>
                <a:gd name="T1" fmla="*/ 0 h 1"/>
                <a:gd name="T2" fmla="*/ 582 w 5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2" h="1">
                  <a:moveTo>
                    <a:pt x="0" y="0"/>
                  </a:moveTo>
                  <a:lnTo>
                    <a:pt x="58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9" name="Oval 75"/>
            <p:cNvSpPr>
              <a:spLocks noChangeArrowheads="1"/>
            </p:cNvSpPr>
            <p:nvPr/>
          </p:nvSpPr>
          <p:spPr bwMode="auto">
            <a:xfrm>
              <a:off x="1413" y="1046"/>
              <a:ext cx="240" cy="22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3660" name="Freeform 76"/>
            <p:cNvSpPr>
              <a:spLocks/>
            </p:cNvSpPr>
            <p:nvPr/>
          </p:nvSpPr>
          <p:spPr bwMode="auto">
            <a:xfrm>
              <a:off x="1522" y="2274"/>
              <a:ext cx="991" cy="3"/>
            </a:xfrm>
            <a:custGeom>
              <a:avLst/>
              <a:gdLst>
                <a:gd name="T0" fmla="*/ 991 w 991"/>
                <a:gd name="T1" fmla="*/ 0 h 3"/>
                <a:gd name="T2" fmla="*/ 0 w 991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1" h="3">
                  <a:moveTo>
                    <a:pt x="991" y="0"/>
                  </a:moveTo>
                  <a:lnTo>
                    <a:pt x="0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1" name="Freeform 77"/>
            <p:cNvSpPr>
              <a:spLocks/>
            </p:cNvSpPr>
            <p:nvPr/>
          </p:nvSpPr>
          <p:spPr bwMode="auto">
            <a:xfrm>
              <a:off x="1921" y="2079"/>
              <a:ext cx="602" cy="1"/>
            </a:xfrm>
            <a:custGeom>
              <a:avLst/>
              <a:gdLst>
                <a:gd name="T0" fmla="*/ 602 w 602"/>
                <a:gd name="T1" fmla="*/ 1 h 1"/>
                <a:gd name="T2" fmla="*/ 0 w 60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2" h="1">
                  <a:moveTo>
                    <a:pt x="602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2" name="Freeform 78"/>
            <p:cNvSpPr>
              <a:spLocks/>
            </p:cNvSpPr>
            <p:nvPr/>
          </p:nvSpPr>
          <p:spPr bwMode="auto">
            <a:xfrm>
              <a:off x="1928" y="983"/>
              <a:ext cx="248" cy="6"/>
            </a:xfrm>
            <a:custGeom>
              <a:avLst/>
              <a:gdLst>
                <a:gd name="T0" fmla="*/ 248 w 248"/>
                <a:gd name="T1" fmla="*/ 6 h 6"/>
                <a:gd name="T2" fmla="*/ 0 w 248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8" h="6">
                  <a:moveTo>
                    <a:pt x="248" y="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3" name="Freeform 79"/>
            <p:cNvSpPr>
              <a:spLocks/>
            </p:cNvSpPr>
            <p:nvPr/>
          </p:nvSpPr>
          <p:spPr bwMode="auto">
            <a:xfrm>
              <a:off x="2167" y="788"/>
              <a:ext cx="1" cy="208"/>
            </a:xfrm>
            <a:custGeom>
              <a:avLst/>
              <a:gdLst>
                <a:gd name="T0" fmla="*/ 0 w 1"/>
                <a:gd name="T1" fmla="*/ 208 h 208"/>
                <a:gd name="T2" fmla="*/ 1 w 1"/>
                <a:gd name="T3" fmla="*/ 0 h 2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8">
                  <a:moveTo>
                    <a:pt x="0" y="208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4" name="Freeform 80"/>
            <p:cNvSpPr>
              <a:spLocks/>
            </p:cNvSpPr>
            <p:nvPr/>
          </p:nvSpPr>
          <p:spPr bwMode="auto">
            <a:xfrm>
              <a:off x="1515" y="795"/>
              <a:ext cx="660" cy="1"/>
            </a:xfrm>
            <a:custGeom>
              <a:avLst/>
              <a:gdLst>
                <a:gd name="T0" fmla="*/ 660 w 660"/>
                <a:gd name="T1" fmla="*/ 0 h 1"/>
                <a:gd name="T2" fmla="*/ 0 w 66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0" h="1">
                  <a:moveTo>
                    <a:pt x="66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5" name="Freeform 81"/>
            <p:cNvSpPr>
              <a:spLocks/>
            </p:cNvSpPr>
            <p:nvPr/>
          </p:nvSpPr>
          <p:spPr bwMode="auto">
            <a:xfrm>
              <a:off x="1928" y="983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6" name="Freeform 82"/>
            <p:cNvSpPr>
              <a:spLocks/>
            </p:cNvSpPr>
            <p:nvPr/>
          </p:nvSpPr>
          <p:spPr bwMode="auto">
            <a:xfrm>
              <a:off x="2513" y="207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7" name="Line 83"/>
            <p:cNvSpPr>
              <a:spLocks noChangeShapeType="1"/>
            </p:cNvSpPr>
            <p:nvPr/>
          </p:nvSpPr>
          <p:spPr bwMode="auto">
            <a:xfrm flipV="1">
              <a:off x="1801" y="795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8" name="Freeform 84"/>
            <p:cNvSpPr>
              <a:spLocks/>
            </p:cNvSpPr>
            <p:nvPr/>
          </p:nvSpPr>
          <p:spPr bwMode="auto">
            <a:xfrm>
              <a:off x="1529" y="1457"/>
              <a:ext cx="286" cy="1"/>
            </a:xfrm>
            <a:custGeom>
              <a:avLst/>
              <a:gdLst>
                <a:gd name="T0" fmla="*/ 0 w 286"/>
                <a:gd name="T1" fmla="*/ 0 h 1"/>
                <a:gd name="T2" fmla="*/ 286 w 28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6" h="1">
                  <a:moveTo>
                    <a:pt x="0" y="0"/>
                  </a:moveTo>
                  <a:lnTo>
                    <a:pt x="2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9" name="Freeform 85"/>
            <p:cNvSpPr>
              <a:spLocks/>
            </p:cNvSpPr>
            <p:nvPr/>
          </p:nvSpPr>
          <p:spPr bwMode="auto">
            <a:xfrm>
              <a:off x="1733" y="1524"/>
              <a:ext cx="1" cy="750"/>
            </a:xfrm>
            <a:custGeom>
              <a:avLst/>
              <a:gdLst>
                <a:gd name="T0" fmla="*/ 0 w 1"/>
                <a:gd name="T1" fmla="*/ 750 h 750"/>
                <a:gd name="T2" fmla="*/ 0 w 1"/>
                <a:gd name="T3" fmla="*/ 0 h 7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50">
                  <a:moveTo>
                    <a:pt x="0" y="75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70" name="Freeform 86"/>
            <p:cNvSpPr>
              <a:spLocks/>
            </p:cNvSpPr>
            <p:nvPr/>
          </p:nvSpPr>
          <p:spPr bwMode="auto">
            <a:xfrm>
              <a:off x="1733" y="1464"/>
              <a:ext cx="60" cy="60"/>
            </a:xfrm>
            <a:custGeom>
              <a:avLst/>
              <a:gdLst>
                <a:gd name="T0" fmla="*/ 60 w 60"/>
                <a:gd name="T1" fmla="*/ 0 h 60"/>
                <a:gd name="T2" fmla="*/ 0 w 60"/>
                <a:gd name="T3" fmla="*/ 6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0" y="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71" name="Freeform 87"/>
            <p:cNvSpPr>
              <a:spLocks/>
            </p:cNvSpPr>
            <p:nvPr/>
          </p:nvSpPr>
          <p:spPr bwMode="auto">
            <a:xfrm>
              <a:off x="1529" y="1524"/>
              <a:ext cx="211" cy="1"/>
            </a:xfrm>
            <a:custGeom>
              <a:avLst/>
              <a:gdLst>
                <a:gd name="T0" fmla="*/ 211 w 211"/>
                <a:gd name="T1" fmla="*/ 0 h 1"/>
                <a:gd name="T2" fmla="*/ 0 w 21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">
                  <a:moveTo>
                    <a:pt x="21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72" name="Line 88"/>
            <p:cNvSpPr>
              <a:spLocks noChangeShapeType="1"/>
            </p:cNvSpPr>
            <p:nvPr/>
          </p:nvSpPr>
          <p:spPr bwMode="auto">
            <a:xfrm>
              <a:off x="2318" y="2024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73" name="Line 89"/>
            <p:cNvSpPr>
              <a:spLocks noChangeShapeType="1"/>
            </p:cNvSpPr>
            <p:nvPr/>
          </p:nvSpPr>
          <p:spPr bwMode="auto">
            <a:xfrm>
              <a:off x="965" y="805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3570" name="Group 145"/>
          <p:cNvGrpSpPr>
            <a:grpSpLocks/>
          </p:cNvGrpSpPr>
          <p:nvPr/>
        </p:nvGrpSpPr>
        <p:grpSpPr bwMode="auto">
          <a:xfrm>
            <a:off x="815975" y="4048125"/>
            <a:ext cx="3500438" cy="2119313"/>
            <a:chOff x="480" y="2598"/>
            <a:chExt cx="2205" cy="1335"/>
          </a:xfrm>
        </p:grpSpPr>
        <p:sp>
          <p:nvSpPr>
            <p:cNvPr id="23572" name="Arc 91"/>
            <p:cNvSpPr>
              <a:spLocks/>
            </p:cNvSpPr>
            <p:nvPr/>
          </p:nvSpPr>
          <p:spPr bwMode="auto">
            <a:xfrm flipH="1" flipV="1">
              <a:off x="1112" y="3262"/>
              <a:ext cx="443" cy="336"/>
            </a:xfrm>
            <a:custGeom>
              <a:avLst/>
              <a:gdLst>
                <a:gd name="T0" fmla="*/ 0 w 21600"/>
                <a:gd name="T1" fmla="*/ 0 h 18867"/>
                <a:gd name="T2" fmla="*/ 0 w 21600"/>
                <a:gd name="T3" fmla="*/ 0 h 18867"/>
                <a:gd name="T4" fmla="*/ 0 w 21600"/>
                <a:gd name="T5" fmla="*/ 0 h 188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lnTo>
                    <a:pt x="1051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AutoShape 92"/>
            <p:cNvSpPr>
              <a:spLocks noChangeArrowheads="1"/>
            </p:cNvSpPr>
            <p:nvPr/>
          </p:nvSpPr>
          <p:spPr bwMode="auto">
            <a:xfrm>
              <a:off x="561" y="2687"/>
              <a:ext cx="1965" cy="1152"/>
            </a:xfrm>
            <a:prstGeom prst="roundRect">
              <a:avLst>
                <a:gd name="adj" fmla="val 1354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3574" name="AutoShape 93"/>
            <p:cNvSpPr>
              <a:spLocks noChangeArrowheads="1"/>
            </p:cNvSpPr>
            <p:nvPr/>
          </p:nvSpPr>
          <p:spPr bwMode="auto">
            <a:xfrm>
              <a:off x="894" y="2827"/>
              <a:ext cx="1296" cy="8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3575" name="Freeform 94"/>
            <p:cNvSpPr>
              <a:spLocks/>
            </p:cNvSpPr>
            <p:nvPr/>
          </p:nvSpPr>
          <p:spPr bwMode="auto">
            <a:xfrm>
              <a:off x="480" y="3258"/>
              <a:ext cx="2205" cy="1"/>
            </a:xfrm>
            <a:custGeom>
              <a:avLst/>
              <a:gdLst>
                <a:gd name="T0" fmla="*/ 0 w 2205"/>
                <a:gd name="T1" fmla="*/ 0 h 1"/>
                <a:gd name="T2" fmla="*/ 2205 w 220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05" h="1">
                  <a:moveTo>
                    <a:pt x="0" y="0"/>
                  </a:moveTo>
                  <a:lnTo>
                    <a:pt x="22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6" name="Oval 95"/>
            <p:cNvSpPr>
              <a:spLocks noChangeArrowheads="1"/>
            </p:cNvSpPr>
            <p:nvPr/>
          </p:nvSpPr>
          <p:spPr bwMode="auto">
            <a:xfrm>
              <a:off x="1278" y="3023"/>
              <a:ext cx="528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3577" name="Oval 96"/>
            <p:cNvSpPr>
              <a:spLocks noChangeArrowheads="1"/>
            </p:cNvSpPr>
            <p:nvPr/>
          </p:nvSpPr>
          <p:spPr bwMode="auto">
            <a:xfrm>
              <a:off x="1326" y="3071"/>
              <a:ext cx="432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grpSp>
          <p:nvGrpSpPr>
            <p:cNvPr id="23578" name="Group 97"/>
            <p:cNvGrpSpPr>
              <a:grpSpLocks/>
            </p:cNvGrpSpPr>
            <p:nvPr/>
          </p:nvGrpSpPr>
          <p:grpSpPr bwMode="auto">
            <a:xfrm>
              <a:off x="582" y="3576"/>
              <a:ext cx="282" cy="242"/>
              <a:chOff x="560" y="3576"/>
              <a:chExt cx="282" cy="242"/>
            </a:xfrm>
          </p:grpSpPr>
          <p:sp>
            <p:nvSpPr>
              <p:cNvPr id="23622" name="Line 98"/>
              <p:cNvSpPr>
                <a:spLocks noChangeShapeType="1"/>
              </p:cNvSpPr>
              <p:nvPr/>
            </p:nvSpPr>
            <p:spPr bwMode="auto">
              <a:xfrm>
                <a:off x="700" y="3576"/>
                <a:ext cx="0" cy="2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3" name="Freeform 99"/>
              <p:cNvSpPr>
                <a:spLocks/>
              </p:cNvSpPr>
              <p:nvPr/>
            </p:nvSpPr>
            <p:spPr bwMode="auto">
              <a:xfrm>
                <a:off x="560" y="3698"/>
                <a:ext cx="282" cy="2"/>
              </a:xfrm>
              <a:custGeom>
                <a:avLst/>
                <a:gdLst>
                  <a:gd name="T0" fmla="*/ 0 w 285"/>
                  <a:gd name="T1" fmla="*/ 1 h 3"/>
                  <a:gd name="T2" fmla="*/ 276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4" name="Oval 100"/>
              <p:cNvSpPr>
                <a:spLocks noChangeArrowheads="1"/>
              </p:cNvSpPr>
              <p:nvPr/>
            </p:nvSpPr>
            <p:spPr bwMode="auto">
              <a:xfrm rot="-5400000">
                <a:off x="619" y="3602"/>
                <a:ext cx="162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3579" name="Group 101"/>
            <p:cNvGrpSpPr>
              <a:grpSpLocks/>
            </p:cNvGrpSpPr>
            <p:nvPr/>
          </p:nvGrpSpPr>
          <p:grpSpPr bwMode="auto">
            <a:xfrm>
              <a:off x="582" y="2714"/>
              <a:ext cx="282" cy="261"/>
              <a:chOff x="560" y="2714"/>
              <a:chExt cx="282" cy="261"/>
            </a:xfrm>
          </p:grpSpPr>
          <p:sp>
            <p:nvSpPr>
              <p:cNvPr id="23619" name="Line 102"/>
              <p:cNvSpPr>
                <a:spLocks noChangeShapeType="1"/>
              </p:cNvSpPr>
              <p:nvPr/>
            </p:nvSpPr>
            <p:spPr bwMode="auto">
              <a:xfrm>
                <a:off x="700" y="2714"/>
                <a:ext cx="0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0" name="Freeform 103"/>
              <p:cNvSpPr>
                <a:spLocks/>
              </p:cNvSpPr>
              <p:nvPr/>
            </p:nvSpPr>
            <p:spPr bwMode="auto">
              <a:xfrm>
                <a:off x="560" y="2845"/>
                <a:ext cx="282" cy="3"/>
              </a:xfrm>
              <a:custGeom>
                <a:avLst/>
                <a:gdLst>
                  <a:gd name="T0" fmla="*/ 0 w 285"/>
                  <a:gd name="T1" fmla="*/ 3 h 3"/>
                  <a:gd name="T2" fmla="*/ 276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1" name="Oval 104"/>
              <p:cNvSpPr>
                <a:spLocks noChangeArrowheads="1"/>
              </p:cNvSpPr>
              <p:nvPr/>
            </p:nvSpPr>
            <p:spPr bwMode="auto">
              <a:xfrm rot="-5400000">
                <a:off x="613" y="2750"/>
                <a:ext cx="174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3580" name="Group 105"/>
            <p:cNvGrpSpPr>
              <a:grpSpLocks/>
            </p:cNvGrpSpPr>
            <p:nvPr/>
          </p:nvGrpSpPr>
          <p:grpSpPr bwMode="auto">
            <a:xfrm>
              <a:off x="2210" y="3555"/>
              <a:ext cx="285" cy="263"/>
              <a:chOff x="2188" y="3555"/>
              <a:chExt cx="285" cy="263"/>
            </a:xfrm>
          </p:grpSpPr>
          <p:sp>
            <p:nvSpPr>
              <p:cNvPr id="23616" name="Line 106"/>
              <p:cNvSpPr>
                <a:spLocks noChangeShapeType="1"/>
              </p:cNvSpPr>
              <p:nvPr/>
            </p:nvSpPr>
            <p:spPr bwMode="auto">
              <a:xfrm>
                <a:off x="2329" y="3555"/>
                <a:ext cx="0" cy="2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7" name="Freeform 107"/>
              <p:cNvSpPr>
                <a:spLocks/>
              </p:cNvSpPr>
              <p:nvPr/>
            </p:nvSpPr>
            <p:spPr bwMode="auto">
              <a:xfrm>
                <a:off x="2188" y="3687"/>
                <a:ext cx="285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8" name="Oval 108"/>
              <p:cNvSpPr>
                <a:spLocks noChangeArrowheads="1"/>
              </p:cNvSpPr>
              <p:nvPr/>
            </p:nvSpPr>
            <p:spPr bwMode="auto">
              <a:xfrm rot="-5400000">
                <a:off x="2241" y="3591"/>
                <a:ext cx="175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3581" name="Group 109"/>
            <p:cNvGrpSpPr>
              <a:grpSpLocks/>
            </p:cNvGrpSpPr>
            <p:nvPr/>
          </p:nvGrpSpPr>
          <p:grpSpPr bwMode="auto">
            <a:xfrm>
              <a:off x="2195" y="2714"/>
              <a:ext cx="300" cy="255"/>
              <a:chOff x="2173" y="2714"/>
              <a:chExt cx="300" cy="255"/>
            </a:xfrm>
          </p:grpSpPr>
          <p:sp>
            <p:nvSpPr>
              <p:cNvPr id="23613" name="Line 110"/>
              <p:cNvSpPr>
                <a:spLocks noChangeShapeType="1"/>
              </p:cNvSpPr>
              <p:nvPr/>
            </p:nvSpPr>
            <p:spPr bwMode="auto">
              <a:xfrm>
                <a:off x="2321" y="2714"/>
                <a:ext cx="0" cy="2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4" name="Freeform 111"/>
              <p:cNvSpPr>
                <a:spLocks/>
              </p:cNvSpPr>
              <p:nvPr/>
            </p:nvSpPr>
            <p:spPr bwMode="auto">
              <a:xfrm>
                <a:off x="2173" y="2842"/>
                <a:ext cx="300" cy="3"/>
              </a:xfrm>
              <a:custGeom>
                <a:avLst/>
                <a:gdLst>
                  <a:gd name="T0" fmla="*/ 0 w 285"/>
                  <a:gd name="T1" fmla="*/ 3 h 3"/>
                  <a:gd name="T2" fmla="*/ 333 w 28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5" name="Oval 112"/>
              <p:cNvSpPr>
                <a:spLocks noChangeArrowheads="1"/>
              </p:cNvSpPr>
              <p:nvPr/>
            </p:nvSpPr>
            <p:spPr bwMode="auto">
              <a:xfrm rot="-5400000">
                <a:off x="2236" y="2741"/>
                <a:ext cx="170" cy="20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3582" name="Group 113"/>
            <p:cNvGrpSpPr>
              <a:grpSpLocks/>
            </p:cNvGrpSpPr>
            <p:nvPr/>
          </p:nvGrpSpPr>
          <p:grpSpPr bwMode="auto">
            <a:xfrm>
              <a:off x="908" y="3441"/>
              <a:ext cx="269" cy="242"/>
              <a:chOff x="3825" y="2746"/>
              <a:chExt cx="255" cy="255"/>
            </a:xfrm>
          </p:grpSpPr>
          <p:sp>
            <p:nvSpPr>
              <p:cNvPr id="23610" name="Freeform 114"/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1" name="Freeform 115"/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2" name="Oval 116"/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3583" name="Group 117"/>
            <p:cNvGrpSpPr>
              <a:grpSpLocks/>
            </p:cNvGrpSpPr>
            <p:nvPr/>
          </p:nvGrpSpPr>
          <p:grpSpPr bwMode="auto">
            <a:xfrm>
              <a:off x="922" y="2877"/>
              <a:ext cx="255" cy="227"/>
              <a:chOff x="900" y="2877"/>
              <a:chExt cx="255" cy="227"/>
            </a:xfrm>
          </p:grpSpPr>
          <p:sp>
            <p:nvSpPr>
              <p:cNvPr id="23607" name="Freeform 118"/>
              <p:cNvSpPr>
                <a:spLocks/>
              </p:cNvSpPr>
              <p:nvPr/>
            </p:nvSpPr>
            <p:spPr bwMode="auto">
              <a:xfrm>
                <a:off x="1035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180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8" name="Freeform 119"/>
              <p:cNvSpPr>
                <a:spLocks/>
              </p:cNvSpPr>
              <p:nvPr/>
            </p:nvSpPr>
            <p:spPr bwMode="auto">
              <a:xfrm>
                <a:off x="900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9" name="Oval 120"/>
              <p:cNvSpPr>
                <a:spLocks noChangeArrowheads="1"/>
              </p:cNvSpPr>
              <p:nvPr/>
            </p:nvSpPr>
            <p:spPr bwMode="auto">
              <a:xfrm rot="-5400000">
                <a:off x="971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3584" name="Group 121"/>
            <p:cNvGrpSpPr>
              <a:grpSpLocks/>
            </p:cNvGrpSpPr>
            <p:nvPr/>
          </p:nvGrpSpPr>
          <p:grpSpPr bwMode="auto">
            <a:xfrm>
              <a:off x="1881" y="3455"/>
              <a:ext cx="255" cy="242"/>
              <a:chOff x="3825" y="2746"/>
              <a:chExt cx="255" cy="255"/>
            </a:xfrm>
          </p:grpSpPr>
          <p:sp>
            <p:nvSpPr>
              <p:cNvPr id="23604" name="Freeform 122"/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5" name="Freeform 123"/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6" name="Oval 124"/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3585" name="Group 125"/>
            <p:cNvGrpSpPr>
              <a:grpSpLocks/>
            </p:cNvGrpSpPr>
            <p:nvPr/>
          </p:nvGrpSpPr>
          <p:grpSpPr bwMode="auto">
            <a:xfrm>
              <a:off x="1888" y="2877"/>
              <a:ext cx="255" cy="227"/>
              <a:chOff x="1866" y="2877"/>
              <a:chExt cx="255" cy="227"/>
            </a:xfrm>
          </p:grpSpPr>
          <p:sp>
            <p:nvSpPr>
              <p:cNvPr id="23601" name="Freeform 126"/>
              <p:cNvSpPr>
                <a:spLocks/>
              </p:cNvSpPr>
              <p:nvPr/>
            </p:nvSpPr>
            <p:spPr bwMode="auto">
              <a:xfrm>
                <a:off x="2001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180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2" name="Freeform 127"/>
              <p:cNvSpPr>
                <a:spLocks/>
              </p:cNvSpPr>
              <p:nvPr/>
            </p:nvSpPr>
            <p:spPr bwMode="auto">
              <a:xfrm>
                <a:off x="1866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3" name="Oval 128"/>
              <p:cNvSpPr>
                <a:spLocks noChangeArrowheads="1"/>
              </p:cNvSpPr>
              <p:nvPr/>
            </p:nvSpPr>
            <p:spPr bwMode="auto">
              <a:xfrm rot="-5400000">
                <a:off x="1937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3586" name="Freeform 129"/>
            <p:cNvSpPr>
              <a:spLocks/>
            </p:cNvSpPr>
            <p:nvPr/>
          </p:nvSpPr>
          <p:spPr bwMode="auto">
            <a:xfrm>
              <a:off x="833" y="3266"/>
              <a:ext cx="1412" cy="480"/>
            </a:xfrm>
            <a:custGeom>
              <a:avLst/>
              <a:gdLst>
                <a:gd name="T0" fmla="*/ 1275 w 1412"/>
                <a:gd name="T1" fmla="*/ 0 h 480"/>
                <a:gd name="T2" fmla="*/ 1412 w 1412"/>
                <a:gd name="T3" fmla="*/ 14 h 480"/>
                <a:gd name="T4" fmla="*/ 1385 w 1412"/>
                <a:gd name="T5" fmla="*/ 329 h 480"/>
                <a:gd name="T6" fmla="*/ 1371 w 1412"/>
                <a:gd name="T7" fmla="*/ 425 h 480"/>
                <a:gd name="T8" fmla="*/ 1261 w 1412"/>
                <a:gd name="T9" fmla="*/ 480 h 480"/>
                <a:gd name="T10" fmla="*/ 13 w 1412"/>
                <a:gd name="T11" fmla="*/ 480 h 480"/>
                <a:gd name="T12" fmla="*/ 0 w 1412"/>
                <a:gd name="T13" fmla="*/ 247 h 480"/>
                <a:gd name="T14" fmla="*/ 0 w 1412"/>
                <a:gd name="T15" fmla="*/ 0 h 480"/>
                <a:gd name="T16" fmla="*/ 151 w 1412"/>
                <a:gd name="T17" fmla="*/ 0 h 480"/>
                <a:gd name="T18" fmla="*/ 274 w 1412"/>
                <a:gd name="T19" fmla="*/ 178 h 480"/>
                <a:gd name="T20" fmla="*/ 397 w 1412"/>
                <a:gd name="T21" fmla="*/ 343 h 480"/>
                <a:gd name="T22" fmla="*/ 932 w 1412"/>
                <a:gd name="T23" fmla="*/ 343 h 480"/>
                <a:gd name="T24" fmla="*/ 1275 w 1412"/>
                <a:gd name="T25" fmla="*/ 0 h 4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12" h="480">
                  <a:moveTo>
                    <a:pt x="1275" y="0"/>
                  </a:moveTo>
                  <a:lnTo>
                    <a:pt x="1412" y="14"/>
                  </a:lnTo>
                  <a:lnTo>
                    <a:pt x="1385" y="329"/>
                  </a:lnTo>
                  <a:lnTo>
                    <a:pt x="1371" y="425"/>
                  </a:lnTo>
                  <a:lnTo>
                    <a:pt x="1261" y="480"/>
                  </a:lnTo>
                  <a:lnTo>
                    <a:pt x="13" y="480"/>
                  </a:lnTo>
                  <a:lnTo>
                    <a:pt x="0" y="247"/>
                  </a:lnTo>
                  <a:lnTo>
                    <a:pt x="0" y="0"/>
                  </a:lnTo>
                  <a:lnTo>
                    <a:pt x="151" y="0"/>
                  </a:lnTo>
                  <a:lnTo>
                    <a:pt x="274" y="178"/>
                  </a:lnTo>
                  <a:lnTo>
                    <a:pt x="397" y="343"/>
                  </a:lnTo>
                  <a:lnTo>
                    <a:pt x="932" y="343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7" name="Freeform 130"/>
            <p:cNvSpPr>
              <a:spLocks/>
            </p:cNvSpPr>
            <p:nvPr/>
          </p:nvSpPr>
          <p:spPr bwMode="auto">
            <a:xfrm>
              <a:off x="1545" y="2598"/>
              <a:ext cx="1" cy="1335"/>
            </a:xfrm>
            <a:custGeom>
              <a:avLst/>
              <a:gdLst>
                <a:gd name="T0" fmla="*/ 0 w 1"/>
                <a:gd name="T1" fmla="*/ 0 h 1335"/>
                <a:gd name="T2" fmla="*/ 0 w 1"/>
                <a:gd name="T3" fmla="*/ 1335 h 13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35">
                  <a:moveTo>
                    <a:pt x="0" y="0"/>
                  </a:moveTo>
                  <a:lnTo>
                    <a:pt x="0" y="1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8" name="Line 131"/>
            <p:cNvSpPr>
              <a:spLocks noChangeShapeType="1"/>
            </p:cNvSpPr>
            <p:nvPr/>
          </p:nvSpPr>
          <p:spPr bwMode="auto">
            <a:xfrm>
              <a:off x="1765" y="3601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9" name="Freeform 132"/>
            <p:cNvSpPr>
              <a:spLocks/>
            </p:cNvSpPr>
            <p:nvPr/>
          </p:nvSpPr>
          <p:spPr bwMode="auto">
            <a:xfrm>
              <a:off x="1331" y="3591"/>
              <a:ext cx="2" cy="97"/>
            </a:xfrm>
            <a:custGeom>
              <a:avLst/>
              <a:gdLst>
                <a:gd name="T0" fmla="*/ 2 w 2"/>
                <a:gd name="T1" fmla="*/ 0 h 97"/>
                <a:gd name="T2" fmla="*/ 0 w 2"/>
                <a:gd name="T3" fmla="*/ 97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97">
                  <a:moveTo>
                    <a:pt x="2" y="0"/>
                  </a:moveTo>
                  <a:lnTo>
                    <a:pt x="0" y="9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0" name="Freeform 133"/>
            <p:cNvSpPr>
              <a:spLocks/>
            </p:cNvSpPr>
            <p:nvPr/>
          </p:nvSpPr>
          <p:spPr bwMode="auto">
            <a:xfrm>
              <a:off x="1132" y="3266"/>
              <a:ext cx="68" cy="66"/>
            </a:xfrm>
            <a:custGeom>
              <a:avLst/>
              <a:gdLst>
                <a:gd name="T0" fmla="*/ 0 w 68"/>
                <a:gd name="T1" fmla="*/ 66 h 66"/>
                <a:gd name="T2" fmla="*/ 68 w 68"/>
                <a:gd name="T3" fmla="*/ 0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66">
                  <a:moveTo>
                    <a:pt x="0" y="66"/>
                  </a:moveTo>
                  <a:lnTo>
                    <a:pt x="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1" name="Freeform 134"/>
            <p:cNvSpPr>
              <a:spLocks/>
            </p:cNvSpPr>
            <p:nvPr/>
          </p:nvSpPr>
          <p:spPr bwMode="auto">
            <a:xfrm>
              <a:off x="1433" y="3484"/>
              <a:ext cx="1" cy="204"/>
            </a:xfrm>
            <a:custGeom>
              <a:avLst/>
              <a:gdLst>
                <a:gd name="T0" fmla="*/ 0 w 1"/>
                <a:gd name="T1" fmla="*/ 0 h 204"/>
                <a:gd name="T2" fmla="*/ 0 w 1"/>
                <a:gd name="T3" fmla="*/ 204 h 20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4">
                  <a:moveTo>
                    <a:pt x="0" y="0"/>
                  </a:moveTo>
                  <a:lnTo>
                    <a:pt x="0" y="20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Freeform 135"/>
            <p:cNvSpPr>
              <a:spLocks/>
            </p:cNvSpPr>
            <p:nvPr/>
          </p:nvSpPr>
          <p:spPr bwMode="auto">
            <a:xfrm>
              <a:off x="1658" y="3368"/>
              <a:ext cx="313" cy="312"/>
            </a:xfrm>
            <a:custGeom>
              <a:avLst/>
              <a:gdLst>
                <a:gd name="T0" fmla="*/ 0 w 313"/>
                <a:gd name="T1" fmla="*/ 312 h 312"/>
                <a:gd name="T2" fmla="*/ 313 w 313"/>
                <a:gd name="T3" fmla="*/ 0 h 3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3" h="312">
                  <a:moveTo>
                    <a:pt x="0" y="312"/>
                  </a:moveTo>
                  <a:lnTo>
                    <a:pt x="3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3" name="Freeform 136"/>
            <p:cNvSpPr>
              <a:spLocks/>
            </p:cNvSpPr>
            <p:nvPr/>
          </p:nvSpPr>
          <p:spPr bwMode="auto">
            <a:xfrm>
              <a:off x="1658" y="3484"/>
              <a:ext cx="1" cy="211"/>
            </a:xfrm>
            <a:custGeom>
              <a:avLst/>
              <a:gdLst>
                <a:gd name="T0" fmla="*/ 0 w 1"/>
                <a:gd name="T1" fmla="*/ 0 h 211"/>
                <a:gd name="T2" fmla="*/ 1 w 1"/>
                <a:gd name="T3" fmla="*/ 211 h 2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1">
                  <a:moveTo>
                    <a:pt x="0" y="0"/>
                  </a:moveTo>
                  <a:lnTo>
                    <a:pt x="1" y="21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Freeform 137"/>
            <p:cNvSpPr>
              <a:spLocks/>
            </p:cNvSpPr>
            <p:nvPr/>
          </p:nvSpPr>
          <p:spPr bwMode="auto">
            <a:xfrm>
              <a:off x="1322" y="3680"/>
              <a:ext cx="455" cy="2"/>
            </a:xfrm>
            <a:custGeom>
              <a:avLst/>
              <a:gdLst>
                <a:gd name="T0" fmla="*/ 0 w 455"/>
                <a:gd name="T1" fmla="*/ 2 h 2"/>
                <a:gd name="T2" fmla="*/ 455 w 45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5" h="2">
                  <a:moveTo>
                    <a:pt x="0" y="2"/>
                  </a:moveTo>
                  <a:lnTo>
                    <a:pt x="45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5" name="Freeform 138"/>
            <p:cNvSpPr>
              <a:spLocks/>
            </p:cNvSpPr>
            <p:nvPr/>
          </p:nvSpPr>
          <p:spPr bwMode="auto">
            <a:xfrm>
              <a:off x="1162" y="3324"/>
              <a:ext cx="118" cy="113"/>
            </a:xfrm>
            <a:custGeom>
              <a:avLst/>
              <a:gdLst>
                <a:gd name="T0" fmla="*/ 0 w 118"/>
                <a:gd name="T1" fmla="*/ 113 h 113"/>
                <a:gd name="T2" fmla="*/ 118 w 118"/>
                <a:gd name="T3" fmla="*/ 0 h 1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8" h="113">
                  <a:moveTo>
                    <a:pt x="0" y="113"/>
                  </a:moveTo>
                  <a:lnTo>
                    <a:pt x="11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6" name="Freeform 139"/>
            <p:cNvSpPr>
              <a:spLocks/>
            </p:cNvSpPr>
            <p:nvPr/>
          </p:nvSpPr>
          <p:spPr bwMode="auto">
            <a:xfrm>
              <a:off x="1222" y="3411"/>
              <a:ext cx="109" cy="109"/>
            </a:xfrm>
            <a:custGeom>
              <a:avLst/>
              <a:gdLst>
                <a:gd name="T0" fmla="*/ 0 w 109"/>
                <a:gd name="T1" fmla="*/ 109 h 109"/>
                <a:gd name="T2" fmla="*/ 109 w 109"/>
                <a:gd name="T3" fmla="*/ 0 h 1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9" h="109">
                  <a:moveTo>
                    <a:pt x="0" y="109"/>
                  </a:moveTo>
                  <a:lnTo>
                    <a:pt x="10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7" name="Freeform 140"/>
            <p:cNvSpPr>
              <a:spLocks/>
            </p:cNvSpPr>
            <p:nvPr/>
          </p:nvSpPr>
          <p:spPr bwMode="auto">
            <a:xfrm>
              <a:off x="1312" y="3477"/>
              <a:ext cx="92" cy="96"/>
            </a:xfrm>
            <a:custGeom>
              <a:avLst/>
              <a:gdLst>
                <a:gd name="T0" fmla="*/ 0 w 92"/>
                <a:gd name="T1" fmla="*/ 96 h 96"/>
                <a:gd name="T2" fmla="*/ 92 w 92"/>
                <a:gd name="T3" fmla="*/ 0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" h="96">
                  <a:moveTo>
                    <a:pt x="0" y="96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8" name="Freeform 141"/>
            <p:cNvSpPr>
              <a:spLocks/>
            </p:cNvSpPr>
            <p:nvPr/>
          </p:nvSpPr>
          <p:spPr bwMode="auto">
            <a:xfrm>
              <a:off x="1338" y="3593"/>
              <a:ext cx="92" cy="87"/>
            </a:xfrm>
            <a:custGeom>
              <a:avLst/>
              <a:gdLst>
                <a:gd name="T0" fmla="*/ 0 w 92"/>
                <a:gd name="T1" fmla="*/ 87 h 87"/>
                <a:gd name="T2" fmla="*/ 92 w 92"/>
                <a:gd name="T3" fmla="*/ 0 h 8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" h="87">
                  <a:moveTo>
                    <a:pt x="0" y="87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9" name="Freeform 142"/>
            <p:cNvSpPr>
              <a:spLocks/>
            </p:cNvSpPr>
            <p:nvPr/>
          </p:nvSpPr>
          <p:spPr bwMode="auto">
            <a:xfrm>
              <a:off x="1658" y="3251"/>
              <a:ext cx="284" cy="284"/>
            </a:xfrm>
            <a:custGeom>
              <a:avLst/>
              <a:gdLst>
                <a:gd name="T0" fmla="*/ 0 w 284"/>
                <a:gd name="T1" fmla="*/ 284 h 284"/>
                <a:gd name="T2" fmla="*/ 284 w 284"/>
                <a:gd name="T3" fmla="*/ 0 h 2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4" h="284">
                  <a:moveTo>
                    <a:pt x="0" y="284"/>
                  </a:moveTo>
                  <a:lnTo>
                    <a:pt x="28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0" name="Arc 143"/>
            <p:cNvSpPr>
              <a:spLocks/>
            </p:cNvSpPr>
            <p:nvPr/>
          </p:nvSpPr>
          <p:spPr bwMode="auto">
            <a:xfrm flipV="1">
              <a:off x="1544" y="3258"/>
              <a:ext cx="443" cy="333"/>
            </a:xfrm>
            <a:custGeom>
              <a:avLst/>
              <a:gdLst>
                <a:gd name="T0" fmla="*/ 0 w 21600"/>
                <a:gd name="T1" fmla="*/ 0 h 18867"/>
                <a:gd name="T2" fmla="*/ 0 w 21600"/>
                <a:gd name="T3" fmla="*/ 0 h 18867"/>
                <a:gd name="T4" fmla="*/ 0 w 21600"/>
                <a:gd name="T5" fmla="*/ 0 h 188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lnTo>
                    <a:pt x="10516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1" name="Text Box 144"/>
          <p:cNvSpPr txBox="1">
            <a:spLocks noChangeArrowheads="1"/>
          </p:cNvSpPr>
          <p:nvPr/>
        </p:nvSpPr>
        <p:spPr bwMode="auto">
          <a:xfrm>
            <a:off x="1608138" y="3732213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宋体" pitchFamily="2" charset="-122"/>
              </a:rPr>
              <a:t>B</a:t>
            </a:r>
            <a:r>
              <a:rPr lang="zh-CN" altLang="en-US" sz="2400"/>
              <a:t>－</a:t>
            </a:r>
            <a:r>
              <a:rPr lang="en-US" altLang="zh-CN" sz="2400" i="1">
                <a:latin typeface="宋体" pitchFamily="2" charset="-122"/>
              </a:rPr>
              <a:t>B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2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2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2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81" grpId="0" autoUpdateAnimBg="0"/>
      <p:bldP spid="220182" grpId="0" autoUpdateAnimBg="0"/>
      <p:bldP spid="220183" grpId="0" animBg="1"/>
      <p:bldP spid="22018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734D7A4-E542-4487-B8A0-EB5D2EF3FA1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328613" y="228600"/>
            <a:ext cx="38433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适用范围：</a:t>
            </a:r>
          </a:p>
        </p:txBody>
      </p:sp>
      <p:sp>
        <p:nvSpPr>
          <p:cNvPr id="219140" name="Text Box 4"/>
          <p:cNvSpPr txBox="1">
            <a:spLocks noChangeArrowheads="1"/>
          </p:cNvSpPr>
          <p:nvPr/>
        </p:nvSpPr>
        <p:spPr bwMode="auto">
          <a:xfrm>
            <a:off x="485775" y="1003300"/>
            <a:ext cx="8493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(1)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局部内形需剖切表示，且不宜采用全剖视。</a:t>
            </a:r>
          </a:p>
        </p:txBody>
      </p:sp>
      <p:grpSp>
        <p:nvGrpSpPr>
          <p:cNvPr id="219141" name="Group 5"/>
          <p:cNvGrpSpPr>
            <a:grpSpLocks/>
          </p:cNvGrpSpPr>
          <p:nvPr/>
        </p:nvGrpSpPr>
        <p:grpSpPr bwMode="auto">
          <a:xfrm>
            <a:off x="406400" y="2303463"/>
            <a:ext cx="4387850" cy="3148012"/>
            <a:chOff x="472" y="1861"/>
            <a:chExt cx="2764" cy="1983"/>
          </a:xfrm>
        </p:grpSpPr>
        <p:grpSp>
          <p:nvGrpSpPr>
            <p:cNvPr id="24584" name="Group 6"/>
            <p:cNvGrpSpPr>
              <a:grpSpLocks/>
            </p:cNvGrpSpPr>
            <p:nvPr/>
          </p:nvGrpSpPr>
          <p:grpSpPr bwMode="auto">
            <a:xfrm>
              <a:off x="472" y="1861"/>
              <a:ext cx="2764" cy="1983"/>
              <a:chOff x="472" y="1861"/>
              <a:chExt cx="2764" cy="1983"/>
            </a:xfrm>
          </p:grpSpPr>
          <p:sp>
            <p:nvSpPr>
              <p:cNvPr id="24586" name="Arc 7"/>
              <p:cNvSpPr>
                <a:spLocks/>
              </p:cNvSpPr>
              <p:nvPr/>
            </p:nvSpPr>
            <p:spPr bwMode="auto">
              <a:xfrm flipH="1">
                <a:off x="565" y="2074"/>
                <a:ext cx="220" cy="440"/>
              </a:xfrm>
              <a:custGeom>
                <a:avLst/>
                <a:gdLst>
                  <a:gd name="T0" fmla="*/ 0 w 21600"/>
                  <a:gd name="T1" fmla="*/ 0 h 43196"/>
                  <a:gd name="T2" fmla="*/ 0 w 21600"/>
                  <a:gd name="T3" fmla="*/ 0 h 43196"/>
                  <a:gd name="T4" fmla="*/ 0 w 21600"/>
                  <a:gd name="T5" fmla="*/ 0 h 431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96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369"/>
                      <a:pt x="12178" y="42972"/>
                      <a:pt x="411" y="43196"/>
                    </a:cubicBezTo>
                  </a:path>
                  <a:path w="21600" h="43196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369"/>
                      <a:pt x="12178" y="42972"/>
                      <a:pt x="411" y="43196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87" name="Oval 8"/>
              <p:cNvSpPr>
                <a:spLocks noChangeArrowheads="1"/>
              </p:cNvSpPr>
              <p:nvPr/>
            </p:nvSpPr>
            <p:spPr bwMode="auto">
              <a:xfrm>
                <a:off x="697" y="2212"/>
                <a:ext cx="165" cy="16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4588" name="Freeform 9"/>
              <p:cNvSpPr>
                <a:spLocks/>
              </p:cNvSpPr>
              <p:nvPr/>
            </p:nvSpPr>
            <p:spPr bwMode="auto">
              <a:xfrm>
                <a:off x="648" y="3519"/>
                <a:ext cx="265" cy="1"/>
              </a:xfrm>
              <a:custGeom>
                <a:avLst/>
                <a:gdLst>
                  <a:gd name="T0" fmla="*/ 0 w 795"/>
                  <a:gd name="T1" fmla="*/ 0 h 1"/>
                  <a:gd name="T2" fmla="*/ 29 w 795"/>
                  <a:gd name="T3" fmla="*/ 0 h 1"/>
                  <a:gd name="T4" fmla="*/ 29 w 795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5" h="1">
                    <a:moveTo>
                      <a:pt x="0" y="0"/>
                    </a:moveTo>
                    <a:lnTo>
                      <a:pt x="794" y="0"/>
                    </a:lnTo>
                    <a:lnTo>
                      <a:pt x="795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9" name="Arc 10"/>
              <p:cNvSpPr>
                <a:spLocks/>
              </p:cNvSpPr>
              <p:nvPr/>
            </p:nvSpPr>
            <p:spPr bwMode="auto">
              <a:xfrm>
                <a:off x="1148" y="3144"/>
                <a:ext cx="421" cy="424"/>
              </a:xfrm>
              <a:custGeom>
                <a:avLst/>
                <a:gdLst>
                  <a:gd name="T0" fmla="*/ 0 w 42843"/>
                  <a:gd name="T1" fmla="*/ 0 h 43200"/>
                  <a:gd name="T2" fmla="*/ 0 w 42843"/>
                  <a:gd name="T3" fmla="*/ 0 h 43200"/>
                  <a:gd name="T4" fmla="*/ 0 w 42843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843" h="43200" fill="none" extrusionOk="0">
                    <a:moveTo>
                      <a:pt x="-1" y="17689"/>
                    </a:moveTo>
                    <a:cubicBezTo>
                      <a:pt x="1886" y="7440"/>
                      <a:pt x="10821" y="-1"/>
                      <a:pt x="21243" y="0"/>
                    </a:cubicBezTo>
                    <a:cubicBezTo>
                      <a:pt x="33172" y="0"/>
                      <a:pt x="42843" y="9670"/>
                      <a:pt x="42843" y="21600"/>
                    </a:cubicBezTo>
                    <a:cubicBezTo>
                      <a:pt x="42843" y="33529"/>
                      <a:pt x="33172" y="43200"/>
                      <a:pt x="21243" y="43200"/>
                    </a:cubicBezTo>
                    <a:cubicBezTo>
                      <a:pt x="11127" y="43200"/>
                      <a:pt x="2366" y="36179"/>
                      <a:pt x="162" y="26306"/>
                    </a:cubicBezTo>
                  </a:path>
                  <a:path w="42843" h="43200" stroke="0" extrusionOk="0">
                    <a:moveTo>
                      <a:pt x="-1" y="17689"/>
                    </a:moveTo>
                    <a:cubicBezTo>
                      <a:pt x="1886" y="7440"/>
                      <a:pt x="10821" y="-1"/>
                      <a:pt x="21243" y="0"/>
                    </a:cubicBezTo>
                    <a:cubicBezTo>
                      <a:pt x="33172" y="0"/>
                      <a:pt x="42843" y="9670"/>
                      <a:pt x="42843" y="21600"/>
                    </a:cubicBezTo>
                    <a:cubicBezTo>
                      <a:pt x="42843" y="33529"/>
                      <a:pt x="33172" y="43200"/>
                      <a:pt x="21243" y="43200"/>
                    </a:cubicBezTo>
                    <a:cubicBezTo>
                      <a:pt x="11127" y="43200"/>
                      <a:pt x="2366" y="36179"/>
                      <a:pt x="162" y="26306"/>
                    </a:cubicBezTo>
                    <a:lnTo>
                      <a:pt x="21243" y="21600"/>
                    </a:lnTo>
                    <a:lnTo>
                      <a:pt x="-1" y="17689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90" name="Arc 11"/>
              <p:cNvSpPr>
                <a:spLocks/>
              </p:cNvSpPr>
              <p:nvPr/>
            </p:nvSpPr>
            <p:spPr bwMode="auto">
              <a:xfrm>
                <a:off x="1032" y="2968"/>
                <a:ext cx="715" cy="786"/>
              </a:xfrm>
              <a:custGeom>
                <a:avLst/>
                <a:gdLst>
                  <a:gd name="T0" fmla="*/ 0 w 39698"/>
                  <a:gd name="T1" fmla="*/ 0 h 43200"/>
                  <a:gd name="T2" fmla="*/ 0 w 39698"/>
                  <a:gd name="T3" fmla="*/ 0 h 43200"/>
                  <a:gd name="T4" fmla="*/ 0 w 39698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698" h="43200" fill="none" extrusionOk="0">
                    <a:moveTo>
                      <a:pt x="386" y="9235"/>
                    </a:moveTo>
                    <a:cubicBezTo>
                      <a:pt x="4426" y="3448"/>
                      <a:pt x="11039" y="-1"/>
                      <a:pt x="18098" y="0"/>
                    </a:cubicBezTo>
                    <a:cubicBezTo>
                      <a:pt x="30027" y="0"/>
                      <a:pt x="39698" y="9670"/>
                      <a:pt x="39698" y="21600"/>
                    </a:cubicBezTo>
                    <a:cubicBezTo>
                      <a:pt x="39698" y="33529"/>
                      <a:pt x="30027" y="43200"/>
                      <a:pt x="18098" y="43200"/>
                    </a:cubicBezTo>
                    <a:cubicBezTo>
                      <a:pt x="10795" y="43200"/>
                      <a:pt x="3986" y="39509"/>
                      <a:pt x="0" y="33390"/>
                    </a:cubicBezTo>
                  </a:path>
                  <a:path w="39698" h="43200" stroke="0" extrusionOk="0">
                    <a:moveTo>
                      <a:pt x="386" y="9235"/>
                    </a:moveTo>
                    <a:cubicBezTo>
                      <a:pt x="4426" y="3448"/>
                      <a:pt x="11039" y="-1"/>
                      <a:pt x="18098" y="0"/>
                    </a:cubicBezTo>
                    <a:cubicBezTo>
                      <a:pt x="30027" y="0"/>
                      <a:pt x="39698" y="9670"/>
                      <a:pt x="39698" y="21600"/>
                    </a:cubicBezTo>
                    <a:cubicBezTo>
                      <a:pt x="39698" y="33529"/>
                      <a:pt x="30027" y="43200"/>
                      <a:pt x="18098" y="43200"/>
                    </a:cubicBezTo>
                    <a:cubicBezTo>
                      <a:pt x="10795" y="43200"/>
                      <a:pt x="3986" y="39509"/>
                      <a:pt x="0" y="33390"/>
                    </a:cubicBezTo>
                    <a:lnTo>
                      <a:pt x="18098" y="21600"/>
                    </a:lnTo>
                    <a:lnTo>
                      <a:pt x="386" y="9235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91" name="Oval 12"/>
              <p:cNvSpPr>
                <a:spLocks noChangeArrowheads="1"/>
              </p:cNvSpPr>
              <p:nvPr/>
            </p:nvSpPr>
            <p:spPr bwMode="auto">
              <a:xfrm>
                <a:off x="2657" y="3115"/>
                <a:ext cx="485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4592" name="Freeform 13"/>
              <p:cNvSpPr>
                <a:spLocks/>
              </p:cNvSpPr>
              <p:nvPr/>
            </p:nvSpPr>
            <p:spPr bwMode="auto">
              <a:xfrm>
                <a:off x="1575" y="1931"/>
                <a:ext cx="98" cy="98"/>
              </a:xfrm>
              <a:custGeom>
                <a:avLst/>
                <a:gdLst>
                  <a:gd name="T0" fmla="*/ 0 w 295"/>
                  <a:gd name="T1" fmla="*/ 11 h 294"/>
                  <a:gd name="T2" fmla="*/ 11 w 295"/>
                  <a:gd name="T3" fmla="*/ 0 h 294"/>
                  <a:gd name="T4" fmla="*/ 11 w 295"/>
                  <a:gd name="T5" fmla="*/ 0 h 2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5" h="294">
                    <a:moveTo>
                      <a:pt x="0" y="294"/>
                    </a:moveTo>
                    <a:lnTo>
                      <a:pt x="294" y="0"/>
                    </a:lnTo>
                    <a:lnTo>
                      <a:pt x="29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3" name="Freeform 14"/>
              <p:cNvSpPr>
                <a:spLocks/>
              </p:cNvSpPr>
              <p:nvPr/>
            </p:nvSpPr>
            <p:spPr bwMode="auto">
              <a:xfrm>
                <a:off x="1619" y="1955"/>
                <a:ext cx="130" cy="129"/>
              </a:xfrm>
              <a:custGeom>
                <a:avLst/>
                <a:gdLst>
                  <a:gd name="T0" fmla="*/ 0 w 390"/>
                  <a:gd name="T1" fmla="*/ 14 h 389"/>
                  <a:gd name="T2" fmla="*/ 14 w 390"/>
                  <a:gd name="T3" fmla="*/ 0 h 389"/>
                  <a:gd name="T4" fmla="*/ 14 w 390"/>
                  <a:gd name="T5" fmla="*/ 0 h 38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0" h="389">
                    <a:moveTo>
                      <a:pt x="0" y="389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4" name="Freeform 15"/>
              <p:cNvSpPr>
                <a:spLocks/>
              </p:cNvSpPr>
              <p:nvPr/>
            </p:nvSpPr>
            <p:spPr bwMode="auto">
              <a:xfrm>
                <a:off x="559" y="3134"/>
                <a:ext cx="89" cy="87"/>
              </a:xfrm>
              <a:custGeom>
                <a:avLst/>
                <a:gdLst>
                  <a:gd name="T0" fmla="*/ 0 w 265"/>
                  <a:gd name="T1" fmla="*/ 10 h 263"/>
                  <a:gd name="T2" fmla="*/ 10 w 265"/>
                  <a:gd name="T3" fmla="*/ 0 h 263"/>
                  <a:gd name="T4" fmla="*/ 10 w 265"/>
                  <a:gd name="T5" fmla="*/ 0 h 2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5" h="263">
                    <a:moveTo>
                      <a:pt x="0" y="263"/>
                    </a:moveTo>
                    <a:lnTo>
                      <a:pt x="263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5" name="Freeform 16"/>
              <p:cNvSpPr>
                <a:spLocks/>
              </p:cNvSpPr>
              <p:nvPr/>
            </p:nvSpPr>
            <p:spPr bwMode="auto">
              <a:xfrm>
                <a:off x="570" y="3188"/>
                <a:ext cx="122" cy="122"/>
              </a:xfrm>
              <a:custGeom>
                <a:avLst/>
                <a:gdLst>
                  <a:gd name="T0" fmla="*/ 0 w 367"/>
                  <a:gd name="T1" fmla="*/ 14 h 367"/>
                  <a:gd name="T2" fmla="*/ 14 w 367"/>
                  <a:gd name="T3" fmla="*/ 0 h 367"/>
                  <a:gd name="T4" fmla="*/ 14 w 367"/>
                  <a:gd name="T5" fmla="*/ 0 h 3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7" h="367">
                    <a:moveTo>
                      <a:pt x="0" y="367"/>
                    </a:moveTo>
                    <a:lnTo>
                      <a:pt x="366" y="0"/>
                    </a:lnTo>
                    <a:lnTo>
                      <a:pt x="36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6" name="Freeform 17"/>
              <p:cNvSpPr>
                <a:spLocks/>
              </p:cNvSpPr>
              <p:nvPr/>
            </p:nvSpPr>
            <p:spPr bwMode="auto">
              <a:xfrm>
                <a:off x="559" y="3399"/>
                <a:ext cx="22" cy="21"/>
              </a:xfrm>
              <a:custGeom>
                <a:avLst/>
                <a:gdLst>
                  <a:gd name="T0" fmla="*/ 0 w 65"/>
                  <a:gd name="T1" fmla="*/ 2 h 63"/>
                  <a:gd name="T2" fmla="*/ 2 w 65"/>
                  <a:gd name="T3" fmla="*/ 0 h 63"/>
                  <a:gd name="T4" fmla="*/ 2 w 65"/>
                  <a:gd name="T5" fmla="*/ 0 h 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63">
                    <a:moveTo>
                      <a:pt x="0" y="63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7" name="Freeform 18"/>
              <p:cNvSpPr>
                <a:spLocks/>
              </p:cNvSpPr>
              <p:nvPr/>
            </p:nvSpPr>
            <p:spPr bwMode="auto">
              <a:xfrm>
                <a:off x="669" y="3287"/>
                <a:ext cx="23" cy="23"/>
              </a:xfrm>
              <a:custGeom>
                <a:avLst/>
                <a:gdLst>
                  <a:gd name="T0" fmla="*/ 0 w 70"/>
                  <a:gd name="T1" fmla="*/ 3 h 69"/>
                  <a:gd name="T2" fmla="*/ 3 w 70"/>
                  <a:gd name="T3" fmla="*/ 0 h 69"/>
                  <a:gd name="T4" fmla="*/ 3 w 70"/>
                  <a:gd name="T5" fmla="*/ 0 h 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0" h="69">
                    <a:moveTo>
                      <a:pt x="0" y="69"/>
                    </a:moveTo>
                    <a:lnTo>
                      <a:pt x="69" y="0"/>
                    </a:lnTo>
                    <a:lnTo>
                      <a:pt x="7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8" name="Freeform 19"/>
              <p:cNvSpPr>
                <a:spLocks/>
              </p:cNvSpPr>
              <p:nvPr/>
            </p:nvSpPr>
            <p:spPr bwMode="auto">
              <a:xfrm>
                <a:off x="559" y="3399"/>
                <a:ext cx="121" cy="120"/>
              </a:xfrm>
              <a:custGeom>
                <a:avLst/>
                <a:gdLst>
                  <a:gd name="T0" fmla="*/ 0 w 362"/>
                  <a:gd name="T1" fmla="*/ 13 h 361"/>
                  <a:gd name="T2" fmla="*/ 13 w 362"/>
                  <a:gd name="T3" fmla="*/ 0 h 361"/>
                  <a:gd name="T4" fmla="*/ 13 w 362"/>
                  <a:gd name="T5" fmla="*/ 0 h 3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2" h="361">
                    <a:moveTo>
                      <a:pt x="0" y="361"/>
                    </a:moveTo>
                    <a:lnTo>
                      <a:pt x="361" y="0"/>
                    </a:lnTo>
                    <a:lnTo>
                      <a:pt x="36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9" name="Freeform 20"/>
              <p:cNvSpPr>
                <a:spLocks/>
              </p:cNvSpPr>
              <p:nvPr/>
            </p:nvSpPr>
            <p:spPr bwMode="auto">
              <a:xfrm>
                <a:off x="868" y="3134"/>
                <a:ext cx="77" cy="76"/>
              </a:xfrm>
              <a:custGeom>
                <a:avLst/>
                <a:gdLst>
                  <a:gd name="T0" fmla="*/ 0 w 229"/>
                  <a:gd name="T1" fmla="*/ 8 h 228"/>
                  <a:gd name="T2" fmla="*/ 9 w 229"/>
                  <a:gd name="T3" fmla="*/ 0 h 228"/>
                  <a:gd name="T4" fmla="*/ 9 w 229"/>
                  <a:gd name="T5" fmla="*/ 0 h 2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9" h="228">
                    <a:moveTo>
                      <a:pt x="0" y="228"/>
                    </a:moveTo>
                    <a:lnTo>
                      <a:pt x="228" y="0"/>
                    </a:lnTo>
                    <a:lnTo>
                      <a:pt x="2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0" name="Freeform 21"/>
              <p:cNvSpPr>
                <a:spLocks/>
              </p:cNvSpPr>
              <p:nvPr/>
            </p:nvSpPr>
            <p:spPr bwMode="auto">
              <a:xfrm>
                <a:off x="602" y="3530"/>
                <a:ext cx="46" cy="45"/>
              </a:xfrm>
              <a:custGeom>
                <a:avLst/>
                <a:gdLst>
                  <a:gd name="T0" fmla="*/ 0 w 138"/>
                  <a:gd name="T1" fmla="*/ 5 h 137"/>
                  <a:gd name="T2" fmla="*/ 5 w 138"/>
                  <a:gd name="T3" fmla="*/ 0 h 137"/>
                  <a:gd name="T4" fmla="*/ 5 w 138"/>
                  <a:gd name="T5" fmla="*/ 0 h 1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8" h="137">
                    <a:moveTo>
                      <a:pt x="0" y="137"/>
                    </a:moveTo>
                    <a:lnTo>
                      <a:pt x="137" y="0"/>
                    </a:lnTo>
                    <a:lnTo>
                      <a:pt x="13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1" name="Freeform 22"/>
              <p:cNvSpPr>
                <a:spLocks/>
              </p:cNvSpPr>
              <p:nvPr/>
            </p:nvSpPr>
            <p:spPr bwMode="auto">
              <a:xfrm>
                <a:off x="868" y="3027"/>
                <a:ext cx="277" cy="282"/>
              </a:xfrm>
              <a:custGeom>
                <a:avLst/>
                <a:gdLst>
                  <a:gd name="T0" fmla="*/ 0 w 277"/>
                  <a:gd name="T1" fmla="*/ 282 h 282"/>
                  <a:gd name="T2" fmla="*/ 277 w 277"/>
                  <a:gd name="T3" fmla="*/ 0 h 28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7" h="282">
                    <a:moveTo>
                      <a:pt x="0" y="282"/>
                    </a:moveTo>
                    <a:lnTo>
                      <a:pt x="27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2" name="Freeform 23"/>
              <p:cNvSpPr>
                <a:spLocks/>
              </p:cNvSpPr>
              <p:nvPr/>
            </p:nvSpPr>
            <p:spPr bwMode="auto">
              <a:xfrm>
                <a:off x="658" y="3485"/>
                <a:ext cx="34" cy="34"/>
              </a:xfrm>
              <a:custGeom>
                <a:avLst/>
                <a:gdLst>
                  <a:gd name="T0" fmla="*/ 0 w 102"/>
                  <a:gd name="T1" fmla="*/ 4 h 102"/>
                  <a:gd name="T2" fmla="*/ 4 w 102"/>
                  <a:gd name="T3" fmla="*/ 0 h 102"/>
                  <a:gd name="T4" fmla="*/ 4 w 102"/>
                  <a:gd name="T5" fmla="*/ 0 h 10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" h="102">
                    <a:moveTo>
                      <a:pt x="0" y="102"/>
                    </a:moveTo>
                    <a:lnTo>
                      <a:pt x="101" y="0"/>
                    </a:lnTo>
                    <a:lnTo>
                      <a:pt x="102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3" name="Freeform 24"/>
              <p:cNvSpPr>
                <a:spLocks/>
              </p:cNvSpPr>
              <p:nvPr/>
            </p:nvSpPr>
            <p:spPr bwMode="auto">
              <a:xfrm>
                <a:off x="868" y="3399"/>
                <a:ext cx="10" cy="9"/>
              </a:xfrm>
              <a:custGeom>
                <a:avLst/>
                <a:gdLst>
                  <a:gd name="T0" fmla="*/ 0 w 29"/>
                  <a:gd name="T1" fmla="*/ 1 h 27"/>
                  <a:gd name="T2" fmla="*/ 1 w 29"/>
                  <a:gd name="T3" fmla="*/ 0 h 27"/>
                  <a:gd name="T4" fmla="*/ 1 w 29"/>
                  <a:gd name="T5" fmla="*/ 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27">
                    <a:moveTo>
                      <a:pt x="0" y="27"/>
                    </a:moveTo>
                    <a:lnTo>
                      <a:pt x="28" y="0"/>
                    </a:lnTo>
                    <a:lnTo>
                      <a:pt x="29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4" name="Freeform 25"/>
              <p:cNvSpPr>
                <a:spLocks/>
              </p:cNvSpPr>
              <p:nvPr/>
            </p:nvSpPr>
            <p:spPr bwMode="auto">
              <a:xfrm>
                <a:off x="966" y="3105"/>
                <a:ext cx="205" cy="205"/>
              </a:xfrm>
              <a:custGeom>
                <a:avLst/>
                <a:gdLst>
                  <a:gd name="T0" fmla="*/ 0 w 615"/>
                  <a:gd name="T1" fmla="*/ 23 h 615"/>
                  <a:gd name="T2" fmla="*/ 23 w 615"/>
                  <a:gd name="T3" fmla="*/ 0 h 615"/>
                  <a:gd name="T4" fmla="*/ 23 w 615"/>
                  <a:gd name="T5" fmla="*/ 0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15" h="615">
                    <a:moveTo>
                      <a:pt x="0" y="615"/>
                    </a:moveTo>
                    <a:lnTo>
                      <a:pt x="614" y="0"/>
                    </a:lnTo>
                    <a:lnTo>
                      <a:pt x="61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5" name="Freeform 26"/>
              <p:cNvSpPr>
                <a:spLocks/>
              </p:cNvSpPr>
              <p:nvPr/>
            </p:nvSpPr>
            <p:spPr bwMode="auto">
              <a:xfrm>
                <a:off x="868" y="3399"/>
                <a:ext cx="109" cy="108"/>
              </a:xfrm>
              <a:custGeom>
                <a:avLst/>
                <a:gdLst>
                  <a:gd name="T0" fmla="*/ 0 w 327"/>
                  <a:gd name="T1" fmla="*/ 12 h 326"/>
                  <a:gd name="T2" fmla="*/ 12 w 327"/>
                  <a:gd name="T3" fmla="*/ 0 h 326"/>
                  <a:gd name="T4" fmla="*/ 12 w 327"/>
                  <a:gd name="T5" fmla="*/ 0 h 3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7" h="326">
                    <a:moveTo>
                      <a:pt x="0" y="326"/>
                    </a:moveTo>
                    <a:lnTo>
                      <a:pt x="326" y="0"/>
                    </a:lnTo>
                    <a:lnTo>
                      <a:pt x="32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6" name="Freeform 27"/>
              <p:cNvSpPr>
                <a:spLocks/>
              </p:cNvSpPr>
              <p:nvPr/>
            </p:nvSpPr>
            <p:spPr bwMode="auto">
              <a:xfrm>
                <a:off x="1065" y="3186"/>
                <a:ext cx="125" cy="124"/>
              </a:xfrm>
              <a:custGeom>
                <a:avLst/>
                <a:gdLst>
                  <a:gd name="T0" fmla="*/ 0 w 375"/>
                  <a:gd name="T1" fmla="*/ 14 h 374"/>
                  <a:gd name="T2" fmla="*/ 14 w 375"/>
                  <a:gd name="T3" fmla="*/ 0 h 374"/>
                  <a:gd name="T4" fmla="*/ 14 w 375"/>
                  <a:gd name="T5" fmla="*/ 0 h 3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" h="374">
                    <a:moveTo>
                      <a:pt x="0" y="374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7" name="Freeform 28"/>
              <p:cNvSpPr>
                <a:spLocks/>
              </p:cNvSpPr>
              <p:nvPr/>
            </p:nvSpPr>
            <p:spPr bwMode="auto">
              <a:xfrm>
                <a:off x="912" y="3399"/>
                <a:ext cx="164" cy="163"/>
              </a:xfrm>
              <a:custGeom>
                <a:avLst/>
                <a:gdLst>
                  <a:gd name="T0" fmla="*/ 0 w 492"/>
                  <a:gd name="T1" fmla="*/ 18 h 491"/>
                  <a:gd name="T2" fmla="*/ 18 w 492"/>
                  <a:gd name="T3" fmla="*/ 0 h 491"/>
                  <a:gd name="T4" fmla="*/ 18 w 492"/>
                  <a:gd name="T5" fmla="*/ 0 h 49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2" h="491">
                    <a:moveTo>
                      <a:pt x="0" y="491"/>
                    </a:moveTo>
                    <a:lnTo>
                      <a:pt x="491" y="0"/>
                    </a:lnTo>
                    <a:lnTo>
                      <a:pt x="4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8" name="Freeform 29"/>
              <p:cNvSpPr>
                <a:spLocks/>
              </p:cNvSpPr>
              <p:nvPr/>
            </p:nvSpPr>
            <p:spPr bwMode="auto">
              <a:xfrm>
                <a:off x="998" y="3428"/>
                <a:ext cx="148" cy="147"/>
              </a:xfrm>
              <a:custGeom>
                <a:avLst/>
                <a:gdLst>
                  <a:gd name="T0" fmla="*/ 0 w 443"/>
                  <a:gd name="T1" fmla="*/ 16 h 442"/>
                  <a:gd name="T2" fmla="*/ 16 w 443"/>
                  <a:gd name="T3" fmla="*/ 0 h 442"/>
                  <a:gd name="T4" fmla="*/ 16 w 443"/>
                  <a:gd name="T5" fmla="*/ 0 h 4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3" h="442">
                    <a:moveTo>
                      <a:pt x="0" y="442"/>
                    </a:moveTo>
                    <a:lnTo>
                      <a:pt x="442" y="0"/>
                    </a:lnTo>
                    <a:lnTo>
                      <a:pt x="4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9" name="Freeform 30"/>
              <p:cNvSpPr>
                <a:spLocks/>
              </p:cNvSpPr>
              <p:nvPr/>
            </p:nvSpPr>
            <p:spPr bwMode="auto">
              <a:xfrm>
                <a:off x="1056" y="3492"/>
                <a:ext cx="125" cy="125"/>
              </a:xfrm>
              <a:custGeom>
                <a:avLst/>
                <a:gdLst>
                  <a:gd name="T0" fmla="*/ 0 w 376"/>
                  <a:gd name="T1" fmla="*/ 14 h 377"/>
                  <a:gd name="T2" fmla="*/ 14 w 376"/>
                  <a:gd name="T3" fmla="*/ 0 h 377"/>
                  <a:gd name="T4" fmla="*/ 14 w 376"/>
                  <a:gd name="T5" fmla="*/ 0 h 3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6" h="377">
                    <a:moveTo>
                      <a:pt x="0" y="377"/>
                    </a:moveTo>
                    <a:lnTo>
                      <a:pt x="375" y="0"/>
                    </a:lnTo>
                    <a:lnTo>
                      <a:pt x="37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0" name="Freeform 31"/>
              <p:cNvSpPr>
                <a:spLocks/>
              </p:cNvSpPr>
              <p:nvPr/>
            </p:nvSpPr>
            <p:spPr bwMode="auto">
              <a:xfrm>
                <a:off x="1107" y="3539"/>
                <a:ext cx="126" cy="126"/>
              </a:xfrm>
              <a:custGeom>
                <a:avLst/>
                <a:gdLst>
                  <a:gd name="T0" fmla="*/ 0 w 380"/>
                  <a:gd name="T1" fmla="*/ 14 h 379"/>
                  <a:gd name="T2" fmla="*/ 14 w 380"/>
                  <a:gd name="T3" fmla="*/ 0 h 379"/>
                  <a:gd name="T4" fmla="*/ 14 w 380"/>
                  <a:gd name="T5" fmla="*/ 0 h 3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0" h="379">
                    <a:moveTo>
                      <a:pt x="0" y="379"/>
                    </a:moveTo>
                    <a:lnTo>
                      <a:pt x="379" y="0"/>
                    </a:lnTo>
                    <a:lnTo>
                      <a:pt x="3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1" name="Freeform 32"/>
              <p:cNvSpPr>
                <a:spLocks/>
              </p:cNvSpPr>
              <p:nvPr/>
            </p:nvSpPr>
            <p:spPr bwMode="auto">
              <a:xfrm>
                <a:off x="2719" y="2126"/>
                <a:ext cx="48" cy="48"/>
              </a:xfrm>
              <a:custGeom>
                <a:avLst/>
                <a:gdLst>
                  <a:gd name="T0" fmla="*/ 0 w 143"/>
                  <a:gd name="T1" fmla="*/ 5 h 144"/>
                  <a:gd name="T2" fmla="*/ 5 w 143"/>
                  <a:gd name="T3" fmla="*/ 0 h 144"/>
                  <a:gd name="T4" fmla="*/ 5 w 143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3" h="144">
                    <a:moveTo>
                      <a:pt x="0" y="144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2" name="Freeform 33"/>
              <p:cNvSpPr>
                <a:spLocks/>
              </p:cNvSpPr>
              <p:nvPr/>
            </p:nvSpPr>
            <p:spPr bwMode="auto">
              <a:xfrm>
                <a:off x="1166" y="3592"/>
                <a:ext cx="113" cy="113"/>
              </a:xfrm>
              <a:custGeom>
                <a:avLst/>
                <a:gdLst>
                  <a:gd name="T0" fmla="*/ 0 w 338"/>
                  <a:gd name="T1" fmla="*/ 13 h 338"/>
                  <a:gd name="T2" fmla="*/ 13 w 338"/>
                  <a:gd name="T3" fmla="*/ 0 h 338"/>
                  <a:gd name="T4" fmla="*/ 13 w 338"/>
                  <a:gd name="T5" fmla="*/ 0 h 3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8" h="338">
                    <a:moveTo>
                      <a:pt x="0" y="338"/>
                    </a:moveTo>
                    <a:lnTo>
                      <a:pt x="337" y="0"/>
                    </a:lnTo>
                    <a:lnTo>
                      <a:pt x="33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3" name="Freeform 34"/>
              <p:cNvSpPr>
                <a:spLocks/>
              </p:cNvSpPr>
              <p:nvPr/>
            </p:nvSpPr>
            <p:spPr bwMode="auto">
              <a:xfrm>
                <a:off x="1236" y="3716"/>
                <a:ext cx="19" cy="18"/>
              </a:xfrm>
              <a:custGeom>
                <a:avLst/>
                <a:gdLst>
                  <a:gd name="T0" fmla="*/ 0 w 56"/>
                  <a:gd name="T1" fmla="*/ 2 h 54"/>
                  <a:gd name="T2" fmla="*/ 2 w 56"/>
                  <a:gd name="T3" fmla="*/ 0 h 54"/>
                  <a:gd name="T4" fmla="*/ 2 w 56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" h="54">
                    <a:moveTo>
                      <a:pt x="0" y="54"/>
                    </a:moveTo>
                    <a:lnTo>
                      <a:pt x="55" y="0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4" name="Freeform 35"/>
              <p:cNvSpPr>
                <a:spLocks/>
              </p:cNvSpPr>
              <p:nvPr/>
            </p:nvSpPr>
            <p:spPr bwMode="auto">
              <a:xfrm>
                <a:off x="3031" y="2122"/>
                <a:ext cx="37" cy="36"/>
              </a:xfrm>
              <a:custGeom>
                <a:avLst/>
                <a:gdLst>
                  <a:gd name="T0" fmla="*/ 0 w 110"/>
                  <a:gd name="T1" fmla="*/ 4 h 109"/>
                  <a:gd name="T2" fmla="*/ 4 w 110"/>
                  <a:gd name="T3" fmla="*/ 0 h 109"/>
                  <a:gd name="T4" fmla="*/ 4 w 110"/>
                  <a:gd name="T5" fmla="*/ 0 h 10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0" h="109">
                    <a:moveTo>
                      <a:pt x="0" y="109"/>
                    </a:moveTo>
                    <a:lnTo>
                      <a:pt x="109" y="0"/>
                    </a:lnTo>
                    <a:lnTo>
                      <a:pt x="1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5" name="Freeform 36"/>
              <p:cNvSpPr>
                <a:spLocks/>
              </p:cNvSpPr>
              <p:nvPr/>
            </p:nvSpPr>
            <p:spPr bwMode="auto">
              <a:xfrm>
                <a:off x="3031" y="2147"/>
                <a:ext cx="111" cy="111"/>
              </a:xfrm>
              <a:custGeom>
                <a:avLst/>
                <a:gdLst>
                  <a:gd name="T0" fmla="*/ 0 w 332"/>
                  <a:gd name="T1" fmla="*/ 12 h 332"/>
                  <a:gd name="T2" fmla="*/ 12 w 332"/>
                  <a:gd name="T3" fmla="*/ 0 h 332"/>
                  <a:gd name="T4" fmla="*/ 12 w 332"/>
                  <a:gd name="T5" fmla="*/ 0 h 3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2" h="332">
                    <a:moveTo>
                      <a:pt x="0" y="332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6" name="Freeform 37"/>
              <p:cNvSpPr>
                <a:spLocks/>
              </p:cNvSpPr>
              <p:nvPr/>
            </p:nvSpPr>
            <p:spPr bwMode="auto">
              <a:xfrm>
                <a:off x="3031" y="2246"/>
                <a:ext cx="111" cy="111"/>
              </a:xfrm>
              <a:custGeom>
                <a:avLst/>
                <a:gdLst>
                  <a:gd name="T0" fmla="*/ 0 w 332"/>
                  <a:gd name="T1" fmla="*/ 12 h 331"/>
                  <a:gd name="T2" fmla="*/ 12 w 332"/>
                  <a:gd name="T3" fmla="*/ 0 h 331"/>
                  <a:gd name="T4" fmla="*/ 12 w 332"/>
                  <a:gd name="T5" fmla="*/ 0 h 3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2" h="331">
                    <a:moveTo>
                      <a:pt x="0" y="331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7" name="Freeform 38"/>
              <p:cNvSpPr>
                <a:spLocks/>
              </p:cNvSpPr>
              <p:nvPr/>
            </p:nvSpPr>
            <p:spPr bwMode="auto">
              <a:xfrm>
                <a:off x="3031" y="2345"/>
                <a:ext cx="111" cy="111"/>
              </a:xfrm>
              <a:custGeom>
                <a:avLst/>
                <a:gdLst>
                  <a:gd name="T0" fmla="*/ 0 w 332"/>
                  <a:gd name="T1" fmla="*/ 12 h 331"/>
                  <a:gd name="T2" fmla="*/ 12 w 332"/>
                  <a:gd name="T3" fmla="*/ 0 h 331"/>
                  <a:gd name="T4" fmla="*/ 12 w 332"/>
                  <a:gd name="T5" fmla="*/ 0 h 3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2" h="331">
                    <a:moveTo>
                      <a:pt x="0" y="331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8" name="Freeform 39"/>
              <p:cNvSpPr>
                <a:spLocks/>
              </p:cNvSpPr>
              <p:nvPr/>
            </p:nvSpPr>
            <p:spPr bwMode="auto">
              <a:xfrm>
                <a:off x="3117" y="2444"/>
                <a:ext cx="25" cy="25"/>
              </a:xfrm>
              <a:custGeom>
                <a:avLst/>
                <a:gdLst>
                  <a:gd name="T0" fmla="*/ 0 w 75"/>
                  <a:gd name="T1" fmla="*/ 3 h 74"/>
                  <a:gd name="T2" fmla="*/ 3 w 75"/>
                  <a:gd name="T3" fmla="*/ 0 h 74"/>
                  <a:gd name="T4" fmla="*/ 3 w 75"/>
                  <a:gd name="T5" fmla="*/ 0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" h="74">
                    <a:moveTo>
                      <a:pt x="0" y="74"/>
                    </a:moveTo>
                    <a:lnTo>
                      <a:pt x="74" y="0"/>
                    </a:lnTo>
                    <a:lnTo>
                      <a:pt x="75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9" name="Freeform 40"/>
              <p:cNvSpPr>
                <a:spLocks/>
              </p:cNvSpPr>
              <p:nvPr/>
            </p:nvSpPr>
            <p:spPr bwMode="auto">
              <a:xfrm>
                <a:off x="1790" y="2141"/>
                <a:ext cx="908" cy="68"/>
              </a:xfrm>
              <a:custGeom>
                <a:avLst/>
                <a:gdLst>
                  <a:gd name="T0" fmla="*/ 0 w 2724"/>
                  <a:gd name="T1" fmla="*/ 0 h 204"/>
                  <a:gd name="T2" fmla="*/ 101 w 2724"/>
                  <a:gd name="T3" fmla="*/ 8 h 204"/>
                  <a:gd name="T4" fmla="*/ 101 w 2724"/>
                  <a:gd name="T5" fmla="*/ 8 h 20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24" h="204">
                    <a:moveTo>
                      <a:pt x="0" y="0"/>
                    </a:moveTo>
                    <a:lnTo>
                      <a:pt x="2723" y="204"/>
                    </a:lnTo>
                    <a:lnTo>
                      <a:pt x="2724" y="20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0" name="Freeform 41"/>
              <p:cNvSpPr>
                <a:spLocks/>
              </p:cNvSpPr>
              <p:nvPr/>
            </p:nvSpPr>
            <p:spPr bwMode="auto">
              <a:xfrm>
                <a:off x="1674" y="3524"/>
                <a:ext cx="1029" cy="94"/>
              </a:xfrm>
              <a:custGeom>
                <a:avLst/>
                <a:gdLst>
                  <a:gd name="T0" fmla="*/ 0 w 3089"/>
                  <a:gd name="T1" fmla="*/ 10 h 283"/>
                  <a:gd name="T2" fmla="*/ 114 w 3089"/>
                  <a:gd name="T3" fmla="*/ 0 h 283"/>
                  <a:gd name="T4" fmla="*/ 114 w 3089"/>
                  <a:gd name="T5" fmla="*/ 0 h 28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89" h="283">
                    <a:moveTo>
                      <a:pt x="0" y="283"/>
                    </a:moveTo>
                    <a:lnTo>
                      <a:pt x="3088" y="0"/>
                    </a:lnTo>
                    <a:lnTo>
                      <a:pt x="308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1" name="Freeform 42"/>
              <p:cNvSpPr>
                <a:spLocks/>
              </p:cNvSpPr>
              <p:nvPr/>
            </p:nvSpPr>
            <p:spPr bwMode="auto">
              <a:xfrm>
                <a:off x="1790" y="2382"/>
                <a:ext cx="908" cy="69"/>
              </a:xfrm>
              <a:custGeom>
                <a:avLst/>
                <a:gdLst>
                  <a:gd name="T0" fmla="*/ 0 w 2724"/>
                  <a:gd name="T1" fmla="*/ 8 h 205"/>
                  <a:gd name="T2" fmla="*/ 101 w 2724"/>
                  <a:gd name="T3" fmla="*/ 0 h 205"/>
                  <a:gd name="T4" fmla="*/ 101 w 2724"/>
                  <a:gd name="T5" fmla="*/ 0 h 20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24" h="205">
                    <a:moveTo>
                      <a:pt x="0" y="205"/>
                    </a:moveTo>
                    <a:lnTo>
                      <a:pt x="2723" y="0"/>
                    </a:lnTo>
                    <a:lnTo>
                      <a:pt x="272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2" name="Freeform 43"/>
              <p:cNvSpPr>
                <a:spLocks/>
              </p:cNvSpPr>
              <p:nvPr/>
            </p:nvSpPr>
            <p:spPr bwMode="auto">
              <a:xfrm>
                <a:off x="1674" y="3091"/>
                <a:ext cx="1029" cy="94"/>
              </a:xfrm>
              <a:custGeom>
                <a:avLst/>
                <a:gdLst>
                  <a:gd name="T0" fmla="*/ 0 w 3089"/>
                  <a:gd name="T1" fmla="*/ 0 h 282"/>
                  <a:gd name="T2" fmla="*/ 114 w 3089"/>
                  <a:gd name="T3" fmla="*/ 10 h 282"/>
                  <a:gd name="T4" fmla="*/ 114 w 3089"/>
                  <a:gd name="T5" fmla="*/ 10 h 2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89" h="282">
                    <a:moveTo>
                      <a:pt x="0" y="0"/>
                    </a:moveTo>
                    <a:lnTo>
                      <a:pt x="3088" y="282"/>
                    </a:lnTo>
                    <a:lnTo>
                      <a:pt x="3089" y="28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3" name="Freeform 44"/>
              <p:cNvSpPr>
                <a:spLocks/>
              </p:cNvSpPr>
              <p:nvPr/>
            </p:nvSpPr>
            <p:spPr bwMode="auto">
              <a:xfrm>
                <a:off x="1894" y="3354"/>
                <a:ext cx="650" cy="1"/>
              </a:xfrm>
              <a:custGeom>
                <a:avLst/>
                <a:gdLst>
                  <a:gd name="T0" fmla="*/ 0 w 650"/>
                  <a:gd name="T1" fmla="*/ 1 h 1"/>
                  <a:gd name="T2" fmla="*/ 650 w 650"/>
                  <a:gd name="T3" fmla="*/ 0 h 1"/>
                  <a:gd name="T4" fmla="*/ 650 w 65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0" h="1">
                    <a:moveTo>
                      <a:pt x="0" y="1"/>
                    </a:moveTo>
                    <a:lnTo>
                      <a:pt x="6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4" name="Freeform 45"/>
              <p:cNvSpPr>
                <a:spLocks/>
              </p:cNvSpPr>
              <p:nvPr/>
            </p:nvSpPr>
            <p:spPr bwMode="auto">
              <a:xfrm>
                <a:off x="1252" y="3546"/>
                <a:ext cx="28" cy="195"/>
              </a:xfrm>
              <a:custGeom>
                <a:avLst/>
                <a:gdLst>
                  <a:gd name="T0" fmla="*/ 1 w 82"/>
                  <a:gd name="T1" fmla="*/ 0 h 585"/>
                  <a:gd name="T2" fmla="*/ 3 w 82"/>
                  <a:gd name="T3" fmla="*/ 9 h 585"/>
                  <a:gd name="T4" fmla="*/ 1 w 82"/>
                  <a:gd name="T5" fmla="*/ 14 h 585"/>
                  <a:gd name="T6" fmla="*/ 0 w 82"/>
                  <a:gd name="T7" fmla="*/ 16 h 585"/>
                  <a:gd name="T8" fmla="*/ 1 w 82"/>
                  <a:gd name="T9" fmla="*/ 22 h 585"/>
                  <a:gd name="T10" fmla="*/ 1 w 82"/>
                  <a:gd name="T11" fmla="*/ 22 h 5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585">
                    <a:moveTo>
                      <a:pt x="19" y="0"/>
                    </a:moveTo>
                    <a:lnTo>
                      <a:pt x="82" y="254"/>
                    </a:lnTo>
                    <a:lnTo>
                      <a:pt x="21" y="377"/>
                    </a:lnTo>
                    <a:lnTo>
                      <a:pt x="0" y="439"/>
                    </a:lnTo>
                    <a:lnTo>
                      <a:pt x="25" y="585"/>
                    </a:lnTo>
                    <a:lnTo>
                      <a:pt x="26" y="58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5" name="Freeform 46"/>
              <p:cNvSpPr>
                <a:spLocks/>
              </p:cNvSpPr>
              <p:nvPr/>
            </p:nvSpPr>
            <p:spPr bwMode="auto">
              <a:xfrm>
                <a:off x="1354" y="3518"/>
                <a:ext cx="1" cy="326"/>
              </a:xfrm>
              <a:custGeom>
                <a:avLst/>
                <a:gdLst>
                  <a:gd name="T0" fmla="*/ 0 w 2"/>
                  <a:gd name="T1" fmla="*/ 0 h 978"/>
                  <a:gd name="T2" fmla="*/ 0 w 2"/>
                  <a:gd name="T3" fmla="*/ 36 h 978"/>
                  <a:gd name="T4" fmla="*/ 1 w 2"/>
                  <a:gd name="T5" fmla="*/ 36 h 9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978">
                    <a:moveTo>
                      <a:pt x="0" y="0"/>
                    </a:moveTo>
                    <a:lnTo>
                      <a:pt x="0" y="978"/>
                    </a:lnTo>
                    <a:lnTo>
                      <a:pt x="2" y="97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6" name="Freeform 47"/>
              <p:cNvSpPr>
                <a:spLocks/>
              </p:cNvSpPr>
              <p:nvPr/>
            </p:nvSpPr>
            <p:spPr bwMode="auto">
              <a:xfrm>
                <a:off x="912" y="3514"/>
                <a:ext cx="1" cy="56"/>
              </a:xfrm>
              <a:custGeom>
                <a:avLst/>
                <a:gdLst>
                  <a:gd name="T0" fmla="*/ 0 w 1"/>
                  <a:gd name="T1" fmla="*/ 0 h 168"/>
                  <a:gd name="T2" fmla="*/ 0 w 1"/>
                  <a:gd name="T3" fmla="*/ 6 h 168"/>
                  <a:gd name="T4" fmla="*/ 1 w 1"/>
                  <a:gd name="T5" fmla="*/ 6 h 1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68">
                    <a:moveTo>
                      <a:pt x="0" y="0"/>
                    </a:moveTo>
                    <a:lnTo>
                      <a:pt x="0" y="168"/>
                    </a:lnTo>
                    <a:lnTo>
                      <a:pt x="1" y="16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7" name="Freeform 48"/>
              <p:cNvSpPr>
                <a:spLocks/>
              </p:cNvSpPr>
              <p:nvPr/>
            </p:nvSpPr>
            <p:spPr bwMode="auto">
              <a:xfrm>
                <a:off x="780" y="3272"/>
                <a:ext cx="1" cy="386"/>
              </a:xfrm>
              <a:custGeom>
                <a:avLst/>
                <a:gdLst>
                  <a:gd name="T0" fmla="*/ 0 w 1"/>
                  <a:gd name="T1" fmla="*/ 0 h 1158"/>
                  <a:gd name="T2" fmla="*/ 0 w 1"/>
                  <a:gd name="T3" fmla="*/ 43 h 1158"/>
                  <a:gd name="T4" fmla="*/ 1 w 1"/>
                  <a:gd name="T5" fmla="*/ 43 h 11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158">
                    <a:moveTo>
                      <a:pt x="0" y="0"/>
                    </a:moveTo>
                    <a:lnTo>
                      <a:pt x="0" y="1158"/>
                    </a:lnTo>
                    <a:lnTo>
                      <a:pt x="1" y="115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8" name="Freeform 49"/>
              <p:cNvSpPr>
                <a:spLocks/>
              </p:cNvSpPr>
              <p:nvPr/>
            </p:nvSpPr>
            <p:spPr bwMode="auto">
              <a:xfrm>
                <a:off x="648" y="3514"/>
                <a:ext cx="1" cy="56"/>
              </a:xfrm>
              <a:custGeom>
                <a:avLst/>
                <a:gdLst>
                  <a:gd name="T0" fmla="*/ 0 w 1"/>
                  <a:gd name="T1" fmla="*/ 0 h 168"/>
                  <a:gd name="T2" fmla="*/ 0 w 1"/>
                  <a:gd name="T3" fmla="*/ 6 h 168"/>
                  <a:gd name="T4" fmla="*/ 1 w 1"/>
                  <a:gd name="T5" fmla="*/ 6 h 1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68">
                    <a:moveTo>
                      <a:pt x="0" y="0"/>
                    </a:moveTo>
                    <a:lnTo>
                      <a:pt x="0" y="168"/>
                    </a:lnTo>
                    <a:lnTo>
                      <a:pt x="1" y="16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9" name="Freeform 50"/>
              <p:cNvSpPr>
                <a:spLocks/>
              </p:cNvSpPr>
              <p:nvPr/>
            </p:nvSpPr>
            <p:spPr bwMode="auto">
              <a:xfrm>
                <a:off x="560" y="3397"/>
                <a:ext cx="1" cy="187"/>
              </a:xfrm>
              <a:custGeom>
                <a:avLst/>
                <a:gdLst>
                  <a:gd name="T0" fmla="*/ 0 w 1"/>
                  <a:gd name="T1" fmla="*/ 187 h 187"/>
                  <a:gd name="T2" fmla="*/ 0 w 1"/>
                  <a:gd name="T3" fmla="*/ 11 h 187"/>
                  <a:gd name="T4" fmla="*/ 0 w 1"/>
                  <a:gd name="T5" fmla="*/ 0 h 1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7">
                    <a:moveTo>
                      <a:pt x="0" y="187"/>
                    </a:moveTo>
                    <a:lnTo>
                      <a:pt x="0" y="11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0" name="Freeform 51"/>
              <p:cNvSpPr>
                <a:spLocks/>
              </p:cNvSpPr>
              <p:nvPr/>
            </p:nvSpPr>
            <p:spPr bwMode="auto">
              <a:xfrm>
                <a:off x="559" y="3575"/>
                <a:ext cx="484" cy="1"/>
              </a:xfrm>
              <a:custGeom>
                <a:avLst/>
                <a:gdLst>
                  <a:gd name="T0" fmla="*/ 0 w 484"/>
                  <a:gd name="T1" fmla="*/ 0 h 1"/>
                  <a:gd name="T2" fmla="*/ 484 w 484"/>
                  <a:gd name="T3" fmla="*/ 1 h 1"/>
                  <a:gd name="T4" fmla="*/ 442 w 48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4" h="1">
                    <a:moveTo>
                      <a:pt x="0" y="0"/>
                    </a:moveTo>
                    <a:lnTo>
                      <a:pt x="484" y="1"/>
                    </a:lnTo>
                    <a:lnTo>
                      <a:pt x="44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1" name="Freeform 52"/>
              <p:cNvSpPr>
                <a:spLocks/>
              </p:cNvSpPr>
              <p:nvPr/>
            </p:nvSpPr>
            <p:spPr bwMode="auto">
              <a:xfrm>
                <a:off x="559" y="3398"/>
                <a:ext cx="594" cy="1"/>
              </a:xfrm>
              <a:custGeom>
                <a:avLst/>
                <a:gdLst>
                  <a:gd name="T0" fmla="*/ 0 w 594"/>
                  <a:gd name="T1" fmla="*/ 1 h 1"/>
                  <a:gd name="T2" fmla="*/ 594 w 594"/>
                  <a:gd name="T3" fmla="*/ 0 h 1"/>
                  <a:gd name="T4" fmla="*/ 579 w 594"/>
                  <a:gd name="T5" fmla="*/ 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4" h="1">
                    <a:moveTo>
                      <a:pt x="0" y="1"/>
                    </a:moveTo>
                    <a:lnTo>
                      <a:pt x="594" y="0"/>
                    </a:lnTo>
                    <a:lnTo>
                      <a:pt x="579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2" name="Freeform 53"/>
              <p:cNvSpPr>
                <a:spLocks/>
              </p:cNvSpPr>
              <p:nvPr/>
            </p:nvSpPr>
            <p:spPr bwMode="auto">
              <a:xfrm>
                <a:off x="559" y="3134"/>
                <a:ext cx="479" cy="1"/>
              </a:xfrm>
              <a:custGeom>
                <a:avLst/>
                <a:gdLst>
                  <a:gd name="T0" fmla="*/ 0 w 479"/>
                  <a:gd name="T1" fmla="*/ 0 h 1"/>
                  <a:gd name="T2" fmla="*/ 479 w 479"/>
                  <a:gd name="T3" fmla="*/ 0 h 1"/>
                  <a:gd name="T4" fmla="*/ 442 w 47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9" h="1">
                    <a:moveTo>
                      <a:pt x="0" y="0"/>
                    </a:moveTo>
                    <a:lnTo>
                      <a:pt x="479" y="0"/>
                    </a:lnTo>
                    <a:lnTo>
                      <a:pt x="44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3" name="Freeform 54"/>
              <p:cNvSpPr>
                <a:spLocks/>
              </p:cNvSpPr>
              <p:nvPr/>
            </p:nvSpPr>
            <p:spPr bwMode="auto">
              <a:xfrm>
                <a:off x="559" y="3310"/>
                <a:ext cx="594" cy="2"/>
              </a:xfrm>
              <a:custGeom>
                <a:avLst/>
                <a:gdLst>
                  <a:gd name="T0" fmla="*/ 0 w 594"/>
                  <a:gd name="T1" fmla="*/ 0 h 2"/>
                  <a:gd name="T2" fmla="*/ 594 w 594"/>
                  <a:gd name="T3" fmla="*/ 2 h 2"/>
                  <a:gd name="T4" fmla="*/ 579 w 594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4" h="2">
                    <a:moveTo>
                      <a:pt x="0" y="0"/>
                    </a:moveTo>
                    <a:lnTo>
                      <a:pt x="594" y="2"/>
                    </a:lnTo>
                    <a:lnTo>
                      <a:pt x="57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4" name="Freeform 55"/>
              <p:cNvSpPr>
                <a:spLocks/>
              </p:cNvSpPr>
              <p:nvPr/>
            </p:nvSpPr>
            <p:spPr bwMode="auto">
              <a:xfrm>
                <a:off x="868" y="3134"/>
                <a:ext cx="1" cy="176"/>
              </a:xfrm>
              <a:custGeom>
                <a:avLst/>
                <a:gdLst>
                  <a:gd name="T0" fmla="*/ 0 w 1"/>
                  <a:gd name="T1" fmla="*/ 0 h 530"/>
                  <a:gd name="T2" fmla="*/ 0 w 1"/>
                  <a:gd name="T3" fmla="*/ 19 h 530"/>
                  <a:gd name="T4" fmla="*/ 1 w 1"/>
                  <a:gd name="T5" fmla="*/ 19 h 5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30">
                    <a:moveTo>
                      <a:pt x="0" y="0"/>
                    </a:moveTo>
                    <a:lnTo>
                      <a:pt x="0" y="530"/>
                    </a:lnTo>
                    <a:lnTo>
                      <a:pt x="1" y="53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5" name="Freeform 56"/>
              <p:cNvSpPr>
                <a:spLocks/>
              </p:cNvSpPr>
              <p:nvPr/>
            </p:nvSpPr>
            <p:spPr bwMode="auto">
              <a:xfrm>
                <a:off x="692" y="3134"/>
                <a:ext cx="1" cy="176"/>
              </a:xfrm>
              <a:custGeom>
                <a:avLst/>
                <a:gdLst>
                  <a:gd name="T0" fmla="*/ 0 w 1"/>
                  <a:gd name="T1" fmla="*/ 0 h 530"/>
                  <a:gd name="T2" fmla="*/ 0 w 1"/>
                  <a:gd name="T3" fmla="*/ 19 h 530"/>
                  <a:gd name="T4" fmla="*/ 1 w 1"/>
                  <a:gd name="T5" fmla="*/ 19 h 5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30">
                    <a:moveTo>
                      <a:pt x="0" y="0"/>
                    </a:moveTo>
                    <a:lnTo>
                      <a:pt x="0" y="530"/>
                    </a:lnTo>
                    <a:lnTo>
                      <a:pt x="1" y="53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6" name="Freeform 57"/>
              <p:cNvSpPr>
                <a:spLocks/>
              </p:cNvSpPr>
              <p:nvPr/>
            </p:nvSpPr>
            <p:spPr bwMode="auto">
              <a:xfrm>
                <a:off x="559" y="3134"/>
                <a:ext cx="1" cy="176"/>
              </a:xfrm>
              <a:custGeom>
                <a:avLst/>
                <a:gdLst>
                  <a:gd name="T0" fmla="*/ 0 w 1"/>
                  <a:gd name="T1" fmla="*/ 0 h 530"/>
                  <a:gd name="T2" fmla="*/ 0 w 1"/>
                  <a:gd name="T3" fmla="*/ 19 h 530"/>
                  <a:gd name="T4" fmla="*/ 1 w 1"/>
                  <a:gd name="T5" fmla="*/ 19 h 5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30">
                    <a:moveTo>
                      <a:pt x="0" y="0"/>
                    </a:moveTo>
                    <a:lnTo>
                      <a:pt x="0" y="530"/>
                    </a:lnTo>
                    <a:lnTo>
                      <a:pt x="1" y="53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7" name="Freeform 58"/>
              <p:cNvSpPr>
                <a:spLocks/>
              </p:cNvSpPr>
              <p:nvPr/>
            </p:nvSpPr>
            <p:spPr bwMode="auto">
              <a:xfrm>
                <a:off x="692" y="3399"/>
                <a:ext cx="1" cy="120"/>
              </a:xfrm>
              <a:custGeom>
                <a:avLst/>
                <a:gdLst>
                  <a:gd name="T0" fmla="*/ 0 w 1"/>
                  <a:gd name="T1" fmla="*/ 13 h 362"/>
                  <a:gd name="T2" fmla="*/ 0 w 1"/>
                  <a:gd name="T3" fmla="*/ 0 h 362"/>
                  <a:gd name="T4" fmla="*/ 1 w 1"/>
                  <a:gd name="T5" fmla="*/ 0 h 3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2">
                    <a:moveTo>
                      <a:pt x="0" y="3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8" name="Freeform 59"/>
              <p:cNvSpPr>
                <a:spLocks/>
              </p:cNvSpPr>
              <p:nvPr/>
            </p:nvSpPr>
            <p:spPr bwMode="auto">
              <a:xfrm>
                <a:off x="868" y="3399"/>
                <a:ext cx="1" cy="120"/>
              </a:xfrm>
              <a:custGeom>
                <a:avLst/>
                <a:gdLst>
                  <a:gd name="T0" fmla="*/ 0 w 1"/>
                  <a:gd name="T1" fmla="*/ 13 h 362"/>
                  <a:gd name="T2" fmla="*/ 0 w 1"/>
                  <a:gd name="T3" fmla="*/ 0 h 362"/>
                  <a:gd name="T4" fmla="*/ 1 w 1"/>
                  <a:gd name="T5" fmla="*/ 0 h 3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62">
                    <a:moveTo>
                      <a:pt x="0" y="3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9" name="Freeform 60"/>
              <p:cNvSpPr>
                <a:spLocks/>
              </p:cNvSpPr>
              <p:nvPr/>
            </p:nvSpPr>
            <p:spPr bwMode="auto">
              <a:xfrm>
                <a:off x="780" y="3240"/>
                <a:ext cx="1" cy="16"/>
              </a:xfrm>
              <a:custGeom>
                <a:avLst/>
                <a:gdLst>
                  <a:gd name="T0" fmla="*/ 0 w 1"/>
                  <a:gd name="T1" fmla="*/ 0 h 47"/>
                  <a:gd name="T2" fmla="*/ 0 w 1"/>
                  <a:gd name="T3" fmla="*/ 2 h 47"/>
                  <a:gd name="T4" fmla="*/ 1 w 1"/>
                  <a:gd name="T5" fmla="*/ 2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7">
                    <a:moveTo>
                      <a:pt x="0" y="0"/>
                    </a:moveTo>
                    <a:lnTo>
                      <a:pt x="0" y="47"/>
                    </a:lnTo>
                    <a:lnTo>
                      <a:pt x="1" y="4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0" name="Freeform 61"/>
              <p:cNvSpPr>
                <a:spLocks/>
              </p:cNvSpPr>
              <p:nvPr/>
            </p:nvSpPr>
            <p:spPr bwMode="auto">
              <a:xfrm>
                <a:off x="780" y="3089"/>
                <a:ext cx="1" cy="131"/>
              </a:xfrm>
              <a:custGeom>
                <a:avLst/>
                <a:gdLst>
                  <a:gd name="T0" fmla="*/ 0 w 1"/>
                  <a:gd name="T1" fmla="*/ 0 h 392"/>
                  <a:gd name="T2" fmla="*/ 0 w 1"/>
                  <a:gd name="T3" fmla="*/ 15 h 392"/>
                  <a:gd name="T4" fmla="*/ 1 w 1"/>
                  <a:gd name="T5" fmla="*/ 15 h 3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92">
                    <a:moveTo>
                      <a:pt x="0" y="0"/>
                    </a:moveTo>
                    <a:lnTo>
                      <a:pt x="0" y="392"/>
                    </a:lnTo>
                    <a:lnTo>
                      <a:pt x="1" y="39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1" name="Freeform 62"/>
              <p:cNvSpPr>
                <a:spLocks/>
              </p:cNvSpPr>
              <p:nvPr/>
            </p:nvSpPr>
            <p:spPr bwMode="auto">
              <a:xfrm>
                <a:off x="1167" y="2984"/>
                <a:ext cx="43" cy="212"/>
              </a:xfrm>
              <a:custGeom>
                <a:avLst/>
                <a:gdLst>
                  <a:gd name="T0" fmla="*/ 5 w 129"/>
                  <a:gd name="T1" fmla="*/ 0 h 636"/>
                  <a:gd name="T2" fmla="*/ 1 w 129"/>
                  <a:gd name="T3" fmla="*/ 13 h 636"/>
                  <a:gd name="T4" fmla="*/ 0 w 129"/>
                  <a:gd name="T5" fmla="*/ 19 h 636"/>
                  <a:gd name="T6" fmla="*/ 4 w 129"/>
                  <a:gd name="T7" fmla="*/ 24 h 636"/>
                  <a:gd name="T8" fmla="*/ 4 w 129"/>
                  <a:gd name="T9" fmla="*/ 24 h 6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9" h="636">
                    <a:moveTo>
                      <a:pt x="129" y="0"/>
                    </a:moveTo>
                    <a:lnTo>
                      <a:pt x="16" y="348"/>
                    </a:lnTo>
                    <a:lnTo>
                      <a:pt x="0" y="505"/>
                    </a:lnTo>
                    <a:lnTo>
                      <a:pt x="98" y="636"/>
                    </a:lnTo>
                    <a:lnTo>
                      <a:pt x="99" y="63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2" name="Freeform 63"/>
              <p:cNvSpPr>
                <a:spLocks/>
              </p:cNvSpPr>
              <p:nvPr/>
            </p:nvSpPr>
            <p:spPr bwMode="auto">
              <a:xfrm>
                <a:off x="1354" y="2897"/>
                <a:ext cx="1" cy="553"/>
              </a:xfrm>
              <a:custGeom>
                <a:avLst/>
                <a:gdLst>
                  <a:gd name="T0" fmla="*/ 0 w 2"/>
                  <a:gd name="T1" fmla="*/ 0 h 1658"/>
                  <a:gd name="T2" fmla="*/ 0 w 2"/>
                  <a:gd name="T3" fmla="*/ 61 h 1658"/>
                  <a:gd name="T4" fmla="*/ 1 w 2"/>
                  <a:gd name="T5" fmla="*/ 61 h 16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658">
                    <a:moveTo>
                      <a:pt x="0" y="0"/>
                    </a:moveTo>
                    <a:lnTo>
                      <a:pt x="0" y="1658"/>
                    </a:lnTo>
                    <a:lnTo>
                      <a:pt x="2" y="165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3" name="Freeform 64"/>
              <p:cNvSpPr>
                <a:spLocks/>
              </p:cNvSpPr>
              <p:nvPr/>
            </p:nvSpPr>
            <p:spPr bwMode="auto">
              <a:xfrm>
                <a:off x="500" y="3354"/>
                <a:ext cx="696" cy="1"/>
              </a:xfrm>
              <a:custGeom>
                <a:avLst/>
                <a:gdLst>
                  <a:gd name="T0" fmla="*/ 0 w 696"/>
                  <a:gd name="T1" fmla="*/ 1 h 1"/>
                  <a:gd name="T2" fmla="*/ 696 w 696"/>
                  <a:gd name="T3" fmla="*/ 0 h 1"/>
                  <a:gd name="T4" fmla="*/ 696 w 696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96" h="1">
                    <a:moveTo>
                      <a:pt x="0" y="1"/>
                    </a:moveTo>
                    <a:lnTo>
                      <a:pt x="69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4" name="Freeform 65"/>
              <p:cNvSpPr>
                <a:spLocks/>
              </p:cNvSpPr>
              <p:nvPr/>
            </p:nvSpPr>
            <p:spPr bwMode="auto">
              <a:xfrm>
                <a:off x="1354" y="3464"/>
                <a:ext cx="1" cy="31"/>
              </a:xfrm>
              <a:custGeom>
                <a:avLst/>
                <a:gdLst>
                  <a:gd name="T0" fmla="*/ 0 w 1"/>
                  <a:gd name="T1" fmla="*/ 0 h 31"/>
                  <a:gd name="T2" fmla="*/ 1 w 1"/>
                  <a:gd name="T3" fmla="*/ 31 h 31"/>
                  <a:gd name="T4" fmla="*/ 1 w 1"/>
                  <a:gd name="T5" fmla="*/ 17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1">
                    <a:moveTo>
                      <a:pt x="0" y="0"/>
                    </a:moveTo>
                    <a:lnTo>
                      <a:pt x="1" y="31"/>
                    </a:lnTo>
                    <a:lnTo>
                      <a:pt x="1" y="1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5" name="Freeform 66"/>
              <p:cNvSpPr>
                <a:spLocks/>
              </p:cNvSpPr>
              <p:nvPr/>
            </p:nvSpPr>
            <p:spPr bwMode="auto">
              <a:xfrm>
                <a:off x="1633" y="3618"/>
                <a:ext cx="41" cy="19"/>
              </a:xfrm>
              <a:custGeom>
                <a:avLst/>
                <a:gdLst>
                  <a:gd name="T0" fmla="*/ 5 w 122"/>
                  <a:gd name="T1" fmla="*/ 0 h 57"/>
                  <a:gd name="T2" fmla="*/ 0 w 122"/>
                  <a:gd name="T3" fmla="*/ 2 h 57"/>
                  <a:gd name="T4" fmla="*/ 0 w 122"/>
                  <a:gd name="T5" fmla="*/ 2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2" h="57">
                    <a:moveTo>
                      <a:pt x="122" y="0"/>
                    </a:moveTo>
                    <a:lnTo>
                      <a:pt x="0" y="57"/>
                    </a:lnTo>
                    <a:lnTo>
                      <a:pt x="1" y="57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6" name="Freeform 67"/>
              <p:cNvSpPr>
                <a:spLocks/>
              </p:cNvSpPr>
              <p:nvPr/>
            </p:nvSpPr>
            <p:spPr bwMode="auto">
              <a:xfrm>
                <a:off x="1274" y="3354"/>
                <a:ext cx="528" cy="1"/>
              </a:xfrm>
              <a:custGeom>
                <a:avLst/>
                <a:gdLst>
                  <a:gd name="T0" fmla="*/ 0 w 528"/>
                  <a:gd name="T1" fmla="*/ 1 h 1"/>
                  <a:gd name="T2" fmla="*/ 528 w 528"/>
                  <a:gd name="T3" fmla="*/ 0 h 1"/>
                  <a:gd name="T4" fmla="*/ 528 w 52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8" h="1">
                    <a:moveTo>
                      <a:pt x="0" y="1"/>
                    </a:moveTo>
                    <a:lnTo>
                      <a:pt x="52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7" name="Freeform 68"/>
              <p:cNvSpPr>
                <a:spLocks/>
              </p:cNvSpPr>
              <p:nvPr/>
            </p:nvSpPr>
            <p:spPr bwMode="auto">
              <a:xfrm>
                <a:off x="1227" y="3354"/>
                <a:ext cx="24" cy="1"/>
              </a:xfrm>
              <a:custGeom>
                <a:avLst/>
                <a:gdLst>
                  <a:gd name="T0" fmla="*/ 0 w 72"/>
                  <a:gd name="T1" fmla="*/ 0 h 1"/>
                  <a:gd name="T2" fmla="*/ 3 w 72"/>
                  <a:gd name="T3" fmla="*/ 0 h 1"/>
                  <a:gd name="T4" fmla="*/ 3 w 7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1">
                    <a:moveTo>
                      <a:pt x="0" y="0"/>
                    </a:moveTo>
                    <a:lnTo>
                      <a:pt x="71" y="0"/>
                    </a:lnTo>
                    <a:lnTo>
                      <a:pt x="7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8" name="Freeform 69"/>
              <p:cNvSpPr>
                <a:spLocks/>
              </p:cNvSpPr>
              <p:nvPr/>
            </p:nvSpPr>
            <p:spPr bwMode="auto">
              <a:xfrm>
                <a:off x="1600" y="3048"/>
                <a:ext cx="74" cy="43"/>
              </a:xfrm>
              <a:custGeom>
                <a:avLst/>
                <a:gdLst>
                  <a:gd name="T0" fmla="*/ 0 w 74"/>
                  <a:gd name="T1" fmla="*/ 0 h 43"/>
                  <a:gd name="T2" fmla="*/ 32 w 74"/>
                  <a:gd name="T3" fmla="*/ 32 h 43"/>
                  <a:gd name="T4" fmla="*/ 74 w 74"/>
                  <a:gd name="T5" fmla="*/ 43 h 43"/>
                  <a:gd name="T6" fmla="*/ 74 w 74"/>
                  <a:gd name="T7" fmla="*/ 43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4" h="43">
                    <a:moveTo>
                      <a:pt x="0" y="0"/>
                    </a:moveTo>
                    <a:lnTo>
                      <a:pt x="32" y="32"/>
                    </a:lnTo>
                    <a:lnTo>
                      <a:pt x="74" y="4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9" name="Freeform 70"/>
              <p:cNvSpPr>
                <a:spLocks/>
              </p:cNvSpPr>
              <p:nvPr/>
            </p:nvSpPr>
            <p:spPr bwMode="auto">
              <a:xfrm>
                <a:off x="1835" y="3354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3 w 71"/>
                  <a:gd name="T3" fmla="*/ 0 h 1"/>
                  <a:gd name="T4" fmla="*/ 3 w 7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1" h="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0" name="Freeform 71"/>
              <p:cNvSpPr>
                <a:spLocks/>
              </p:cNvSpPr>
              <p:nvPr/>
            </p:nvSpPr>
            <p:spPr bwMode="auto">
              <a:xfrm>
                <a:off x="1424" y="2028"/>
                <a:ext cx="325" cy="632"/>
              </a:xfrm>
              <a:custGeom>
                <a:avLst/>
                <a:gdLst>
                  <a:gd name="T0" fmla="*/ 36 w 974"/>
                  <a:gd name="T1" fmla="*/ 0 h 1894"/>
                  <a:gd name="T2" fmla="*/ 25 w 974"/>
                  <a:gd name="T3" fmla="*/ 5 h 1894"/>
                  <a:gd name="T4" fmla="*/ 17 w 974"/>
                  <a:gd name="T5" fmla="*/ 11 h 1894"/>
                  <a:gd name="T6" fmla="*/ 12 w 974"/>
                  <a:gd name="T7" fmla="*/ 16 h 1894"/>
                  <a:gd name="T8" fmla="*/ 9 w 974"/>
                  <a:gd name="T9" fmla="*/ 21 h 1894"/>
                  <a:gd name="T10" fmla="*/ 8 w 974"/>
                  <a:gd name="T11" fmla="*/ 33 h 1894"/>
                  <a:gd name="T12" fmla="*/ 6 w 974"/>
                  <a:gd name="T13" fmla="*/ 47 h 1894"/>
                  <a:gd name="T14" fmla="*/ 6 w 974"/>
                  <a:gd name="T15" fmla="*/ 55 h 1894"/>
                  <a:gd name="T16" fmla="*/ 5 w 974"/>
                  <a:gd name="T17" fmla="*/ 60 h 1894"/>
                  <a:gd name="T18" fmla="*/ 3 w 974"/>
                  <a:gd name="T19" fmla="*/ 63 h 1894"/>
                  <a:gd name="T20" fmla="*/ 1 w 974"/>
                  <a:gd name="T21" fmla="*/ 65 h 1894"/>
                  <a:gd name="T22" fmla="*/ 0 w 974"/>
                  <a:gd name="T23" fmla="*/ 70 h 1894"/>
                  <a:gd name="T24" fmla="*/ 0 w 974"/>
                  <a:gd name="T25" fmla="*/ 70 h 18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74" h="1894">
                    <a:moveTo>
                      <a:pt x="974" y="0"/>
                    </a:moveTo>
                    <a:lnTo>
                      <a:pt x="676" y="133"/>
                    </a:lnTo>
                    <a:lnTo>
                      <a:pt x="460" y="289"/>
                    </a:lnTo>
                    <a:lnTo>
                      <a:pt x="319" y="438"/>
                    </a:lnTo>
                    <a:lnTo>
                      <a:pt x="249" y="559"/>
                    </a:lnTo>
                    <a:lnTo>
                      <a:pt x="216" y="894"/>
                    </a:lnTo>
                    <a:lnTo>
                      <a:pt x="153" y="1274"/>
                    </a:lnTo>
                    <a:lnTo>
                      <a:pt x="170" y="1492"/>
                    </a:lnTo>
                    <a:lnTo>
                      <a:pt x="128" y="1627"/>
                    </a:lnTo>
                    <a:lnTo>
                      <a:pt x="75" y="1705"/>
                    </a:lnTo>
                    <a:lnTo>
                      <a:pt x="39" y="1761"/>
                    </a:lnTo>
                    <a:lnTo>
                      <a:pt x="0" y="1894"/>
                    </a:lnTo>
                    <a:lnTo>
                      <a:pt x="1" y="189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1" name="Freeform 72"/>
              <p:cNvSpPr>
                <a:spLocks/>
              </p:cNvSpPr>
              <p:nvPr/>
            </p:nvSpPr>
            <p:spPr bwMode="auto">
              <a:xfrm>
                <a:off x="1023" y="2655"/>
                <a:ext cx="726" cy="1"/>
              </a:xfrm>
              <a:custGeom>
                <a:avLst/>
                <a:gdLst>
                  <a:gd name="T0" fmla="*/ 0 w 2177"/>
                  <a:gd name="T1" fmla="*/ 0 h 1"/>
                  <a:gd name="T2" fmla="*/ 81 w 2177"/>
                  <a:gd name="T3" fmla="*/ 0 h 1"/>
                  <a:gd name="T4" fmla="*/ 81 w 2177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7" h="1">
                    <a:moveTo>
                      <a:pt x="0" y="0"/>
                    </a:moveTo>
                    <a:lnTo>
                      <a:pt x="2176" y="0"/>
                    </a:lnTo>
                    <a:lnTo>
                      <a:pt x="217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2" name="Freeform 73"/>
              <p:cNvSpPr>
                <a:spLocks/>
              </p:cNvSpPr>
              <p:nvPr/>
            </p:nvSpPr>
            <p:spPr bwMode="auto">
              <a:xfrm>
                <a:off x="1023" y="1936"/>
                <a:ext cx="726" cy="1"/>
              </a:xfrm>
              <a:custGeom>
                <a:avLst/>
                <a:gdLst>
                  <a:gd name="T0" fmla="*/ 0 w 2177"/>
                  <a:gd name="T1" fmla="*/ 0 h 1"/>
                  <a:gd name="T2" fmla="*/ 81 w 2177"/>
                  <a:gd name="T3" fmla="*/ 0 h 1"/>
                  <a:gd name="T4" fmla="*/ 81 w 2177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7" h="1">
                    <a:moveTo>
                      <a:pt x="0" y="0"/>
                    </a:moveTo>
                    <a:lnTo>
                      <a:pt x="2176" y="0"/>
                    </a:lnTo>
                    <a:lnTo>
                      <a:pt x="217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3" name="Freeform 74"/>
              <p:cNvSpPr>
                <a:spLocks/>
              </p:cNvSpPr>
              <p:nvPr/>
            </p:nvSpPr>
            <p:spPr bwMode="auto">
              <a:xfrm>
                <a:off x="1354" y="1861"/>
                <a:ext cx="1" cy="438"/>
              </a:xfrm>
              <a:custGeom>
                <a:avLst/>
                <a:gdLst>
                  <a:gd name="T0" fmla="*/ 0 w 2"/>
                  <a:gd name="T1" fmla="*/ 0 h 1315"/>
                  <a:gd name="T2" fmla="*/ 0 w 2"/>
                  <a:gd name="T3" fmla="*/ 49 h 1315"/>
                  <a:gd name="T4" fmla="*/ 1 w 2"/>
                  <a:gd name="T5" fmla="*/ 49 h 13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315">
                    <a:moveTo>
                      <a:pt x="0" y="0"/>
                    </a:moveTo>
                    <a:lnTo>
                      <a:pt x="0" y="1315"/>
                    </a:lnTo>
                    <a:lnTo>
                      <a:pt x="2" y="13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4" name="Freeform 75"/>
              <p:cNvSpPr>
                <a:spLocks/>
              </p:cNvSpPr>
              <p:nvPr/>
            </p:nvSpPr>
            <p:spPr bwMode="auto">
              <a:xfrm>
                <a:off x="780" y="1990"/>
                <a:ext cx="1" cy="621"/>
              </a:xfrm>
              <a:custGeom>
                <a:avLst/>
                <a:gdLst>
                  <a:gd name="T0" fmla="*/ 0 w 1"/>
                  <a:gd name="T1" fmla="*/ 0 h 1863"/>
                  <a:gd name="T2" fmla="*/ 0 w 1"/>
                  <a:gd name="T3" fmla="*/ 69 h 1863"/>
                  <a:gd name="T4" fmla="*/ 1 w 1"/>
                  <a:gd name="T5" fmla="*/ 69 h 18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63">
                    <a:moveTo>
                      <a:pt x="0" y="0"/>
                    </a:moveTo>
                    <a:lnTo>
                      <a:pt x="0" y="1863"/>
                    </a:lnTo>
                    <a:lnTo>
                      <a:pt x="1" y="186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5" name="Freeform 76"/>
              <p:cNvSpPr>
                <a:spLocks/>
              </p:cNvSpPr>
              <p:nvPr/>
            </p:nvSpPr>
            <p:spPr bwMode="auto">
              <a:xfrm>
                <a:off x="1138" y="1931"/>
                <a:ext cx="1" cy="729"/>
              </a:xfrm>
              <a:custGeom>
                <a:avLst/>
                <a:gdLst>
                  <a:gd name="T0" fmla="*/ 0 w 1"/>
                  <a:gd name="T1" fmla="*/ 81 h 2185"/>
                  <a:gd name="T2" fmla="*/ 0 w 1"/>
                  <a:gd name="T3" fmla="*/ 0 h 2185"/>
                  <a:gd name="T4" fmla="*/ 1 w 1"/>
                  <a:gd name="T5" fmla="*/ 0 h 21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185">
                    <a:moveTo>
                      <a:pt x="0" y="218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6" name="Freeform 77"/>
              <p:cNvSpPr>
                <a:spLocks/>
              </p:cNvSpPr>
              <p:nvPr/>
            </p:nvSpPr>
            <p:spPr bwMode="auto">
              <a:xfrm>
                <a:off x="472" y="2296"/>
                <a:ext cx="551" cy="1"/>
              </a:xfrm>
              <a:custGeom>
                <a:avLst/>
                <a:gdLst>
                  <a:gd name="T0" fmla="*/ 0 w 1652"/>
                  <a:gd name="T1" fmla="*/ 0 h 1"/>
                  <a:gd name="T2" fmla="*/ 61 w 1652"/>
                  <a:gd name="T3" fmla="*/ 0 h 1"/>
                  <a:gd name="T4" fmla="*/ 61 w 165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52" h="1">
                    <a:moveTo>
                      <a:pt x="0" y="0"/>
                    </a:moveTo>
                    <a:lnTo>
                      <a:pt x="1651" y="0"/>
                    </a:lnTo>
                    <a:lnTo>
                      <a:pt x="165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7" name="Freeform 78"/>
              <p:cNvSpPr>
                <a:spLocks/>
              </p:cNvSpPr>
              <p:nvPr/>
            </p:nvSpPr>
            <p:spPr bwMode="auto">
              <a:xfrm>
                <a:off x="780" y="2516"/>
                <a:ext cx="200" cy="1"/>
              </a:xfrm>
              <a:custGeom>
                <a:avLst/>
                <a:gdLst>
                  <a:gd name="T0" fmla="*/ 0 w 599"/>
                  <a:gd name="T1" fmla="*/ 0 h 1"/>
                  <a:gd name="T2" fmla="*/ 22 w 599"/>
                  <a:gd name="T3" fmla="*/ 0 h 1"/>
                  <a:gd name="T4" fmla="*/ 22 w 59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9" h="1">
                    <a:moveTo>
                      <a:pt x="0" y="0"/>
                    </a:moveTo>
                    <a:lnTo>
                      <a:pt x="598" y="0"/>
                    </a:lnTo>
                    <a:lnTo>
                      <a:pt x="59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8" name="Freeform 79"/>
              <p:cNvSpPr>
                <a:spLocks/>
              </p:cNvSpPr>
              <p:nvPr/>
            </p:nvSpPr>
            <p:spPr bwMode="auto">
              <a:xfrm>
                <a:off x="1354" y="2371"/>
                <a:ext cx="1" cy="392"/>
              </a:xfrm>
              <a:custGeom>
                <a:avLst/>
                <a:gdLst>
                  <a:gd name="T0" fmla="*/ 0 w 2"/>
                  <a:gd name="T1" fmla="*/ 0 h 1175"/>
                  <a:gd name="T2" fmla="*/ 0 w 2"/>
                  <a:gd name="T3" fmla="*/ 44 h 1175"/>
                  <a:gd name="T4" fmla="*/ 1 w 2"/>
                  <a:gd name="T5" fmla="*/ 44 h 11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175">
                    <a:moveTo>
                      <a:pt x="0" y="0"/>
                    </a:moveTo>
                    <a:lnTo>
                      <a:pt x="0" y="1175"/>
                    </a:lnTo>
                    <a:lnTo>
                      <a:pt x="2" y="117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59" name="Freeform 80"/>
              <p:cNvSpPr>
                <a:spLocks/>
              </p:cNvSpPr>
              <p:nvPr/>
            </p:nvSpPr>
            <p:spPr bwMode="auto">
              <a:xfrm>
                <a:off x="1023" y="2561"/>
                <a:ext cx="1" cy="99"/>
              </a:xfrm>
              <a:custGeom>
                <a:avLst/>
                <a:gdLst>
                  <a:gd name="T0" fmla="*/ 0 w 1"/>
                  <a:gd name="T1" fmla="*/ 11 h 297"/>
                  <a:gd name="T2" fmla="*/ 0 w 1"/>
                  <a:gd name="T3" fmla="*/ 0 h 297"/>
                  <a:gd name="T4" fmla="*/ 1 w 1"/>
                  <a:gd name="T5" fmla="*/ 0 h 2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97">
                    <a:moveTo>
                      <a:pt x="0" y="2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0" name="Freeform 81"/>
              <p:cNvSpPr>
                <a:spLocks/>
              </p:cNvSpPr>
              <p:nvPr/>
            </p:nvSpPr>
            <p:spPr bwMode="auto">
              <a:xfrm>
                <a:off x="1123" y="2645"/>
                <a:ext cx="15" cy="15"/>
              </a:xfrm>
              <a:custGeom>
                <a:avLst/>
                <a:gdLst>
                  <a:gd name="T0" fmla="*/ 0 w 44"/>
                  <a:gd name="T1" fmla="*/ 2 h 43"/>
                  <a:gd name="T2" fmla="*/ 2 w 44"/>
                  <a:gd name="T3" fmla="*/ 0 h 43"/>
                  <a:gd name="T4" fmla="*/ 2 w 44"/>
                  <a:gd name="T5" fmla="*/ 0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43">
                    <a:moveTo>
                      <a:pt x="0" y="43"/>
                    </a:moveTo>
                    <a:lnTo>
                      <a:pt x="43" y="0"/>
                    </a:lnTo>
                    <a:lnTo>
                      <a:pt x="44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1" name="Freeform 82"/>
              <p:cNvSpPr>
                <a:spLocks/>
              </p:cNvSpPr>
              <p:nvPr/>
            </p:nvSpPr>
            <p:spPr bwMode="auto">
              <a:xfrm>
                <a:off x="979" y="2516"/>
                <a:ext cx="44" cy="45"/>
              </a:xfrm>
              <a:custGeom>
                <a:avLst/>
                <a:gdLst>
                  <a:gd name="T0" fmla="*/ 5 w 132"/>
                  <a:gd name="T1" fmla="*/ 5 h 133"/>
                  <a:gd name="T2" fmla="*/ 3 w 132"/>
                  <a:gd name="T3" fmla="*/ 1 h 133"/>
                  <a:gd name="T4" fmla="*/ 0 w 132"/>
                  <a:gd name="T5" fmla="*/ 0 h 133"/>
                  <a:gd name="T6" fmla="*/ 0 w 132"/>
                  <a:gd name="T7" fmla="*/ 0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" h="133">
                    <a:moveTo>
                      <a:pt x="132" y="133"/>
                    </a:moveTo>
                    <a:lnTo>
                      <a:pt x="94" y="39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2" name="Freeform 83"/>
              <p:cNvSpPr>
                <a:spLocks/>
              </p:cNvSpPr>
              <p:nvPr/>
            </p:nvSpPr>
            <p:spPr bwMode="auto">
              <a:xfrm>
                <a:off x="1354" y="2317"/>
                <a:ext cx="1" cy="28"/>
              </a:xfrm>
              <a:custGeom>
                <a:avLst/>
                <a:gdLst>
                  <a:gd name="T0" fmla="*/ 0 w 2"/>
                  <a:gd name="T1" fmla="*/ 0 h 82"/>
                  <a:gd name="T2" fmla="*/ 0 w 2"/>
                  <a:gd name="T3" fmla="*/ 3 h 82"/>
                  <a:gd name="T4" fmla="*/ 1 w 2"/>
                  <a:gd name="T5" fmla="*/ 3 h 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82">
                    <a:moveTo>
                      <a:pt x="0" y="0"/>
                    </a:moveTo>
                    <a:lnTo>
                      <a:pt x="0" y="82"/>
                    </a:lnTo>
                    <a:lnTo>
                      <a:pt x="2" y="8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3" name="Freeform 84"/>
              <p:cNvSpPr>
                <a:spLocks/>
              </p:cNvSpPr>
              <p:nvPr/>
            </p:nvSpPr>
            <p:spPr bwMode="auto">
              <a:xfrm>
                <a:off x="780" y="2075"/>
                <a:ext cx="200" cy="1"/>
              </a:xfrm>
              <a:custGeom>
                <a:avLst/>
                <a:gdLst>
                  <a:gd name="T0" fmla="*/ 0 w 599"/>
                  <a:gd name="T1" fmla="*/ 0 h 1"/>
                  <a:gd name="T2" fmla="*/ 22 w 599"/>
                  <a:gd name="T3" fmla="*/ 0 h 1"/>
                  <a:gd name="T4" fmla="*/ 22 w 599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9" h="1">
                    <a:moveTo>
                      <a:pt x="0" y="0"/>
                    </a:moveTo>
                    <a:lnTo>
                      <a:pt x="598" y="0"/>
                    </a:lnTo>
                    <a:lnTo>
                      <a:pt x="59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4" name="Freeform 85"/>
              <p:cNvSpPr>
                <a:spLocks/>
              </p:cNvSpPr>
              <p:nvPr/>
            </p:nvSpPr>
            <p:spPr bwMode="auto">
              <a:xfrm>
                <a:off x="979" y="2031"/>
                <a:ext cx="49" cy="44"/>
              </a:xfrm>
              <a:custGeom>
                <a:avLst/>
                <a:gdLst>
                  <a:gd name="T0" fmla="*/ 0 w 49"/>
                  <a:gd name="T1" fmla="*/ 44 h 44"/>
                  <a:gd name="T2" fmla="*/ 32 w 49"/>
                  <a:gd name="T3" fmla="*/ 31 h 44"/>
                  <a:gd name="T4" fmla="*/ 49 w 49"/>
                  <a:gd name="T5" fmla="*/ 0 h 44"/>
                  <a:gd name="T6" fmla="*/ 45 w 49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44">
                    <a:moveTo>
                      <a:pt x="0" y="44"/>
                    </a:moveTo>
                    <a:lnTo>
                      <a:pt x="32" y="31"/>
                    </a:lnTo>
                    <a:lnTo>
                      <a:pt x="49" y="0"/>
                    </a:lnTo>
                    <a:lnTo>
                      <a:pt x="45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5" name="Freeform 86"/>
              <p:cNvSpPr>
                <a:spLocks/>
              </p:cNvSpPr>
              <p:nvPr/>
            </p:nvSpPr>
            <p:spPr bwMode="auto">
              <a:xfrm>
                <a:off x="1024" y="1931"/>
                <a:ext cx="4" cy="115"/>
              </a:xfrm>
              <a:custGeom>
                <a:avLst/>
                <a:gdLst>
                  <a:gd name="T0" fmla="*/ 4 w 4"/>
                  <a:gd name="T1" fmla="*/ 115 h 115"/>
                  <a:gd name="T2" fmla="*/ 4 w 4"/>
                  <a:gd name="T3" fmla="*/ 4 h 115"/>
                  <a:gd name="T4" fmla="*/ 0 w 4"/>
                  <a:gd name="T5" fmla="*/ 0 h 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15">
                    <a:moveTo>
                      <a:pt x="4" y="115"/>
                    </a:moveTo>
                    <a:lnTo>
                      <a:pt x="4" y="4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6" name="Freeform 87"/>
              <p:cNvSpPr>
                <a:spLocks/>
              </p:cNvSpPr>
              <p:nvPr/>
            </p:nvSpPr>
            <p:spPr bwMode="auto">
              <a:xfrm>
                <a:off x="1649" y="2164"/>
                <a:ext cx="1" cy="263"/>
              </a:xfrm>
              <a:custGeom>
                <a:avLst/>
                <a:gdLst>
                  <a:gd name="T0" fmla="*/ 0 w 1"/>
                  <a:gd name="T1" fmla="*/ 29 h 788"/>
                  <a:gd name="T2" fmla="*/ 0 w 1"/>
                  <a:gd name="T3" fmla="*/ 0 h 788"/>
                  <a:gd name="T4" fmla="*/ 1 w 1"/>
                  <a:gd name="T5" fmla="*/ 0 h 7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88">
                    <a:moveTo>
                      <a:pt x="0" y="78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7" name="Freeform 88"/>
              <p:cNvSpPr>
                <a:spLocks/>
              </p:cNvSpPr>
              <p:nvPr/>
            </p:nvSpPr>
            <p:spPr bwMode="auto">
              <a:xfrm>
                <a:off x="1749" y="2495"/>
                <a:ext cx="1" cy="165"/>
              </a:xfrm>
              <a:custGeom>
                <a:avLst/>
                <a:gdLst>
                  <a:gd name="T0" fmla="*/ 0 w 1"/>
                  <a:gd name="T1" fmla="*/ 0 h 495"/>
                  <a:gd name="T2" fmla="*/ 0 w 1"/>
                  <a:gd name="T3" fmla="*/ 18 h 495"/>
                  <a:gd name="T4" fmla="*/ 1 w 1"/>
                  <a:gd name="T5" fmla="*/ 18 h 49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495">
                    <a:moveTo>
                      <a:pt x="0" y="0"/>
                    </a:moveTo>
                    <a:lnTo>
                      <a:pt x="0" y="495"/>
                    </a:lnTo>
                    <a:lnTo>
                      <a:pt x="1" y="49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8" name="Freeform 89"/>
              <p:cNvSpPr>
                <a:spLocks/>
              </p:cNvSpPr>
              <p:nvPr/>
            </p:nvSpPr>
            <p:spPr bwMode="auto">
              <a:xfrm>
                <a:off x="1649" y="2451"/>
                <a:ext cx="141" cy="10"/>
              </a:xfrm>
              <a:custGeom>
                <a:avLst/>
                <a:gdLst>
                  <a:gd name="T0" fmla="*/ 0 w 423"/>
                  <a:gd name="T1" fmla="*/ 1 h 32"/>
                  <a:gd name="T2" fmla="*/ 16 w 423"/>
                  <a:gd name="T3" fmla="*/ 0 h 32"/>
                  <a:gd name="T4" fmla="*/ 16 w 423"/>
                  <a:gd name="T5" fmla="*/ 0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3" h="32">
                    <a:moveTo>
                      <a:pt x="0" y="32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69" name="Freeform 90"/>
              <p:cNvSpPr>
                <a:spLocks/>
              </p:cNvSpPr>
              <p:nvPr/>
            </p:nvSpPr>
            <p:spPr bwMode="auto">
              <a:xfrm>
                <a:off x="1621" y="2461"/>
                <a:ext cx="28" cy="6"/>
              </a:xfrm>
              <a:custGeom>
                <a:avLst/>
                <a:gdLst>
                  <a:gd name="T0" fmla="*/ 3 w 85"/>
                  <a:gd name="T1" fmla="*/ 0 h 16"/>
                  <a:gd name="T2" fmla="*/ 0 w 85"/>
                  <a:gd name="T3" fmla="*/ 1 h 16"/>
                  <a:gd name="T4" fmla="*/ 0 w 85"/>
                  <a:gd name="T5" fmla="*/ 1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5" h="16">
                    <a:moveTo>
                      <a:pt x="85" y="0"/>
                    </a:moveTo>
                    <a:lnTo>
                      <a:pt x="0" y="16"/>
                    </a:lnTo>
                    <a:lnTo>
                      <a:pt x="1" y="1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0" name="Freeform 91"/>
              <p:cNvSpPr>
                <a:spLocks/>
              </p:cNvSpPr>
              <p:nvPr/>
            </p:nvSpPr>
            <p:spPr bwMode="auto">
              <a:xfrm>
                <a:off x="1749" y="2451"/>
                <a:ext cx="41" cy="44"/>
              </a:xfrm>
              <a:custGeom>
                <a:avLst/>
                <a:gdLst>
                  <a:gd name="T0" fmla="*/ 5 w 123"/>
                  <a:gd name="T1" fmla="*/ 0 h 132"/>
                  <a:gd name="T2" fmla="*/ 1 w 123"/>
                  <a:gd name="T3" fmla="*/ 2 h 132"/>
                  <a:gd name="T4" fmla="*/ 0 w 123"/>
                  <a:gd name="T5" fmla="*/ 5 h 132"/>
                  <a:gd name="T6" fmla="*/ 0 w 123"/>
                  <a:gd name="T7" fmla="*/ 5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3" h="132">
                    <a:moveTo>
                      <a:pt x="123" y="0"/>
                    </a:moveTo>
                    <a:lnTo>
                      <a:pt x="35" y="43"/>
                    </a:lnTo>
                    <a:lnTo>
                      <a:pt x="0" y="132"/>
                    </a:lnTo>
                    <a:lnTo>
                      <a:pt x="1" y="13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1" name="Freeform 92"/>
              <p:cNvSpPr>
                <a:spLocks/>
              </p:cNvSpPr>
              <p:nvPr/>
            </p:nvSpPr>
            <p:spPr bwMode="auto">
              <a:xfrm>
                <a:off x="1649" y="2130"/>
                <a:ext cx="141" cy="11"/>
              </a:xfrm>
              <a:custGeom>
                <a:avLst/>
                <a:gdLst>
                  <a:gd name="T0" fmla="*/ 0 w 423"/>
                  <a:gd name="T1" fmla="*/ 0 h 32"/>
                  <a:gd name="T2" fmla="*/ 16 w 423"/>
                  <a:gd name="T3" fmla="*/ 1 h 32"/>
                  <a:gd name="T4" fmla="*/ 16 w 423"/>
                  <a:gd name="T5" fmla="*/ 1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3" h="32">
                    <a:moveTo>
                      <a:pt x="0" y="0"/>
                    </a:moveTo>
                    <a:lnTo>
                      <a:pt x="422" y="32"/>
                    </a:lnTo>
                    <a:lnTo>
                      <a:pt x="423" y="3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2" name="Freeform 93"/>
              <p:cNvSpPr>
                <a:spLocks/>
              </p:cNvSpPr>
              <p:nvPr/>
            </p:nvSpPr>
            <p:spPr bwMode="auto">
              <a:xfrm>
                <a:off x="1575" y="1931"/>
                <a:ext cx="1" cy="196"/>
              </a:xfrm>
              <a:custGeom>
                <a:avLst/>
                <a:gdLst>
                  <a:gd name="T0" fmla="*/ 1 w 1"/>
                  <a:gd name="T1" fmla="*/ 196 h 196"/>
                  <a:gd name="T2" fmla="*/ 0 w 1"/>
                  <a:gd name="T3" fmla="*/ 0 h 196"/>
                  <a:gd name="T4" fmla="*/ 1 w 1"/>
                  <a:gd name="T5" fmla="*/ 0 h 1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96">
                    <a:moveTo>
                      <a:pt x="1" y="19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3" name="Freeform 94"/>
              <p:cNvSpPr>
                <a:spLocks/>
              </p:cNvSpPr>
              <p:nvPr/>
            </p:nvSpPr>
            <p:spPr bwMode="auto">
              <a:xfrm>
                <a:off x="1621" y="2125"/>
                <a:ext cx="28" cy="5"/>
              </a:xfrm>
              <a:custGeom>
                <a:avLst/>
                <a:gdLst>
                  <a:gd name="T0" fmla="*/ 0 w 86"/>
                  <a:gd name="T1" fmla="*/ 0 h 16"/>
                  <a:gd name="T2" fmla="*/ 3 w 86"/>
                  <a:gd name="T3" fmla="*/ 1 h 16"/>
                  <a:gd name="T4" fmla="*/ 3 w 86"/>
                  <a:gd name="T5" fmla="*/ 1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6">
                    <a:moveTo>
                      <a:pt x="0" y="0"/>
                    </a:moveTo>
                    <a:lnTo>
                      <a:pt x="85" y="16"/>
                    </a:lnTo>
                    <a:lnTo>
                      <a:pt x="86" y="1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4" name="Freeform 95"/>
              <p:cNvSpPr>
                <a:spLocks/>
              </p:cNvSpPr>
              <p:nvPr/>
            </p:nvSpPr>
            <p:spPr bwMode="auto">
              <a:xfrm>
                <a:off x="1748" y="1931"/>
                <a:ext cx="2" cy="172"/>
              </a:xfrm>
              <a:custGeom>
                <a:avLst/>
                <a:gdLst>
                  <a:gd name="T0" fmla="*/ 0 w 2"/>
                  <a:gd name="T1" fmla="*/ 172 h 172"/>
                  <a:gd name="T2" fmla="*/ 1 w 2"/>
                  <a:gd name="T3" fmla="*/ 0 h 172"/>
                  <a:gd name="T4" fmla="*/ 2 w 2"/>
                  <a:gd name="T5" fmla="*/ 0 h 17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72">
                    <a:moveTo>
                      <a:pt x="0" y="172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5" name="Freeform 96"/>
              <p:cNvSpPr>
                <a:spLocks/>
              </p:cNvSpPr>
              <p:nvPr/>
            </p:nvSpPr>
            <p:spPr bwMode="auto">
              <a:xfrm>
                <a:off x="1749" y="2097"/>
                <a:ext cx="41" cy="44"/>
              </a:xfrm>
              <a:custGeom>
                <a:avLst/>
                <a:gdLst>
                  <a:gd name="T0" fmla="*/ 0 w 124"/>
                  <a:gd name="T1" fmla="*/ 0 h 132"/>
                  <a:gd name="T2" fmla="*/ 1 w 124"/>
                  <a:gd name="T3" fmla="*/ 3 h 132"/>
                  <a:gd name="T4" fmla="*/ 5 w 124"/>
                  <a:gd name="T5" fmla="*/ 5 h 132"/>
                  <a:gd name="T6" fmla="*/ 5 w 124"/>
                  <a:gd name="T7" fmla="*/ 5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4" h="132">
                    <a:moveTo>
                      <a:pt x="0" y="0"/>
                    </a:moveTo>
                    <a:lnTo>
                      <a:pt x="35" y="90"/>
                    </a:lnTo>
                    <a:lnTo>
                      <a:pt x="123" y="132"/>
                    </a:lnTo>
                    <a:lnTo>
                      <a:pt x="124" y="13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6" name="Freeform 97"/>
              <p:cNvSpPr>
                <a:spLocks/>
              </p:cNvSpPr>
              <p:nvPr/>
            </p:nvSpPr>
            <p:spPr bwMode="auto">
              <a:xfrm>
                <a:off x="2899" y="3039"/>
                <a:ext cx="1" cy="645"/>
              </a:xfrm>
              <a:custGeom>
                <a:avLst/>
                <a:gdLst>
                  <a:gd name="T0" fmla="*/ 0 w 1"/>
                  <a:gd name="T1" fmla="*/ 0 h 1935"/>
                  <a:gd name="T2" fmla="*/ 0 w 1"/>
                  <a:gd name="T3" fmla="*/ 72 h 1935"/>
                  <a:gd name="T4" fmla="*/ 1 w 1"/>
                  <a:gd name="T5" fmla="*/ 72 h 19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935">
                    <a:moveTo>
                      <a:pt x="0" y="0"/>
                    </a:moveTo>
                    <a:lnTo>
                      <a:pt x="0" y="1935"/>
                    </a:lnTo>
                    <a:lnTo>
                      <a:pt x="1" y="193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7" name="Freeform 98"/>
              <p:cNvSpPr>
                <a:spLocks/>
              </p:cNvSpPr>
              <p:nvPr/>
            </p:nvSpPr>
            <p:spPr bwMode="auto">
              <a:xfrm>
                <a:off x="2619" y="3354"/>
                <a:ext cx="617" cy="1"/>
              </a:xfrm>
              <a:custGeom>
                <a:avLst/>
                <a:gdLst>
                  <a:gd name="T0" fmla="*/ 0 w 617"/>
                  <a:gd name="T1" fmla="*/ 0 h 1"/>
                  <a:gd name="T2" fmla="*/ 617 w 61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17" h="1">
                    <a:moveTo>
                      <a:pt x="0" y="0"/>
                    </a:moveTo>
                    <a:lnTo>
                      <a:pt x="617" y="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8" name="Freeform 99"/>
              <p:cNvSpPr>
                <a:spLocks/>
              </p:cNvSpPr>
              <p:nvPr/>
            </p:nvSpPr>
            <p:spPr bwMode="auto">
              <a:xfrm>
                <a:off x="2703" y="3524"/>
                <a:ext cx="34" cy="11"/>
              </a:xfrm>
              <a:custGeom>
                <a:avLst/>
                <a:gdLst>
                  <a:gd name="T0" fmla="*/ 4 w 102"/>
                  <a:gd name="T1" fmla="*/ 1 h 34"/>
                  <a:gd name="T2" fmla="*/ 0 w 102"/>
                  <a:gd name="T3" fmla="*/ 0 h 34"/>
                  <a:gd name="T4" fmla="*/ 0 w 102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" h="34">
                    <a:moveTo>
                      <a:pt x="102" y="3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9" name="Freeform 100"/>
              <p:cNvSpPr>
                <a:spLocks/>
              </p:cNvSpPr>
              <p:nvPr/>
            </p:nvSpPr>
            <p:spPr bwMode="auto">
              <a:xfrm>
                <a:off x="2568" y="3354"/>
                <a:ext cx="27" cy="1"/>
              </a:xfrm>
              <a:custGeom>
                <a:avLst/>
                <a:gdLst>
                  <a:gd name="T0" fmla="*/ 0 w 83"/>
                  <a:gd name="T1" fmla="*/ 0 h 1"/>
                  <a:gd name="T2" fmla="*/ 3 w 83"/>
                  <a:gd name="T3" fmla="*/ 0 h 1"/>
                  <a:gd name="T4" fmla="*/ 3 w 8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3" h="1">
                    <a:moveTo>
                      <a:pt x="0" y="0"/>
                    </a:moveTo>
                    <a:lnTo>
                      <a:pt x="82" y="0"/>
                    </a:lnTo>
                    <a:lnTo>
                      <a:pt x="8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0" name="Freeform 101"/>
              <p:cNvSpPr>
                <a:spLocks/>
              </p:cNvSpPr>
              <p:nvPr/>
            </p:nvSpPr>
            <p:spPr bwMode="auto">
              <a:xfrm>
                <a:off x="2703" y="3174"/>
                <a:ext cx="34" cy="11"/>
              </a:xfrm>
              <a:custGeom>
                <a:avLst/>
                <a:gdLst>
                  <a:gd name="T0" fmla="*/ 0 w 103"/>
                  <a:gd name="T1" fmla="*/ 1 h 33"/>
                  <a:gd name="T2" fmla="*/ 4 w 103"/>
                  <a:gd name="T3" fmla="*/ 0 h 33"/>
                  <a:gd name="T4" fmla="*/ 4 w 103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3" h="33">
                    <a:moveTo>
                      <a:pt x="0" y="33"/>
                    </a:moveTo>
                    <a:lnTo>
                      <a:pt x="102" y="0"/>
                    </a:lnTo>
                    <a:lnTo>
                      <a:pt x="10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1" name="Freeform 102"/>
              <p:cNvSpPr>
                <a:spLocks/>
              </p:cNvSpPr>
              <p:nvPr/>
            </p:nvSpPr>
            <p:spPr bwMode="auto">
              <a:xfrm>
                <a:off x="2899" y="2055"/>
                <a:ext cx="1" cy="228"/>
              </a:xfrm>
              <a:custGeom>
                <a:avLst/>
                <a:gdLst>
                  <a:gd name="T0" fmla="*/ 0 w 1"/>
                  <a:gd name="T1" fmla="*/ 0 h 685"/>
                  <a:gd name="T2" fmla="*/ 0 w 1"/>
                  <a:gd name="T3" fmla="*/ 25 h 685"/>
                  <a:gd name="T4" fmla="*/ 1 w 1"/>
                  <a:gd name="T5" fmla="*/ 25 h 6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685">
                    <a:moveTo>
                      <a:pt x="0" y="0"/>
                    </a:moveTo>
                    <a:lnTo>
                      <a:pt x="0" y="685"/>
                    </a:lnTo>
                    <a:lnTo>
                      <a:pt x="1" y="68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2" name="Freeform 103"/>
              <p:cNvSpPr>
                <a:spLocks/>
              </p:cNvSpPr>
              <p:nvPr/>
            </p:nvSpPr>
            <p:spPr bwMode="auto">
              <a:xfrm>
                <a:off x="2677" y="2122"/>
                <a:ext cx="148" cy="347"/>
              </a:xfrm>
              <a:custGeom>
                <a:avLst/>
                <a:gdLst>
                  <a:gd name="T0" fmla="*/ 0 w 445"/>
                  <a:gd name="T1" fmla="*/ 0 h 1041"/>
                  <a:gd name="T2" fmla="*/ 6 w 445"/>
                  <a:gd name="T3" fmla="*/ 7 h 1041"/>
                  <a:gd name="T4" fmla="*/ 9 w 445"/>
                  <a:gd name="T5" fmla="*/ 11 h 1041"/>
                  <a:gd name="T6" fmla="*/ 12 w 445"/>
                  <a:gd name="T7" fmla="*/ 14 h 1041"/>
                  <a:gd name="T8" fmla="*/ 14 w 445"/>
                  <a:gd name="T9" fmla="*/ 22 h 1041"/>
                  <a:gd name="T10" fmla="*/ 16 w 445"/>
                  <a:gd name="T11" fmla="*/ 29 h 1041"/>
                  <a:gd name="T12" fmla="*/ 16 w 445"/>
                  <a:gd name="T13" fmla="*/ 33 h 1041"/>
                  <a:gd name="T14" fmla="*/ 16 w 445"/>
                  <a:gd name="T15" fmla="*/ 39 h 1041"/>
                  <a:gd name="T16" fmla="*/ 16 w 445"/>
                  <a:gd name="T17" fmla="*/ 39 h 10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45" h="1041">
                    <a:moveTo>
                      <a:pt x="0" y="0"/>
                    </a:moveTo>
                    <a:lnTo>
                      <a:pt x="166" y="202"/>
                    </a:lnTo>
                    <a:lnTo>
                      <a:pt x="245" y="284"/>
                    </a:lnTo>
                    <a:lnTo>
                      <a:pt x="325" y="391"/>
                    </a:lnTo>
                    <a:lnTo>
                      <a:pt x="378" y="600"/>
                    </a:lnTo>
                    <a:lnTo>
                      <a:pt x="424" y="782"/>
                    </a:lnTo>
                    <a:lnTo>
                      <a:pt x="445" y="886"/>
                    </a:lnTo>
                    <a:lnTo>
                      <a:pt x="420" y="1041"/>
                    </a:lnTo>
                    <a:lnTo>
                      <a:pt x="421" y="104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3" name="Freeform 104"/>
              <p:cNvSpPr>
                <a:spLocks/>
              </p:cNvSpPr>
              <p:nvPr/>
            </p:nvSpPr>
            <p:spPr bwMode="auto">
              <a:xfrm>
                <a:off x="3031" y="2122"/>
                <a:ext cx="1" cy="347"/>
              </a:xfrm>
              <a:custGeom>
                <a:avLst/>
                <a:gdLst>
                  <a:gd name="T0" fmla="*/ 0 w 1"/>
                  <a:gd name="T1" fmla="*/ 39 h 1041"/>
                  <a:gd name="T2" fmla="*/ 0 w 1"/>
                  <a:gd name="T3" fmla="*/ 0 h 1041"/>
                  <a:gd name="T4" fmla="*/ 1 w 1"/>
                  <a:gd name="T5" fmla="*/ 0 h 10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41">
                    <a:moveTo>
                      <a:pt x="0" y="104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4" name="Freeform 105"/>
              <p:cNvSpPr>
                <a:spLocks/>
              </p:cNvSpPr>
              <p:nvPr/>
            </p:nvSpPr>
            <p:spPr bwMode="auto">
              <a:xfrm>
                <a:off x="3140" y="2117"/>
                <a:ext cx="3" cy="361"/>
              </a:xfrm>
              <a:custGeom>
                <a:avLst/>
                <a:gdLst>
                  <a:gd name="T0" fmla="*/ 0 w 3"/>
                  <a:gd name="T1" fmla="*/ 361 h 361"/>
                  <a:gd name="T2" fmla="*/ 0 w 3"/>
                  <a:gd name="T3" fmla="*/ 6 h 361"/>
                  <a:gd name="T4" fmla="*/ 3 w 3"/>
                  <a:gd name="T5" fmla="*/ 0 h 3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361">
                    <a:moveTo>
                      <a:pt x="0" y="361"/>
                    </a:moveTo>
                    <a:lnTo>
                      <a:pt x="0" y="6"/>
                    </a:lnTo>
                    <a:lnTo>
                      <a:pt x="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5" name="Freeform 106"/>
              <p:cNvSpPr>
                <a:spLocks/>
              </p:cNvSpPr>
              <p:nvPr/>
            </p:nvSpPr>
            <p:spPr bwMode="auto">
              <a:xfrm>
                <a:off x="2708" y="2228"/>
                <a:ext cx="3" cy="134"/>
              </a:xfrm>
              <a:custGeom>
                <a:avLst/>
                <a:gdLst>
                  <a:gd name="T0" fmla="*/ 0 w 3"/>
                  <a:gd name="T1" fmla="*/ 0 h 134"/>
                  <a:gd name="T2" fmla="*/ 0 w 3"/>
                  <a:gd name="T3" fmla="*/ 130 h 134"/>
                  <a:gd name="T4" fmla="*/ 3 w 3"/>
                  <a:gd name="T5" fmla="*/ 134 h 1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34">
                    <a:moveTo>
                      <a:pt x="0" y="0"/>
                    </a:moveTo>
                    <a:lnTo>
                      <a:pt x="0" y="130"/>
                    </a:lnTo>
                    <a:lnTo>
                      <a:pt x="3" y="13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6" name="Freeform 107"/>
              <p:cNvSpPr>
                <a:spLocks/>
              </p:cNvSpPr>
              <p:nvPr/>
            </p:nvSpPr>
            <p:spPr bwMode="auto">
              <a:xfrm>
                <a:off x="2656" y="2469"/>
                <a:ext cx="486" cy="1"/>
              </a:xfrm>
              <a:custGeom>
                <a:avLst/>
                <a:gdLst>
                  <a:gd name="T0" fmla="*/ 0 w 1458"/>
                  <a:gd name="T1" fmla="*/ 0 h 1"/>
                  <a:gd name="T2" fmla="*/ 54 w 1458"/>
                  <a:gd name="T3" fmla="*/ 0 h 1"/>
                  <a:gd name="T4" fmla="*/ 54 w 145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58" h="1">
                    <a:moveTo>
                      <a:pt x="0" y="0"/>
                    </a:moveTo>
                    <a:lnTo>
                      <a:pt x="1457" y="0"/>
                    </a:lnTo>
                    <a:lnTo>
                      <a:pt x="145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7" name="Freeform 108"/>
              <p:cNvSpPr>
                <a:spLocks/>
              </p:cNvSpPr>
              <p:nvPr/>
            </p:nvSpPr>
            <p:spPr bwMode="auto">
              <a:xfrm>
                <a:off x="2697" y="2382"/>
                <a:ext cx="24" cy="23"/>
              </a:xfrm>
              <a:custGeom>
                <a:avLst/>
                <a:gdLst>
                  <a:gd name="T0" fmla="*/ 3 w 71"/>
                  <a:gd name="T1" fmla="*/ 3 h 67"/>
                  <a:gd name="T2" fmla="*/ 2 w 71"/>
                  <a:gd name="T3" fmla="*/ 1 h 67"/>
                  <a:gd name="T4" fmla="*/ 0 w 71"/>
                  <a:gd name="T5" fmla="*/ 0 h 67"/>
                  <a:gd name="T6" fmla="*/ 0 w 71"/>
                  <a:gd name="T7" fmla="*/ 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1" h="67">
                    <a:moveTo>
                      <a:pt x="71" y="67"/>
                    </a:moveTo>
                    <a:lnTo>
                      <a:pt x="50" y="18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8" name="Freeform 109"/>
              <p:cNvSpPr>
                <a:spLocks/>
              </p:cNvSpPr>
              <p:nvPr/>
            </p:nvSpPr>
            <p:spPr bwMode="auto">
              <a:xfrm>
                <a:off x="2609" y="2389"/>
                <a:ext cx="47" cy="44"/>
              </a:xfrm>
              <a:custGeom>
                <a:avLst/>
                <a:gdLst>
                  <a:gd name="T0" fmla="*/ 5 w 141"/>
                  <a:gd name="T1" fmla="*/ 5 h 132"/>
                  <a:gd name="T2" fmla="*/ 4 w 141"/>
                  <a:gd name="T3" fmla="*/ 1 h 132"/>
                  <a:gd name="T4" fmla="*/ 0 w 141"/>
                  <a:gd name="T5" fmla="*/ 0 h 132"/>
                  <a:gd name="T6" fmla="*/ 0 w 141"/>
                  <a:gd name="T7" fmla="*/ 0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1" h="132">
                    <a:moveTo>
                      <a:pt x="141" y="132"/>
                    </a:moveTo>
                    <a:lnTo>
                      <a:pt x="99" y="35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9" name="Freeform 110"/>
              <p:cNvSpPr>
                <a:spLocks/>
              </p:cNvSpPr>
              <p:nvPr/>
            </p:nvSpPr>
            <p:spPr bwMode="auto">
              <a:xfrm>
                <a:off x="2656" y="2433"/>
                <a:ext cx="1" cy="36"/>
              </a:xfrm>
              <a:custGeom>
                <a:avLst/>
                <a:gdLst>
                  <a:gd name="T0" fmla="*/ 0 w 1"/>
                  <a:gd name="T1" fmla="*/ 0 h 108"/>
                  <a:gd name="T2" fmla="*/ 0 w 1"/>
                  <a:gd name="T3" fmla="*/ 4 h 108"/>
                  <a:gd name="T4" fmla="*/ 1 w 1"/>
                  <a:gd name="T5" fmla="*/ 4 h 1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08">
                    <a:moveTo>
                      <a:pt x="0" y="0"/>
                    </a:moveTo>
                    <a:lnTo>
                      <a:pt x="0" y="108"/>
                    </a:lnTo>
                    <a:lnTo>
                      <a:pt x="1" y="10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0" name="Freeform 111"/>
              <p:cNvSpPr>
                <a:spLocks/>
              </p:cNvSpPr>
              <p:nvPr/>
            </p:nvSpPr>
            <p:spPr bwMode="auto">
              <a:xfrm>
                <a:off x="2899" y="2355"/>
                <a:ext cx="1" cy="180"/>
              </a:xfrm>
              <a:custGeom>
                <a:avLst/>
                <a:gdLst>
                  <a:gd name="T0" fmla="*/ 0 w 1"/>
                  <a:gd name="T1" fmla="*/ 0 h 542"/>
                  <a:gd name="T2" fmla="*/ 0 w 1"/>
                  <a:gd name="T3" fmla="*/ 20 h 542"/>
                  <a:gd name="T4" fmla="*/ 1 w 1"/>
                  <a:gd name="T5" fmla="*/ 20 h 5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42">
                    <a:moveTo>
                      <a:pt x="0" y="0"/>
                    </a:moveTo>
                    <a:lnTo>
                      <a:pt x="0" y="542"/>
                    </a:lnTo>
                    <a:lnTo>
                      <a:pt x="1" y="54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1" name="Freeform 112"/>
              <p:cNvSpPr>
                <a:spLocks/>
              </p:cNvSpPr>
              <p:nvPr/>
            </p:nvSpPr>
            <p:spPr bwMode="auto">
              <a:xfrm>
                <a:off x="2899" y="2312"/>
                <a:ext cx="1" cy="19"/>
              </a:xfrm>
              <a:custGeom>
                <a:avLst/>
                <a:gdLst>
                  <a:gd name="T0" fmla="*/ 0 w 1"/>
                  <a:gd name="T1" fmla="*/ 0 h 59"/>
                  <a:gd name="T2" fmla="*/ 0 w 1"/>
                  <a:gd name="T3" fmla="*/ 2 h 59"/>
                  <a:gd name="T4" fmla="*/ 1 w 1"/>
                  <a:gd name="T5" fmla="*/ 2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9">
                    <a:moveTo>
                      <a:pt x="0" y="0"/>
                    </a:moveTo>
                    <a:lnTo>
                      <a:pt x="0" y="59"/>
                    </a:lnTo>
                    <a:lnTo>
                      <a:pt x="1" y="5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2" name="Freeform 113"/>
              <p:cNvSpPr>
                <a:spLocks/>
              </p:cNvSpPr>
              <p:nvPr/>
            </p:nvSpPr>
            <p:spPr bwMode="auto">
              <a:xfrm>
                <a:off x="2656" y="2122"/>
                <a:ext cx="486" cy="1"/>
              </a:xfrm>
              <a:custGeom>
                <a:avLst/>
                <a:gdLst>
                  <a:gd name="T0" fmla="*/ 0 w 1458"/>
                  <a:gd name="T1" fmla="*/ 0 h 1"/>
                  <a:gd name="T2" fmla="*/ 54 w 1458"/>
                  <a:gd name="T3" fmla="*/ 0 h 1"/>
                  <a:gd name="T4" fmla="*/ 54 w 1458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58" h="1">
                    <a:moveTo>
                      <a:pt x="0" y="0"/>
                    </a:moveTo>
                    <a:lnTo>
                      <a:pt x="1457" y="0"/>
                    </a:lnTo>
                    <a:lnTo>
                      <a:pt x="145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3" name="Freeform 114"/>
              <p:cNvSpPr>
                <a:spLocks/>
              </p:cNvSpPr>
              <p:nvPr/>
            </p:nvSpPr>
            <p:spPr bwMode="auto">
              <a:xfrm>
                <a:off x="2697" y="2187"/>
                <a:ext cx="24" cy="22"/>
              </a:xfrm>
              <a:custGeom>
                <a:avLst/>
                <a:gdLst>
                  <a:gd name="T0" fmla="*/ 0 w 72"/>
                  <a:gd name="T1" fmla="*/ 2 h 66"/>
                  <a:gd name="T2" fmla="*/ 2 w 72"/>
                  <a:gd name="T3" fmla="*/ 2 h 66"/>
                  <a:gd name="T4" fmla="*/ 3 w 72"/>
                  <a:gd name="T5" fmla="*/ 0 h 66"/>
                  <a:gd name="T6" fmla="*/ 3 w 72"/>
                  <a:gd name="T7" fmla="*/ 0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66">
                    <a:moveTo>
                      <a:pt x="0" y="66"/>
                    </a:moveTo>
                    <a:lnTo>
                      <a:pt x="50" y="49"/>
                    </a:lnTo>
                    <a:lnTo>
                      <a:pt x="71" y="0"/>
                    </a:lnTo>
                    <a:lnTo>
                      <a:pt x="7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4" name="Freeform 115"/>
              <p:cNvSpPr>
                <a:spLocks/>
              </p:cNvSpPr>
              <p:nvPr/>
            </p:nvSpPr>
            <p:spPr bwMode="auto">
              <a:xfrm>
                <a:off x="2609" y="2158"/>
                <a:ext cx="47" cy="44"/>
              </a:xfrm>
              <a:custGeom>
                <a:avLst/>
                <a:gdLst>
                  <a:gd name="T0" fmla="*/ 0 w 142"/>
                  <a:gd name="T1" fmla="*/ 5 h 131"/>
                  <a:gd name="T2" fmla="*/ 4 w 142"/>
                  <a:gd name="T3" fmla="*/ 4 h 131"/>
                  <a:gd name="T4" fmla="*/ 5 w 142"/>
                  <a:gd name="T5" fmla="*/ 0 h 131"/>
                  <a:gd name="T6" fmla="*/ 5 w 142"/>
                  <a:gd name="T7" fmla="*/ 0 h 1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2" h="131">
                    <a:moveTo>
                      <a:pt x="0" y="131"/>
                    </a:moveTo>
                    <a:lnTo>
                      <a:pt x="99" y="96"/>
                    </a:lnTo>
                    <a:lnTo>
                      <a:pt x="141" y="0"/>
                    </a:lnTo>
                    <a:lnTo>
                      <a:pt x="14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5" name="Freeform 116"/>
              <p:cNvSpPr>
                <a:spLocks/>
              </p:cNvSpPr>
              <p:nvPr/>
            </p:nvSpPr>
            <p:spPr bwMode="auto">
              <a:xfrm>
                <a:off x="2656" y="2117"/>
                <a:ext cx="1" cy="51"/>
              </a:xfrm>
              <a:custGeom>
                <a:avLst/>
                <a:gdLst>
                  <a:gd name="T0" fmla="*/ 0 w 1"/>
                  <a:gd name="T1" fmla="*/ 51 h 51"/>
                  <a:gd name="T2" fmla="*/ 0 w 1"/>
                  <a:gd name="T3" fmla="*/ 0 h 51"/>
                  <a:gd name="T4" fmla="*/ 1 w 1"/>
                  <a:gd name="T5" fmla="*/ 0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51">
                    <a:moveTo>
                      <a:pt x="0" y="5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6" name="Freeform 117"/>
              <p:cNvSpPr>
                <a:spLocks/>
              </p:cNvSpPr>
              <p:nvPr/>
            </p:nvSpPr>
            <p:spPr bwMode="auto">
              <a:xfrm>
                <a:off x="2766" y="2122"/>
                <a:ext cx="1" cy="103"/>
              </a:xfrm>
              <a:custGeom>
                <a:avLst/>
                <a:gdLst>
                  <a:gd name="T0" fmla="*/ 0 w 1"/>
                  <a:gd name="T1" fmla="*/ 11 h 308"/>
                  <a:gd name="T2" fmla="*/ 0 w 1"/>
                  <a:gd name="T3" fmla="*/ 0 h 308"/>
                  <a:gd name="T4" fmla="*/ 1 w 1"/>
                  <a:gd name="T5" fmla="*/ 0 h 3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08">
                    <a:moveTo>
                      <a:pt x="0" y="30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5" name="Oval 118"/>
            <p:cNvSpPr>
              <a:spLocks noChangeArrowheads="1"/>
            </p:cNvSpPr>
            <p:nvPr/>
          </p:nvSpPr>
          <p:spPr bwMode="auto">
            <a:xfrm>
              <a:off x="2754" y="3213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pic>
        <p:nvPicPr>
          <p:cNvPr id="219255" name="Picture 119" descr="书6-18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3" t="16754" r="14647" b="14934"/>
          <a:stretch>
            <a:fillRect/>
          </a:stretch>
        </p:blipFill>
        <p:spPr bwMode="auto">
          <a:xfrm>
            <a:off x="4826000" y="1749425"/>
            <a:ext cx="39179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9256" name="Picture 120" descr="书6-18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9" t="18639" r="6609" b="16420"/>
          <a:stretch>
            <a:fillRect/>
          </a:stretch>
        </p:blipFill>
        <p:spPr bwMode="auto">
          <a:xfrm>
            <a:off x="4716463" y="4013200"/>
            <a:ext cx="415290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9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9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9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9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FA51559-A91B-4BF3-8426-696542E70356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417513" y="296863"/>
            <a:ext cx="87264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(2)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当不对称机件的内、外形都需要表达时。</a:t>
            </a:r>
          </a:p>
        </p:txBody>
      </p:sp>
      <p:grpSp>
        <p:nvGrpSpPr>
          <p:cNvPr id="218115" name="Group 3"/>
          <p:cNvGrpSpPr>
            <a:grpSpLocks/>
          </p:cNvGrpSpPr>
          <p:nvPr/>
        </p:nvGrpSpPr>
        <p:grpSpPr bwMode="auto">
          <a:xfrm>
            <a:off x="2132013" y="1135063"/>
            <a:ext cx="4262437" cy="5175250"/>
            <a:chOff x="1343" y="715"/>
            <a:chExt cx="2685" cy="3260"/>
          </a:xfrm>
        </p:grpSpPr>
        <p:sp>
          <p:nvSpPr>
            <p:cNvPr id="25605" name="Arc 4"/>
            <p:cNvSpPr>
              <a:spLocks/>
            </p:cNvSpPr>
            <p:nvPr/>
          </p:nvSpPr>
          <p:spPr bwMode="auto">
            <a:xfrm flipH="1" flipV="1">
              <a:off x="1779" y="1251"/>
              <a:ext cx="141" cy="285"/>
            </a:xfrm>
            <a:custGeom>
              <a:avLst/>
              <a:gdLst>
                <a:gd name="T0" fmla="*/ 0 w 21600"/>
                <a:gd name="T1" fmla="*/ 0 h 41871"/>
                <a:gd name="T2" fmla="*/ 0 w 21600"/>
                <a:gd name="T3" fmla="*/ 0 h 41871"/>
                <a:gd name="T4" fmla="*/ 0 w 21600"/>
                <a:gd name="T5" fmla="*/ 0 h 418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1871" fill="none" extrusionOk="0">
                  <a:moveTo>
                    <a:pt x="3992" y="0"/>
                  </a:moveTo>
                  <a:cubicBezTo>
                    <a:pt x="14203" y="1920"/>
                    <a:pt x="21600" y="10838"/>
                    <a:pt x="21600" y="21228"/>
                  </a:cubicBezTo>
                  <a:cubicBezTo>
                    <a:pt x="21600" y="30708"/>
                    <a:pt x="15418" y="39080"/>
                    <a:pt x="6358" y="41871"/>
                  </a:cubicBezTo>
                </a:path>
                <a:path w="21600" h="41871" stroke="0" extrusionOk="0">
                  <a:moveTo>
                    <a:pt x="3992" y="0"/>
                  </a:moveTo>
                  <a:cubicBezTo>
                    <a:pt x="14203" y="1920"/>
                    <a:pt x="21600" y="10838"/>
                    <a:pt x="21600" y="21228"/>
                  </a:cubicBezTo>
                  <a:cubicBezTo>
                    <a:pt x="21600" y="30708"/>
                    <a:pt x="15418" y="39080"/>
                    <a:pt x="6358" y="41871"/>
                  </a:cubicBezTo>
                  <a:lnTo>
                    <a:pt x="0" y="21228"/>
                  </a:lnTo>
                  <a:lnTo>
                    <a:pt x="3992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6" name="Arc 5"/>
            <p:cNvSpPr>
              <a:spLocks/>
            </p:cNvSpPr>
            <p:nvPr/>
          </p:nvSpPr>
          <p:spPr bwMode="auto">
            <a:xfrm flipV="1">
              <a:off x="2658" y="1256"/>
              <a:ext cx="141" cy="281"/>
            </a:xfrm>
            <a:custGeom>
              <a:avLst/>
              <a:gdLst>
                <a:gd name="T0" fmla="*/ 0 w 21600"/>
                <a:gd name="T1" fmla="*/ 0 h 41227"/>
                <a:gd name="T2" fmla="*/ 0 w 21600"/>
                <a:gd name="T3" fmla="*/ 0 h 41227"/>
                <a:gd name="T4" fmla="*/ 0 w 21600"/>
                <a:gd name="T5" fmla="*/ 0 h 41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1227" fill="none" extrusionOk="0">
                  <a:moveTo>
                    <a:pt x="6611" y="-1"/>
                  </a:moveTo>
                  <a:cubicBezTo>
                    <a:pt x="15543" y="2871"/>
                    <a:pt x="21600" y="11180"/>
                    <a:pt x="21600" y="20563"/>
                  </a:cubicBezTo>
                  <a:cubicBezTo>
                    <a:pt x="21600" y="30069"/>
                    <a:pt x="15384" y="38458"/>
                    <a:pt x="6289" y="41226"/>
                  </a:cubicBezTo>
                </a:path>
                <a:path w="21600" h="41227" stroke="0" extrusionOk="0">
                  <a:moveTo>
                    <a:pt x="6611" y="-1"/>
                  </a:moveTo>
                  <a:cubicBezTo>
                    <a:pt x="15543" y="2871"/>
                    <a:pt x="21600" y="11180"/>
                    <a:pt x="21600" y="20563"/>
                  </a:cubicBezTo>
                  <a:cubicBezTo>
                    <a:pt x="21600" y="30069"/>
                    <a:pt x="15384" y="38458"/>
                    <a:pt x="6289" y="41226"/>
                  </a:cubicBezTo>
                  <a:lnTo>
                    <a:pt x="0" y="20563"/>
                  </a:lnTo>
                  <a:lnTo>
                    <a:pt x="6611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7" name="Arc 6"/>
            <p:cNvSpPr>
              <a:spLocks/>
            </p:cNvSpPr>
            <p:nvPr/>
          </p:nvSpPr>
          <p:spPr bwMode="auto">
            <a:xfrm flipH="1">
              <a:off x="2197" y="1153"/>
              <a:ext cx="178" cy="466"/>
            </a:xfrm>
            <a:custGeom>
              <a:avLst/>
              <a:gdLst>
                <a:gd name="T0" fmla="*/ 0 w 9970"/>
                <a:gd name="T1" fmla="*/ 0 h 21600"/>
                <a:gd name="T2" fmla="*/ 0 w 9970"/>
                <a:gd name="T3" fmla="*/ 0 h 21600"/>
                <a:gd name="T4" fmla="*/ 0 w 997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70" h="21600" fill="none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</a:path>
                <a:path w="9970" h="21600" stroke="0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  <a:lnTo>
                    <a:pt x="4786" y="21600"/>
                  </a:lnTo>
                  <a:lnTo>
                    <a:pt x="-1" y="53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8" name="Arc 7"/>
            <p:cNvSpPr>
              <a:spLocks/>
            </p:cNvSpPr>
            <p:nvPr/>
          </p:nvSpPr>
          <p:spPr bwMode="auto">
            <a:xfrm flipH="1" flipV="1">
              <a:off x="2202" y="1172"/>
              <a:ext cx="178" cy="466"/>
            </a:xfrm>
            <a:custGeom>
              <a:avLst/>
              <a:gdLst>
                <a:gd name="T0" fmla="*/ 0 w 9970"/>
                <a:gd name="T1" fmla="*/ 0 h 21600"/>
                <a:gd name="T2" fmla="*/ 0 w 9970"/>
                <a:gd name="T3" fmla="*/ 0 h 21600"/>
                <a:gd name="T4" fmla="*/ 0 w 997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70" h="21600" fill="none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</a:path>
                <a:path w="9970" h="21600" stroke="0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  <a:lnTo>
                    <a:pt x="4786" y="21600"/>
                  </a:lnTo>
                  <a:lnTo>
                    <a:pt x="-1" y="53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9" name="Oval 8"/>
            <p:cNvSpPr>
              <a:spLocks noChangeArrowheads="1"/>
            </p:cNvSpPr>
            <p:nvPr/>
          </p:nvSpPr>
          <p:spPr bwMode="auto">
            <a:xfrm>
              <a:off x="1861" y="1332"/>
              <a:ext cx="136" cy="1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10" name="Oval 9"/>
            <p:cNvSpPr>
              <a:spLocks noChangeArrowheads="1"/>
            </p:cNvSpPr>
            <p:nvPr/>
          </p:nvSpPr>
          <p:spPr bwMode="auto">
            <a:xfrm>
              <a:off x="2195" y="1302"/>
              <a:ext cx="188" cy="18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11" name="Freeform 10"/>
            <p:cNvSpPr>
              <a:spLocks/>
            </p:cNvSpPr>
            <p:nvPr/>
          </p:nvSpPr>
          <p:spPr bwMode="auto">
            <a:xfrm>
              <a:off x="2685" y="715"/>
              <a:ext cx="1" cy="373"/>
            </a:xfrm>
            <a:custGeom>
              <a:avLst/>
              <a:gdLst>
                <a:gd name="T0" fmla="*/ 0 w 1"/>
                <a:gd name="T1" fmla="*/ 0 h 2236"/>
                <a:gd name="T2" fmla="*/ 0 w 1"/>
                <a:gd name="T3" fmla="*/ 10 h 2236"/>
                <a:gd name="T4" fmla="*/ 1 w 1"/>
                <a:gd name="T5" fmla="*/ 10 h 22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36">
                  <a:moveTo>
                    <a:pt x="0" y="0"/>
                  </a:moveTo>
                  <a:lnTo>
                    <a:pt x="0" y="2236"/>
                  </a:lnTo>
                  <a:lnTo>
                    <a:pt x="1" y="22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Freeform 11"/>
            <p:cNvSpPr>
              <a:spLocks/>
            </p:cNvSpPr>
            <p:nvPr/>
          </p:nvSpPr>
          <p:spPr bwMode="auto">
            <a:xfrm>
              <a:off x="3675" y="1635"/>
              <a:ext cx="1" cy="134"/>
            </a:xfrm>
            <a:custGeom>
              <a:avLst/>
              <a:gdLst>
                <a:gd name="T0" fmla="*/ 0 w 1"/>
                <a:gd name="T1" fmla="*/ 0 h 803"/>
                <a:gd name="T2" fmla="*/ 0 w 1"/>
                <a:gd name="T3" fmla="*/ 4 h 803"/>
                <a:gd name="T4" fmla="*/ 1 w 1"/>
                <a:gd name="T5" fmla="*/ 4 h 8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03">
                  <a:moveTo>
                    <a:pt x="0" y="0"/>
                  </a:moveTo>
                  <a:lnTo>
                    <a:pt x="0" y="803"/>
                  </a:lnTo>
                  <a:lnTo>
                    <a:pt x="1" y="80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Freeform 12"/>
            <p:cNvSpPr>
              <a:spLocks/>
            </p:cNvSpPr>
            <p:nvPr/>
          </p:nvSpPr>
          <p:spPr bwMode="auto">
            <a:xfrm>
              <a:off x="1695" y="1621"/>
              <a:ext cx="1" cy="156"/>
            </a:xfrm>
            <a:custGeom>
              <a:avLst/>
              <a:gdLst>
                <a:gd name="T0" fmla="*/ 1 w 1"/>
                <a:gd name="T1" fmla="*/ 0 h 156"/>
                <a:gd name="T2" fmla="*/ 0 w 1"/>
                <a:gd name="T3" fmla="*/ 156 h 1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6">
                  <a:moveTo>
                    <a:pt x="1" y="0"/>
                  </a:moveTo>
                  <a:lnTo>
                    <a:pt x="0" y="1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Freeform 13"/>
            <p:cNvSpPr>
              <a:spLocks/>
            </p:cNvSpPr>
            <p:nvPr/>
          </p:nvSpPr>
          <p:spPr bwMode="auto">
            <a:xfrm>
              <a:off x="2042" y="1583"/>
              <a:ext cx="1" cy="75"/>
            </a:xfrm>
            <a:custGeom>
              <a:avLst/>
              <a:gdLst>
                <a:gd name="T0" fmla="*/ 0 w 1"/>
                <a:gd name="T1" fmla="*/ 2 h 448"/>
                <a:gd name="T2" fmla="*/ 0 w 1"/>
                <a:gd name="T3" fmla="*/ 0 h 448"/>
                <a:gd name="T4" fmla="*/ 1 w 1"/>
                <a:gd name="T5" fmla="*/ 0 h 4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48">
                  <a:moveTo>
                    <a:pt x="0" y="4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Freeform 14"/>
            <p:cNvSpPr>
              <a:spLocks/>
            </p:cNvSpPr>
            <p:nvPr/>
          </p:nvSpPr>
          <p:spPr bwMode="auto">
            <a:xfrm>
              <a:off x="2289" y="1075"/>
              <a:ext cx="1" cy="123"/>
            </a:xfrm>
            <a:custGeom>
              <a:avLst/>
              <a:gdLst>
                <a:gd name="T0" fmla="*/ 0 w 1"/>
                <a:gd name="T1" fmla="*/ 0 h 739"/>
                <a:gd name="T2" fmla="*/ 0 w 1"/>
                <a:gd name="T3" fmla="*/ 3 h 739"/>
                <a:gd name="T4" fmla="*/ 1 w 1"/>
                <a:gd name="T5" fmla="*/ 3 h 7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39">
                  <a:moveTo>
                    <a:pt x="0" y="0"/>
                  </a:moveTo>
                  <a:lnTo>
                    <a:pt x="0" y="739"/>
                  </a:lnTo>
                  <a:lnTo>
                    <a:pt x="1" y="73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6" name="Freeform 15"/>
            <p:cNvSpPr>
              <a:spLocks/>
            </p:cNvSpPr>
            <p:nvPr/>
          </p:nvSpPr>
          <p:spPr bwMode="auto">
            <a:xfrm>
              <a:off x="1930" y="1270"/>
              <a:ext cx="1" cy="250"/>
            </a:xfrm>
            <a:custGeom>
              <a:avLst/>
              <a:gdLst>
                <a:gd name="T0" fmla="*/ 0 w 1"/>
                <a:gd name="T1" fmla="*/ 0 h 1495"/>
                <a:gd name="T2" fmla="*/ 0 w 1"/>
                <a:gd name="T3" fmla="*/ 7 h 1495"/>
                <a:gd name="T4" fmla="*/ 1 w 1"/>
                <a:gd name="T5" fmla="*/ 7 h 14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495">
                  <a:moveTo>
                    <a:pt x="0" y="0"/>
                  </a:moveTo>
                  <a:lnTo>
                    <a:pt x="0" y="1495"/>
                  </a:lnTo>
                  <a:lnTo>
                    <a:pt x="1" y="149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Freeform 16"/>
            <p:cNvSpPr>
              <a:spLocks/>
            </p:cNvSpPr>
            <p:nvPr/>
          </p:nvSpPr>
          <p:spPr bwMode="auto">
            <a:xfrm>
              <a:off x="1402" y="1725"/>
              <a:ext cx="1" cy="181"/>
            </a:xfrm>
            <a:custGeom>
              <a:avLst/>
              <a:gdLst>
                <a:gd name="T0" fmla="*/ 0 w 1"/>
                <a:gd name="T1" fmla="*/ 181 h 181"/>
                <a:gd name="T2" fmla="*/ 0 w 1"/>
                <a:gd name="T3" fmla="*/ 0 h 181"/>
                <a:gd name="T4" fmla="*/ 1 w 1"/>
                <a:gd name="T5" fmla="*/ 0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1">
                  <a:moveTo>
                    <a:pt x="0" y="1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Freeform 17"/>
            <p:cNvSpPr>
              <a:spLocks/>
            </p:cNvSpPr>
            <p:nvPr/>
          </p:nvSpPr>
          <p:spPr bwMode="auto">
            <a:xfrm>
              <a:off x="3969" y="1718"/>
              <a:ext cx="1" cy="181"/>
            </a:xfrm>
            <a:custGeom>
              <a:avLst/>
              <a:gdLst>
                <a:gd name="T0" fmla="*/ 1 w 1"/>
                <a:gd name="T1" fmla="*/ 181 h 181"/>
                <a:gd name="T2" fmla="*/ 0 w 1"/>
                <a:gd name="T3" fmla="*/ 0 h 181"/>
                <a:gd name="T4" fmla="*/ 1 w 1"/>
                <a:gd name="T5" fmla="*/ 0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1">
                  <a:moveTo>
                    <a:pt x="1" y="1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Freeform 18"/>
            <p:cNvSpPr>
              <a:spLocks/>
            </p:cNvSpPr>
            <p:nvPr/>
          </p:nvSpPr>
          <p:spPr bwMode="auto">
            <a:xfrm>
              <a:off x="1402" y="1693"/>
              <a:ext cx="62" cy="53"/>
            </a:xfrm>
            <a:custGeom>
              <a:avLst/>
              <a:gdLst>
                <a:gd name="T0" fmla="*/ 62 w 62"/>
                <a:gd name="T1" fmla="*/ 0 h 53"/>
                <a:gd name="T2" fmla="*/ 24 w 62"/>
                <a:gd name="T3" fmla="*/ 0 h 53"/>
                <a:gd name="T4" fmla="*/ 4 w 62"/>
                <a:gd name="T5" fmla="*/ 14 h 53"/>
                <a:gd name="T6" fmla="*/ 0 w 62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53">
                  <a:moveTo>
                    <a:pt x="62" y="0"/>
                  </a:moveTo>
                  <a:lnTo>
                    <a:pt x="24" y="0"/>
                  </a:lnTo>
                  <a:lnTo>
                    <a:pt x="4" y="14"/>
                  </a:lnTo>
                  <a:lnTo>
                    <a:pt x="0" y="5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Freeform 19"/>
            <p:cNvSpPr>
              <a:spLocks/>
            </p:cNvSpPr>
            <p:nvPr/>
          </p:nvSpPr>
          <p:spPr bwMode="auto">
            <a:xfrm>
              <a:off x="3931" y="1693"/>
              <a:ext cx="39" cy="43"/>
            </a:xfrm>
            <a:custGeom>
              <a:avLst/>
              <a:gdLst>
                <a:gd name="T0" fmla="*/ 39 w 39"/>
                <a:gd name="T1" fmla="*/ 43 h 43"/>
                <a:gd name="T2" fmla="*/ 34 w 39"/>
                <a:gd name="T3" fmla="*/ 5 h 43"/>
                <a:gd name="T4" fmla="*/ 0 w 39"/>
                <a:gd name="T5" fmla="*/ 0 h 43"/>
                <a:gd name="T6" fmla="*/ 13 w 39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43">
                  <a:moveTo>
                    <a:pt x="39" y="43"/>
                  </a:moveTo>
                  <a:lnTo>
                    <a:pt x="34" y="5"/>
                  </a:lnTo>
                  <a:lnTo>
                    <a:pt x="0" y="0"/>
                  </a:lnTo>
                  <a:lnTo>
                    <a:pt x="1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Freeform 20"/>
            <p:cNvSpPr>
              <a:spLocks/>
            </p:cNvSpPr>
            <p:nvPr/>
          </p:nvSpPr>
          <p:spPr bwMode="auto">
            <a:xfrm>
              <a:off x="2741" y="1105"/>
              <a:ext cx="414" cy="1"/>
            </a:xfrm>
            <a:custGeom>
              <a:avLst/>
              <a:gdLst>
                <a:gd name="T0" fmla="*/ 11 w 2486"/>
                <a:gd name="T1" fmla="*/ 0 h 1"/>
                <a:gd name="T2" fmla="*/ 0 w 2486"/>
                <a:gd name="T3" fmla="*/ 0 h 1"/>
                <a:gd name="T4" fmla="*/ 0 w 248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86" h="1">
                  <a:moveTo>
                    <a:pt x="248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Freeform 21"/>
            <p:cNvSpPr>
              <a:spLocks/>
            </p:cNvSpPr>
            <p:nvPr/>
          </p:nvSpPr>
          <p:spPr bwMode="auto">
            <a:xfrm>
              <a:off x="3178" y="1130"/>
              <a:ext cx="3" cy="778"/>
            </a:xfrm>
            <a:custGeom>
              <a:avLst/>
              <a:gdLst>
                <a:gd name="T0" fmla="*/ 0 w 3"/>
                <a:gd name="T1" fmla="*/ 778 h 778"/>
                <a:gd name="T2" fmla="*/ 2 w 3"/>
                <a:gd name="T3" fmla="*/ 0 h 778"/>
                <a:gd name="T4" fmla="*/ 3 w 3"/>
                <a:gd name="T5" fmla="*/ 0 h 7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778">
                  <a:moveTo>
                    <a:pt x="0" y="778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Freeform 22"/>
            <p:cNvSpPr>
              <a:spLocks/>
            </p:cNvSpPr>
            <p:nvPr/>
          </p:nvSpPr>
          <p:spPr bwMode="auto">
            <a:xfrm>
              <a:off x="3129" y="1098"/>
              <a:ext cx="51" cy="32"/>
            </a:xfrm>
            <a:custGeom>
              <a:avLst/>
              <a:gdLst>
                <a:gd name="T0" fmla="*/ 51 w 51"/>
                <a:gd name="T1" fmla="*/ 32 h 32"/>
                <a:gd name="T2" fmla="*/ 44 w 51"/>
                <a:gd name="T3" fmla="*/ 14 h 32"/>
                <a:gd name="T4" fmla="*/ 20 w 51"/>
                <a:gd name="T5" fmla="*/ 9 h 32"/>
                <a:gd name="T6" fmla="*/ 0 w 51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32">
                  <a:moveTo>
                    <a:pt x="51" y="32"/>
                  </a:moveTo>
                  <a:lnTo>
                    <a:pt x="44" y="14"/>
                  </a:lnTo>
                  <a:lnTo>
                    <a:pt x="20" y="9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Freeform 23"/>
            <p:cNvSpPr>
              <a:spLocks/>
            </p:cNvSpPr>
            <p:nvPr/>
          </p:nvSpPr>
          <p:spPr bwMode="auto">
            <a:xfrm>
              <a:off x="3304" y="956"/>
              <a:ext cx="24" cy="25"/>
            </a:xfrm>
            <a:custGeom>
              <a:avLst/>
              <a:gdLst>
                <a:gd name="T0" fmla="*/ 1 w 148"/>
                <a:gd name="T1" fmla="*/ 1 h 149"/>
                <a:gd name="T2" fmla="*/ 0 w 148"/>
                <a:gd name="T3" fmla="*/ 0 h 149"/>
                <a:gd name="T4" fmla="*/ 0 w 148"/>
                <a:gd name="T5" fmla="*/ 0 h 149"/>
                <a:gd name="T6" fmla="*/ 0 w 148"/>
                <a:gd name="T7" fmla="*/ 0 h 1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149">
                  <a:moveTo>
                    <a:pt x="148" y="149"/>
                  </a:moveTo>
                  <a:lnTo>
                    <a:pt x="105" y="4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Freeform 24"/>
            <p:cNvSpPr>
              <a:spLocks/>
            </p:cNvSpPr>
            <p:nvPr/>
          </p:nvSpPr>
          <p:spPr bwMode="auto">
            <a:xfrm>
              <a:off x="2040" y="949"/>
              <a:ext cx="96" cy="77"/>
            </a:xfrm>
            <a:custGeom>
              <a:avLst/>
              <a:gdLst>
                <a:gd name="T0" fmla="*/ 96 w 96"/>
                <a:gd name="T1" fmla="*/ 0 h 77"/>
                <a:gd name="T2" fmla="*/ 34 w 96"/>
                <a:gd name="T3" fmla="*/ 5 h 77"/>
                <a:gd name="T4" fmla="*/ 0 w 96"/>
                <a:gd name="T5" fmla="*/ 24 h 77"/>
                <a:gd name="T6" fmla="*/ 0 w 96"/>
                <a:gd name="T7" fmla="*/ 77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77">
                  <a:moveTo>
                    <a:pt x="96" y="0"/>
                  </a:moveTo>
                  <a:lnTo>
                    <a:pt x="34" y="5"/>
                  </a:lnTo>
                  <a:lnTo>
                    <a:pt x="0" y="24"/>
                  </a:lnTo>
                  <a:lnTo>
                    <a:pt x="0" y="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Freeform 25"/>
            <p:cNvSpPr>
              <a:spLocks/>
            </p:cNvSpPr>
            <p:nvPr/>
          </p:nvSpPr>
          <p:spPr bwMode="auto">
            <a:xfrm>
              <a:off x="1930" y="1630"/>
              <a:ext cx="116" cy="63"/>
            </a:xfrm>
            <a:custGeom>
              <a:avLst/>
              <a:gdLst>
                <a:gd name="T0" fmla="*/ 0 w 116"/>
                <a:gd name="T1" fmla="*/ 63 h 63"/>
                <a:gd name="T2" fmla="*/ 86 w 116"/>
                <a:gd name="T3" fmla="*/ 63 h 63"/>
                <a:gd name="T4" fmla="*/ 110 w 116"/>
                <a:gd name="T5" fmla="*/ 33 h 63"/>
                <a:gd name="T6" fmla="*/ 116 w 116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" h="63">
                  <a:moveTo>
                    <a:pt x="0" y="63"/>
                  </a:moveTo>
                  <a:lnTo>
                    <a:pt x="86" y="63"/>
                  </a:lnTo>
                  <a:lnTo>
                    <a:pt x="110" y="33"/>
                  </a:lnTo>
                  <a:lnTo>
                    <a:pt x="11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Freeform 26"/>
            <p:cNvSpPr>
              <a:spLocks/>
            </p:cNvSpPr>
            <p:nvPr/>
          </p:nvSpPr>
          <p:spPr bwMode="auto">
            <a:xfrm>
              <a:off x="2883" y="805"/>
              <a:ext cx="1" cy="300"/>
            </a:xfrm>
            <a:custGeom>
              <a:avLst/>
              <a:gdLst>
                <a:gd name="T0" fmla="*/ 0 w 1"/>
                <a:gd name="T1" fmla="*/ 8 h 1798"/>
                <a:gd name="T2" fmla="*/ 0 w 1"/>
                <a:gd name="T3" fmla="*/ 0 h 1798"/>
                <a:gd name="T4" fmla="*/ 1 w 1"/>
                <a:gd name="T5" fmla="*/ 0 h 17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98">
                  <a:moveTo>
                    <a:pt x="0" y="17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Freeform 27"/>
            <p:cNvSpPr>
              <a:spLocks/>
            </p:cNvSpPr>
            <p:nvPr/>
          </p:nvSpPr>
          <p:spPr bwMode="auto">
            <a:xfrm>
              <a:off x="2314" y="889"/>
              <a:ext cx="26" cy="67"/>
            </a:xfrm>
            <a:custGeom>
              <a:avLst/>
              <a:gdLst>
                <a:gd name="T0" fmla="*/ 0 w 26"/>
                <a:gd name="T1" fmla="*/ 67 h 67"/>
                <a:gd name="T2" fmla="*/ 19 w 26"/>
                <a:gd name="T3" fmla="*/ 50 h 67"/>
                <a:gd name="T4" fmla="*/ 26 w 26"/>
                <a:gd name="T5" fmla="*/ 26 h 67"/>
                <a:gd name="T6" fmla="*/ 26 w 2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67">
                  <a:moveTo>
                    <a:pt x="0" y="67"/>
                  </a:moveTo>
                  <a:lnTo>
                    <a:pt x="19" y="50"/>
                  </a:lnTo>
                  <a:lnTo>
                    <a:pt x="26" y="26"/>
                  </a:lnTo>
                  <a:lnTo>
                    <a:pt x="2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Freeform 28"/>
            <p:cNvSpPr>
              <a:spLocks/>
            </p:cNvSpPr>
            <p:nvPr/>
          </p:nvSpPr>
          <p:spPr bwMode="auto">
            <a:xfrm>
              <a:off x="3063" y="956"/>
              <a:ext cx="248" cy="1"/>
            </a:xfrm>
            <a:custGeom>
              <a:avLst/>
              <a:gdLst>
                <a:gd name="T0" fmla="*/ 0 w 1485"/>
                <a:gd name="T1" fmla="*/ 0 h 1"/>
                <a:gd name="T2" fmla="*/ 7 w 1485"/>
                <a:gd name="T3" fmla="*/ 0 h 1"/>
                <a:gd name="T4" fmla="*/ 7 w 148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5" h="1">
                  <a:moveTo>
                    <a:pt x="0" y="0"/>
                  </a:moveTo>
                  <a:lnTo>
                    <a:pt x="1484" y="0"/>
                  </a:lnTo>
                  <a:lnTo>
                    <a:pt x="148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Freeform 29"/>
            <p:cNvSpPr>
              <a:spLocks/>
            </p:cNvSpPr>
            <p:nvPr/>
          </p:nvSpPr>
          <p:spPr bwMode="auto">
            <a:xfrm>
              <a:off x="3033" y="920"/>
              <a:ext cx="39" cy="43"/>
            </a:xfrm>
            <a:custGeom>
              <a:avLst/>
              <a:gdLst>
                <a:gd name="T0" fmla="*/ 0 w 39"/>
                <a:gd name="T1" fmla="*/ 0 h 43"/>
                <a:gd name="T2" fmla="*/ 1 w 39"/>
                <a:gd name="T3" fmla="*/ 29 h 43"/>
                <a:gd name="T4" fmla="*/ 39 w 39"/>
                <a:gd name="T5" fmla="*/ 43 h 43"/>
                <a:gd name="T6" fmla="*/ 19 w 39"/>
                <a:gd name="T7" fmla="*/ 36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43">
                  <a:moveTo>
                    <a:pt x="0" y="0"/>
                  </a:moveTo>
                  <a:lnTo>
                    <a:pt x="1" y="29"/>
                  </a:lnTo>
                  <a:lnTo>
                    <a:pt x="39" y="43"/>
                  </a:lnTo>
                  <a:lnTo>
                    <a:pt x="19" y="3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Freeform 30"/>
            <p:cNvSpPr>
              <a:spLocks/>
            </p:cNvSpPr>
            <p:nvPr/>
          </p:nvSpPr>
          <p:spPr bwMode="auto">
            <a:xfrm>
              <a:off x="2563" y="805"/>
              <a:ext cx="454" cy="1092"/>
            </a:xfrm>
            <a:custGeom>
              <a:avLst/>
              <a:gdLst>
                <a:gd name="T0" fmla="*/ 0 w 454"/>
                <a:gd name="T1" fmla="*/ 0 h 1092"/>
                <a:gd name="T2" fmla="*/ 5 w 454"/>
                <a:gd name="T3" fmla="*/ 96 h 1092"/>
                <a:gd name="T4" fmla="*/ 39 w 454"/>
                <a:gd name="T5" fmla="*/ 154 h 1092"/>
                <a:gd name="T6" fmla="*/ 144 w 454"/>
                <a:gd name="T7" fmla="*/ 258 h 1092"/>
                <a:gd name="T8" fmla="*/ 235 w 454"/>
                <a:gd name="T9" fmla="*/ 383 h 1092"/>
                <a:gd name="T10" fmla="*/ 349 w 454"/>
                <a:gd name="T11" fmla="*/ 491 h 1092"/>
                <a:gd name="T12" fmla="*/ 381 w 454"/>
                <a:gd name="T13" fmla="*/ 555 h 1092"/>
                <a:gd name="T14" fmla="*/ 384 w 454"/>
                <a:gd name="T15" fmla="*/ 630 h 1092"/>
                <a:gd name="T16" fmla="*/ 383 w 454"/>
                <a:gd name="T17" fmla="*/ 792 h 1092"/>
                <a:gd name="T18" fmla="*/ 433 w 454"/>
                <a:gd name="T19" fmla="*/ 941 h 1092"/>
                <a:gd name="T20" fmla="*/ 448 w 454"/>
                <a:gd name="T21" fmla="*/ 1092 h 1092"/>
                <a:gd name="T22" fmla="*/ 454 w 454"/>
                <a:gd name="T23" fmla="*/ 1086 h 10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54" h="1092">
                  <a:moveTo>
                    <a:pt x="0" y="0"/>
                  </a:moveTo>
                  <a:lnTo>
                    <a:pt x="5" y="96"/>
                  </a:lnTo>
                  <a:lnTo>
                    <a:pt x="39" y="154"/>
                  </a:lnTo>
                  <a:lnTo>
                    <a:pt x="144" y="258"/>
                  </a:lnTo>
                  <a:lnTo>
                    <a:pt x="235" y="383"/>
                  </a:lnTo>
                  <a:lnTo>
                    <a:pt x="349" y="491"/>
                  </a:lnTo>
                  <a:lnTo>
                    <a:pt x="381" y="555"/>
                  </a:lnTo>
                  <a:lnTo>
                    <a:pt x="384" y="630"/>
                  </a:lnTo>
                  <a:lnTo>
                    <a:pt x="383" y="792"/>
                  </a:lnTo>
                  <a:lnTo>
                    <a:pt x="433" y="941"/>
                  </a:lnTo>
                  <a:lnTo>
                    <a:pt x="448" y="1092"/>
                  </a:lnTo>
                  <a:lnTo>
                    <a:pt x="454" y="108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Freeform 31"/>
            <p:cNvSpPr>
              <a:spLocks/>
            </p:cNvSpPr>
            <p:nvPr/>
          </p:nvSpPr>
          <p:spPr bwMode="auto">
            <a:xfrm>
              <a:off x="3353" y="1693"/>
              <a:ext cx="591" cy="1"/>
            </a:xfrm>
            <a:custGeom>
              <a:avLst/>
              <a:gdLst>
                <a:gd name="T0" fmla="*/ 0 w 3547"/>
                <a:gd name="T1" fmla="*/ 0 h 1"/>
                <a:gd name="T2" fmla="*/ 16 w 3547"/>
                <a:gd name="T3" fmla="*/ 0 h 1"/>
                <a:gd name="T4" fmla="*/ 16 w 354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47" h="1">
                  <a:moveTo>
                    <a:pt x="0" y="0"/>
                  </a:moveTo>
                  <a:lnTo>
                    <a:pt x="3546" y="0"/>
                  </a:lnTo>
                  <a:lnTo>
                    <a:pt x="354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Freeform 32"/>
            <p:cNvSpPr>
              <a:spLocks/>
            </p:cNvSpPr>
            <p:nvPr/>
          </p:nvSpPr>
          <p:spPr bwMode="auto">
            <a:xfrm>
              <a:off x="3326" y="1611"/>
              <a:ext cx="63" cy="84"/>
            </a:xfrm>
            <a:custGeom>
              <a:avLst/>
              <a:gdLst>
                <a:gd name="T0" fmla="*/ 0 w 63"/>
                <a:gd name="T1" fmla="*/ 0 h 84"/>
                <a:gd name="T2" fmla="*/ 0 w 63"/>
                <a:gd name="T3" fmla="*/ 68 h 84"/>
                <a:gd name="T4" fmla="*/ 41 w 63"/>
                <a:gd name="T5" fmla="*/ 84 h 84"/>
                <a:gd name="T6" fmla="*/ 63 w 63"/>
                <a:gd name="T7" fmla="*/ 82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84">
                  <a:moveTo>
                    <a:pt x="0" y="0"/>
                  </a:moveTo>
                  <a:lnTo>
                    <a:pt x="0" y="68"/>
                  </a:lnTo>
                  <a:lnTo>
                    <a:pt x="41" y="84"/>
                  </a:lnTo>
                  <a:lnTo>
                    <a:pt x="63" y="8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Freeform 33"/>
            <p:cNvSpPr>
              <a:spLocks/>
            </p:cNvSpPr>
            <p:nvPr/>
          </p:nvSpPr>
          <p:spPr bwMode="auto">
            <a:xfrm>
              <a:off x="3518" y="1693"/>
              <a:ext cx="2" cy="215"/>
            </a:xfrm>
            <a:custGeom>
              <a:avLst/>
              <a:gdLst>
                <a:gd name="T0" fmla="*/ 0 w 2"/>
                <a:gd name="T1" fmla="*/ 215 h 215"/>
                <a:gd name="T2" fmla="*/ 1 w 2"/>
                <a:gd name="T3" fmla="*/ 0 h 215"/>
                <a:gd name="T4" fmla="*/ 2 w 2"/>
                <a:gd name="T5" fmla="*/ 0 h 2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15">
                  <a:moveTo>
                    <a:pt x="0" y="215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Freeform 34"/>
            <p:cNvSpPr>
              <a:spLocks/>
            </p:cNvSpPr>
            <p:nvPr/>
          </p:nvSpPr>
          <p:spPr bwMode="auto">
            <a:xfrm>
              <a:off x="2685" y="1182"/>
              <a:ext cx="1" cy="495"/>
            </a:xfrm>
            <a:custGeom>
              <a:avLst/>
              <a:gdLst>
                <a:gd name="T0" fmla="*/ 0 w 1"/>
                <a:gd name="T1" fmla="*/ 0 h 2973"/>
                <a:gd name="T2" fmla="*/ 0 w 1"/>
                <a:gd name="T3" fmla="*/ 14 h 2973"/>
                <a:gd name="T4" fmla="*/ 1 w 1"/>
                <a:gd name="T5" fmla="*/ 14 h 29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973">
                  <a:moveTo>
                    <a:pt x="0" y="0"/>
                  </a:moveTo>
                  <a:lnTo>
                    <a:pt x="0" y="2973"/>
                  </a:lnTo>
                  <a:lnTo>
                    <a:pt x="1" y="297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Freeform 35"/>
            <p:cNvSpPr>
              <a:spLocks/>
            </p:cNvSpPr>
            <p:nvPr/>
          </p:nvSpPr>
          <p:spPr bwMode="auto">
            <a:xfrm>
              <a:off x="2685" y="1122"/>
              <a:ext cx="1" cy="26"/>
            </a:xfrm>
            <a:custGeom>
              <a:avLst/>
              <a:gdLst>
                <a:gd name="T0" fmla="*/ 0 w 1"/>
                <a:gd name="T1" fmla="*/ 0 h 152"/>
                <a:gd name="T2" fmla="*/ 0 w 1"/>
                <a:gd name="T3" fmla="*/ 1 h 152"/>
                <a:gd name="T4" fmla="*/ 1 w 1"/>
                <a:gd name="T5" fmla="*/ 1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2">
                  <a:moveTo>
                    <a:pt x="0" y="0"/>
                  </a:moveTo>
                  <a:lnTo>
                    <a:pt x="0" y="152"/>
                  </a:lnTo>
                  <a:lnTo>
                    <a:pt x="1" y="15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Freeform 36"/>
            <p:cNvSpPr>
              <a:spLocks/>
            </p:cNvSpPr>
            <p:nvPr/>
          </p:nvSpPr>
          <p:spPr bwMode="auto">
            <a:xfrm>
              <a:off x="1749" y="1396"/>
              <a:ext cx="309" cy="1"/>
            </a:xfrm>
            <a:custGeom>
              <a:avLst/>
              <a:gdLst>
                <a:gd name="T0" fmla="*/ 0 w 1854"/>
                <a:gd name="T1" fmla="*/ 0 h 1"/>
                <a:gd name="T2" fmla="*/ 9 w 1854"/>
                <a:gd name="T3" fmla="*/ 0 h 1"/>
                <a:gd name="T4" fmla="*/ 9 w 185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54" h="1">
                  <a:moveTo>
                    <a:pt x="0" y="0"/>
                  </a:moveTo>
                  <a:lnTo>
                    <a:pt x="1853" y="0"/>
                  </a:lnTo>
                  <a:lnTo>
                    <a:pt x="18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Freeform 37"/>
            <p:cNvSpPr>
              <a:spLocks/>
            </p:cNvSpPr>
            <p:nvPr/>
          </p:nvSpPr>
          <p:spPr bwMode="auto">
            <a:xfrm>
              <a:off x="2851" y="1693"/>
              <a:ext cx="125" cy="1"/>
            </a:xfrm>
            <a:custGeom>
              <a:avLst/>
              <a:gdLst>
                <a:gd name="T0" fmla="*/ 0 w 750"/>
                <a:gd name="T1" fmla="*/ 0 h 1"/>
                <a:gd name="T2" fmla="*/ 4 w 750"/>
                <a:gd name="T3" fmla="*/ 0 h 1"/>
                <a:gd name="T4" fmla="*/ 4 w 750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0" h="1">
                  <a:moveTo>
                    <a:pt x="0" y="0"/>
                  </a:moveTo>
                  <a:lnTo>
                    <a:pt x="749" y="0"/>
                  </a:lnTo>
                  <a:lnTo>
                    <a:pt x="75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Freeform 38"/>
            <p:cNvSpPr>
              <a:spLocks/>
            </p:cNvSpPr>
            <p:nvPr/>
          </p:nvSpPr>
          <p:spPr bwMode="auto">
            <a:xfrm>
              <a:off x="2685" y="1758"/>
              <a:ext cx="1" cy="258"/>
            </a:xfrm>
            <a:custGeom>
              <a:avLst/>
              <a:gdLst>
                <a:gd name="T0" fmla="*/ 0 w 1"/>
                <a:gd name="T1" fmla="*/ 0 h 1549"/>
                <a:gd name="T2" fmla="*/ 0 w 1"/>
                <a:gd name="T3" fmla="*/ 7 h 1549"/>
                <a:gd name="T4" fmla="*/ 1 w 1"/>
                <a:gd name="T5" fmla="*/ 7 h 15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49">
                  <a:moveTo>
                    <a:pt x="0" y="0"/>
                  </a:moveTo>
                  <a:lnTo>
                    <a:pt x="0" y="1549"/>
                  </a:lnTo>
                  <a:lnTo>
                    <a:pt x="1" y="154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Freeform 39"/>
            <p:cNvSpPr>
              <a:spLocks/>
            </p:cNvSpPr>
            <p:nvPr/>
          </p:nvSpPr>
          <p:spPr bwMode="auto">
            <a:xfrm>
              <a:off x="2685" y="1711"/>
              <a:ext cx="1" cy="19"/>
            </a:xfrm>
            <a:custGeom>
              <a:avLst/>
              <a:gdLst>
                <a:gd name="T0" fmla="*/ 0 w 1"/>
                <a:gd name="T1" fmla="*/ 0 h 114"/>
                <a:gd name="T2" fmla="*/ 0 w 1"/>
                <a:gd name="T3" fmla="*/ 1 h 114"/>
                <a:gd name="T4" fmla="*/ 1 w 1"/>
                <a:gd name="T5" fmla="*/ 1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4">
                  <a:moveTo>
                    <a:pt x="0" y="0"/>
                  </a:moveTo>
                  <a:lnTo>
                    <a:pt x="0" y="114"/>
                  </a:lnTo>
                  <a:lnTo>
                    <a:pt x="1" y="11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Freeform 40"/>
            <p:cNvSpPr>
              <a:spLocks/>
            </p:cNvSpPr>
            <p:nvPr/>
          </p:nvSpPr>
          <p:spPr bwMode="auto">
            <a:xfrm>
              <a:off x="3675" y="1830"/>
              <a:ext cx="1" cy="162"/>
            </a:xfrm>
            <a:custGeom>
              <a:avLst/>
              <a:gdLst>
                <a:gd name="T0" fmla="*/ 0 w 1"/>
                <a:gd name="T1" fmla="*/ 0 h 975"/>
                <a:gd name="T2" fmla="*/ 0 w 1"/>
                <a:gd name="T3" fmla="*/ 4 h 975"/>
                <a:gd name="T4" fmla="*/ 1 w 1"/>
                <a:gd name="T5" fmla="*/ 4 h 9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75">
                  <a:moveTo>
                    <a:pt x="0" y="0"/>
                  </a:moveTo>
                  <a:lnTo>
                    <a:pt x="0" y="975"/>
                  </a:lnTo>
                  <a:lnTo>
                    <a:pt x="1" y="9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Freeform 41"/>
            <p:cNvSpPr>
              <a:spLocks/>
            </p:cNvSpPr>
            <p:nvPr/>
          </p:nvSpPr>
          <p:spPr bwMode="auto">
            <a:xfrm>
              <a:off x="3675" y="1792"/>
              <a:ext cx="1" cy="19"/>
            </a:xfrm>
            <a:custGeom>
              <a:avLst/>
              <a:gdLst>
                <a:gd name="T0" fmla="*/ 0 w 1"/>
                <a:gd name="T1" fmla="*/ 0 h 115"/>
                <a:gd name="T2" fmla="*/ 0 w 1"/>
                <a:gd name="T3" fmla="*/ 0 h 115"/>
                <a:gd name="T4" fmla="*/ 1 w 1"/>
                <a:gd name="T5" fmla="*/ 0 h 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5">
                  <a:moveTo>
                    <a:pt x="0" y="0"/>
                  </a:moveTo>
                  <a:lnTo>
                    <a:pt x="0" y="115"/>
                  </a:lnTo>
                  <a:lnTo>
                    <a:pt x="1" y="11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Freeform 42"/>
            <p:cNvSpPr>
              <a:spLocks/>
            </p:cNvSpPr>
            <p:nvPr/>
          </p:nvSpPr>
          <p:spPr bwMode="auto">
            <a:xfrm>
              <a:off x="1696" y="1852"/>
              <a:ext cx="1" cy="182"/>
            </a:xfrm>
            <a:custGeom>
              <a:avLst/>
              <a:gdLst>
                <a:gd name="T0" fmla="*/ 0 w 1"/>
                <a:gd name="T1" fmla="*/ 0 h 1089"/>
                <a:gd name="T2" fmla="*/ 0 w 1"/>
                <a:gd name="T3" fmla="*/ 5 h 1089"/>
                <a:gd name="T4" fmla="*/ 1 w 1"/>
                <a:gd name="T5" fmla="*/ 5 h 10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089">
                  <a:moveTo>
                    <a:pt x="0" y="0"/>
                  </a:moveTo>
                  <a:lnTo>
                    <a:pt x="0" y="1089"/>
                  </a:lnTo>
                  <a:lnTo>
                    <a:pt x="1" y="108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4" name="Freeform 43"/>
            <p:cNvSpPr>
              <a:spLocks/>
            </p:cNvSpPr>
            <p:nvPr/>
          </p:nvSpPr>
          <p:spPr bwMode="auto">
            <a:xfrm>
              <a:off x="1695" y="1795"/>
              <a:ext cx="1" cy="42"/>
            </a:xfrm>
            <a:custGeom>
              <a:avLst/>
              <a:gdLst>
                <a:gd name="T0" fmla="*/ 0 w 1"/>
                <a:gd name="T1" fmla="*/ 42 h 42"/>
                <a:gd name="T2" fmla="*/ 0 w 1"/>
                <a:gd name="T3" fmla="*/ 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2">
                  <a:moveTo>
                    <a:pt x="0" y="42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5" name="Freeform 44"/>
            <p:cNvSpPr>
              <a:spLocks/>
            </p:cNvSpPr>
            <p:nvPr/>
          </p:nvSpPr>
          <p:spPr bwMode="auto">
            <a:xfrm>
              <a:off x="2649" y="1270"/>
              <a:ext cx="1" cy="250"/>
            </a:xfrm>
            <a:custGeom>
              <a:avLst/>
              <a:gdLst>
                <a:gd name="T0" fmla="*/ 0 w 1"/>
                <a:gd name="T1" fmla="*/ 0 h 1495"/>
                <a:gd name="T2" fmla="*/ 0 w 1"/>
                <a:gd name="T3" fmla="*/ 7 h 1495"/>
                <a:gd name="T4" fmla="*/ 1 w 1"/>
                <a:gd name="T5" fmla="*/ 7 h 14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495">
                  <a:moveTo>
                    <a:pt x="0" y="0"/>
                  </a:moveTo>
                  <a:lnTo>
                    <a:pt x="0" y="1495"/>
                  </a:lnTo>
                  <a:lnTo>
                    <a:pt x="1" y="149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6" name="Freeform 45"/>
            <p:cNvSpPr>
              <a:spLocks/>
            </p:cNvSpPr>
            <p:nvPr/>
          </p:nvSpPr>
          <p:spPr bwMode="auto">
            <a:xfrm>
              <a:off x="2289" y="1596"/>
              <a:ext cx="1" cy="145"/>
            </a:xfrm>
            <a:custGeom>
              <a:avLst/>
              <a:gdLst>
                <a:gd name="T0" fmla="*/ 0 w 1"/>
                <a:gd name="T1" fmla="*/ 0 h 875"/>
                <a:gd name="T2" fmla="*/ 0 w 1"/>
                <a:gd name="T3" fmla="*/ 4 h 875"/>
                <a:gd name="T4" fmla="*/ 1 w 1"/>
                <a:gd name="T5" fmla="*/ 4 h 8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75">
                  <a:moveTo>
                    <a:pt x="0" y="0"/>
                  </a:moveTo>
                  <a:lnTo>
                    <a:pt x="0" y="875"/>
                  </a:lnTo>
                  <a:lnTo>
                    <a:pt x="1" y="87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7" name="Freeform 46"/>
            <p:cNvSpPr>
              <a:spLocks/>
            </p:cNvSpPr>
            <p:nvPr/>
          </p:nvSpPr>
          <p:spPr bwMode="auto">
            <a:xfrm>
              <a:off x="2289" y="1563"/>
              <a:ext cx="1" cy="16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0 h 98"/>
                <a:gd name="T4" fmla="*/ 1 w 1"/>
                <a:gd name="T5" fmla="*/ 0 h 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Freeform 47"/>
            <p:cNvSpPr>
              <a:spLocks/>
            </p:cNvSpPr>
            <p:nvPr/>
          </p:nvSpPr>
          <p:spPr bwMode="auto">
            <a:xfrm>
              <a:off x="2289" y="1254"/>
              <a:ext cx="1" cy="287"/>
            </a:xfrm>
            <a:custGeom>
              <a:avLst/>
              <a:gdLst>
                <a:gd name="T0" fmla="*/ 0 w 1"/>
                <a:gd name="T1" fmla="*/ 0 h 1724"/>
                <a:gd name="T2" fmla="*/ 0 w 1"/>
                <a:gd name="T3" fmla="*/ 8 h 1724"/>
                <a:gd name="T4" fmla="*/ 1 w 1"/>
                <a:gd name="T5" fmla="*/ 8 h 17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24">
                  <a:moveTo>
                    <a:pt x="0" y="0"/>
                  </a:moveTo>
                  <a:lnTo>
                    <a:pt x="0" y="1724"/>
                  </a:lnTo>
                  <a:lnTo>
                    <a:pt x="1" y="172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9" name="Freeform 48"/>
            <p:cNvSpPr>
              <a:spLocks/>
            </p:cNvSpPr>
            <p:nvPr/>
          </p:nvSpPr>
          <p:spPr bwMode="auto">
            <a:xfrm>
              <a:off x="2289" y="1220"/>
              <a:ext cx="1" cy="16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0 h 98"/>
                <a:gd name="T4" fmla="*/ 1 w 1"/>
                <a:gd name="T5" fmla="*/ 0 h 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Freeform 49"/>
            <p:cNvSpPr>
              <a:spLocks/>
            </p:cNvSpPr>
            <p:nvPr/>
          </p:nvSpPr>
          <p:spPr bwMode="auto">
            <a:xfrm>
              <a:off x="2086" y="1396"/>
              <a:ext cx="16" cy="1"/>
            </a:xfrm>
            <a:custGeom>
              <a:avLst/>
              <a:gdLst>
                <a:gd name="T0" fmla="*/ 0 w 99"/>
                <a:gd name="T1" fmla="*/ 0 h 1"/>
                <a:gd name="T2" fmla="*/ 0 w 99"/>
                <a:gd name="T3" fmla="*/ 0 h 1"/>
                <a:gd name="T4" fmla="*/ 0 w 9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1">
                  <a:moveTo>
                    <a:pt x="0" y="0"/>
                  </a:moveTo>
                  <a:lnTo>
                    <a:pt x="98" y="0"/>
                  </a:lnTo>
                  <a:lnTo>
                    <a:pt x="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1" name="Freeform 50"/>
            <p:cNvSpPr>
              <a:spLocks/>
            </p:cNvSpPr>
            <p:nvPr/>
          </p:nvSpPr>
          <p:spPr bwMode="auto">
            <a:xfrm>
              <a:off x="2125" y="1396"/>
              <a:ext cx="352" cy="1"/>
            </a:xfrm>
            <a:custGeom>
              <a:avLst/>
              <a:gdLst>
                <a:gd name="T0" fmla="*/ 0 w 2116"/>
                <a:gd name="T1" fmla="*/ 0 h 1"/>
                <a:gd name="T2" fmla="*/ 10 w 2116"/>
                <a:gd name="T3" fmla="*/ 0 h 1"/>
                <a:gd name="T4" fmla="*/ 10 w 211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6" h="1">
                  <a:moveTo>
                    <a:pt x="0" y="0"/>
                  </a:moveTo>
                  <a:lnTo>
                    <a:pt x="2115" y="0"/>
                  </a:lnTo>
                  <a:lnTo>
                    <a:pt x="21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2" name="Freeform 51"/>
            <p:cNvSpPr>
              <a:spLocks/>
            </p:cNvSpPr>
            <p:nvPr/>
          </p:nvSpPr>
          <p:spPr bwMode="auto">
            <a:xfrm>
              <a:off x="2490" y="1395"/>
              <a:ext cx="30" cy="1"/>
            </a:xfrm>
            <a:custGeom>
              <a:avLst/>
              <a:gdLst>
                <a:gd name="T0" fmla="*/ 30 w 30"/>
                <a:gd name="T1" fmla="*/ 0 h 1"/>
                <a:gd name="T2" fmla="*/ 0 w 30"/>
                <a:gd name="T3" fmla="*/ 1 h 1"/>
                <a:gd name="T4" fmla="*/ 0 w 30"/>
                <a:gd name="T5" fmla="*/ 1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">
                  <a:moveTo>
                    <a:pt x="30" y="0"/>
                  </a:moveTo>
                  <a:lnTo>
                    <a:pt x="0" y="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3" name="Freeform 52"/>
            <p:cNvSpPr>
              <a:spLocks/>
            </p:cNvSpPr>
            <p:nvPr/>
          </p:nvSpPr>
          <p:spPr bwMode="auto">
            <a:xfrm>
              <a:off x="2542" y="1396"/>
              <a:ext cx="309" cy="1"/>
            </a:xfrm>
            <a:custGeom>
              <a:avLst/>
              <a:gdLst>
                <a:gd name="T0" fmla="*/ 0 w 1855"/>
                <a:gd name="T1" fmla="*/ 0 h 1"/>
                <a:gd name="T2" fmla="*/ 8 w 1855"/>
                <a:gd name="T3" fmla="*/ 0 h 1"/>
                <a:gd name="T4" fmla="*/ 8 w 185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55" h="1">
                  <a:moveTo>
                    <a:pt x="0" y="0"/>
                  </a:moveTo>
                  <a:lnTo>
                    <a:pt x="1854" y="0"/>
                  </a:lnTo>
                  <a:lnTo>
                    <a:pt x="185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4" name="Freeform 53"/>
            <p:cNvSpPr>
              <a:spLocks/>
            </p:cNvSpPr>
            <p:nvPr/>
          </p:nvSpPr>
          <p:spPr bwMode="auto">
            <a:xfrm>
              <a:off x="2883" y="805"/>
              <a:ext cx="82" cy="82"/>
            </a:xfrm>
            <a:custGeom>
              <a:avLst/>
              <a:gdLst>
                <a:gd name="T0" fmla="*/ 0 w 488"/>
                <a:gd name="T1" fmla="*/ 2 h 488"/>
                <a:gd name="T2" fmla="*/ 2 w 488"/>
                <a:gd name="T3" fmla="*/ 0 h 488"/>
                <a:gd name="T4" fmla="*/ 2 w 488"/>
                <a:gd name="T5" fmla="*/ 0 h 4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8" h="488">
                  <a:moveTo>
                    <a:pt x="0" y="488"/>
                  </a:moveTo>
                  <a:lnTo>
                    <a:pt x="487" y="0"/>
                  </a:lnTo>
                  <a:lnTo>
                    <a:pt x="4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5" name="Freeform 54"/>
            <p:cNvSpPr>
              <a:spLocks/>
            </p:cNvSpPr>
            <p:nvPr/>
          </p:nvSpPr>
          <p:spPr bwMode="auto">
            <a:xfrm>
              <a:off x="2883" y="894"/>
              <a:ext cx="149" cy="148"/>
            </a:xfrm>
            <a:custGeom>
              <a:avLst/>
              <a:gdLst>
                <a:gd name="T0" fmla="*/ 0 w 891"/>
                <a:gd name="T1" fmla="*/ 4 h 891"/>
                <a:gd name="T2" fmla="*/ 4 w 891"/>
                <a:gd name="T3" fmla="*/ 0 h 891"/>
                <a:gd name="T4" fmla="*/ 4 w 891"/>
                <a:gd name="T5" fmla="*/ 0 h 8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6" name="Freeform 55"/>
            <p:cNvSpPr>
              <a:spLocks/>
            </p:cNvSpPr>
            <p:nvPr/>
          </p:nvSpPr>
          <p:spPr bwMode="auto">
            <a:xfrm>
              <a:off x="2976" y="956"/>
              <a:ext cx="149" cy="149"/>
            </a:xfrm>
            <a:custGeom>
              <a:avLst/>
              <a:gdLst>
                <a:gd name="T0" fmla="*/ 0 w 892"/>
                <a:gd name="T1" fmla="*/ 4 h 892"/>
                <a:gd name="T2" fmla="*/ 4 w 892"/>
                <a:gd name="T3" fmla="*/ 0 h 892"/>
                <a:gd name="T4" fmla="*/ 4 w 892"/>
                <a:gd name="T5" fmla="*/ 0 h 8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2" h="892">
                  <a:moveTo>
                    <a:pt x="0" y="892"/>
                  </a:moveTo>
                  <a:lnTo>
                    <a:pt x="891" y="0"/>
                  </a:lnTo>
                  <a:lnTo>
                    <a:pt x="8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Freeform 56"/>
            <p:cNvSpPr>
              <a:spLocks/>
            </p:cNvSpPr>
            <p:nvPr/>
          </p:nvSpPr>
          <p:spPr bwMode="auto">
            <a:xfrm>
              <a:off x="3132" y="956"/>
              <a:ext cx="148" cy="149"/>
            </a:xfrm>
            <a:custGeom>
              <a:avLst/>
              <a:gdLst>
                <a:gd name="T0" fmla="*/ 0 w 891"/>
                <a:gd name="T1" fmla="*/ 4 h 892"/>
                <a:gd name="T2" fmla="*/ 4 w 891"/>
                <a:gd name="T3" fmla="*/ 0 h 892"/>
                <a:gd name="T4" fmla="*/ 4 w 891"/>
                <a:gd name="T5" fmla="*/ 0 h 8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1" h="892">
                  <a:moveTo>
                    <a:pt x="0" y="892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Freeform 57"/>
            <p:cNvSpPr>
              <a:spLocks/>
            </p:cNvSpPr>
            <p:nvPr/>
          </p:nvSpPr>
          <p:spPr bwMode="auto">
            <a:xfrm>
              <a:off x="3180" y="1063"/>
              <a:ext cx="149" cy="149"/>
            </a:xfrm>
            <a:custGeom>
              <a:avLst/>
              <a:gdLst>
                <a:gd name="T0" fmla="*/ 0 w 891"/>
                <a:gd name="T1" fmla="*/ 4 h 891"/>
                <a:gd name="T2" fmla="*/ 4 w 891"/>
                <a:gd name="T3" fmla="*/ 0 h 891"/>
                <a:gd name="T4" fmla="*/ 4 w 891"/>
                <a:gd name="T5" fmla="*/ 0 h 8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Freeform 58"/>
            <p:cNvSpPr>
              <a:spLocks/>
            </p:cNvSpPr>
            <p:nvPr/>
          </p:nvSpPr>
          <p:spPr bwMode="auto">
            <a:xfrm>
              <a:off x="3180" y="1219"/>
              <a:ext cx="149" cy="149"/>
            </a:xfrm>
            <a:custGeom>
              <a:avLst/>
              <a:gdLst>
                <a:gd name="T0" fmla="*/ 0 w 891"/>
                <a:gd name="T1" fmla="*/ 4 h 892"/>
                <a:gd name="T2" fmla="*/ 4 w 891"/>
                <a:gd name="T3" fmla="*/ 0 h 892"/>
                <a:gd name="T4" fmla="*/ 4 w 891"/>
                <a:gd name="T5" fmla="*/ 0 h 8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1" h="892">
                  <a:moveTo>
                    <a:pt x="0" y="892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Freeform 59"/>
            <p:cNvSpPr>
              <a:spLocks/>
            </p:cNvSpPr>
            <p:nvPr/>
          </p:nvSpPr>
          <p:spPr bwMode="auto">
            <a:xfrm>
              <a:off x="3180" y="1375"/>
              <a:ext cx="149" cy="148"/>
            </a:xfrm>
            <a:custGeom>
              <a:avLst/>
              <a:gdLst>
                <a:gd name="T0" fmla="*/ 0 w 891"/>
                <a:gd name="T1" fmla="*/ 4 h 891"/>
                <a:gd name="T2" fmla="*/ 4 w 891"/>
                <a:gd name="T3" fmla="*/ 0 h 891"/>
                <a:gd name="T4" fmla="*/ 4 w 891"/>
                <a:gd name="T5" fmla="*/ 0 h 8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1" name="Freeform 60"/>
            <p:cNvSpPr>
              <a:spLocks/>
            </p:cNvSpPr>
            <p:nvPr/>
          </p:nvSpPr>
          <p:spPr bwMode="auto">
            <a:xfrm>
              <a:off x="3180" y="1530"/>
              <a:ext cx="149" cy="149"/>
            </a:xfrm>
            <a:custGeom>
              <a:avLst/>
              <a:gdLst>
                <a:gd name="T0" fmla="*/ 0 w 891"/>
                <a:gd name="T1" fmla="*/ 4 h 891"/>
                <a:gd name="T2" fmla="*/ 4 w 891"/>
                <a:gd name="T3" fmla="*/ 0 h 891"/>
                <a:gd name="T4" fmla="*/ 4 w 891"/>
                <a:gd name="T5" fmla="*/ 0 h 8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2" name="Freeform 61"/>
            <p:cNvSpPr>
              <a:spLocks/>
            </p:cNvSpPr>
            <p:nvPr/>
          </p:nvSpPr>
          <p:spPr bwMode="auto">
            <a:xfrm>
              <a:off x="3180" y="1682"/>
              <a:ext cx="153" cy="153"/>
            </a:xfrm>
            <a:custGeom>
              <a:avLst/>
              <a:gdLst>
                <a:gd name="T0" fmla="*/ 0 w 916"/>
                <a:gd name="T1" fmla="*/ 4 h 916"/>
                <a:gd name="T2" fmla="*/ 4 w 916"/>
                <a:gd name="T3" fmla="*/ 0 h 916"/>
                <a:gd name="T4" fmla="*/ 4 w 916"/>
                <a:gd name="T5" fmla="*/ 0 h 9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6" h="916">
                  <a:moveTo>
                    <a:pt x="0" y="916"/>
                  </a:moveTo>
                  <a:lnTo>
                    <a:pt x="915" y="0"/>
                  </a:lnTo>
                  <a:lnTo>
                    <a:pt x="9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Freeform 62"/>
            <p:cNvSpPr>
              <a:spLocks/>
            </p:cNvSpPr>
            <p:nvPr/>
          </p:nvSpPr>
          <p:spPr bwMode="auto">
            <a:xfrm>
              <a:off x="3278" y="1693"/>
              <a:ext cx="199" cy="204"/>
            </a:xfrm>
            <a:custGeom>
              <a:avLst/>
              <a:gdLst>
                <a:gd name="T0" fmla="*/ 0 w 199"/>
                <a:gd name="T1" fmla="*/ 204 h 204"/>
                <a:gd name="T2" fmla="*/ 199 w 199"/>
                <a:gd name="T3" fmla="*/ 0 h 204"/>
                <a:gd name="T4" fmla="*/ 199 w 199"/>
                <a:gd name="T5" fmla="*/ 0 h 2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9" h="204">
                  <a:moveTo>
                    <a:pt x="0" y="204"/>
                  </a:moveTo>
                  <a:lnTo>
                    <a:pt x="1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Freeform 63"/>
            <p:cNvSpPr>
              <a:spLocks/>
            </p:cNvSpPr>
            <p:nvPr/>
          </p:nvSpPr>
          <p:spPr bwMode="auto">
            <a:xfrm>
              <a:off x="3427" y="1806"/>
              <a:ext cx="93" cy="93"/>
            </a:xfrm>
            <a:custGeom>
              <a:avLst/>
              <a:gdLst>
                <a:gd name="T0" fmla="*/ 0 w 93"/>
                <a:gd name="T1" fmla="*/ 93 h 93"/>
                <a:gd name="T2" fmla="*/ 93 w 93"/>
                <a:gd name="T3" fmla="*/ 0 h 93"/>
                <a:gd name="T4" fmla="*/ 93 w 93"/>
                <a:gd name="T5" fmla="*/ 0 h 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93">
                  <a:moveTo>
                    <a:pt x="0" y="93"/>
                  </a:moveTo>
                  <a:lnTo>
                    <a:pt x="9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5" name="Line 64"/>
            <p:cNvSpPr>
              <a:spLocks noChangeShapeType="1"/>
            </p:cNvSpPr>
            <p:nvPr/>
          </p:nvSpPr>
          <p:spPr bwMode="auto">
            <a:xfrm>
              <a:off x="2338" y="795"/>
              <a:ext cx="71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6" name="Line 65"/>
            <p:cNvSpPr>
              <a:spLocks noChangeShapeType="1"/>
            </p:cNvSpPr>
            <p:nvPr/>
          </p:nvSpPr>
          <p:spPr bwMode="auto">
            <a:xfrm>
              <a:off x="2338" y="786"/>
              <a:ext cx="0" cy="1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7" name="Line 66"/>
            <p:cNvSpPr>
              <a:spLocks noChangeShapeType="1"/>
            </p:cNvSpPr>
            <p:nvPr/>
          </p:nvSpPr>
          <p:spPr bwMode="auto">
            <a:xfrm>
              <a:off x="3034" y="791"/>
              <a:ext cx="0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8" name="Line 67"/>
            <p:cNvSpPr>
              <a:spLocks noChangeShapeType="1"/>
            </p:cNvSpPr>
            <p:nvPr/>
          </p:nvSpPr>
          <p:spPr bwMode="auto">
            <a:xfrm flipH="1">
              <a:off x="1435" y="1693"/>
              <a:ext cx="114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9" name="Line 68"/>
            <p:cNvSpPr>
              <a:spLocks noChangeShapeType="1"/>
            </p:cNvSpPr>
            <p:nvPr/>
          </p:nvSpPr>
          <p:spPr bwMode="auto">
            <a:xfrm>
              <a:off x="3326" y="978"/>
              <a:ext cx="0" cy="6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0" name="Line 69"/>
            <p:cNvSpPr>
              <a:spLocks noChangeShapeType="1"/>
            </p:cNvSpPr>
            <p:nvPr/>
          </p:nvSpPr>
          <p:spPr bwMode="auto">
            <a:xfrm flipV="1">
              <a:off x="2040" y="1011"/>
              <a:ext cx="0" cy="1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1" name="Line 70"/>
            <p:cNvSpPr>
              <a:spLocks noChangeShapeType="1"/>
            </p:cNvSpPr>
            <p:nvPr/>
          </p:nvSpPr>
          <p:spPr bwMode="auto">
            <a:xfrm flipH="1">
              <a:off x="2107" y="954"/>
              <a:ext cx="48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2" name="Freeform 71"/>
            <p:cNvSpPr>
              <a:spLocks/>
            </p:cNvSpPr>
            <p:nvPr/>
          </p:nvSpPr>
          <p:spPr bwMode="auto">
            <a:xfrm>
              <a:off x="1398" y="1897"/>
              <a:ext cx="2587" cy="3"/>
            </a:xfrm>
            <a:custGeom>
              <a:avLst/>
              <a:gdLst>
                <a:gd name="T0" fmla="*/ 0 w 2587"/>
                <a:gd name="T1" fmla="*/ 0 h 3"/>
                <a:gd name="T2" fmla="*/ 2587 w 2587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87" h="3">
                  <a:moveTo>
                    <a:pt x="0" y="0"/>
                  </a:moveTo>
                  <a:lnTo>
                    <a:pt x="2587" y="3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3" name="Oval 72"/>
            <p:cNvSpPr>
              <a:spLocks noChangeArrowheads="1"/>
            </p:cNvSpPr>
            <p:nvPr/>
          </p:nvSpPr>
          <p:spPr bwMode="auto">
            <a:xfrm>
              <a:off x="2582" y="1327"/>
              <a:ext cx="129" cy="1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74" name="Line 73"/>
            <p:cNvSpPr>
              <a:spLocks noChangeShapeType="1"/>
            </p:cNvSpPr>
            <p:nvPr/>
          </p:nvSpPr>
          <p:spPr bwMode="auto">
            <a:xfrm>
              <a:off x="1872" y="1534"/>
              <a:ext cx="341" cy="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5" name="Line 74"/>
            <p:cNvSpPr>
              <a:spLocks noChangeShapeType="1"/>
            </p:cNvSpPr>
            <p:nvPr/>
          </p:nvSpPr>
          <p:spPr bwMode="auto">
            <a:xfrm flipV="1">
              <a:off x="1867" y="1160"/>
              <a:ext cx="346" cy="9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6" name="Line 75"/>
            <p:cNvSpPr>
              <a:spLocks noChangeShapeType="1"/>
            </p:cNvSpPr>
            <p:nvPr/>
          </p:nvSpPr>
          <p:spPr bwMode="auto">
            <a:xfrm flipH="1" flipV="1">
              <a:off x="2362" y="1160"/>
              <a:ext cx="350" cy="1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7" name="Line 76"/>
            <p:cNvSpPr>
              <a:spLocks noChangeShapeType="1"/>
            </p:cNvSpPr>
            <p:nvPr/>
          </p:nvSpPr>
          <p:spPr bwMode="auto">
            <a:xfrm flipH="1">
              <a:off x="2366" y="1539"/>
              <a:ext cx="336" cy="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8" name="Arc 77"/>
            <p:cNvSpPr>
              <a:spLocks/>
            </p:cNvSpPr>
            <p:nvPr/>
          </p:nvSpPr>
          <p:spPr bwMode="auto">
            <a:xfrm flipV="1">
              <a:off x="2046" y="2289"/>
              <a:ext cx="1286" cy="1277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1 h 43200"/>
                <a:gd name="T4" fmla="*/ 1 w 43200"/>
                <a:gd name="T5" fmla="*/ 1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17827" y="332"/>
                  </a:moveTo>
                  <a:cubicBezTo>
                    <a:pt x="19072" y="111"/>
                    <a:pt x="2033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519"/>
                    <a:pt x="0" y="21439"/>
                    <a:pt x="1" y="21360"/>
                  </a:cubicBezTo>
                </a:path>
                <a:path w="43200" h="43200" stroke="0" extrusionOk="0">
                  <a:moveTo>
                    <a:pt x="17827" y="332"/>
                  </a:moveTo>
                  <a:cubicBezTo>
                    <a:pt x="19072" y="111"/>
                    <a:pt x="2033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519"/>
                    <a:pt x="0" y="21439"/>
                    <a:pt x="1" y="21360"/>
                  </a:cubicBezTo>
                  <a:lnTo>
                    <a:pt x="21600" y="21600"/>
                  </a:lnTo>
                  <a:lnTo>
                    <a:pt x="17827" y="332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9" name="Arc 78"/>
            <p:cNvSpPr>
              <a:spLocks/>
            </p:cNvSpPr>
            <p:nvPr/>
          </p:nvSpPr>
          <p:spPr bwMode="auto">
            <a:xfrm>
              <a:off x="2351" y="2589"/>
              <a:ext cx="679" cy="669"/>
            </a:xfrm>
            <a:custGeom>
              <a:avLst/>
              <a:gdLst>
                <a:gd name="T0" fmla="*/ 0 w 42284"/>
                <a:gd name="T1" fmla="*/ 0 h 42230"/>
                <a:gd name="T2" fmla="*/ 0 w 42284"/>
                <a:gd name="T3" fmla="*/ 0 h 42230"/>
                <a:gd name="T4" fmla="*/ 0 w 42284"/>
                <a:gd name="T5" fmla="*/ 0 h 42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84" h="42230" fill="none" extrusionOk="0">
                  <a:moveTo>
                    <a:pt x="-1" y="15377"/>
                  </a:moveTo>
                  <a:cubicBezTo>
                    <a:pt x="2745" y="6249"/>
                    <a:pt x="11151" y="-1"/>
                    <a:pt x="20684" y="0"/>
                  </a:cubicBezTo>
                  <a:cubicBezTo>
                    <a:pt x="32613" y="0"/>
                    <a:pt x="42284" y="9670"/>
                    <a:pt x="42284" y="21600"/>
                  </a:cubicBezTo>
                  <a:cubicBezTo>
                    <a:pt x="42284" y="31064"/>
                    <a:pt x="36122" y="39426"/>
                    <a:pt x="27083" y="42230"/>
                  </a:cubicBezTo>
                </a:path>
                <a:path w="42284" h="42230" stroke="0" extrusionOk="0">
                  <a:moveTo>
                    <a:pt x="-1" y="15377"/>
                  </a:moveTo>
                  <a:cubicBezTo>
                    <a:pt x="2745" y="6249"/>
                    <a:pt x="11151" y="-1"/>
                    <a:pt x="20684" y="0"/>
                  </a:cubicBezTo>
                  <a:cubicBezTo>
                    <a:pt x="32613" y="0"/>
                    <a:pt x="42284" y="9670"/>
                    <a:pt x="42284" y="21600"/>
                  </a:cubicBezTo>
                  <a:cubicBezTo>
                    <a:pt x="42284" y="31064"/>
                    <a:pt x="36122" y="39426"/>
                    <a:pt x="27083" y="42230"/>
                  </a:cubicBezTo>
                  <a:lnTo>
                    <a:pt x="20684" y="21600"/>
                  </a:lnTo>
                  <a:lnTo>
                    <a:pt x="-1" y="15377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0" name="Arc 79"/>
            <p:cNvSpPr>
              <a:spLocks/>
            </p:cNvSpPr>
            <p:nvPr/>
          </p:nvSpPr>
          <p:spPr bwMode="auto">
            <a:xfrm>
              <a:off x="2503" y="2734"/>
              <a:ext cx="378" cy="369"/>
            </a:xfrm>
            <a:custGeom>
              <a:avLst/>
              <a:gdLst>
                <a:gd name="T0" fmla="*/ 0 w 41401"/>
                <a:gd name="T1" fmla="*/ 0 h 41476"/>
                <a:gd name="T2" fmla="*/ 0 w 41401"/>
                <a:gd name="T3" fmla="*/ 0 h 41476"/>
                <a:gd name="T4" fmla="*/ 0 w 41401"/>
                <a:gd name="T5" fmla="*/ 0 h 414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401" h="41476" fill="none" extrusionOk="0">
                  <a:moveTo>
                    <a:pt x="-1" y="12969"/>
                  </a:moveTo>
                  <a:cubicBezTo>
                    <a:pt x="3432" y="5093"/>
                    <a:pt x="11208" y="-1"/>
                    <a:pt x="19801" y="0"/>
                  </a:cubicBezTo>
                  <a:cubicBezTo>
                    <a:pt x="31730" y="0"/>
                    <a:pt x="41401" y="9670"/>
                    <a:pt x="41401" y="21600"/>
                  </a:cubicBezTo>
                  <a:cubicBezTo>
                    <a:pt x="41401" y="30261"/>
                    <a:pt x="36227" y="38085"/>
                    <a:pt x="28257" y="41476"/>
                  </a:cubicBezTo>
                </a:path>
                <a:path w="41401" h="41476" stroke="0" extrusionOk="0">
                  <a:moveTo>
                    <a:pt x="-1" y="12969"/>
                  </a:moveTo>
                  <a:cubicBezTo>
                    <a:pt x="3432" y="5093"/>
                    <a:pt x="11208" y="-1"/>
                    <a:pt x="19801" y="0"/>
                  </a:cubicBezTo>
                  <a:cubicBezTo>
                    <a:pt x="31730" y="0"/>
                    <a:pt x="41401" y="9670"/>
                    <a:pt x="41401" y="21600"/>
                  </a:cubicBezTo>
                  <a:cubicBezTo>
                    <a:pt x="41401" y="30261"/>
                    <a:pt x="36227" y="38085"/>
                    <a:pt x="28257" y="41476"/>
                  </a:cubicBezTo>
                  <a:lnTo>
                    <a:pt x="19801" y="21600"/>
                  </a:lnTo>
                  <a:lnTo>
                    <a:pt x="-1" y="1296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1" name="Arc 80"/>
            <p:cNvSpPr>
              <a:spLocks/>
            </p:cNvSpPr>
            <p:nvPr/>
          </p:nvSpPr>
          <p:spPr bwMode="auto">
            <a:xfrm flipH="1">
              <a:off x="3517" y="2772"/>
              <a:ext cx="163" cy="308"/>
            </a:xfrm>
            <a:custGeom>
              <a:avLst/>
              <a:gdLst>
                <a:gd name="T0" fmla="*/ 0 w 22799"/>
                <a:gd name="T1" fmla="*/ 0 h 43200"/>
                <a:gd name="T2" fmla="*/ 0 w 22799"/>
                <a:gd name="T3" fmla="*/ 0 h 43200"/>
                <a:gd name="T4" fmla="*/ 0 w 22799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99" h="43200" fill="none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</a:path>
                <a:path w="22799" h="43200" stroke="0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  <a:lnTo>
                    <a:pt x="1199" y="21600"/>
                  </a:lnTo>
                  <a:lnTo>
                    <a:pt x="119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2" name="Arc 81"/>
            <p:cNvSpPr>
              <a:spLocks/>
            </p:cNvSpPr>
            <p:nvPr/>
          </p:nvSpPr>
          <p:spPr bwMode="auto">
            <a:xfrm>
              <a:off x="1688" y="2771"/>
              <a:ext cx="163" cy="308"/>
            </a:xfrm>
            <a:custGeom>
              <a:avLst/>
              <a:gdLst>
                <a:gd name="T0" fmla="*/ 0 w 22799"/>
                <a:gd name="T1" fmla="*/ 0 h 43200"/>
                <a:gd name="T2" fmla="*/ 0 w 22799"/>
                <a:gd name="T3" fmla="*/ 0 h 43200"/>
                <a:gd name="T4" fmla="*/ 0 w 22799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99" h="43200" fill="none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</a:path>
                <a:path w="22799" h="43200" stroke="0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  <a:lnTo>
                    <a:pt x="1199" y="21600"/>
                  </a:lnTo>
                  <a:lnTo>
                    <a:pt x="119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3" name="Arc 82"/>
            <p:cNvSpPr>
              <a:spLocks/>
            </p:cNvSpPr>
            <p:nvPr/>
          </p:nvSpPr>
          <p:spPr bwMode="auto">
            <a:xfrm flipH="1" flipV="1">
              <a:off x="2189" y="2772"/>
              <a:ext cx="494" cy="640"/>
            </a:xfrm>
            <a:custGeom>
              <a:avLst/>
              <a:gdLst>
                <a:gd name="T0" fmla="*/ 0 w 21600"/>
                <a:gd name="T1" fmla="*/ 0 h 28283"/>
                <a:gd name="T2" fmla="*/ 0 w 21600"/>
                <a:gd name="T3" fmla="*/ 0 h 28283"/>
                <a:gd name="T4" fmla="*/ 0 w 21600"/>
                <a:gd name="T5" fmla="*/ 0 h 282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828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9"/>
                    <a:pt x="21242" y="26124"/>
                    <a:pt x="20540" y="28283"/>
                  </a:cubicBezTo>
                </a:path>
                <a:path w="21600" h="2828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9"/>
                    <a:pt x="21242" y="26124"/>
                    <a:pt x="20540" y="2828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4" name="Arc 83"/>
            <p:cNvSpPr>
              <a:spLocks/>
            </p:cNvSpPr>
            <p:nvPr/>
          </p:nvSpPr>
          <p:spPr bwMode="auto">
            <a:xfrm>
              <a:off x="2755" y="3708"/>
              <a:ext cx="47" cy="4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5" name="Freeform 84"/>
            <p:cNvSpPr>
              <a:spLocks/>
            </p:cNvSpPr>
            <p:nvPr/>
          </p:nvSpPr>
          <p:spPr bwMode="auto">
            <a:xfrm>
              <a:off x="1402" y="2602"/>
              <a:ext cx="1" cy="174"/>
            </a:xfrm>
            <a:custGeom>
              <a:avLst/>
              <a:gdLst>
                <a:gd name="T0" fmla="*/ 0 w 1"/>
                <a:gd name="T1" fmla="*/ 0 h 174"/>
                <a:gd name="T2" fmla="*/ 0 w 1"/>
                <a:gd name="T3" fmla="*/ 174 h 174"/>
                <a:gd name="T4" fmla="*/ 1 w 1"/>
                <a:gd name="T5" fmla="*/ 174 h 1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  <a:lnTo>
                    <a:pt x="1" y="17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6" name="Freeform 85"/>
            <p:cNvSpPr>
              <a:spLocks/>
            </p:cNvSpPr>
            <p:nvPr/>
          </p:nvSpPr>
          <p:spPr bwMode="auto">
            <a:xfrm>
              <a:off x="1402" y="2773"/>
              <a:ext cx="294" cy="1"/>
            </a:xfrm>
            <a:custGeom>
              <a:avLst/>
              <a:gdLst>
                <a:gd name="T0" fmla="*/ 8 w 1765"/>
                <a:gd name="T1" fmla="*/ 0 h 1"/>
                <a:gd name="T2" fmla="*/ 0 w 1765"/>
                <a:gd name="T3" fmla="*/ 0 h 1"/>
                <a:gd name="T4" fmla="*/ 0 w 176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5" h="1">
                  <a:moveTo>
                    <a:pt x="176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7" name="Freeform 86"/>
            <p:cNvSpPr>
              <a:spLocks/>
            </p:cNvSpPr>
            <p:nvPr/>
          </p:nvSpPr>
          <p:spPr bwMode="auto">
            <a:xfrm>
              <a:off x="1403" y="3087"/>
              <a:ext cx="301" cy="2"/>
            </a:xfrm>
            <a:custGeom>
              <a:avLst/>
              <a:gdLst>
                <a:gd name="T0" fmla="*/ 301 w 301"/>
                <a:gd name="T1" fmla="*/ 0 h 2"/>
                <a:gd name="T2" fmla="*/ 0 w 301"/>
                <a:gd name="T3" fmla="*/ 0 h 2"/>
                <a:gd name="T4" fmla="*/ 5 w 301"/>
                <a:gd name="T5" fmla="*/ 2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1" h="2">
                  <a:moveTo>
                    <a:pt x="301" y="0"/>
                  </a:moveTo>
                  <a:lnTo>
                    <a:pt x="0" y="0"/>
                  </a:lnTo>
                  <a:lnTo>
                    <a:pt x="5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8" name="Freeform 87"/>
            <p:cNvSpPr>
              <a:spLocks/>
            </p:cNvSpPr>
            <p:nvPr/>
          </p:nvSpPr>
          <p:spPr bwMode="auto">
            <a:xfrm>
              <a:off x="1402" y="3084"/>
              <a:ext cx="1" cy="178"/>
            </a:xfrm>
            <a:custGeom>
              <a:avLst/>
              <a:gdLst>
                <a:gd name="T0" fmla="*/ 0 w 1"/>
                <a:gd name="T1" fmla="*/ 0 h 178"/>
                <a:gd name="T2" fmla="*/ 0 w 1"/>
                <a:gd name="T3" fmla="*/ 178 h 178"/>
                <a:gd name="T4" fmla="*/ 0 w 1"/>
                <a:gd name="T5" fmla="*/ 178 h 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8">
                  <a:moveTo>
                    <a:pt x="0" y="0"/>
                  </a:moveTo>
                  <a:lnTo>
                    <a:pt x="0" y="17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9" name="Freeform 88"/>
            <p:cNvSpPr>
              <a:spLocks/>
            </p:cNvSpPr>
            <p:nvPr/>
          </p:nvSpPr>
          <p:spPr bwMode="auto">
            <a:xfrm>
              <a:off x="1402" y="2307"/>
              <a:ext cx="1118" cy="298"/>
            </a:xfrm>
            <a:custGeom>
              <a:avLst/>
              <a:gdLst>
                <a:gd name="T0" fmla="*/ 0 w 6710"/>
                <a:gd name="T1" fmla="*/ 8 h 1787"/>
                <a:gd name="T2" fmla="*/ 31 w 6710"/>
                <a:gd name="T3" fmla="*/ 0 h 1787"/>
                <a:gd name="T4" fmla="*/ 31 w 6710"/>
                <a:gd name="T5" fmla="*/ 0 h 17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10" h="1787">
                  <a:moveTo>
                    <a:pt x="0" y="1787"/>
                  </a:moveTo>
                  <a:lnTo>
                    <a:pt x="6709" y="0"/>
                  </a:lnTo>
                  <a:lnTo>
                    <a:pt x="671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0" name="Freeform 89"/>
            <p:cNvSpPr>
              <a:spLocks/>
            </p:cNvSpPr>
            <p:nvPr/>
          </p:nvSpPr>
          <p:spPr bwMode="auto">
            <a:xfrm>
              <a:off x="1402" y="3253"/>
              <a:ext cx="640" cy="171"/>
            </a:xfrm>
            <a:custGeom>
              <a:avLst/>
              <a:gdLst>
                <a:gd name="T0" fmla="*/ 0 w 3844"/>
                <a:gd name="T1" fmla="*/ 0 h 1024"/>
                <a:gd name="T2" fmla="*/ 18 w 3844"/>
                <a:gd name="T3" fmla="*/ 5 h 1024"/>
                <a:gd name="T4" fmla="*/ 18 w 3844"/>
                <a:gd name="T5" fmla="*/ 5 h 10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4" h="1024">
                  <a:moveTo>
                    <a:pt x="0" y="0"/>
                  </a:moveTo>
                  <a:lnTo>
                    <a:pt x="3843" y="1024"/>
                  </a:lnTo>
                  <a:lnTo>
                    <a:pt x="3844" y="102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1" name="Freeform 90"/>
            <p:cNvSpPr>
              <a:spLocks/>
            </p:cNvSpPr>
            <p:nvPr/>
          </p:nvSpPr>
          <p:spPr bwMode="auto">
            <a:xfrm>
              <a:off x="3969" y="2600"/>
              <a:ext cx="1" cy="172"/>
            </a:xfrm>
            <a:custGeom>
              <a:avLst/>
              <a:gdLst>
                <a:gd name="T0" fmla="*/ 0 w 1"/>
                <a:gd name="T1" fmla="*/ 0 h 172"/>
                <a:gd name="T2" fmla="*/ 1 w 1"/>
                <a:gd name="T3" fmla="*/ 172 h 172"/>
                <a:gd name="T4" fmla="*/ 1 w 1"/>
                <a:gd name="T5" fmla="*/ 168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2">
                  <a:moveTo>
                    <a:pt x="0" y="0"/>
                  </a:moveTo>
                  <a:lnTo>
                    <a:pt x="1" y="172"/>
                  </a:lnTo>
                  <a:lnTo>
                    <a:pt x="1" y="16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2" name="Freeform 91"/>
            <p:cNvSpPr>
              <a:spLocks/>
            </p:cNvSpPr>
            <p:nvPr/>
          </p:nvSpPr>
          <p:spPr bwMode="auto">
            <a:xfrm>
              <a:off x="3675" y="3084"/>
              <a:ext cx="294" cy="1"/>
            </a:xfrm>
            <a:custGeom>
              <a:avLst/>
              <a:gdLst>
                <a:gd name="T0" fmla="*/ 0 w 1765"/>
                <a:gd name="T1" fmla="*/ 0 h 1"/>
                <a:gd name="T2" fmla="*/ 8 w 1765"/>
                <a:gd name="T3" fmla="*/ 0 h 1"/>
                <a:gd name="T4" fmla="*/ 8 w 176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5" h="1">
                  <a:moveTo>
                    <a:pt x="0" y="0"/>
                  </a:moveTo>
                  <a:lnTo>
                    <a:pt x="1764" y="0"/>
                  </a:lnTo>
                  <a:lnTo>
                    <a:pt x="176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3" name="Freeform 92"/>
            <p:cNvSpPr>
              <a:spLocks/>
            </p:cNvSpPr>
            <p:nvPr/>
          </p:nvSpPr>
          <p:spPr bwMode="auto">
            <a:xfrm>
              <a:off x="3675" y="2773"/>
              <a:ext cx="294" cy="1"/>
            </a:xfrm>
            <a:custGeom>
              <a:avLst/>
              <a:gdLst>
                <a:gd name="T0" fmla="*/ 0 w 1765"/>
                <a:gd name="T1" fmla="*/ 0 h 1"/>
                <a:gd name="T2" fmla="*/ 8 w 1765"/>
                <a:gd name="T3" fmla="*/ 0 h 1"/>
                <a:gd name="T4" fmla="*/ 8 w 176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5" h="1">
                  <a:moveTo>
                    <a:pt x="0" y="0"/>
                  </a:moveTo>
                  <a:lnTo>
                    <a:pt x="1764" y="0"/>
                  </a:lnTo>
                  <a:lnTo>
                    <a:pt x="176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4" name="Freeform 93"/>
            <p:cNvSpPr>
              <a:spLocks/>
            </p:cNvSpPr>
            <p:nvPr/>
          </p:nvSpPr>
          <p:spPr bwMode="auto">
            <a:xfrm>
              <a:off x="3969" y="3075"/>
              <a:ext cx="1" cy="183"/>
            </a:xfrm>
            <a:custGeom>
              <a:avLst/>
              <a:gdLst>
                <a:gd name="T0" fmla="*/ 0 w 1"/>
                <a:gd name="T1" fmla="*/ 0 h 183"/>
                <a:gd name="T2" fmla="*/ 1 w 1"/>
                <a:gd name="T3" fmla="*/ 183 h 183"/>
                <a:gd name="T4" fmla="*/ 1 w 1"/>
                <a:gd name="T5" fmla="*/ 169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3">
                  <a:moveTo>
                    <a:pt x="0" y="0"/>
                  </a:moveTo>
                  <a:lnTo>
                    <a:pt x="1" y="183"/>
                  </a:lnTo>
                  <a:lnTo>
                    <a:pt x="1" y="16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5" name="Freeform 94"/>
            <p:cNvSpPr>
              <a:spLocks/>
            </p:cNvSpPr>
            <p:nvPr/>
          </p:nvSpPr>
          <p:spPr bwMode="auto">
            <a:xfrm>
              <a:off x="2851" y="2307"/>
              <a:ext cx="1118" cy="298"/>
            </a:xfrm>
            <a:custGeom>
              <a:avLst/>
              <a:gdLst>
                <a:gd name="T0" fmla="*/ 1118 w 1118"/>
                <a:gd name="T1" fmla="*/ 298 h 298"/>
                <a:gd name="T2" fmla="*/ 16 w 1118"/>
                <a:gd name="T3" fmla="*/ 4 h 298"/>
                <a:gd name="T4" fmla="*/ 0 w 1118"/>
                <a:gd name="T5" fmla="*/ 0 h 2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18" h="298">
                  <a:moveTo>
                    <a:pt x="1118" y="298"/>
                  </a:moveTo>
                  <a:lnTo>
                    <a:pt x="16" y="4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6" name="Freeform 95"/>
            <p:cNvSpPr>
              <a:spLocks/>
            </p:cNvSpPr>
            <p:nvPr/>
          </p:nvSpPr>
          <p:spPr bwMode="auto">
            <a:xfrm>
              <a:off x="2851" y="3253"/>
              <a:ext cx="1118" cy="298"/>
            </a:xfrm>
            <a:custGeom>
              <a:avLst/>
              <a:gdLst>
                <a:gd name="T0" fmla="*/ 31 w 6708"/>
                <a:gd name="T1" fmla="*/ 0 h 1788"/>
                <a:gd name="T2" fmla="*/ 0 w 6708"/>
                <a:gd name="T3" fmla="*/ 8 h 1788"/>
                <a:gd name="T4" fmla="*/ 0 w 6708"/>
                <a:gd name="T5" fmla="*/ 8 h 17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08" h="1788">
                  <a:moveTo>
                    <a:pt x="6708" y="0"/>
                  </a:moveTo>
                  <a:lnTo>
                    <a:pt x="0" y="1788"/>
                  </a:lnTo>
                  <a:lnTo>
                    <a:pt x="1" y="178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7" name="Freeform 96"/>
            <p:cNvSpPr>
              <a:spLocks/>
            </p:cNvSpPr>
            <p:nvPr/>
          </p:nvSpPr>
          <p:spPr bwMode="auto">
            <a:xfrm>
              <a:off x="1696" y="2670"/>
              <a:ext cx="1" cy="537"/>
            </a:xfrm>
            <a:custGeom>
              <a:avLst/>
              <a:gdLst>
                <a:gd name="T0" fmla="*/ 0 w 1"/>
                <a:gd name="T1" fmla="*/ 0 h 3225"/>
                <a:gd name="T2" fmla="*/ 0 w 1"/>
                <a:gd name="T3" fmla="*/ 15 h 3225"/>
                <a:gd name="T4" fmla="*/ 1 w 1"/>
                <a:gd name="T5" fmla="*/ 15 h 32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225">
                  <a:moveTo>
                    <a:pt x="0" y="0"/>
                  </a:moveTo>
                  <a:lnTo>
                    <a:pt x="0" y="3225"/>
                  </a:lnTo>
                  <a:lnTo>
                    <a:pt x="1" y="322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8" name="Freeform 97"/>
            <p:cNvSpPr>
              <a:spLocks/>
            </p:cNvSpPr>
            <p:nvPr/>
          </p:nvSpPr>
          <p:spPr bwMode="auto">
            <a:xfrm>
              <a:off x="3675" y="2662"/>
              <a:ext cx="1" cy="536"/>
            </a:xfrm>
            <a:custGeom>
              <a:avLst/>
              <a:gdLst>
                <a:gd name="T0" fmla="*/ 0 w 1"/>
                <a:gd name="T1" fmla="*/ 0 h 3211"/>
                <a:gd name="T2" fmla="*/ 0 w 1"/>
                <a:gd name="T3" fmla="*/ 15 h 3211"/>
                <a:gd name="T4" fmla="*/ 1 w 1"/>
                <a:gd name="T5" fmla="*/ 15 h 32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211">
                  <a:moveTo>
                    <a:pt x="0" y="0"/>
                  </a:moveTo>
                  <a:lnTo>
                    <a:pt x="0" y="3211"/>
                  </a:lnTo>
                  <a:lnTo>
                    <a:pt x="1" y="321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9" name="Freeform 98"/>
            <p:cNvSpPr>
              <a:spLocks/>
            </p:cNvSpPr>
            <p:nvPr/>
          </p:nvSpPr>
          <p:spPr bwMode="auto">
            <a:xfrm>
              <a:off x="2685" y="2172"/>
              <a:ext cx="1" cy="213"/>
            </a:xfrm>
            <a:custGeom>
              <a:avLst/>
              <a:gdLst>
                <a:gd name="T0" fmla="*/ 0 w 1"/>
                <a:gd name="T1" fmla="*/ 0 h 1276"/>
                <a:gd name="T2" fmla="*/ 0 w 1"/>
                <a:gd name="T3" fmla="*/ 6 h 1276"/>
                <a:gd name="T4" fmla="*/ 1 w 1"/>
                <a:gd name="T5" fmla="*/ 6 h 12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76">
                  <a:moveTo>
                    <a:pt x="0" y="0"/>
                  </a:moveTo>
                  <a:lnTo>
                    <a:pt x="0" y="1276"/>
                  </a:lnTo>
                  <a:lnTo>
                    <a:pt x="1" y="127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0" name="Freeform 99"/>
            <p:cNvSpPr>
              <a:spLocks/>
            </p:cNvSpPr>
            <p:nvPr/>
          </p:nvSpPr>
          <p:spPr bwMode="auto">
            <a:xfrm>
              <a:off x="2042" y="2929"/>
              <a:ext cx="1" cy="757"/>
            </a:xfrm>
            <a:custGeom>
              <a:avLst/>
              <a:gdLst>
                <a:gd name="T0" fmla="*/ 0 w 1"/>
                <a:gd name="T1" fmla="*/ 0 h 4540"/>
                <a:gd name="T2" fmla="*/ 0 w 1"/>
                <a:gd name="T3" fmla="*/ 21 h 4540"/>
                <a:gd name="T4" fmla="*/ 1 w 1"/>
                <a:gd name="T5" fmla="*/ 21 h 45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540">
                  <a:moveTo>
                    <a:pt x="0" y="0"/>
                  </a:moveTo>
                  <a:lnTo>
                    <a:pt x="0" y="4540"/>
                  </a:lnTo>
                  <a:lnTo>
                    <a:pt x="1" y="45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1" name="Freeform 100"/>
            <p:cNvSpPr>
              <a:spLocks/>
            </p:cNvSpPr>
            <p:nvPr/>
          </p:nvSpPr>
          <p:spPr bwMode="auto">
            <a:xfrm>
              <a:off x="2289" y="3075"/>
              <a:ext cx="1" cy="481"/>
            </a:xfrm>
            <a:custGeom>
              <a:avLst/>
              <a:gdLst>
                <a:gd name="T0" fmla="*/ 0 w 1"/>
                <a:gd name="T1" fmla="*/ 0 h 2883"/>
                <a:gd name="T2" fmla="*/ 0 w 1"/>
                <a:gd name="T3" fmla="*/ 13 h 2883"/>
                <a:gd name="T4" fmla="*/ 1 w 1"/>
                <a:gd name="T5" fmla="*/ 13 h 28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883">
                  <a:moveTo>
                    <a:pt x="0" y="0"/>
                  </a:moveTo>
                  <a:lnTo>
                    <a:pt x="0" y="2883"/>
                  </a:lnTo>
                  <a:lnTo>
                    <a:pt x="1" y="288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2" name="Freeform 101"/>
            <p:cNvSpPr>
              <a:spLocks/>
            </p:cNvSpPr>
            <p:nvPr/>
          </p:nvSpPr>
          <p:spPr bwMode="auto">
            <a:xfrm>
              <a:off x="2537" y="3600"/>
              <a:ext cx="1" cy="86"/>
            </a:xfrm>
            <a:custGeom>
              <a:avLst/>
              <a:gdLst>
                <a:gd name="T0" fmla="*/ 0 w 1"/>
                <a:gd name="T1" fmla="*/ 0 h 86"/>
                <a:gd name="T2" fmla="*/ 0 w 1"/>
                <a:gd name="T3" fmla="*/ 86 h 86"/>
                <a:gd name="T4" fmla="*/ 1 w 1"/>
                <a:gd name="T5" fmla="*/ 86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6">
                  <a:moveTo>
                    <a:pt x="0" y="0"/>
                  </a:moveTo>
                  <a:lnTo>
                    <a:pt x="0" y="86"/>
                  </a:lnTo>
                  <a:lnTo>
                    <a:pt x="1" y="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3" name="Freeform 102"/>
            <p:cNvSpPr>
              <a:spLocks/>
            </p:cNvSpPr>
            <p:nvPr/>
          </p:nvSpPr>
          <p:spPr bwMode="auto">
            <a:xfrm>
              <a:off x="1807" y="3710"/>
              <a:ext cx="211" cy="1"/>
            </a:xfrm>
            <a:custGeom>
              <a:avLst/>
              <a:gdLst>
                <a:gd name="T0" fmla="*/ 0 w 1267"/>
                <a:gd name="T1" fmla="*/ 0 h 1"/>
                <a:gd name="T2" fmla="*/ 6 w 1267"/>
                <a:gd name="T3" fmla="*/ 0 h 1"/>
                <a:gd name="T4" fmla="*/ 6 w 126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7" h="1">
                  <a:moveTo>
                    <a:pt x="0" y="0"/>
                  </a:moveTo>
                  <a:lnTo>
                    <a:pt x="1266" y="0"/>
                  </a:lnTo>
                  <a:lnTo>
                    <a:pt x="126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4" name="Freeform 103"/>
            <p:cNvSpPr>
              <a:spLocks/>
            </p:cNvSpPr>
            <p:nvPr/>
          </p:nvSpPr>
          <p:spPr bwMode="auto">
            <a:xfrm>
              <a:off x="2562" y="3710"/>
              <a:ext cx="211" cy="1"/>
            </a:xfrm>
            <a:custGeom>
              <a:avLst/>
              <a:gdLst>
                <a:gd name="T0" fmla="*/ 0 w 1266"/>
                <a:gd name="T1" fmla="*/ 0 h 1"/>
                <a:gd name="T2" fmla="*/ 6 w 1266"/>
                <a:gd name="T3" fmla="*/ 0 h 1"/>
                <a:gd name="T4" fmla="*/ 6 w 126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6" h="1">
                  <a:moveTo>
                    <a:pt x="0" y="0"/>
                  </a:moveTo>
                  <a:lnTo>
                    <a:pt x="1265" y="0"/>
                  </a:lnTo>
                  <a:lnTo>
                    <a:pt x="1266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5" name="Freeform 104"/>
            <p:cNvSpPr>
              <a:spLocks/>
            </p:cNvSpPr>
            <p:nvPr/>
          </p:nvSpPr>
          <p:spPr bwMode="auto">
            <a:xfrm>
              <a:off x="2191" y="2929"/>
              <a:ext cx="1" cy="940"/>
            </a:xfrm>
            <a:custGeom>
              <a:avLst/>
              <a:gdLst>
                <a:gd name="T0" fmla="*/ 0 w 1"/>
                <a:gd name="T1" fmla="*/ 0 h 5639"/>
                <a:gd name="T2" fmla="*/ 0 w 1"/>
                <a:gd name="T3" fmla="*/ 26 h 5639"/>
                <a:gd name="T4" fmla="*/ 1 w 1"/>
                <a:gd name="T5" fmla="*/ 26 h 56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639">
                  <a:moveTo>
                    <a:pt x="0" y="0"/>
                  </a:moveTo>
                  <a:lnTo>
                    <a:pt x="0" y="5639"/>
                  </a:lnTo>
                  <a:lnTo>
                    <a:pt x="1" y="56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6" name="Freeform 105"/>
            <p:cNvSpPr>
              <a:spLocks/>
            </p:cNvSpPr>
            <p:nvPr/>
          </p:nvSpPr>
          <p:spPr bwMode="auto">
            <a:xfrm>
              <a:off x="1999" y="3670"/>
              <a:ext cx="43" cy="41"/>
            </a:xfrm>
            <a:custGeom>
              <a:avLst/>
              <a:gdLst>
                <a:gd name="T0" fmla="*/ 0 w 43"/>
                <a:gd name="T1" fmla="*/ 41 h 41"/>
                <a:gd name="T2" fmla="*/ 22 w 43"/>
                <a:gd name="T3" fmla="*/ 38 h 41"/>
                <a:gd name="T4" fmla="*/ 41 w 43"/>
                <a:gd name="T5" fmla="*/ 21 h 41"/>
                <a:gd name="T6" fmla="*/ 43 w 43"/>
                <a:gd name="T7" fmla="*/ 0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41">
                  <a:moveTo>
                    <a:pt x="0" y="41"/>
                  </a:moveTo>
                  <a:lnTo>
                    <a:pt x="22" y="38"/>
                  </a:lnTo>
                  <a:lnTo>
                    <a:pt x="41" y="21"/>
                  </a:lnTo>
                  <a:lnTo>
                    <a:pt x="4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7" name="Freeform 106"/>
            <p:cNvSpPr>
              <a:spLocks/>
            </p:cNvSpPr>
            <p:nvPr/>
          </p:nvSpPr>
          <p:spPr bwMode="auto">
            <a:xfrm>
              <a:off x="2537" y="3675"/>
              <a:ext cx="25" cy="35"/>
            </a:xfrm>
            <a:custGeom>
              <a:avLst/>
              <a:gdLst>
                <a:gd name="T0" fmla="*/ 0 w 25"/>
                <a:gd name="T1" fmla="*/ 0 h 35"/>
                <a:gd name="T2" fmla="*/ 2 w 25"/>
                <a:gd name="T3" fmla="*/ 26 h 35"/>
                <a:gd name="T4" fmla="*/ 25 w 25"/>
                <a:gd name="T5" fmla="*/ 35 h 35"/>
                <a:gd name="T6" fmla="*/ 25 w 25"/>
                <a:gd name="T7" fmla="*/ 35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35">
                  <a:moveTo>
                    <a:pt x="0" y="0"/>
                  </a:moveTo>
                  <a:lnTo>
                    <a:pt x="2" y="26"/>
                  </a:lnTo>
                  <a:lnTo>
                    <a:pt x="25" y="3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8" name="Freeform 107"/>
            <p:cNvSpPr>
              <a:spLocks/>
            </p:cNvSpPr>
            <p:nvPr/>
          </p:nvSpPr>
          <p:spPr bwMode="auto">
            <a:xfrm>
              <a:off x="2389" y="3325"/>
              <a:ext cx="1" cy="544"/>
            </a:xfrm>
            <a:custGeom>
              <a:avLst/>
              <a:gdLst>
                <a:gd name="T0" fmla="*/ 0 w 1"/>
                <a:gd name="T1" fmla="*/ 0 h 3261"/>
                <a:gd name="T2" fmla="*/ 0 w 1"/>
                <a:gd name="T3" fmla="*/ 15 h 3261"/>
                <a:gd name="T4" fmla="*/ 1 w 1"/>
                <a:gd name="T5" fmla="*/ 15 h 32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261">
                  <a:moveTo>
                    <a:pt x="0" y="0"/>
                  </a:moveTo>
                  <a:lnTo>
                    <a:pt x="0" y="3261"/>
                  </a:lnTo>
                  <a:lnTo>
                    <a:pt x="1" y="32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9" name="Freeform 108"/>
            <p:cNvSpPr>
              <a:spLocks/>
            </p:cNvSpPr>
            <p:nvPr/>
          </p:nvSpPr>
          <p:spPr bwMode="auto">
            <a:xfrm>
              <a:off x="2055" y="2777"/>
              <a:ext cx="448" cy="75"/>
            </a:xfrm>
            <a:custGeom>
              <a:avLst/>
              <a:gdLst>
                <a:gd name="T0" fmla="*/ 0 w 2687"/>
                <a:gd name="T1" fmla="*/ 1 h 453"/>
                <a:gd name="T2" fmla="*/ 3 w 2687"/>
                <a:gd name="T3" fmla="*/ 0 h 453"/>
                <a:gd name="T4" fmla="*/ 5 w 2687"/>
                <a:gd name="T5" fmla="*/ 0 h 453"/>
                <a:gd name="T6" fmla="*/ 6 w 2687"/>
                <a:gd name="T7" fmla="*/ 1 h 453"/>
                <a:gd name="T8" fmla="*/ 8 w 2687"/>
                <a:gd name="T9" fmla="*/ 2 h 453"/>
                <a:gd name="T10" fmla="*/ 9 w 2687"/>
                <a:gd name="T11" fmla="*/ 2 h 453"/>
                <a:gd name="T12" fmla="*/ 13 w 2687"/>
                <a:gd name="T13" fmla="*/ 2 h 453"/>
                <a:gd name="T14" fmla="*/ 13 w 2687"/>
                <a:gd name="T15" fmla="*/ 2 h 4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87" h="453">
                  <a:moveTo>
                    <a:pt x="0" y="139"/>
                  </a:moveTo>
                  <a:lnTo>
                    <a:pt x="704" y="0"/>
                  </a:lnTo>
                  <a:lnTo>
                    <a:pt x="1024" y="31"/>
                  </a:lnTo>
                  <a:lnTo>
                    <a:pt x="1311" y="243"/>
                  </a:lnTo>
                  <a:lnTo>
                    <a:pt x="1625" y="388"/>
                  </a:lnTo>
                  <a:lnTo>
                    <a:pt x="1974" y="415"/>
                  </a:lnTo>
                  <a:lnTo>
                    <a:pt x="2686" y="453"/>
                  </a:lnTo>
                  <a:lnTo>
                    <a:pt x="2687" y="45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0" name="Freeform 109"/>
            <p:cNvSpPr>
              <a:spLocks/>
            </p:cNvSpPr>
            <p:nvPr/>
          </p:nvSpPr>
          <p:spPr bwMode="auto">
            <a:xfrm>
              <a:off x="2770" y="3107"/>
              <a:ext cx="26" cy="456"/>
            </a:xfrm>
            <a:custGeom>
              <a:avLst/>
              <a:gdLst>
                <a:gd name="T0" fmla="*/ 2 w 26"/>
                <a:gd name="T1" fmla="*/ 0 h 456"/>
                <a:gd name="T2" fmla="*/ 24 w 26"/>
                <a:gd name="T3" fmla="*/ 232 h 456"/>
                <a:gd name="T4" fmla="*/ 0 w 26"/>
                <a:gd name="T5" fmla="*/ 346 h 456"/>
                <a:gd name="T6" fmla="*/ 26 w 26"/>
                <a:gd name="T7" fmla="*/ 456 h 456"/>
                <a:gd name="T8" fmla="*/ 26 w 26"/>
                <a:gd name="T9" fmla="*/ 456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56">
                  <a:moveTo>
                    <a:pt x="2" y="0"/>
                  </a:moveTo>
                  <a:lnTo>
                    <a:pt x="24" y="232"/>
                  </a:lnTo>
                  <a:lnTo>
                    <a:pt x="0" y="346"/>
                  </a:lnTo>
                  <a:lnTo>
                    <a:pt x="26" y="4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1" name="Freeform 110"/>
            <p:cNvSpPr>
              <a:spLocks/>
            </p:cNvSpPr>
            <p:nvPr/>
          </p:nvSpPr>
          <p:spPr bwMode="auto">
            <a:xfrm>
              <a:off x="2537" y="3562"/>
              <a:ext cx="43" cy="57"/>
            </a:xfrm>
            <a:custGeom>
              <a:avLst/>
              <a:gdLst>
                <a:gd name="T0" fmla="*/ 43 w 43"/>
                <a:gd name="T1" fmla="*/ 0 h 57"/>
                <a:gd name="T2" fmla="*/ 19 w 43"/>
                <a:gd name="T3" fmla="*/ 5 h 57"/>
                <a:gd name="T4" fmla="*/ 2 w 43"/>
                <a:gd name="T5" fmla="*/ 24 h 57"/>
                <a:gd name="T6" fmla="*/ 0 w 43"/>
                <a:gd name="T7" fmla="*/ 5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57">
                  <a:moveTo>
                    <a:pt x="43" y="0"/>
                  </a:moveTo>
                  <a:lnTo>
                    <a:pt x="19" y="5"/>
                  </a:lnTo>
                  <a:lnTo>
                    <a:pt x="2" y="24"/>
                  </a:lnTo>
                  <a:lnTo>
                    <a:pt x="0" y="5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2" name="Freeform 111"/>
            <p:cNvSpPr>
              <a:spLocks/>
            </p:cNvSpPr>
            <p:nvPr/>
          </p:nvSpPr>
          <p:spPr bwMode="auto">
            <a:xfrm>
              <a:off x="1343" y="2929"/>
              <a:ext cx="950" cy="1"/>
            </a:xfrm>
            <a:custGeom>
              <a:avLst/>
              <a:gdLst>
                <a:gd name="T0" fmla="*/ 0 w 5699"/>
                <a:gd name="T1" fmla="*/ 0 h 1"/>
                <a:gd name="T2" fmla="*/ 26 w 5699"/>
                <a:gd name="T3" fmla="*/ 0 h 1"/>
                <a:gd name="T4" fmla="*/ 26 w 569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99" h="1">
                  <a:moveTo>
                    <a:pt x="0" y="0"/>
                  </a:moveTo>
                  <a:lnTo>
                    <a:pt x="5698" y="0"/>
                  </a:lnTo>
                  <a:lnTo>
                    <a:pt x="56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3" name="Freeform 112"/>
            <p:cNvSpPr>
              <a:spLocks/>
            </p:cNvSpPr>
            <p:nvPr/>
          </p:nvSpPr>
          <p:spPr bwMode="auto">
            <a:xfrm>
              <a:off x="2289" y="3658"/>
              <a:ext cx="1" cy="311"/>
            </a:xfrm>
            <a:custGeom>
              <a:avLst/>
              <a:gdLst>
                <a:gd name="T0" fmla="*/ 0 w 1"/>
                <a:gd name="T1" fmla="*/ 0 h 1864"/>
                <a:gd name="T2" fmla="*/ 0 w 1"/>
                <a:gd name="T3" fmla="*/ 9 h 1864"/>
                <a:gd name="T4" fmla="*/ 1 w 1"/>
                <a:gd name="T5" fmla="*/ 9 h 18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64">
                  <a:moveTo>
                    <a:pt x="0" y="0"/>
                  </a:moveTo>
                  <a:lnTo>
                    <a:pt x="0" y="1864"/>
                  </a:lnTo>
                  <a:lnTo>
                    <a:pt x="1" y="186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4" name="Freeform 113"/>
            <p:cNvSpPr>
              <a:spLocks/>
            </p:cNvSpPr>
            <p:nvPr/>
          </p:nvSpPr>
          <p:spPr bwMode="auto">
            <a:xfrm>
              <a:off x="2289" y="3588"/>
              <a:ext cx="1" cy="38"/>
            </a:xfrm>
            <a:custGeom>
              <a:avLst/>
              <a:gdLst>
                <a:gd name="T0" fmla="*/ 0 w 1"/>
                <a:gd name="T1" fmla="*/ 0 h 229"/>
                <a:gd name="T2" fmla="*/ 0 w 1"/>
                <a:gd name="T3" fmla="*/ 1 h 229"/>
                <a:gd name="T4" fmla="*/ 1 w 1"/>
                <a:gd name="T5" fmla="*/ 1 h 2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9">
                  <a:moveTo>
                    <a:pt x="0" y="0"/>
                  </a:moveTo>
                  <a:lnTo>
                    <a:pt x="0" y="229"/>
                  </a:lnTo>
                  <a:lnTo>
                    <a:pt x="1" y="22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5" name="Freeform 114"/>
            <p:cNvSpPr>
              <a:spLocks/>
            </p:cNvSpPr>
            <p:nvPr/>
          </p:nvSpPr>
          <p:spPr bwMode="auto">
            <a:xfrm>
              <a:off x="2685" y="3131"/>
              <a:ext cx="1" cy="26"/>
            </a:xfrm>
            <a:custGeom>
              <a:avLst/>
              <a:gdLst>
                <a:gd name="T0" fmla="*/ 0 w 1"/>
                <a:gd name="T1" fmla="*/ 0 h 152"/>
                <a:gd name="T2" fmla="*/ 0 w 1"/>
                <a:gd name="T3" fmla="*/ 1 h 152"/>
                <a:gd name="T4" fmla="*/ 1 w 1"/>
                <a:gd name="T5" fmla="*/ 1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52">
                  <a:moveTo>
                    <a:pt x="0" y="0"/>
                  </a:moveTo>
                  <a:lnTo>
                    <a:pt x="0" y="152"/>
                  </a:lnTo>
                  <a:lnTo>
                    <a:pt x="1" y="15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6" name="Freeform 115"/>
            <p:cNvSpPr>
              <a:spLocks/>
            </p:cNvSpPr>
            <p:nvPr/>
          </p:nvSpPr>
          <p:spPr bwMode="auto">
            <a:xfrm>
              <a:off x="2685" y="3201"/>
              <a:ext cx="1" cy="463"/>
            </a:xfrm>
            <a:custGeom>
              <a:avLst/>
              <a:gdLst>
                <a:gd name="T0" fmla="*/ 0 w 1"/>
                <a:gd name="T1" fmla="*/ 0 h 2775"/>
                <a:gd name="T2" fmla="*/ 0 w 1"/>
                <a:gd name="T3" fmla="*/ 13 h 2775"/>
                <a:gd name="T4" fmla="*/ 1 w 1"/>
                <a:gd name="T5" fmla="*/ 13 h 27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775">
                  <a:moveTo>
                    <a:pt x="0" y="0"/>
                  </a:moveTo>
                  <a:lnTo>
                    <a:pt x="0" y="2775"/>
                  </a:lnTo>
                  <a:lnTo>
                    <a:pt x="1" y="27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7" name="Freeform 116"/>
            <p:cNvSpPr>
              <a:spLocks/>
            </p:cNvSpPr>
            <p:nvPr/>
          </p:nvSpPr>
          <p:spPr bwMode="auto">
            <a:xfrm>
              <a:off x="2345" y="2929"/>
              <a:ext cx="32" cy="1"/>
            </a:xfrm>
            <a:custGeom>
              <a:avLst/>
              <a:gdLst>
                <a:gd name="T0" fmla="*/ 0 w 191"/>
                <a:gd name="T1" fmla="*/ 0 h 1"/>
                <a:gd name="T2" fmla="*/ 1 w 191"/>
                <a:gd name="T3" fmla="*/ 0 h 1"/>
                <a:gd name="T4" fmla="*/ 1 w 1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1" h="1">
                  <a:moveTo>
                    <a:pt x="0" y="0"/>
                  </a:moveTo>
                  <a:lnTo>
                    <a:pt x="190" y="0"/>
                  </a:lnTo>
                  <a:lnTo>
                    <a:pt x="1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8" name="Freeform 117"/>
            <p:cNvSpPr>
              <a:spLocks/>
            </p:cNvSpPr>
            <p:nvPr/>
          </p:nvSpPr>
          <p:spPr bwMode="auto">
            <a:xfrm>
              <a:off x="2434" y="2929"/>
              <a:ext cx="685" cy="1"/>
            </a:xfrm>
            <a:custGeom>
              <a:avLst/>
              <a:gdLst>
                <a:gd name="T0" fmla="*/ 0 w 4114"/>
                <a:gd name="T1" fmla="*/ 0 h 1"/>
                <a:gd name="T2" fmla="*/ 19 w 4114"/>
                <a:gd name="T3" fmla="*/ 0 h 1"/>
                <a:gd name="T4" fmla="*/ 19 w 411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14" h="1">
                  <a:moveTo>
                    <a:pt x="0" y="0"/>
                  </a:moveTo>
                  <a:lnTo>
                    <a:pt x="4113" y="0"/>
                  </a:lnTo>
                  <a:lnTo>
                    <a:pt x="4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19" name="Freeform 118"/>
            <p:cNvSpPr>
              <a:spLocks/>
            </p:cNvSpPr>
            <p:nvPr/>
          </p:nvSpPr>
          <p:spPr bwMode="auto">
            <a:xfrm>
              <a:off x="3170" y="2929"/>
              <a:ext cx="25" cy="1"/>
            </a:xfrm>
            <a:custGeom>
              <a:avLst/>
              <a:gdLst>
                <a:gd name="T0" fmla="*/ 0 w 154"/>
                <a:gd name="T1" fmla="*/ 0 h 1"/>
                <a:gd name="T2" fmla="*/ 1 w 154"/>
                <a:gd name="T3" fmla="*/ 0 h 1"/>
                <a:gd name="T4" fmla="*/ 1 w 15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4" h="1">
                  <a:moveTo>
                    <a:pt x="0" y="0"/>
                  </a:moveTo>
                  <a:lnTo>
                    <a:pt x="153" y="0"/>
                  </a:lnTo>
                  <a:lnTo>
                    <a:pt x="1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0" name="Freeform 119"/>
            <p:cNvSpPr>
              <a:spLocks/>
            </p:cNvSpPr>
            <p:nvPr/>
          </p:nvSpPr>
          <p:spPr bwMode="auto">
            <a:xfrm>
              <a:off x="3248" y="2929"/>
              <a:ext cx="780" cy="1"/>
            </a:xfrm>
            <a:custGeom>
              <a:avLst/>
              <a:gdLst>
                <a:gd name="T0" fmla="*/ 0 w 4682"/>
                <a:gd name="T1" fmla="*/ 0 h 1"/>
                <a:gd name="T2" fmla="*/ 22 w 4682"/>
                <a:gd name="T3" fmla="*/ 0 h 1"/>
                <a:gd name="T4" fmla="*/ 22 w 468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82" h="1">
                  <a:moveTo>
                    <a:pt x="0" y="0"/>
                  </a:moveTo>
                  <a:lnTo>
                    <a:pt x="4681" y="0"/>
                  </a:lnTo>
                  <a:lnTo>
                    <a:pt x="46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1" name="Freeform 120"/>
            <p:cNvSpPr>
              <a:spLocks/>
            </p:cNvSpPr>
            <p:nvPr/>
          </p:nvSpPr>
          <p:spPr bwMode="auto">
            <a:xfrm>
              <a:off x="2685" y="2529"/>
              <a:ext cx="1" cy="558"/>
            </a:xfrm>
            <a:custGeom>
              <a:avLst/>
              <a:gdLst>
                <a:gd name="T0" fmla="*/ 0 w 1"/>
                <a:gd name="T1" fmla="*/ 0 h 3350"/>
                <a:gd name="T2" fmla="*/ 0 w 1"/>
                <a:gd name="T3" fmla="*/ 15 h 3350"/>
                <a:gd name="T4" fmla="*/ 1 w 1"/>
                <a:gd name="T5" fmla="*/ 15 h 33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350">
                  <a:moveTo>
                    <a:pt x="0" y="0"/>
                  </a:moveTo>
                  <a:lnTo>
                    <a:pt x="0" y="3350"/>
                  </a:lnTo>
                  <a:lnTo>
                    <a:pt x="1" y="335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2" name="Freeform 121"/>
            <p:cNvSpPr>
              <a:spLocks/>
            </p:cNvSpPr>
            <p:nvPr/>
          </p:nvSpPr>
          <p:spPr bwMode="auto">
            <a:xfrm>
              <a:off x="2685" y="2433"/>
              <a:ext cx="1" cy="41"/>
            </a:xfrm>
            <a:custGeom>
              <a:avLst/>
              <a:gdLst>
                <a:gd name="T0" fmla="*/ 0 w 1"/>
                <a:gd name="T1" fmla="*/ 0 h 248"/>
                <a:gd name="T2" fmla="*/ 0 w 1"/>
                <a:gd name="T3" fmla="*/ 1 h 248"/>
                <a:gd name="T4" fmla="*/ 1 w 1"/>
                <a:gd name="T5" fmla="*/ 1 h 2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8">
                  <a:moveTo>
                    <a:pt x="0" y="0"/>
                  </a:moveTo>
                  <a:lnTo>
                    <a:pt x="0" y="248"/>
                  </a:lnTo>
                  <a:lnTo>
                    <a:pt x="1" y="24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3" name="Freeform 122"/>
            <p:cNvSpPr>
              <a:spLocks/>
            </p:cNvSpPr>
            <p:nvPr/>
          </p:nvSpPr>
          <p:spPr bwMode="auto">
            <a:xfrm>
              <a:off x="1930" y="3618"/>
              <a:ext cx="1" cy="357"/>
            </a:xfrm>
            <a:custGeom>
              <a:avLst/>
              <a:gdLst>
                <a:gd name="T0" fmla="*/ 0 w 1"/>
                <a:gd name="T1" fmla="*/ 0 h 2142"/>
                <a:gd name="T2" fmla="*/ 0 w 1"/>
                <a:gd name="T3" fmla="*/ 10 h 2142"/>
                <a:gd name="T4" fmla="*/ 1 w 1"/>
                <a:gd name="T5" fmla="*/ 10 h 2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142">
                  <a:moveTo>
                    <a:pt x="0" y="0"/>
                  </a:moveTo>
                  <a:lnTo>
                    <a:pt x="0" y="2142"/>
                  </a:lnTo>
                  <a:lnTo>
                    <a:pt x="1" y="214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4" name="Freeform 123"/>
            <p:cNvSpPr>
              <a:spLocks/>
            </p:cNvSpPr>
            <p:nvPr/>
          </p:nvSpPr>
          <p:spPr bwMode="auto">
            <a:xfrm>
              <a:off x="1781" y="3735"/>
              <a:ext cx="2" cy="134"/>
            </a:xfrm>
            <a:custGeom>
              <a:avLst/>
              <a:gdLst>
                <a:gd name="T0" fmla="*/ 1 w 2"/>
                <a:gd name="T1" fmla="*/ 0 h 134"/>
                <a:gd name="T2" fmla="*/ 0 w 2"/>
                <a:gd name="T3" fmla="*/ 134 h 134"/>
                <a:gd name="T4" fmla="*/ 2 w 2"/>
                <a:gd name="T5" fmla="*/ 134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34">
                  <a:moveTo>
                    <a:pt x="1" y="0"/>
                  </a:moveTo>
                  <a:lnTo>
                    <a:pt x="0" y="134"/>
                  </a:lnTo>
                  <a:lnTo>
                    <a:pt x="2" y="13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5" name="Freeform 124"/>
            <p:cNvSpPr>
              <a:spLocks/>
            </p:cNvSpPr>
            <p:nvPr/>
          </p:nvSpPr>
          <p:spPr bwMode="auto">
            <a:xfrm>
              <a:off x="1995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5 h 950"/>
                <a:gd name="T4" fmla="*/ 1 w 1"/>
                <a:gd name="T5" fmla="*/ 5 h 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6" name="Freeform 125"/>
            <p:cNvSpPr>
              <a:spLocks/>
            </p:cNvSpPr>
            <p:nvPr/>
          </p:nvSpPr>
          <p:spPr bwMode="auto">
            <a:xfrm>
              <a:off x="1866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5 h 950"/>
                <a:gd name="T4" fmla="*/ 1 w 1"/>
                <a:gd name="T5" fmla="*/ 5 h 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7" name="Freeform 126"/>
            <p:cNvSpPr>
              <a:spLocks/>
            </p:cNvSpPr>
            <p:nvPr/>
          </p:nvSpPr>
          <p:spPr bwMode="auto">
            <a:xfrm>
              <a:off x="1778" y="3708"/>
              <a:ext cx="46" cy="34"/>
            </a:xfrm>
            <a:custGeom>
              <a:avLst/>
              <a:gdLst>
                <a:gd name="T0" fmla="*/ 46 w 46"/>
                <a:gd name="T1" fmla="*/ 3 h 34"/>
                <a:gd name="T2" fmla="*/ 20 w 46"/>
                <a:gd name="T3" fmla="*/ 0 h 34"/>
                <a:gd name="T4" fmla="*/ 5 w 46"/>
                <a:gd name="T5" fmla="*/ 7 h 34"/>
                <a:gd name="T6" fmla="*/ 0 w 46"/>
                <a:gd name="T7" fmla="*/ 34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34">
                  <a:moveTo>
                    <a:pt x="46" y="3"/>
                  </a:moveTo>
                  <a:lnTo>
                    <a:pt x="20" y="0"/>
                  </a:lnTo>
                  <a:lnTo>
                    <a:pt x="5" y="7"/>
                  </a:lnTo>
                  <a:lnTo>
                    <a:pt x="0" y="3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8" name="Freeform 127"/>
            <p:cNvSpPr>
              <a:spLocks/>
            </p:cNvSpPr>
            <p:nvPr/>
          </p:nvSpPr>
          <p:spPr bwMode="auto">
            <a:xfrm>
              <a:off x="2649" y="3618"/>
              <a:ext cx="1" cy="357"/>
            </a:xfrm>
            <a:custGeom>
              <a:avLst/>
              <a:gdLst>
                <a:gd name="T0" fmla="*/ 0 w 1"/>
                <a:gd name="T1" fmla="*/ 0 h 2142"/>
                <a:gd name="T2" fmla="*/ 0 w 1"/>
                <a:gd name="T3" fmla="*/ 10 h 2142"/>
                <a:gd name="T4" fmla="*/ 1 w 1"/>
                <a:gd name="T5" fmla="*/ 10 h 2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142">
                  <a:moveTo>
                    <a:pt x="0" y="0"/>
                  </a:moveTo>
                  <a:lnTo>
                    <a:pt x="0" y="2142"/>
                  </a:lnTo>
                  <a:lnTo>
                    <a:pt x="1" y="214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9" name="Freeform 128"/>
            <p:cNvSpPr>
              <a:spLocks/>
            </p:cNvSpPr>
            <p:nvPr/>
          </p:nvSpPr>
          <p:spPr bwMode="auto">
            <a:xfrm>
              <a:off x="2584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5 h 950"/>
                <a:gd name="T4" fmla="*/ 1 w 1"/>
                <a:gd name="T5" fmla="*/ 5 h 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0" name="Freeform 129"/>
            <p:cNvSpPr>
              <a:spLocks/>
            </p:cNvSpPr>
            <p:nvPr/>
          </p:nvSpPr>
          <p:spPr bwMode="auto">
            <a:xfrm>
              <a:off x="2713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5 h 950"/>
                <a:gd name="T4" fmla="*/ 1 w 1"/>
                <a:gd name="T5" fmla="*/ 5 h 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1" name="Freeform 130"/>
            <p:cNvSpPr>
              <a:spLocks/>
            </p:cNvSpPr>
            <p:nvPr/>
          </p:nvSpPr>
          <p:spPr bwMode="auto">
            <a:xfrm>
              <a:off x="2562" y="3710"/>
              <a:ext cx="210" cy="1"/>
            </a:xfrm>
            <a:custGeom>
              <a:avLst/>
              <a:gdLst>
                <a:gd name="T0" fmla="*/ 6 w 1265"/>
                <a:gd name="T1" fmla="*/ 0 h 1"/>
                <a:gd name="T2" fmla="*/ 0 w 1265"/>
                <a:gd name="T3" fmla="*/ 0 h 1"/>
                <a:gd name="T4" fmla="*/ 0 w 126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5" h="1">
                  <a:moveTo>
                    <a:pt x="126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2" name="Freeform 131"/>
            <p:cNvSpPr>
              <a:spLocks/>
            </p:cNvSpPr>
            <p:nvPr/>
          </p:nvSpPr>
          <p:spPr bwMode="auto">
            <a:xfrm>
              <a:off x="1861" y="3864"/>
              <a:ext cx="5" cy="5"/>
            </a:xfrm>
            <a:custGeom>
              <a:avLst/>
              <a:gdLst>
                <a:gd name="T0" fmla="*/ 0 w 29"/>
                <a:gd name="T1" fmla="*/ 0 h 27"/>
                <a:gd name="T2" fmla="*/ 0 w 29"/>
                <a:gd name="T3" fmla="*/ 0 h 27"/>
                <a:gd name="T4" fmla="*/ 0 w 29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27">
                  <a:moveTo>
                    <a:pt x="0" y="27"/>
                  </a:moveTo>
                  <a:lnTo>
                    <a:pt x="28" y="0"/>
                  </a:lnTo>
                  <a:lnTo>
                    <a:pt x="2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3" name="Freeform 132"/>
            <p:cNvSpPr>
              <a:spLocks/>
            </p:cNvSpPr>
            <p:nvPr/>
          </p:nvSpPr>
          <p:spPr bwMode="auto">
            <a:xfrm>
              <a:off x="2389" y="3332"/>
              <a:ext cx="9" cy="9"/>
            </a:xfrm>
            <a:custGeom>
              <a:avLst/>
              <a:gdLst>
                <a:gd name="T0" fmla="*/ 0 w 57"/>
                <a:gd name="T1" fmla="*/ 0 h 57"/>
                <a:gd name="T2" fmla="*/ 0 w 57"/>
                <a:gd name="T3" fmla="*/ 0 h 57"/>
                <a:gd name="T4" fmla="*/ 0 w 57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57">
                  <a:moveTo>
                    <a:pt x="0" y="57"/>
                  </a:moveTo>
                  <a:lnTo>
                    <a:pt x="56" y="0"/>
                  </a:lnTo>
                  <a:lnTo>
                    <a:pt x="5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4" name="Freeform 133"/>
            <p:cNvSpPr>
              <a:spLocks/>
            </p:cNvSpPr>
            <p:nvPr/>
          </p:nvSpPr>
          <p:spPr bwMode="auto">
            <a:xfrm>
              <a:off x="2172" y="3851"/>
              <a:ext cx="19" cy="18"/>
            </a:xfrm>
            <a:custGeom>
              <a:avLst/>
              <a:gdLst>
                <a:gd name="T0" fmla="*/ 0 w 111"/>
                <a:gd name="T1" fmla="*/ 0 h 109"/>
                <a:gd name="T2" fmla="*/ 1 w 111"/>
                <a:gd name="T3" fmla="*/ 0 h 109"/>
                <a:gd name="T4" fmla="*/ 1 w 111"/>
                <a:gd name="T5" fmla="*/ 0 h 1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1" h="109">
                  <a:moveTo>
                    <a:pt x="0" y="109"/>
                  </a:moveTo>
                  <a:lnTo>
                    <a:pt x="110" y="0"/>
                  </a:lnTo>
                  <a:lnTo>
                    <a:pt x="11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5" name="Freeform 134"/>
            <p:cNvSpPr>
              <a:spLocks/>
            </p:cNvSpPr>
            <p:nvPr/>
          </p:nvSpPr>
          <p:spPr bwMode="auto">
            <a:xfrm>
              <a:off x="2626" y="3424"/>
              <a:ext cx="146" cy="146"/>
            </a:xfrm>
            <a:custGeom>
              <a:avLst/>
              <a:gdLst>
                <a:gd name="T0" fmla="*/ 0 w 875"/>
                <a:gd name="T1" fmla="*/ 4 h 874"/>
                <a:gd name="T2" fmla="*/ 4 w 875"/>
                <a:gd name="T3" fmla="*/ 0 h 874"/>
                <a:gd name="T4" fmla="*/ 4 w 875"/>
                <a:gd name="T5" fmla="*/ 0 h 8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5" h="874">
                  <a:moveTo>
                    <a:pt x="0" y="874"/>
                  </a:moveTo>
                  <a:lnTo>
                    <a:pt x="874" y="0"/>
                  </a:lnTo>
                  <a:lnTo>
                    <a:pt x="8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6" name="Freeform 135"/>
            <p:cNvSpPr>
              <a:spLocks/>
            </p:cNvSpPr>
            <p:nvPr/>
          </p:nvSpPr>
          <p:spPr bwMode="auto">
            <a:xfrm>
              <a:off x="2787" y="3558"/>
              <a:ext cx="7" cy="7"/>
            </a:xfrm>
            <a:custGeom>
              <a:avLst/>
              <a:gdLst>
                <a:gd name="T0" fmla="*/ 0 w 38"/>
                <a:gd name="T1" fmla="*/ 0 h 38"/>
                <a:gd name="T2" fmla="*/ 0 w 38"/>
                <a:gd name="T3" fmla="*/ 0 h 38"/>
                <a:gd name="T4" fmla="*/ 0 w 3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0" y="38"/>
                  </a:moveTo>
                  <a:lnTo>
                    <a:pt x="37" y="0"/>
                  </a:lnTo>
                  <a:lnTo>
                    <a:pt x="3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737" name="Group 136"/>
            <p:cNvGrpSpPr>
              <a:grpSpLocks/>
            </p:cNvGrpSpPr>
            <p:nvPr/>
          </p:nvGrpSpPr>
          <p:grpSpPr bwMode="auto">
            <a:xfrm>
              <a:off x="1782" y="2776"/>
              <a:ext cx="1008" cy="1093"/>
              <a:chOff x="1782" y="2567"/>
              <a:chExt cx="1008" cy="1093"/>
            </a:xfrm>
          </p:grpSpPr>
          <p:sp>
            <p:nvSpPr>
              <p:cNvPr id="25741" name="Freeform 137"/>
              <p:cNvSpPr>
                <a:spLocks/>
              </p:cNvSpPr>
              <p:nvPr/>
            </p:nvSpPr>
            <p:spPr bwMode="auto">
              <a:xfrm>
                <a:off x="2042" y="2567"/>
                <a:ext cx="134" cy="133"/>
              </a:xfrm>
              <a:custGeom>
                <a:avLst/>
                <a:gdLst>
                  <a:gd name="T0" fmla="*/ 0 w 800"/>
                  <a:gd name="T1" fmla="*/ 4 h 799"/>
                  <a:gd name="T2" fmla="*/ 4 w 800"/>
                  <a:gd name="T3" fmla="*/ 0 h 799"/>
                  <a:gd name="T4" fmla="*/ 4 w 800"/>
                  <a:gd name="T5" fmla="*/ 0 h 7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0" h="799">
                    <a:moveTo>
                      <a:pt x="0" y="799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2" name="Freeform 138"/>
              <p:cNvSpPr>
                <a:spLocks/>
              </p:cNvSpPr>
              <p:nvPr/>
            </p:nvSpPr>
            <p:spPr bwMode="auto">
              <a:xfrm>
                <a:off x="2042" y="2708"/>
                <a:ext cx="149" cy="148"/>
              </a:xfrm>
              <a:custGeom>
                <a:avLst/>
                <a:gdLst>
                  <a:gd name="T0" fmla="*/ 0 w 893"/>
                  <a:gd name="T1" fmla="*/ 4 h 892"/>
                  <a:gd name="T2" fmla="*/ 4 w 893"/>
                  <a:gd name="T3" fmla="*/ 0 h 892"/>
                  <a:gd name="T4" fmla="*/ 4 w 893"/>
                  <a:gd name="T5" fmla="*/ 0 h 8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93" h="892">
                    <a:moveTo>
                      <a:pt x="0" y="892"/>
                    </a:moveTo>
                    <a:lnTo>
                      <a:pt x="892" y="0"/>
                    </a:lnTo>
                    <a:lnTo>
                      <a:pt x="8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3" name="Freeform 139"/>
              <p:cNvSpPr>
                <a:spLocks/>
              </p:cNvSpPr>
              <p:nvPr/>
            </p:nvSpPr>
            <p:spPr bwMode="auto">
              <a:xfrm>
                <a:off x="2042" y="2863"/>
                <a:ext cx="149" cy="149"/>
              </a:xfrm>
              <a:custGeom>
                <a:avLst/>
                <a:gdLst>
                  <a:gd name="T0" fmla="*/ 0 w 892"/>
                  <a:gd name="T1" fmla="*/ 4 h 892"/>
                  <a:gd name="T2" fmla="*/ 4 w 892"/>
                  <a:gd name="T3" fmla="*/ 0 h 892"/>
                  <a:gd name="T4" fmla="*/ 4 w 892"/>
                  <a:gd name="T5" fmla="*/ 0 h 8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92" h="892">
                    <a:moveTo>
                      <a:pt x="0" y="892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4" name="Freeform 140"/>
              <p:cNvSpPr>
                <a:spLocks/>
              </p:cNvSpPr>
              <p:nvPr/>
            </p:nvSpPr>
            <p:spPr bwMode="auto">
              <a:xfrm>
                <a:off x="2042" y="3019"/>
                <a:ext cx="149" cy="149"/>
              </a:xfrm>
              <a:custGeom>
                <a:avLst/>
                <a:gdLst>
                  <a:gd name="T0" fmla="*/ 0 w 892"/>
                  <a:gd name="T1" fmla="*/ 4 h 891"/>
                  <a:gd name="T2" fmla="*/ 4 w 892"/>
                  <a:gd name="T3" fmla="*/ 0 h 891"/>
                  <a:gd name="T4" fmla="*/ 4 w 892"/>
                  <a:gd name="T5" fmla="*/ 0 h 89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92" h="891">
                    <a:moveTo>
                      <a:pt x="0" y="891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5" name="Freeform 141"/>
              <p:cNvSpPr>
                <a:spLocks/>
              </p:cNvSpPr>
              <p:nvPr/>
            </p:nvSpPr>
            <p:spPr bwMode="auto">
              <a:xfrm>
                <a:off x="1782" y="3501"/>
                <a:ext cx="82" cy="83"/>
              </a:xfrm>
              <a:custGeom>
                <a:avLst/>
                <a:gdLst>
                  <a:gd name="T0" fmla="*/ 0 w 495"/>
                  <a:gd name="T1" fmla="*/ 2 h 494"/>
                  <a:gd name="T2" fmla="*/ 2 w 495"/>
                  <a:gd name="T3" fmla="*/ 0 h 494"/>
                  <a:gd name="T4" fmla="*/ 2 w 495"/>
                  <a:gd name="T5" fmla="*/ 0 h 4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5" h="494">
                    <a:moveTo>
                      <a:pt x="0" y="494"/>
                    </a:moveTo>
                    <a:lnTo>
                      <a:pt x="494" y="0"/>
                    </a:lnTo>
                    <a:lnTo>
                      <a:pt x="49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6" name="Freeform 142"/>
              <p:cNvSpPr>
                <a:spLocks/>
              </p:cNvSpPr>
              <p:nvPr/>
            </p:nvSpPr>
            <p:spPr bwMode="auto">
              <a:xfrm>
                <a:off x="2042" y="3175"/>
                <a:ext cx="149" cy="148"/>
              </a:xfrm>
              <a:custGeom>
                <a:avLst/>
                <a:gdLst>
                  <a:gd name="T0" fmla="*/ 0 w 892"/>
                  <a:gd name="T1" fmla="*/ 4 h 891"/>
                  <a:gd name="T2" fmla="*/ 4 w 892"/>
                  <a:gd name="T3" fmla="*/ 0 h 891"/>
                  <a:gd name="T4" fmla="*/ 4 w 892"/>
                  <a:gd name="T5" fmla="*/ 0 h 89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92" h="891">
                    <a:moveTo>
                      <a:pt x="0" y="891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7" name="Freeform 143"/>
              <p:cNvSpPr>
                <a:spLocks/>
              </p:cNvSpPr>
              <p:nvPr/>
            </p:nvSpPr>
            <p:spPr bwMode="auto">
              <a:xfrm>
                <a:off x="2042" y="3330"/>
                <a:ext cx="149" cy="149"/>
              </a:xfrm>
              <a:custGeom>
                <a:avLst/>
                <a:gdLst>
                  <a:gd name="T0" fmla="*/ 0 w 893"/>
                  <a:gd name="T1" fmla="*/ 4 h 892"/>
                  <a:gd name="T2" fmla="*/ 4 w 893"/>
                  <a:gd name="T3" fmla="*/ 0 h 892"/>
                  <a:gd name="T4" fmla="*/ 4 w 893"/>
                  <a:gd name="T5" fmla="*/ 0 h 8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93" h="892">
                    <a:moveTo>
                      <a:pt x="0" y="892"/>
                    </a:moveTo>
                    <a:lnTo>
                      <a:pt x="892" y="0"/>
                    </a:lnTo>
                    <a:lnTo>
                      <a:pt x="8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8" name="Freeform 144"/>
              <p:cNvSpPr>
                <a:spLocks/>
              </p:cNvSpPr>
              <p:nvPr/>
            </p:nvSpPr>
            <p:spPr bwMode="auto">
              <a:xfrm>
                <a:off x="2017" y="3486"/>
                <a:ext cx="174" cy="174"/>
              </a:xfrm>
              <a:custGeom>
                <a:avLst/>
                <a:gdLst>
                  <a:gd name="T0" fmla="*/ 0 w 1043"/>
                  <a:gd name="T1" fmla="*/ 5 h 1042"/>
                  <a:gd name="T2" fmla="*/ 5 w 1043"/>
                  <a:gd name="T3" fmla="*/ 0 h 1042"/>
                  <a:gd name="T4" fmla="*/ 5 w 1043"/>
                  <a:gd name="T5" fmla="*/ 0 h 10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43" h="1042">
                    <a:moveTo>
                      <a:pt x="0" y="1042"/>
                    </a:moveTo>
                    <a:lnTo>
                      <a:pt x="1042" y="0"/>
                    </a:lnTo>
                    <a:lnTo>
                      <a:pt x="10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49" name="Freeform 145"/>
              <p:cNvSpPr>
                <a:spLocks/>
              </p:cNvSpPr>
              <p:nvPr/>
            </p:nvSpPr>
            <p:spPr bwMode="auto">
              <a:xfrm>
                <a:off x="2389" y="3178"/>
                <a:ext cx="109" cy="110"/>
              </a:xfrm>
              <a:custGeom>
                <a:avLst/>
                <a:gdLst>
                  <a:gd name="T0" fmla="*/ 0 w 658"/>
                  <a:gd name="T1" fmla="*/ 3 h 658"/>
                  <a:gd name="T2" fmla="*/ 3 w 658"/>
                  <a:gd name="T3" fmla="*/ 0 h 658"/>
                  <a:gd name="T4" fmla="*/ 3 w 658"/>
                  <a:gd name="T5" fmla="*/ 0 h 6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8" h="658">
                    <a:moveTo>
                      <a:pt x="0" y="658"/>
                    </a:moveTo>
                    <a:lnTo>
                      <a:pt x="657" y="0"/>
                    </a:lnTo>
                    <a:lnTo>
                      <a:pt x="65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50" name="Freeform 146"/>
              <p:cNvSpPr>
                <a:spLocks/>
              </p:cNvSpPr>
              <p:nvPr/>
            </p:nvSpPr>
            <p:spPr bwMode="auto">
              <a:xfrm>
                <a:off x="2389" y="3211"/>
                <a:ext cx="232" cy="232"/>
              </a:xfrm>
              <a:custGeom>
                <a:avLst/>
                <a:gdLst>
                  <a:gd name="T0" fmla="*/ 0 w 1395"/>
                  <a:gd name="T1" fmla="*/ 6 h 1395"/>
                  <a:gd name="T2" fmla="*/ 6 w 1395"/>
                  <a:gd name="T3" fmla="*/ 0 h 1395"/>
                  <a:gd name="T4" fmla="*/ 6 w 1395"/>
                  <a:gd name="T5" fmla="*/ 0 h 139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95" h="1395">
                    <a:moveTo>
                      <a:pt x="0" y="1395"/>
                    </a:moveTo>
                    <a:lnTo>
                      <a:pt x="1394" y="0"/>
                    </a:lnTo>
                    <a:lnTo>
                      <a:pt x="139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51" name="Freeform 147"/>
              <p:cNvSpPr>
                <a:spLocks/>
              </p:cNvSpPr>
              <p:nvPr/>
            </p:nvSpPr>
            <p:spPr bwMode="auto">
              <a:xfrm>
                <a:off x="2389" y="3451"/>
                <a:ext cx="148" cy="148"/>
              </a:xfrm>
              <a:custGeom>
                <a:avLst/>
                <a:gdLst>
                  <a:gd name="T0" fmla="*/ 0 w 891"/>
                  <a:gd name="T1" fmla="*/ 4 h 892"/>
                  <a:gd name="T2" fmla="*/ 4 w 891"/>
                  <a:gd name="T3" fmla="*/ 0 h 892"/>
                  <a:gd name="T4" fmla="*/ 4 w 891"/>
                  <a:gd name="T5" fmla="*/ 0 h 8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91" h="892">
                    <a:moveTo>
                      <a:pt x="0" y="892"/>
                    </a:moveTo>
                    <a:lnTo>
                      <a:pt x="890" y="0"/>
                    </a:lnTo>
                    <a:lnTo>
                      <a:pt x="8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52" name="Freeform 148"/>
              <p:cNvSpPr>
                <a:spLocks/>
              </p:cNvSpPr>
              <p:nvPr/>
            </p:nvSpPr>
            <p:spPr bwMode="auto">
              <a:xfrm>
                <a:off x="2484" y="3559"/>
                <a:ext cx="101" cy="101"/>
              </a:xfrm>
              <a:custGeom>
                <a:avLst/>
                <a:gdLst>
                  <a:gd name="T0" fmla="*/ 0 w 607"/>
                  <a:gd name="T1" fmla="*/ 3 h 606"/>
                  <a:gd name="T2" fmla="*/ 3 w 607"/>
                  <a:gd name="T3" fmla="*/ 0 h 606"/>
                  <a:gd name="T4" fmla="*/ 3 w 607"/>
                  <a:gd name="T5" fmla="*/ 0 h 6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7" h="606">
                    <a:moveTo>
                      <a:pt x="0" y="606"/>
                    </a:moveTo>
                    <a:lnTo>
                      <a:pt x="606" y="0"/>
                    </a:lnTo>
                    <a:lnTo>
                      <a:pt x="6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53" name="Freeform 149"/>
              <p:cNvSpPr>
                <a:spLocks/>
              </p:cNvSpPr>
              <p:nvPr/>
            </p:nvSpPr>
            <p:spPr bwMode="auto">
              <a:xfrm>
                <a:off x="2713" y="3509"/>
                <a:ext cx="77" cy="77"/>
              </a:xfrm>
              <a:custGeom>
                <a:avLst/>
                <a:gdLst>
                  <a:gd name="T0" fmla="*/ 0 w 463"/>
                  <a:gd name="T1" fmla="*/ 2 h 462"/>
                  <a:gd name="T2" fmla="*/ 2 w 463"/>
                  <a:gd name="T3" fmla="*/ 0 h 462"/>
                  <a:gd name="T4" fmla="*/ 2 w 463"/>
                  <a:gd name="T5" fmla="*/ 0 h 4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3" h="462">
                    <a:moveTo>
                      <a:pt x="0" y="462"/>
                    </a:moveTo>
                    <a:lnTo>
                      <a:pt x="462" y="0"/>
                    </a:lnTo>
                    <a:lnTo>
                      <a:pt x="46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738" name="Freeform 150"/>
            <p:cNvSpPr>
              <a:spLocks/>
            </p:cNvSpPr>
            <p:nvPr/>
          </p:nvSpPr>
          <p:spPr bwMode="auto">
            <a:xfrm>
              <a:off x="2795" y="3866"/>
              <a:ext cx="2" cy="3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0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17"/>
                  </a:moveTo>
                  <a:lnTo>
                    <a:pt x="16" y="0"/>
                  </a:lnTo>
                  <a:lnTo>
                    <a:pt x="1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9" name="Line 151"/>
            <p:cNvSpPr>
              <a:spLocks noChangeShapeType="1"/>
            </p:cNvSpPr>
            <p:nvPr/>
          </p:nvSpPr>
          <p:spPr bwMode="auto">
            <a:xfrm>
              <a:off x="2802" y="3742"/>
              <a:ext cx="1" cy="13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40" name="Line 152"/>
            <p:cNvSpPr>
              <a:spLocks noChangeShapeType="1"/>
            </p:cNvSpPr>
            <p:nvPr/>
          </p:nvSpPr>
          <p:spPr bwMode="auto">
            <a:xfrm>
              <a:off x="1772" y="3867"/>
              <a:ext cx="104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AD4F10C-663C-43BF-8BBD-CFED03D5AB3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21240" name="Text Box 56"/>
          <p:cNvSpPr txBox="1">
            <a:spLocks noChangeArrowheads="1"/>
          </p:cNvSpPr>
          <p:nvPr/>
        </p:nvSpPr>
        <p:spPr bwMode="auto">
          <a:xfrm>
            <a:off x="230188" y="142225"/>
            <a:ext cx="87614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(3)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实心杆上有孔、槽时，应采用局部剖视。 </a:t>
            </a:r>
          </a:p>
        </p:txBody>
      </p:sp>
      <p:grpSp>
        <p:nvGrpSpPr>
          <p:cNvPr id="221241" name="Group 57"/>
          <p:cNvGrpSpPr>
            <a:grpSpLocks/>
          </p:cNvGrpSpPr>
          <p:nvPr/>
        </p:nvGrpSpPr>
        <p:grpSpPr bwMode="auto">
          <a:xfrm>
            <a:off x="1251856" y="809231"/>
            <a:ext cx="5757303" cy="918830"/>
            <a:chOff x="816" y="3033"/>
            <a:chExt cx="3942" cy="911"/>
          </a:xfrm>
        </p:grpSpPr>
        <p:sp>
          <p:nvSpPr>
            <p:cNvPr id="26629" name="Rectangle 58"/>
            <p:cNvSpPr>
              <a:spLocks noChangeArrowheads="1"/>
            </p:cNvSpPr>
            <p:nvPr/>
          </p:nvSpPr>
          <p:spPr bwMode="auto">
            <a:xfrm>
              <a:off x="2922" y="3111"/>
              <a:ext cx="689" cy="74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6630" name="Rectangle 59"/>
            <p:cNvSpPr>
              <a:spLocks noChangeArrowheads="1"/>
            </p:cNvSpPr>
            <p:nvPr/>
          </p:nvSpPr>
          <p:spPr bwMode="auto">
            <a:xfrm>
              <a:off x="1044" y="3344"/>
              <a:ext cx="478" cy="27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6631" name="Rectangle 60"/>
            <p:cNvSpPr>
              <a:spLocks noChangeArrowheads="1"/>
            </p:cNvSpPr>
            <p:nvPr/>
          </p:nvSpPr>
          <p:spPr bwMode="auto">
            <a:xfrm>
              <a:off x="910" y="3033"/>
              <a:ext cx="1934" cy="91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6632" name="Freeform 61"/>
            <p:cNvSpPr>
              <a:spLocks/>
            </p:cNvSpPr>
            <p:nvPr/>
          </p:nvSpPr>
          <p:spPr bwMode="auto">
            <a:xfrm>
              <a:off x="1518" y="3485"/>
              <a:ext cx="81" cy="145"/>
            </a:xfrm>
            <a:custGeom>
              <a:avLst/>
              <a:gdLst>
                <a:gd name="T0" fmla="*/ 81 w 81"/>
                <a:gd name="T1" fmla="*/ 0 h 145"/>
                <a:gd name="T2" fmla="*/ 0 w 81"/>
                <a:gd name="T3" fmla="*/ 145 h 1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" h="145">
                  <a:moveTo>
                    <a:pt x="81" y="0"/>
                  </a:moveTo>
                  <a:lnTo>
                    <a:pt x="0" y="1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Freeform 62"/>
            <p:cNvSpPr>
              <a:spLocks/>
            </p:cNvSpPr>
            <p:nvPr/>
          </p:nvSpPr>
          <p:spPr bwMode="auto">
            <a:xfrm>
              <a:off x="1521" y="3342"/>
              <a:ext cx="78" cy="143"/>
            </a:xfrm>
            <a:custGeom>
              <a:avLst/>
              <a:gdLst>
                <a:gd name="T0" fmla="*/ 78 w 78"/>
                <a:gd name="T1" fmla="*/ 143 h 143"/>
                <a:gd name="T2" fmla="*/ 3 w 78"/>
                <a:gd name="T3" fmla="*/ 0 h 143"/>
                <a:gd name="T4" fmla="*/ 0 w 78"/>
                <a:gd name="T5" fmla="*/ 7 h 1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43">
                  <a:moveTo>
                    <a:pt x="78" y="143"/>
                  </a:moveTo>
                  <a:lnTo>
                    <a:pt x="3" y="0"/>
                  </a:lnTo>
                  <a:lnTo>
                    <a:pt x="0" y="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4" name="Freeform 63"/>
            <p:cNvSpPr>
              <a:spLocks/>
            </p:cNvSpPr>
            <p:nvPr/>
          </p:nvSpPr>
          <p:spPr bwMode="auto">
            <a:xfrm>
              <a:off x="907" y="3268"/>
              <a:ext cx="140" cy="81"/>
            </a:xfrm>
            <a:custGeom>
              <a:avLst/>
              <a:gdLst>
                <a:gd name="T0" fmla="*/ 35 w 280"/>
                <a:gd name="T1" fmla="*/ 21 h 161"/>
                <a:gd name="T2" fmla="*/ 0 w 280"/>
                <a:gd name="T3" fmla="*/ 0 h 161"/>
                <a:gd name="T4" fmla="*/ 1 w 280"/>
                <a:gd name="T5" fmla="*/ 0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0" h="161">
                  <a:moveTo>
                    <a:pt x="280" y="1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Freeform 64"/>
            <p:cNvSpPr>
              <a:spLocks/>
            </p:cNvSpPr>
            <p:nvPr/>
          </p:nvSpPr>
          <p:spPr bwMode="auto">
            <a:xfrm>
              <a:off x="907" y="3620"/>
              <a:ext cx="140" cy="81"/>
            </a:xfrm>
            <a:custGeom>
              <a:avLst/>
              <a:gdLst>
                <a:gd name="T0" fmla="*/ 35 w 280"/>
                <a:gd name="T1" fmla="*/ 0 h 163"/>
                <a:gd name="T2" fmla="*/ 0 w 280"/>
                <a:gd name="T3" fmla="*/ 20 h 163"/>
                <a:gd name="T4" fmla="*/ 1 w 280"/>
                <a:gd name="T5" fmla="*/ 20 h 1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0" h="163">
                  <a:moveTo>
                    <a:pt x="280" y="0"/>
                  </a:moveTo>
                  <a:lnTo>
                    <a:pt x="0" y="163"/>
                  </a:lnTo>
                  <a:lnTo>
                    <a:pt x="1" y="1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Freeform 65"/>
            <p:cNvSpPr>
              <a:spLocks/>
            </p:cNvSpPr>
            <p:nvPr/>
          </p:nvSpPr>
          <p:spPr bwMode="auto">
            <a:xfrm>
              <a:off x="907" y="3138"/>
              <a:ext cx="899" cy="714"/>
            </a:xfrm>
            <a:custGeom>
              <a:avLst/>
              <a:gdLst>
                <a:gd name="T0" fmla="*/ 0 w 899"/>
                <a:gd name="T1" fmla="*/ 0 h 714"/>
                <a:gd name="T2" fmla="*/ 137 w 899"/>
                <a:gd name="T3" fmla="*/ 24 h 714"/>
                <a:gd name="T4" fmla="*/ 262 w 899"/>
                <a:gd name="T5" fmla="*/ 78 h 714"/>
                <a:gd name="T6" fmla="*/ 539 w 899"/>
                <a:gd name="T7" fmla="*/ 24 h 714"/>
                <a:gd name="T8" fmla="*/ 798 w 899"/>
                <a:gd name="T9" fmla="*/ 129 h 714"/>
                <a:gd name="T10" fmla="*/ 855 w 899"/>
                <a:gd name="T11" fmla="*/ 162 h 714"/>
                <a:gd name="T12" fmla="*/ 886 w 899"/>
                <a:gd name="T13" fmla="*/ 208 h 714"/>
                <a:gd name="T14" fmla="*/ 899 w 899"/>
                <a:gd name="T15" fmla="*/ 342 h 714"/>
                <a:gd name="T16" fmla="*/ 875 w 899"/>
                <a:gd name="T17" fmla="*/ 504 h 714"/>
                <a:gd name="T18" fmla="*/ 791 w 899"/>
                <a:gd name="T19" fmla="*/ 618 h 714"/>
                <a:gd name="T20" fmla="*/ 666 w 899"/>
                <a:gd name="T21" fmla="*/ 634 h 714"/>
                <a:gd name="T22" fmla="*/ 522 w 899"/>
                <a:gd name="T23" fmla="*/ 652 h 714"/>
                <a:gd name="T24" fmla="*/ 400 w 899"/>
                <a:gd name="T25" fmla="*/ 714 h 714"/>
                <a:gd name="T26" fmla="*/ 271 w 899"/>
                <a:gd name="T27" fmla="*/ 714 h 714"/>
                <a:gd name="T28" fmla="*/ 134 w 899"/>
                <a:gd name="T29" fmla="*/ 678 h 714"/>
                <a:gd name="T30" fmla="*/ 0 w 899"/>
                <a:gd name="T31" fmla="*/ 687 h 714"/>
                <a:gd name="T32" fmla="*/ 1 w 899"/>
                <a:gd name="T33" fmla="*/ 687 h 71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99" h="714">
                  <a:moveTo>
                    <a:pt x="0" y="0"/>
                  </a:moveTo>
                  <a:lnTo>
                    <a:pt x="137" y="24"/>
                  </a:lnTo>
                  <a:lnTo>
                    <a:pt x="262" y="78"/>
                  </a:lnTo>
                  <a:lnTo>
                    <a:pt x="539" y="24"/>
                  </a:lnTo>
                  <a:lnTo>
                    <a:pt x="798" y="129"/>
                  </a:lnTo>
                  <a:lnTo>
                    <a:pt x="855" y="162"/>
                  </a:lnTo>
                  <a:lnTo>
                    <a:pt x="886" y="208"/>
                  </a:lnTo>
                  <a:lnTo>
                    <a:pt x="899" y="342"/>
                  </a:lnTo>
                  <a:lnTo>
                    <a:pt x="875" y="504"/>
                  </a:lnTo>
                  <a:lnTo>
                    <a:pt x="791" y="618"/>
                  </a:lnTo>
                  <a:lnTo>
                    <a:pt x="666" y="634"/>
                  </a:lnTo>
                  <a:lnTo>
                    <a:pt x="522" y="652"/>
                  </a:lnTo>
                  <a:lnTo>
                    <a:pt x="400" y="714"/>
                  </a:lnTo>
                  <a:lnTo>
                    <a:pt x="271" y="714"/>
                  </a:lnTo>
                  <a:lnTo>
                    <a:pt x="134" y="678"/>
                  </a:lnTo>
                  <a:lnTo>
                    <a:pt x="0" y="687"/>
                  </a:lnTo>
                  <a:lnTo>
                    <a:pt x="1" y="6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Freeform 66"/>
            <p:cNvSpPr>
              <a:spLocks/>
            </p:cNvSpPr>
            <p:nvPr/>
          </p:nvSpPr>
          <p:spPr bwMode="auto">
            <a:xfrm>
              <a:off x="2839" y="3199"/>
              <a:ext cx="86" cy="1"/>
            </a:xfrm>
            <a:custGeom>
              <a:avLst/>
              <a:gdLst>
                <a:gd name="T0" fmla="*/ 0 w 173"/>
                <a:gd name="T1" fmla="*/ 0 h 1"/>
                <a:gd name="T2" fmla="*/ 21 w 173"/>
                <a:gd name="T3" fmla="*/ 0 h 1"/>
                <a:gd name="T4" fmla="*/ 21 w 17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" h="1">
                  <a:moveTo>
                    <a:pt x="0" y="0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8" name="Freeform 67"/>
            <p:cNvSpPr>
              <a:spLocks/>
            </p:cNvSpPr>
            <p:nvPr/>
          </p:nvSpPr>
          <p:spPr bwMode="auto">
            <a:xfrm>
              <a:off x="2839" y="3770"/>
              <a:ext cx="86" cy="1"/>
            </a:xfrm>
            <a:custGeom>
              <a:avLst/>
              <a:gdLst>
                <a:gd name="T0" fmla="*/ 0 w 173"/>
                <a:gd name="T1" fmla="*/ 0 h 1"/>
                <a:gd name="T2" fmla="*/ 21 w 173"/>
                <a:gd name="T3" fmla="*/ 0 h 1"/>
                <a:gd name="T4" fmla="*/ 21 w 17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" h="1">
                  <a:moveTo>
                    <a:pt x="0" y="0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Freeform 68"/>
            <p:cNvSpPr>
              <a:spLocks/>
            </p:cNvSpPr>
            <p:nvPr/>
          </p:nvSpPr>
          <p:spPr bwMode="auto">
            <a:xfrm>
              <a:off x="3001" y="3376"/>
              <a:ext cx="110" cy="218"/>
            </a:xfrm>
            <a:custGeom>
              <a:avLst/>
              <a:gdLst>
                <a:gd name="T0" fmla="*/ 28 w 219"/>
                <a:gd name="T1" fmla="*/ 0 h 436"/>
                <a:gd name="T2" fmla="*/ 8 w 219"/>
                <a:gd name="T3" fmla="*/ 8 h 436"/>
                <a:gd name="T4" fmla="*/ 0 w 219"/>
                <a:gd name="T5" fmla="*/ 28 h 436"/>
                <a:gd name="T6" fmla="*/ 8 w 219"/>
                <a:gd name="T7" fmla="*/ 47 h 436"/>
                <a:gd name="T8" fmla="*/ 28 w 219"/>
                <a:gd name="T9" fmla="*/ 55 h 436"/>
                <a:gd name="T10" fmla="*/ 28 w 219"/>
                <a:gd name="T11" fmla="*/ 55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9" h="436">
                  <a:moveTo>
                    <a:pt x="218" y="0"/>
                  </a:moveTo>
                  <a:lnTo>
                    <a:pt x="63" y="64"/>
                  </a:lnTo>
                  <a:lnTo>
                    <a:pt x="0" y="219"/>
                  </a:lnTo>
                  <a:lnTo>
                    <a:pt x="63" y="373"/>
                  </a:lnTo>
                  <a:lnTo>
                    <a:pt x="218" y="436"/>
                  </a:lnTo>
                  <a:lnTo>
                    <a:pt x="219" y="43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Freeform 69"/>
            <p:cNvSpPr>
              <a:spLocks/>
            </p:cNvSpPr>
            <p:nvPr/>
          </p:nvSpPr>
          <p:spPr bwMode="auto">
            <a:xfrm>
              <a:off x="3437" y="3376"/>
              <a:ext cx="109" cy="218"/>
            </a:xfrm>
            <a:custGeom>
              <a:avLst/>
              <a:gdLst>
                <a:gd name="T0" fmla="*/ 0 w 219"/>
                <a:gd name="T1" fmla="*/ 55 h 436"/>
                <a:gd name="T2" fmla="*/ 19 w 219"/>
                <a:gd name="T3" fmla="*/ 47 h 436"/>
                <a:gd name="T4" fmla="*/ 27 w 219"/>
                <a:gd name="T5" fmla="*/ 28 h 436"/>
                <a:gd name="T6" fmla="*/ 19 w 219"/>
                <a:gd name="T7" fmla="*/ 8 h 436"/>
                <a:gd name="T8" fmla="*/ 0 w 219"/>
                <a:gd name="T9" fmla="*/ 0 h 436"/>
                <a:gd name="T10" fmla="*/ 0 w 219"/>
                <a:gd name="T11" fmla="*/ 0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9" h="436">
                  <a:moveTo>
                    <a:pt x="0" y="436"/>
                  </a:moveTo>
                  <a:lnTo>
                    <a:pt x="154" y="373"/>
                  </a:lnTo>
                  <a:lnTo>
                    <a:pt x="219" y="219"/>
                  </a:lnTo>
                  <a:lnTo>
                    <a:pt x="154" y="64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1" name="Freeform 70"/>
            <p:cNvSpPr>
              <a:spLocks/>
            </p:cNvSpPr>
            <p:nvPr/>
          </p:nvSpPr>
          <p:spPr bwMode="auto">
            <a:xfrm>
              <a:off x="3110" y="3376"/>
              <a:ext cx="328" cy="1"/>
            </a:xfrm>
            <a:custGeom>
              <a:avLst/>
              <a:gdLst>
                <a:gd name="T0" fmla="*/ 0 w 654"/>
                <a:gd name="T1" fmla="*/ 0 h 1"/>
                <a:gd name="T2" fmla="*/ 82 w 654"/>
                <a:gd name="T3" fmla="*/ 0 h 1"/>
                <a:gd name="T4" fmla="*/ 83 w 65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4" h="1">
                  <a:moveTo>
                    <a:pt x="0" y="0"/>
                  </a:moveTo>
                  <a:lnTo>
                    <a:pt x="653" y="0"/>
                  </a:lnTo>
                  <a:lnTo>
                    <a:pt x="6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71"/>
            <p:cNvSpPr>
              <a:spLocks/>
            </p:cNvSpPr>
            <p:nvPr/>
          </p:nvSpPr>
          <p:spPr bwMode="auto">
            <a:xfrm>
              <a:off x="3110" y="3594"/>
              <a:ext cx="328" cy="1"/>
            </a:xfrm>
            <a:custGeom>
              <a:avLst/>
              <a:gdLst>
                <a:gd name="T0" fmla="*/ 0 w 654"/>
                <a:gd name="T1" fmla="*/ 0 h 1"/>
                <a:gd name="T2" fmla="*/ 82 w 654"/>
                <a:gd name="T3" fmla="*/ 0 h 1"/>
                <a:gd name="T4" fmla="*/ 83 w 65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4" h="1">
                  <a:moveTo>
                    <a:pt x="0" y="0"/>
                  </a:moveTo>
                  <a:lnTo>
                    <a:pt x="653" y="0"/>
                  </a:lnTo>
                  <a:lnTo>
                    <a:pt x="6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72"/>
            <p:cNvSpPr>
              <a:spLocks/>
            </p:cNvSpPr>
            <p:nvPr/>
          </p:nvSpPr>
          <p:spPr bwMode="auto">
            <a:xfrm>
              <a:off x="3696" y="3199"/>
              <a:ext cx="308" cy="1"/>
            </a:xfrm>
            <a:custGeom>
              <a:avLst/>
              <a:gdLst>
                <a:gd name="T0" fmla="*/ 0 w 615"/>
                <a:gd name="T1" fmla="*/ 0 h 1"/>
                <a:gd name="T2" fmla="*/ 77 w 615"/>
                <a:gd name="T3" fmla="*/ 0 h 1"/>
                <a:gd name="T4" fmla="*/ 77 w 615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5" h="1">
                  <a:moveTo>
                    <a:pt x="0" y="0"/>
                  </a:moveTo>
                  <a:lnTo>
                    <a:pt x="614" y="0"/>
                  </a:lnTo>
                  <a:lnTo>
                    <a:pt x="61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Freeform 73"/>
            <p:cNvSpPr>
              <a:spLocks/>
            </p:cNvSpPr>
            <p:nvPr/>
          </p:nvSpPr>
          <p:spPr bwMode="auto">
            <a:xfrm>
              <a:off x="3696" y="3770"/>
              <a:ext cx="892" cy="1"/>
            </a:xfrm>
            <a:custGeom>
              <a:avLst/>
              <a:gdLst>
                <a:gd name="T0" fmla="*/ 0 w 1783"/>
                <a:gd name="T1" fmla="*/ 0 h 1"/>
                <a:gd name="T2" fmla="*/ 223 w 1783"/>
                <a:gd name="T3" fmla="*/ 0 h 1"/>
                <a:gd name="T4" fmla="*/ 223 w 178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83" h="1">
                  <a:moveTo>
                    <a:pt x="0" y="0"/>
                  </a:moveTo>
                  <a:lnTo>
                    <a:pt x="1782" y="0"/>
                  </a:lnTo>
                  <a:lnTo>
                    <a:pt x="178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74"/>
            <p:cNvSpPr>
              <a:spLocks/>
            </p:cNvSpPr>
            <p:nvPr/>
          </p:nvSpPr>
          <p:spPr bwMode="auto">
            <a:xfrm>
              <a:off x="3610" y="3285"/>
              <a:ext cx="86" cy="1"/>
            </a:xfrm>
            <a:custGeom>
              <a:avLst/>
              <a:gdLst>
                <a:gd name="T0" fmla="*/ 0 w 172"/>
                <a:gd name="T1" fmla="*/ 0 h 1"/>
                <a:gd name="T2" fmla="*/ 22 w 172"/>
                <a:gd name="T3" fmla="*/ 0 h 1"/>
                <a:gd name="T4" fmla="*/ 22 w 17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">
                  <a:moveTo>
                    <a:pt x="0" y="0"/>
                  </a:moveTo>
                  <a:lnTo>
                    <a:pt x="171" y="0"/>
                  </a:lnTo>
                  <a:lnTo>
                    <a:pt x="17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Freeform 75"/>
            <p:cNvSpPr>
              <a:spLocks/>
            </p:cNvSpPr>
            <p:nvPr/>
          </p:nvSpPr>
          <p:spPr bwMode="auto">
            <a:xfrm>
              <a:off x="3610" y="3685"/>
              <a:ext cx="86" cy="1"/>
            </a:xfrm>
            <a:custGeom>
              <a:avLst/>
              <a:gdLst>
                <a:gd name="T0" fmla="*/ 0 w 172"/>
                <a:gd name="T1" fmla="*/ 0 h 1"/>
                <a:gd name="T2" fmla="*/ 22 w 172"/>
                <a:gd name="T3" fmla="*/ 0 h 1"/>
                <a:gd name="T4" fmla="*/ 22 w 17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">
                  <a:moveTo>
                    <a:pt x="0" y="0"/>
                  </a:moveTo>
                  <a:lnTo>
                    <a:pt x="171" y="0"/>
                  </a:lnTo>
                  <a:lnTo>
                    <a:pt x="17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Freeform 76"/>
            <p:cNvSpPr>
              <a:spLocks/>
            </p:cNvSpPr>
            <p:nvPr/>
          </p:nvSpPr>
          <p:spPr bwMode="auto">
            <a:xfrm>
              <a:off x="3696" y="3199"/>
              <a:ext cx="1" cy="571"/>
            </a:xfrm>
            <a:custGeom>
              <a:avLst/>
              <a:gdLst>
                <a:gd name="T0" fmla="*/ 0 w 1"/>
                <a:gd name="T1" fmla="*/ 0 h 1144"/>
                <a:gd name="T2" fmla="*/ 0 w 1"/>
                <a:gd name="T3" fmla="*/ 142 h 1144"/>
                <a:gd name="T4" fmla="*/ 1 w 1"/>
                <a:gd name="T5" fmla="*/ 142 h 1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44">
                  <a:moveTo>
                    <a:pt x="0" y="0"/>
                  </a:moveTo>
                  <a:lnTo>
                    <a:pt x="0" y="1144"/>
                  </a:lnTo>
                  <a:lnTo>
                    <a:pt x="1" y="1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Freeform 77"/>
            <p:cNvSpPr>
              <a:spLocks/>
            </p:cNvSpPr>
            <p:nvPr/>
          </p:nvSpPr>
          <p:spPr bwMode="auto">
            <a:xfrm>
              <a:off x="4587" y="3199"/>
              <a:ext cx="1" cy="571"/>
            </a:xfrm>
            <a:custGeom>
              <a:avLst/>
              <a:gdLst>
                <a:gd name="T0" fmla="*/ 0 w 1"/>
                <a:gd name="T1" fmla="*/ 0 h 1144"/>
                <a:gd name="T2" fmla="*/ 0 w 1"/>
                <a:gd name="T3" fmla="*/ 142 h 1144"/>
                <a:gd name="T4" fmla="*/ 1 w 1"/>
                <a:gd name="T5" fmla="*/ 142 h 1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44">
                  <a:moveTo>
                    <a:pt x="0" y="0"/>
                  </a:moveTo>
                  <a:lnTo>
                    <a:pt x="0" y="1144"/>
                  </a:lnTo>
                  <a:lnTo>
                    <a:pt x="1" y="1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Freeform 78"/>
            <p:cNvSpPr>
              <a:spLocks/>
            </p:cNvSpPr>
            <p:nvPr/>
          </p:nvSpPr>
          <p:spPr bwMode="auto">
            <a:xfrm>
              <a:off x="4673" y="3285"/>
              <a:ext cx="1" cy="405"/>
            </a:xfrm>
            <a:custGeom>
              <a:avLst/>
              <a:gdLst>
                <a:gd name="T0" fmla="*/ 0 w 1"/>
                <a:gd name="T1" fmla="*/ 0 h 405"/>
                <a:gd name="T2" fmla="*/ 1 w 1"/>
                <a:gd name="T3" fmla="*/ 405 h 405"/>
                <a:gd name="T4" fmla="*/ 1 w 1"/>
                <a:gd name="T5" fmla="*/ 400 h 4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05">
                  <a:moveTo>
                    <a:pt x="0" y="0"/>
                  </a:moveTo>
                  <a:lnTo>
                    <a:pt x="1" y="405"/>
                  </a:lnTo>
                  <a:lnTo>
                    <a:pt x="1" y="40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0" name="Freeform 79"/>
            <p:cNvSpPr>
              <a:spLocks/>
            </p:cNvSpPr>
            <p:nvPr/>
          </p:nvSpPr>
          <p:spPr bwMode="auto">
            <a:xfrm>
              <a:off x="4587" y="3199"/>
              <a:ext cx="86" cy="86"/>
            </a:xfrm>
            <a:custGeom>
              <a:avLst/>
              <a:gdLst>
                <a:gd name="T0" fmla="*/ 22 w 171"/>
                <a:gd name="T1" fmla="*/ 21 h 173"/>
                <a:gd name="T2" fmla="*/ 0 w 171"/>
                <a:gd name="T3" fmla="*/ 0 h 173"/>
                <a:gd name="T4" fmla="*/ 1 w 171"/>
                <a:gd name="T5" fmla="*/ 0 h 1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1" h="173">
                  <a:moveTo>
                    <a:pt x="171" y="17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Freeform 80"/>
            <p:cNvSpPr>
              <a:spLocks/>
            </p:cNvSpPr>
            <p:nvPr/>
          </p:nvSpPr>
          <p:spPr bwMode="auto">
            <a:xfrm>
              <a:off x="4587" y="3684"/>
              <a:ext cx="87" cy="86"/>
            </a:xfrm>
            <a:custGeom>
              <a:avLst/>
              <a:gdLst>
                <a:gd name="T0" fmla="*/ 87 w 87"/>
                <a:gd name="T1" fmla="*/ 0 h 86"/>
                <a:gd name="T2" fmla="*/ 0 w 87"/>
                <a:gd name="T3" fmla="*/ 86 h 86"/>
                <a:gd name="T4" fmla="*/ 1 w 87"/>
                <a:gd name="T5" fmla="*/ 86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86">
                  <a:moveTo>
                    <a:pt x="87" y="0"/>
                  </a:moveTo>
                  <a:lnTo>
                    <a:pt x="0" y="86"/>
                  </a:lnTo>
                  <a:lnTo>
                    <a:pt x="1" y="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Freeform 81"/>
            <p:cNvSpPr>
              <a:spLocks/>
            </p:cNvSpPr>
            <p:nvPr/>
          </p:nvSpPr>
          <p:spPr bwMode="auto">
            <a:xfrm>
              <a:off x="4144" y="3144"/>
              <a:ext cx="2" cy="335"/>
            </a:xfrm>
            <a:custGeom>
              <a:avLst/>
              <a:gdLst>
                <a:gd name="T0" fmla="*/ 2 w 2"/>
                <a:gd name="T1" fmla="*/ 0 h 335"/>
                <a:gd name="T2" fmla="*/ 0 w 2"/>
                <a:gd name="T3" fmla="*/ 335 h 335"/>
                <a:gd name="T4" fmla="*/ 1 w 2"/>
                <a:gd name="T5" fmla="*/ 335 h 3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35">
                  <a:moveTo>
                    <a:pt x="2" y="0"/>
                  </a:moveTo>
                  <a:lnTo>
                    <a:pt x="0" y="335"/>
                  </a:lnTo>
                  <a:lnTo>
                    <a:pt x="1" y="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3" name="Freeform 82"/>
            <p:cNvSpPr>
              <a:spLocks/>
            </p:cNvSpPr>
            <p:nvPr/>
          </p:nvSpPr>
          <p:spPr bwMode="auto">
            <a:xfrm>
              <a:off x="4003" y="3199"/>
              <a:ext cx="1" cy="12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30 h 240"/>
                <a:gd name="T4" fmla="*/ 1 w 1"/>
                <a:gd name="T5" fmla="*/ 3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  <a:lnTo>
                    <a:pt x="1" y="2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Freeform 83"/>
            <p:cNvSpPr>
              <a:spLocks/>
            </p:cNvSpPr>
            <p:nvPr/>
          </p:nvSpPr>
          <p:spPr bwMode="auto">
            <a:xfrm>
              <a:off x="4003" y="3319"/>
              <a:ext cx="283" cy="1"/>
            </a:xfrm>
            <a:custGeom>
              <a:avLst/>
              <a:gdLst>
                <a:gd name="T0" fmla="*/ 0 w 566"/>
                <a:gd name="T1" fmla="*/ 0 h 1"/>
                <a:gd name="T2" fmla="*/ 71 w 566"/>
                <a:gd name="T3" fmla="*/ 0 h 1"/>
                <a:gd name="T4" fmla="*/ 71 w 56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6" h="1">
                  <a:moveTo>
                    <a:pt x="0" y="0"/>
                  </a:moveTo>
                  <a:lnTo>
                    <a:pt x="565" y="0"/>
                  </a:lnTo>
                  <a:lnTo>
                    <a:pt x="56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5" name="Freeform 84"/>
            <p:cNvSpPr>
              <a:spLocks/>
            </p:cNvSpPr>
            <p:nvPr/>
          </p:nvSpPr>
          <p:spPr bwMode="auto">
            <a:xfrm>
              <a:off x="4286" y="3199"/>
              <a:ext cx="1" cy="12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30 h 240"/>
                <a:gd name="T4" fmla="*/ 1 w 1"/>
                <a:gd name="T5" fmla="*/ 3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  <a:lnTo>
                    <a:pt x="1" y="2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6" name="Freeform 85"/>
            <p:cNvSpPr>
              <a:spLocks/>
            </p:cNvSpPr>
            <p:nvPr/>
          </p:nvSpPr>
          <p:spPr bwMode="auto">
            <a:xfrm>
              <a:off x="4286" y="3199"/>
              <a:ext cx="302" cy="1"/>
            </a:xfrm>
            <a:custGeom>
              <a:avLst/>
              <a:gdLst>
                <a:gd name="T0" fmla="*/ 0 w 604"/>
                <a:gd name="T1" fmla="*/ 0 h 1"/>
                <a:gd name="T2" fmla="*/ 76 w 604"/>
                <a:gd name="T3" fmla="*/ 0 h 1"/>
                <a:gd name="T4" fmla="*/ 76 w 60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4" h="1">
                  <a:moveTo>
                    <a:pt x="0" y="0"/>
                  </a:moveTo>
                  <a:lnTo>
                    <a:pt x="603" y="0"/>
                  </a:lnTo>
                  <a:lnTo>
                    <a:pt x="60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7" name="Freeform 86"/>
            <p:cNvSpPr>
              <a:spLocks/>
            </p:cNvSpPr>
            <p:nvPr/>
          </p:nvSpPr>
          <p:spPr bwMode="auto">
            <a:xfrm>
              <a:off x="4003" y="3199"/>
              <a:ext cx="288" cy="35"/>
            </a:xfrm>
            <a:custGeom>
              <a:avLst/>
              <a:gdLst>
                <a:gd name="T0" fmla="*/ 0 w 576"/>
                <a:gd name="T1" fmla="*/ 0 h 71"/>
                <a:gd name="T2" fmla="*/ 36 w 576"/>
                <a:gd name="T3" fmla="*/ 8 h 71"/>
                <a:gd name="T4" fmla="*/ 72 w 576"/>
                <a:gd name="T5" fmla="*/ 1 h 71"/>
                <a:gd name="T6" fmla="*/ 72 w 576"/>
                <a:gd name="T7" fmla="*/ 1 h 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71">
                  <a:moveTo>
                    <a:pt x="0" y="0"/>
                  </a:moveTo>
                  <a:lnTo>
                    <a:pt x="285" y="71"/>
                  </a:lnTo>
                  <a:lnTo>
                    <a:pt x="575" y="14"/>
                  </a:lnTo>
                  <a:lnTo>
                    <a:pt x="576" y="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Freeform 87"/>
            <p:cNvSpPr>
              <a:spLocks/>
            </p:cNvSpPr>
            <p:nvPr/>
          </p:nvSpPr>
          <p:spPr bwMode="auto">
            <a:xfrm>
              <a:off x="4060" y="3319"/>
              <a:ext cx="2" cy="77"/>
            </a:xfrm>
            <a:custGeom>
              <a:avLst/>
              <a:gdLst>
                <a:gd name="T0" fmla="*/ 0 w 2"/>
                <a:gd name="T1" fmla="*/ 0 h 77"/>
                <a:gd name="T2" fmla="*/ 2 w 2"/>
                <a:gd name="T3" fmla="*/ 77 h 77"/>
                <a:gd name="T4" fmla="*/ 1 w 2"/>
                <a:gd name="T5" fmla="*/ 64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7">
                  <a:moveTo>
                    <a:pt x="0" y="0"/>
                  </a:moveTo>
                  <a:lnTo>
                    <a:pt x="2" y="77"/>
                  </a:lnTo>
                  <a:lnTo>
                    <a:pt x="1" y="6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Freeform 88"/>
            <p:cNvSpPr>
              <a:spLocks/>
            </p:cNvSpPr>
            <p:nvPr/>
          </p:nvSpPr>
          <p:spPr bwMode="auto">
            <a:xfrm>
              <a:off x="4094" y="3417"/>
              <a:ext cx="101" cy="1"/>
            </a:xfrm>
            <a:custGeom>
              <a:avLst/>
              <a:gdLst>
                <a:gd name="T0" fmla="*/ 0 w 203"/>
                <a:gd name="T1" fmla="*/ 0 h 1"/>
                <a:gd name="T2" fmla="*/ 25 w 203"/>
                <a:gd name="T3" fmla="*/ 0 h 1"/>
                <a:gd name="T4" fmla="*/ 25 w 20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3" h="1">
                  <a:moveTo>
                    <a:pt x="0" y="0"/>
                  </a:moveTo>
                  <a:lnTo>
                    <a:pt x="202" y="0"/>
                  </a:lnTo>
                  <a:lnTo>
                    <a:pt x="20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0" name="Freeform 89"/>
            <p:cNvSpPr>
              <a:spLocks/>
            </p:cNvSpPr>
            <p:nvPr/>
          </p:nvSpPr>
          <p:spPr bwMode="auto">
            <a:xfrm>
              <a:off x="4229" y="3319"/>
              <a:ext cx="1" cy="71"/>
            </a:xfrm>
            <a:custGeom>
              <a:avLst/>
              <a:gdLst>
                <a:gd name="T0" fmla="*/ 0 w 1"/>
                <a:gd name="T1" fmla="*/ 0 h 71"/>
                <a:gd name="T2" fmla="*/ 1 w 1"/>
                <a:gd name="T3" fmla="*/ 71 h 71"/>
                <a:gd name="T4" fmla="*/ 1 w 1"/>
                <a:gd name="T5" fmla="*/ 64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1">
                  <a:moveTo>
                    <a:pt x="0" y="0"/>
                  </a:moveTo>
                  <a:lnTo>
                    <a:pt x="1" y="71"/>
                  </a:lnTo>
                  <a:lnTo>
                    <a:pt x="1" y="6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Freeform 90"/>
            <p:cNvSpPr>
              <a:spLocks/>
            </p:cNvSpPr>
            <p:nvPr/>
          </p:nvSpPr>
          <p:spPr bwMode="auto">
            <a:xfrm>
              <a:off x="4060" y="3383"/>
              <a:ext cx="35" cy="34"/>
            </a:xfrm>
            <a:custGeom>
              <a:avLst/>
              <a:gdLst>
                <a:gd name="T0" fmla="*/ 0 w 70"/>
                <a:gd name="T1" fmla="*/ 0 h 69"/>
                <a:gd name="T2" fmla="*/ 3 w 70"/>
                <a:gd name="T3" fmla="*/ 6 h 69"/>
                <a:gd name="T4" fmla="*/ 9 w 70"/>
                <a:gd name="T5" fmla="*/ 8 h 69"/>
                <a:gd name="T6" fmla="*/ 9 w 70"/>
                <a:gd name="T7" fmla="*/ 8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69">
                  <a:moveTo>
                    <a:pt x="0" y="0"/>
                  </a:moveTo>
                  <a:lnTo>
                    <a:pt x="20" y="49"/>
                  </a:lnTo>
                  <a:lnTo>
                    <a:pt x="69" y="69"/>
                  </a:lnTo>
                  <a:lnTo>
                    <a:pt x="70" y="6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2" name="Freeform 91"/>
            <p:cNvSpPr>
              <a:spLocks/>
            </p:cNvSpPr>
            <p:nvPr/>
          </p:nvSpPr>
          <p:spPr bwMode="auto">
            <a:xfrm>
              <a:off x="4195" y="3383"/>
              <a:ext cx="35" cy="34"/>
            </a:xfrm>
            <a:custGeom>
              <a:avLst/>
              <a:gdLst>
                <a:gd name="T0" fmla="*/ 0 w 69"/>
                <a:gd name="T1" fmla="*/ 8 h 69"/>
                <a:gd name="T2" fmla="*/ 6 w 69"/>
                <a:gd name="T3" fmla="*/ 6 h 69"/>
                <a:gd name="T4" fmla="*/ 9 w 69"/>
                <a:gd name="T5" fmla="*/ 0 h 69"/>
                <a:gd name="T6" fmla="*/ 9 w 69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9">
                  <a:moveTo>
                    <a:pt x="0" y="69"/>
                  </a:moveTo>
                  <a:lnTo>
                    <a:pt x="48" y="49"/>
                  </a:ln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3" name="Freeform 92"/>
            <p:cNvSpPr>
              <a:spLocks/>
            </p:cNvSpPr>
            <p:nvPr/>
          </p:nvSpPr>
          <p:spPr bwMode="auto">
            <a:xfrm>
              <a:off x="3773" y="3199"/>
              <a:ext cx="694" cy="323"/>
            </a:xfrm>
            <a:custGeom>
              <a:avLst/>
              <a:gdLst>
                <a:gd name="T0" fmla="*/ 0 w 694"/>
                <a:gd name="T1" fmla="*/ 0 h 323"/>
                <a:gd name="T2" fmla="*/ 35 w 694"/>
                <a:gd name="T3" fmla="*/ 120 h 323"/>
                <a:gd name="T4" fmla="*/ 106 w 694"/>
                <a:gd name="T5" fmla="*/ 205 h 323"/>
                <a:gd name="T6" fmla="*/ 181 w 694"/>
                <a:gd name="T7" fmla="*/ 305 h 323"/>
                <a:gd name="T8" fmla="*/ 337 w 694"/>
                <a:gd name="T9" fmla="*/ 323 h 323"/>
                <a:gd name="T10" fmla="*/ 478 w 694"/>
                <a:gd name="T11" fmla="*/ 303 h 323"/>
                <a:gd name="T12" fmla="*/ 579 w 694"/>
                <a:gd name="T13" fmla="*/ 238 h 323"/>
                <a:gd name="T14" fmla="*/ 650 w 694"/>
                <a:gd name="T15" fmla="*/ 122 h 323"/>
                <a:gd name="T16" fmla="*/ 693 w 694"/>
                <a:gd name="T17" fmla="*/ 0 h 323"/>
                <a:gd name="T18" fmla="*/ 694 w 694"/>
                <a:gd name="T19" fmla="*/ 0 h 3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4" h="323">
                  <a:moveTo>
                    <a:pt x="0" y="0"/>
                  </a:moveTo>
                  <a:lnTo>
                    <a:pt x="35" y="120"/>
                  </a:lnTo>
                  <a:lnTo>
                    <a:pt x="106" y="205"/>
                  </a:lnTo>
                  <a:lnTo>
                    <a:pt x="181" y="305"/>
                  </a:lnTo>
                  <a:lnTo>
                    <a:pt x="337" y="323"/>
                  </a:lnTo>
                  <a:lnTo>
                    <a:pt x="478" y="303"/>
                  </a:lnTo>
                  <a:lnTo>
                    <a:pt x="579" y="238"/>
                  </a:lnTo>
                  <a:lnTo>
                    <a:pt x="650" y="122"/>
                  </a:ln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4" name="Freeform 93"/>
            <p:cNvSpPr>
              <a:spLocks/>
            </p:cNvSpPr>
            <p:nvPr/>
          </p:nvSpPr>
          <p:spPr bwMode="auto">
            <a:xfrm>
              <a:off x="907" y="3146"/>
              <a:ext cx="45" cy="44"/>
            </a:xfrm>
            <a:custGeom>
              <a:avLst/>
              <a:gdLst>
                <a:gd name="T0" fmla="*/ 0 w 90"/>
                <a:gd name="T1" fmla="*/ 11 h 89"/>
                <a:gd name="T2" fmla="*/ 12 w 90"/>
                <a:gd name="T3" fmla="*/ 0 h 89"/>
                <a:gd name="T4" fmla="*/ 12 w 90"/>
                <a:gd name="T5" fmla="*/ 0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89">
                  <a:moveTo>
                    <a:pt x="0" y="89"/>
                  </a:moveTo>
                  <a:lnTo>
                    <a:pt x="89" y="0"/>
                  </a:lnTo>
                  <a:lnTo>
                    <a:pt x="9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5" name="Freeform 94"/>
            <p:cNvSpPr>
              <a:spLocks/>
            </p:cNvSpPr>
            <p:nvPr/>
          </p:nvSpPr>
          <p:spPr bwMode="auto">
            <a:xfrm>
              <a:off x="922" y="3168"/>
              <a:ext cx="110" cy="109"/>
            </a:xfrm>
            <a:custGeom>
              <a:avLst/>
              <a:gdLst>
                <a:gd name="T0" fmla="*/ 0 w 220"/>
                <a:gd name="T1" fmla="*/ 27 h 219"/>
                <a:gd name="T2" fmla="*/ 28 w 220"/>
                <a:gd name="T3" fmla="*/ 0 h 219"/>
                <a:gd name="T4" fmla="*/ 28 w 220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0" h="219">
                  <a:moveTo>
                    <a:pt x="0" y="219"/>
                  </a:moveTo>
                  <a:lnTo>
                    <a:pt x="219" y="0"/>
                  </a:lnTo>
                  <a:lnTo>
                    <a:pt x="22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6" name="Freeform 95"/>
            <p:cNvSpPr>
              <a:spLocks/>
            </p:cNvSpPr>
            <p:nvPr/>
          </p:nvSpPr>
          <p:spPr bwMode="auto">
            <a:xfrm>
              <a:off x="987" y="3198"/>
              <a:ext cx="118" cy="117"/>
            </a:xfrm>
            <a:custGeom>
              <a:avLst/>
              <a:gdLst>
                <a:gd name="T0" fmla="*/ 0 w 235"/>
                <a:gd name="T1" fmla="*/ 29 h 235"/>
                <a:gd name="T2" fmla="*/ 30 w 235"/>
                <a:gd name="T3" fmla="*/ 0 h 235"/>
                <a:gd name="T4" fmla="*/ 30 w 235"/>
                <a:gd name="T5" fmla="*/ 0 h 2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5" h="235">
                  <a:moveTo>
                    <a:pt x="0" y="235"/>
                  </a:moveTo>
                  <a:lnTo>
                    <a:pt x="234" y="0"/>
                  </a:lnTo>
                  <a:lnTo>
                    <a:pt x="2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7" name="Freeform 96"/>
            <p:cNvSpPr>
              <a:spLocks/>
            </p:cNvSpPr>
            <p:nvPr/>
          </p:nvSpPr>
          <p:spPr bwMode="auto">
            <a:xfrm>
              <a:off x="1056" y="3217"/>
              <a:ext cx="132" cy="132"/>
            </a:xfrm>
            <a:custGeom>
              <a:avLst/>
              <a:gdLst>
                <a:gd name="T0" fmla="*/ 0 w 265"/>
                <a:gd name="T1" fmla="*/ 33 h 264"/>
                <a:gd name="T2" fmla="*/ 33 w 265"/>
                <a:gd name="T3" fmla="*/ 0 h 264"/>
                <a:gd name="T4" fmla="*/ 33 w 265"/>
                <a:gd name="T5" fmla="*/ 0 h 2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264">
                  <a:moveTo>
                    <a:pt x="0" y="264"/>
                  </a:moveTo>
                  <a:lnTo>
                    <a:pt x="264" y="0"/>
                  </a:lnTo>
                  <a:lnTo>
                    <a:pt x="2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8" name="Freeform 97"/>
            <p:cNvSpPr>
              <a:spLocks/>
            </p:cNvSpPr>
            <p:nvPr/>
          </p:nvSpPr>
          <p:spPr bwMode="auto">
            <a:xfrm>
              <a:off x="1158" y="3186"/>
              <a:ext cx="164" cy="163"/>
            </a:xfrm>
            <a:custGeom>
              <a:avLst/>
              <a:gdLst>
                <a:gd name="T0" fmla="*/ 0 w 327"/>
                <a:gd name="T1" fmla="*/ 41 h 326"/>
                <a:gd name="T2" fmla="*/ 41 w 327"/>
                <a:gd name="T3" fmla="*/ 0 h 326"/>
                <a:gd name="T4" fmla="*/ 41 w 327"/>
                <a:gd name="T5" fmla="*/ 0 h 3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7" h="326">
                  <a:moveTo>
                    <a:pt x="0" y="326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9" name="Freeform 98"/>
            <p:cNvSpPr>
              <a:spLocks/>
            </p:cNvSpPr>
            <p:nvPr/>
          </p:nvSpPr>
          <p:spPr bwMode="auto">
            <a:xfrm>
              <a:off x="907" y="3698"/>
              <a:ext cx="6" cy="5"/>
            </a:xfrm>
            <a:custGeom>
              <a:avLst/>
              <a:gdLst>
                <a:gd name="T0" fmla="*/ 0 w 13"/>
                <a:gd name="T1" fmla="*/ 1 h 12"/>
                <a:gd name="T2" fmla="*/ 1 w 13"/>
                <a:gd name="T3" fmla="*/ 0 h 12"/>
                <a:gd name="T4" fmla="*/ 1 w 13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0" y="12"/>
                  </a:moveTo>
                  <a:lnTo>
                    <a:pt x="12" y="0"/>
                  </a:lnTo>
                  <a:lnTo>
                    <a:pt x="13" y="0"/>
                  </a:lnTo>
                </a:path>
              </a:pathLst>
            </a:custGeom>
            <a:noFill/>
            <a:ln w="1588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0" name="Freeform 99"/>
            <p:cNvSpPr>
              <a:spLocks/>
            </p:cNvSpPr>
            <p:nvPr/>
          </p:nvSpPr>
          <p:spPr bwMode="auto">
            <a:xfrm>
              <a:off x="1261" y="3176"/>
              <a:ext cx="174" cy="173"/>
            </a:xfrm>
            <a:custGeom>
              <a:avLst/>
              <a:gdLst>
                <a:gd name="T0" fmla="*/ 0 w 347"/>
                <a:gd name="T1" fmla="*/ 43 h 347"/>
                <a:gd name="T2" fmla="*/ 44 w 347"/>
                <a:gd name="T3" fmla="*/ 0 h 347"/>
                <a:gd name="T4" fmla="*/ 44 w 347"/>
                <a:gd name="T5" fmla="*/ 0 h 3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7" h="347">
                  <a:moveTo>
                    <a:pt x="0" y="347"/>
                  </a:moveTo>
                  <a:lnTo>
                    <a:pt x="346" y="0"/>
                  </a:lnTo>
                  <a:lnTo>
                    <a:pt x="3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1" name="Freeform 100"/>
            <p:cNvSpPr>
              <a:spLocks/>
            </p:cNvSpPr>
            <p:nvPr/>
          </p:nvSpPr>
          <p:spPr bwMode="auto">
            <a:xfrm>
              <a:off x="907" y="3620"/>
              <a:ext cx="186" cy="186"/>
            </a:xfrm>
            <a:custGeom>
              <a:avLst/>
              <a:gdLst>
                <a:gd name="T0" fmla="*/ 0 w 373"/>
                <a:gd name="T1" fmla="*/ 46 h 373"/>
                <a:gd name="T2" fmla="*/ 46 w 373"/>
                <a:gd name="T3" fmla="*/ 0 h 373"/>
                <a:gd name="T4" fmla="*/ 46 w 373"/>
                <a:gd name="T5" fmla="*/ 0 h 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3" h="373">
                  <a:moveTo>
                    <a:pt x="0" y="373"/>
                  </a:moveTo>
                  <a:lnTo>
                    <a:pt x="372" y="0"/>
                  </a:lnTo>
                  <a:lnTo>
                    <a:pt x="37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2" name="Freeform 101"/>
            <p:cNvSpPr>
              <a:spLocks/>
            </p:cNvSpPr>
            <p:nvPr/>
          </p:nvSpPr>
          <p:spPr bwMode="auto">
            <a:xfrm>
              <a:off x="1363" y="3197"/>
              <a:ext cx="153" cy="152"/>
            </a:xfrm>
            <a:custGeom>
              <a:avLst/>
              <a:gdLst>
                <a:gd name="T0" fmla="*/ 0 w 305"/>
                <a:gd name="T1" fmla="*/ 38 h 304"/>
                <a:gd name="T2" fmla="*/ 38 w 305"/>
                <a:gd name="T3" fmla="*/ 0 h 304"/>
                <a:gd name="T4" fmla="*/ 39 w 305"/>
                <a:gd name="T5" fmla="*/ 0 h 3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5" h="304">
                  <a:moveTo>
                    <a:pt x="0" y="304"/>
                  </a:moveTo>
                  <a:lnTo>
                    <a:pt x="304" y="0"/>
                  </a:lnTo>
                  <a:lnTo>
                    <a:pt x="3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3" name="Freeform 102"/>
            <p:cNvSpPr>
              <a:spLocks/>
            </p:cNvSpPr>
            <p:nvPr/>
          </p:nvSpPr>
          <p:spPr bwMode="auto">
            <a:xfrm>
              <a:off x="1002" y="3620"/>
              <a:ext cx="194" cy="194"/>
            </a:xfrm>
            <a:custGeom>
              <a:avLst/>
              <a:gdLst>
                <a:gd name="T0" fmla="*/ 0 w 389"/>
                <a:gd name="T1" fmla="*/ 49 h 388"/>
                <a:gd name="T2" fmla="*/ 48 w 389"/>
                <a:gd name="T3" fmla="*/ 0 h 388"/>
                <a:gd name="T4" fmla="*/ 48 w 389"/>
                <a:gd name="T5" fmla="*/ 0 h 3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4" name="Freeform 103"/>
            <p:cNvSpPr>
              <a:spLocks/>
            </p:cNvSpPr>
            <p:nvPr/>
          </p:nvSpPr>
          <p:spPr bwMode="auto">
            <a:xfrm>
              <a:off x="1466" y="3225"/>
              <a:ext cx="124" cy="124"/>
            </a:xfrm>
            <a:custGeom>
              <a:avLst/>
              <a:gdLst>
                <a:gd name="T0" fmla="*/ 0 w 249"/>
                <a:gd name="T1" fmla="*/ 31 h 248"/>
                <a:gd name="T2" fmla="*/ 31 w 249"/>
                <a:gd name="T3" fmla="*/ 0 h 248"/>
                <a:gd name="T4" fmla="*/ 31 w 249"/>
                <a:gd name="T5" fmla="*/ 0 h 2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248">
                  <a:moveTo>
                    <a:pt x="0" y="248"/>
                  </a:moveTo>
                  <a:lnTo>
                    <a:pt x="248" y="0"/>
                  </a:lnTo>
                  <a:lnTo>
                    <a:pt x="2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5" name="Freeform 104"/>
            <p:cNvSpPr>
              <a:spLocks/>
            </p:cNvSpPr>
            <p:nvPr/>
          </p:nvSpPr>
          <p:spPr bwMode="auto">
            <a:xfrm>
              <a:off x="1091" y="3620"/>
              <a:ext cx="207" cy="207"/>
            </a:xfrm>
            <a:custGeom>
              <a:avLst/>
              <a:gdLst>
                <a:gd name="T0" fmla="*/ 0 w 415"/>
                <a:gd name="T1" fmla="*/ 52 h 414"/>
                <a:gd name="T2" fmla="*/ 51 w 415"/>
                <a:gd name="T3" fmla="*/ 0 h 414"/>
                <a:gd name="T4" fmla="*/ 51 w 415"/>
                <a:gd name="T5" fmla="*/ 0 h 4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414">
                  <a:moveTo>
                    <a:pt x="0" y="414"/>
                  </a:moveTo>
                  <a:lnTo>
                    <a:pt x="414" y="0"/>
                  </a:lnTo>
                  <a:lnTo>
                    <a:pt x="4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6" name="Freeform 105"/>
            <p:cNvSpPr>
              <a:spLocks/>
            </p:cNvSpPr>
            <p:nvPr/>
          </p:nvSpPr>
          <p:spPr bwMode="auto">
            <a:xfrm>
              <a:off x="1538" y="3252"/>
              <a:ext cx="128" cy="127"/>
            </a:xfrm>
            <a:custGeom>
              <a:avLst/>
              <a:gdLst>
                <a:gd name="T0" fmla="*/ 0 w 256"/>
                <a:gd name="T1" fmla="*/ 31 h 255"/>
                <a:gd name="T2" fmla="*/ 32 w 256"/>
                <a:gd name="T3" fmla="*/ 0 h 255"/>
                <a:gd name="T4" fmla="*/ 32 w 256"/>
                <a:gd name="T5" fmla="*/ 0 h 2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6" h="255">
                  <a:moveTo>
                    <a:pt x="0" y="255"/>
                  </a:moveTo>
                  <a:lnTo>
                    <a:pt x="255" y="0"/>
                  </a:lnTo>
                  <a:lnTo>
                    <a:pt x="25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7" name="Freeform 106"/>
            <p:cNvSpPr>
              <a:spLocks/>
            </p:cNvSpPr>
            <p:nvPr/>
          </p:nvSpPr>
          <p:spPr bwMode="auto">
            <a:xfrm>
              <a:off x="1171" y="3620"/>
              <a:ext cx="230" cy="230"/>
            </a:xfrm>
            <a:custGeom>
              <a:avLst/>
              <a:gdLst>
                <a:gd name="T0" fmla="*/ 0 w 461"/>
                <a:gd name="T1" fmla="*/ 58 h 460"/>
                <a:gd name="T2" fmla="*/ 57 w 461"/>
                <a:gd name="T3" fmla="*/ 0 h 460"/>
                <a:gd name="T4" fmla="*/ 57 w 461"/>
                <a:gd name="T5" fmla="*/ 0 h 4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1" h="460">
                  <a:moveTo>
                    <a:pt x="0" y="460"/>
                  </a:moveTo>
                  <a:lnTo>
                    <a:pt x="460" y="0"/>
                  </a:lnTo>
                  <a:lnTo>
                    <a:pt x="46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8" name="Freeform 107"/>
            <p:cNvSpPr>
              <a:spLocks/>
            </p:cNvSpPr>
            <p:nvPr/>
          </p:nvSpPr>
          <p:spPr bwMode="auto">
            <a:xfrm>
              <a:off x="1576" y="3283"/>
              <a:ext cx="161" cy="162"/>
            </a:xfrm>
            <a:custGeom>
              <a:avLst/>
              <a:gdLst>
                <a:gd name="T0" fmla="*/ 0 w 323"/>
                <a:gd name="T1" fmla="*/ 41 h 324"/>
                <a:gd name="T2" fmla="*/ 40 w 323"/>
                <a:gd name="T3" fmla="*/ 0 h 324"/>
                <a:gd name="T4" fmla="*/ 40 w 323"/>
                <a:gd name="T5" fmla="*/ 0 h 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3" h="324">
                  <a:moveTo>
                    <a:pt x="0" y="324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9" name="Freeform 108"/>
            <p:cNvSpPr>
              <a:spLocks/>
            </p:cNvSpPr>
            <p:nvPr/>
          </p:nvSpPr>
          <p:spPr bwMode="auto">
            <a:xfrm>
              <a:off x="1261" y="3620"/>
              <a:ext cx="242" cy="242"/>
            </a:xfrm>
            <a:custGeom>
              <a:avLst/>
              <a:gdLst>
                <a:gd name="T0" fmla="*/ 0 w 485"/>
                <a:gd name="T1" fmla="*/ 60 h 485"/>
                <a:gd name="T2" fmla="*/ 60 w 485"/>
                <a:gd name="T3" fmla="*/ 0 h 485"/>
                <a:gd name="T4" fmla="*/ 60 w 485"/>
                <a:gd name="T5" fmla="*/ 0 h 4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5" h="485">
                  <a:moveTo>
                    <a:pt x="0" y="485"/>
                  </a:moveTo>
                  <a:lnTo>
                    <a:pt x="484" y="0"/>
                  </a:lnTo>
                  <a:lnTo>
                    <a:pt x="48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0" name="Freeform 109"/>
            <p:cNvSpPr>
              <a:spLocks/>
            </p:cNvSpPr>
            <p:nvPr/>
          </p:nvSpPr>
          <p:spPr bwMode="auto">
            <a:xfrm>
              <a:off x="1545" y="3335"/>
              <a:ext cx="243" cy="243"/>
            </a:xfrm>
            <a:custGeom>
              <a:avLst/>
              <a:gdLst>
                <a:gd name="T0" fmla="*/ 0 w 487"/>
                <a:gd name="T1" fmla="*/ 61 h 486"/>
                <a:gd name="T2" fmla="*/ 60 w 487"/>
                <a:gd name="T3" fmla="*/ 0 h 486"/>
                <a:gd name="T4" fmla="*/ 60 w 487"/>
                <a:gd name="T5" fmla="*/ 0 h 4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7" h="486">
                  <a:moveTo>
                    <a:pt x="0" y="486"/>
                  </a:moveTo>
                  <a:lnTo>
                    <a:pt x="486" y="0"/>
                  </a:lnTo>
                  <a:lnTo>
                    <a:pt x="48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1" name="Freeform 110"/>
            <p:cNvSpPr>
              <a:spLocks/>
            </p:cNvSpPr>
            <p:nvPr/>
          </p:nvSpPr>
          <p:spPr bwMode="auto">
            <a:xfrm>
              <a:off x="1440" y="3434"/>
              <a:ext cx="352" cy="351"/>
            </a:xfrm>
            <a:custGeom>
              <a:avLst/>
              <a:gdLst>
                <a:gd name="T0" fmla="*/ 0 w 715"/>
                <a:gd name="T1" fmla="*/ 84 h 715"/>
                <a:gd name="T2" fmla="*/ 85 w 715"/>
                <a:gd name="T3" fmla="*/ 0 h 715"/>
                <a:gd name="T4" fmla="*/ 85 w 715"/>
                <a:gd name="T5" fmla="*/ 0 h 7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5" h="715">
                  <a:moveTo>
                    <a:pt x="0" y="715"/>
                  </a:moveTo>
                  <a:lnTo>
                    <a:pt x="714" y="0"/>
                  </a:lnTo>
                  <a:lnTo>
                    <a:pt x="7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2" name="Freeform 111"/>
            <p:cNvSpPr>
              <a:spLocks/>
            </p:cNvSpPr>
            <p:nvPr/>
          </p:nvSpPr>
          <p:spPr bwMode="auto">
            <a:xfrm>
              <a:off x="1557" y="3534"/>
              <a:ext cx="237" cy="238"/>
            </a:xfrm>
            <a:custGeom>
              <a:avLst/>
              <a:gdLst>
                <a:gd name="T0" fmla="*/ 0 w 237"/>
                <a:gd name="T1" fmla="*/ 238 h 238"/>
                <a:gd name="T2" fmla="*/ 237 w 237"/>
                <a:gd name="T3" fmla="*/ 0 h 2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7" h="238">
                  <a:moveTo>
                    <a:pt x="0" y="238"/>
                  </a:moveTo>
                  <a:lnTo>
                    <a:pt x="23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3" name="Freeform 112"/>
            <p:cNvSpPr>
              <a:spLocks/>
            </p:cNvSpPr>
            <p:nvPr/>
          </p:nvSpPr>
          <p:spPr bwMode="auto">
            <a:xfrm>
              <a:off x="1656" y="3695"/>
              <a:ext cx="80" cy="67"/>
            </a:xfrm>
            <a:custGeom>
              <a:avLst/>
              <a:gdLst>
                <a:gd name="T0" fmla="*/ 0 w 80"/>
                <a:gd name="T1" fmla="*/ 67 h 67"/>
                <a:gd name="T2" fmla="*/ 80 w 80"/>
                <a:gd name="T3" fmla="*/ 0 h 67"/>
                <a:gd name="T4" fmla="*/ 80 w 80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67">
                  <a:moveTo>
                    <a:pt x="0" y="67"/>
                  </a:moveTo>
                  <a:lnTo>
                    <a:pt x="8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4" name="Freeform 113"/>
            <p:cNvSpPr>
              <a:spLocks/>
            </p:cNvSpPr>
            <p:nvPr/>
          </p:nvSpPr>
          <p:spPr bwMode="auto">
            <a:xfrm>
              <a:off x="3782" y="3199"/>
              <a:ext cx="47" cy="47"/>
            </a:xfrm>
            <a:custGeom>
              <a:avLst/>
              <a:gdLst>
                <a:gd name="T0" fmla="*/ 0 w 94"/>
                <a:gd name="T1" fmla="*/ 12 h 94"/>
                <a:gd name="T2" fmla="*/ 12 w 94"/>
                <a:gd name="T3" fmla="*/ 0 h 94"/>
                <a:gd name="T4" fmla="*/ 12 w 94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94">
                  <a:moveTo>
                    <a:pt x="0" y="94"/>
                  </a:moveTo>
                  <a:lnTo>
                    <a:pt x="93" y="0"/>
                  </a:lnTo>
                  <a:lnTo>
                    <a:pt x="9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5" name="Freeform 114"/>
            <p:cNvSpPr>
              <a:spLocks/>
            </p:cNvSpPr>
            <p:nvPr/>
          </p:nvSpPr>
          <p:spPr bwMode="auto">
            <a:xfrm>
              <a:off x="3808" y="3199"/>
              <a:ext cx="123" cy="123"/>
            </a:xfrm>
            <a:custGeom>
              <a:avLst/>
              <a:gdLst>
                <a:gd name="T0" fmla="*/ 0 w 246"/>
                <a:gd name="T1" fmla="*/ 31 h 246"/>
                <a:gd name="T2" fmla="*/ 31 w 246"/>
                <a:gd name="T3" fmla="*/ 0 h 246"/>
                <a:gd name="T4" fmla="*/ 31 w 246"/>
                <a:gd name="T5" fmla="*/ 0 h 2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6" h="246">
                  <a:moveTo>
                    <a:pt x="0" y="246"/>
                  </a:moveTo>
                  <a:lnTo>
                    <a:pt x="245" y="0"/>
                  </a:lnTo>
                  <a:lnTo>
                    <a:pt x="24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6" name="Freeform 115"/>
            <p:cNvSpPr>
              <a:spLocks/>
            </p:cNvSpPr>
            <p:nvPr/>
          </p:nvSpPr>
          <p:spPr bwMode="auto">
            <a:xfrm>
              <a:off x="3851" y="3229"/>
              <a:ext cx="153" cy="153"/>
            </a:xfrm>
            <a:custGeom>
              <a:avLst/>
              <a:gdLst>
                <a:gd name="T0" fmla="*/ 0 w 305"/>
                <a:gd name="T1" fmla="*/ 39 h 305"/>
                <a:gd name="T2" fmla="*/ 38 w 305"/>
                <a:gd name="T3" fmla="*/ 0 h 305"/>
                <a:gd name="T4" fmla="*/ 39 w 305"/>
                <a:gd name="T5" fmla="*/ 0 h 3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5" h="305">
                  <a:moveTo>
                    <a:pt x="0" y="305"/>
                  </a:moveTo>
                  <a:lnTo>
                    <a:pt x="304" y="0"/>
                  </a:lnTo>
                  <a:lnTo>
                    <a:pt x="3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7" name="Freeform 116"/>
            <p:cNvSpPr>
              <a:spLocks/>
            </p:cNvSpPr>
            <p:nvPr/>
          </p:nvSpPr>
          <p:spPr bwMode="auto">
            <a:xfrm>
              <a:off x="3900" y="3319"/>
              <a:ext cx="117" cy="113"/>
            </a:xfrm>
            <a:custGeom>
              <a:avLst/>
              <a:gdLst>
                <a:gd name="T0" fmla="*/ 0 w 117"/>
                <a:gd name="T1" fmla="*/ 113 h 113"/>
                <a:gd name="T2" fmla="*/ 117 w 117"/>
                <a:gd name="T3" fmla="*/ 0 h 113"/>
                <a:gd name="T4" fmla="*/ 117 w 117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7" h="113">
                  <a:moveTo>
                    <a:pt x="0" y="113"/>
                  </a:moveTo>
                  <a:lnTo>
                    <a:pt x="11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8" name="Freeform 117"/>
            <p:cNvSpPr>
              <a:spLocks/>
            </p:cNvSpPr>
            <p:nvPr/>
          </p:nvSpPr>
          <p:spPr bwMode="auto">
            <a:xfrm>
              <a:off x="3948" y="3378"/>
              <a:ext cx="112" cy="108"/>
            </a:xfrm>
            <a:custGeom>
              <a:avLst/>
              <a:gdLst>
                <a:gd name="T0" fmla="*/ 0 w 112"/>
                <a:gd name="T1" fmla="*/ 108 h 108"/>
                <a:gd name="T2" fmla="*/ 111 w 112"/>
                <a:gd name="T3" fmla="*/ 0 h 108"/>
                <a:gd name="T4" fmla="*/ 112 w 112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108">
                  <a:moveTo>
                    <a:pt x="0" y="108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9" name="Freeform 118"/>
            <p:cNvSpPr>
              <a:spLocks/>
            </p:cNvSpPr>
            <p:nvPr/>
          </p:nvSpPr>
          <p:spPr bwMode="auto">
            <a:xfrm>
              <a:off x="4026" y="3417"/>
              <a:ext cx="98" cy="93"/>
            </a:xfrm>
            <a:custGeom>
              <a:avLst/>
              <a:gdLst>
                <a:gd name="T0" fmla="*/ 0 w 98"/>
                <a:gd name="T1" fmla="*/ 93 h 93"/>
                <a:gd name="T2" fmla="*/ 97 w 98"/>
                <a:gd name="T3" fmla="*/ 0 h 93"/>
                <a:gd name="T4" fmla="*/ 98 w 98"/>
                <a:gd name="T5" fmla="*/ 0 h 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" h="93">
                  <a:moveTo>
                    <a:pt x="0" y="93"/>
                  </a:moveTo>
                  <a:lnTo>
                    <a:pt x="97" y="0"/>
                  </a:lnTo>
                  <a:lnTo>
                    <a:pt x="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0" name="Freeform 119"/>
            <p:cNvSpPr>
              <a:spLocks/>
            </p:cNvSpPr>
            <p:nvPr/>
          </p:nvSpPr>
          <p:spPr bwMode="auto">
            <a:xfrm>
              <a:off x="4286" y="3199"/>
              <a:ext cx="56" cy="56"/>
            </a:xfrm>
            <a:custGeom>
              <a:avLst/>
              <a:gdLst>
                <a:gd name="T0" fmla="*/ 0 w 112"/>
                <a:gd name="T1" fmla="*/ 14 h 112"/>
                <a:gd name="T2" fmla="*/ 14 w 112"/>
                <a:gd name="T3" fmla="*/ 0 h 112"/>
                <a:gd name="T4" fmla="*/ 14 w 112"/>
                <a:gd name="T5" fmla="*/ 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112">
                  <a:moveTo>
                    <a:pt x="0" y="112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1" name="Freeform 120"/>
            <p:cNvSpPr>
              <a:spLocks/>
            </p:cNvSpPr>
            <p:nvPr/>
          </p:nvSpPr>
          <p:spPr bwMode="auto">
            <a:xfrm>
              <a:off x="4122" y="3199"/>
              <a:ext cx="323" cy="323"/>
            </a:xfrm>
            <a:custGeom>
              <a:avLst/>
              <a:gdLst>
                <a:gd name="T0" fmla="*/ 0 w 323"/>
                <a:gd name="T1" fmla="*/ 323 h 323"/>
                <a:gd name="T2" fmla="*/ 322 w 323"/>
                <a:gd name="T3" fmla="*/ 0 h 323"/>
                <a:gd name="T4" fmla="*/ 323 w 323"/>
                <a:gd name="T5" fmla="*/ 0 h 3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3" h="323">
                  <a:moveTo>
                    <a:pt x="0" y="323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2" name="Freeform 121"/>
            <p:cNvSpPr>
              <a:spLocks/>
            </p:cNvSpPr>
            <p:nvPr/>
          </p:nvSpPr>
          <p:spPr bwMode="auto">
            <a:xfrm>
              <a:off x="4242" y="3324"/>
              <a:ext cx="180" cy="179"/>
            </a:xfrm>
            <a:custGeom>
              <a:avLst/>
              <a:gdLst>
                <a:gd name="T0" fmla="*/ 0 w 359"/>
                <a:gd name="T1" fmla="*/ 45 h 358"/>
                <a:gd name="T2" fmla="*/ 45 w 359"/>
                <a:gd name="T3" fmla="*/ 0 h 358"/>
                <a:gd name="T4" fmla="*/ 45 w 359"/>
                <a:gd name="T5" fmla="*/ 0 h 3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9" h="358">
                  <a:moveTo>
                    <a:pt x="0" y="358"/>
                  </a:moveTo>
                  <a:lnTo>
                    <a:pt x="358" y="0"/>
                  </a:lnTo>
                  <a:lnTo>
                    <a:pt x="3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3" name="Freeform 122"/>
            <p:cNvSpPr>
              <a:spLocks/>
            </p:cNvSpPr>
            <p:nvPr/>
          </p:nvSpPr>
          <p:spPr bwMode="auto">
            <a:xfrm>
              <a:off x="1422" y="3480"/>
              <a:ext cx="834" cy="9"/>
            </a:xfrm>
            <a:custGeom>
              <a:avLst/>
              <a:gdLst>
                <a:gd name="T0" fmla="*/ 0 w 834"/>
                <a:gd name="T1" fmla="*/ 9 h 9"/>
                <a:gd name="T2" fmla="*/ 834 w 834"/>
                <a:gd name="T3" fmla="*/ 0 h 9"/>
                <a:gd name="T4" fmla="*/ 829 w 834"/>
                <a:gd name="T5" fmla="*/ 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4" h="9">
                  <a:moveTo>
                    <a:pt x="0" y="9"/>
                  </a:moveTo>
                  <a:lnTo>
                    <a:pt x="834" y="0"/>
                  </a:lnTo>
                  <a:lnTo>
                    <a:pt x="829" y="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4" name="Freeform 123"/>
            <p:cNvSpPr>
              <a:spLocks/>
            </p:cNvSpPr>
            <p:nvPr/>
          </p:nvSpPr>
          <p:spPr bwMode="auto">
            <a:xfrm>
              <a:off x="2310" y="3485"/>
              <a:ext cx="48" cy="1"/>
            </a:xfrm>
            <a:custGeom>
              <a:avLst/>
              <a:gdLst>
                <a:gd name="T0" fmla="*/ 0 w 96"/>
                <a:gd name="T1" fmla="*/ 0 h 1"/>
                <a:gd name="T2" fmla="*/ 12 w 96"/>
                <a:gd name="T3" fmla="*/ 0 h 1"/>
                <a:gd name="T4" fmla="*/ 12 w 9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5" name="Freeform 124"/>
            <p:cNvSpPr>
              <a:spLocks/>
            </p:cNvSpPr>
            <p:nvPr/>
          </p:nvSpPr>
          <p:spPr bwMode="auto">
            <a:xfrm>
              <a:off x="3348" y="3484"/>
              <a:ext cx="572" cy="2"/>
            </a:xfrm>
            <a:custGeom>
              <a:avLst/>
              <a:gdLst>
                <a:gd name="T0" fmla="*/ 0 w 572"/>
                <a:gd name="T1" fmla="*/ 2 h 2"/>
                <a:gd name="T2" fmla="*/ 572 w 57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2" h="2">
                  <a:moveTo>
                    <a:pt x="0" y="2"/>
                  </a:moveTo>
                  <a:lnTo>
                    <a:pt x="5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6" name="Freeform 125"/>
            <p:cNvSpPr>
              <a:spLocks/>
            </p:cNvSpPr>
            <p:nvPr/>
          </p:nvSpPr>
          <p:spPr bwMode="auto">
            <a:xfrm>
              <a:off x="3957" y="3485"/>
              <a:ext cx="32" cy="1"/>
            </a:xfrm>
            <a:custGeom>
              <a:avLst/>
              <a:gdLst>
                <a:gd name="T0" fmla="*/ 0 w 66"/>
                <a:gd name="T1" fmla="*/ 0 h 1"/>
                <a:gd name="T2" fmla="*/ 7 w 66"/>
                <a:gd name="T3" fmla="*/ 0 h 1"/>
                <a:gd name="T4" fmla="*/ 8 w 6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1">
                  <a:moveTo>
                    <a:pt x="0" y="0"/>
                  </a:moveTo>
                  <a:lnTo>
                    <a:pt x="64" y="0"/>
                  </a:lnTo>
                  <a:lnTo>
                    <a:pt x="6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7" name="Freeform 126"/>
            <p:cNvSpPr>
              <a:spLocks/>
            </p:cNvSpPr>
            <p:nvPr/>
          </p:nvSpPr>
          <p:spPr bwMode="auto">
            <a:xfrm>
              <a:off x="4041" y="3485"/>
              <a:ext cx="717" cy="1"/>
            </a:xfrm>
            <a:custGeom>
              <a:avLst/>
              <a:gdLst>
                <a:gd name="T0" fmla="*/ 0 w 717"/>
                <a:gd name="T1" fmla="*/ 0 h 1"/>
                <a:gd name="T2" fmla="*/ 717 w 71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7" h="1">
                  <a:moveTo>
                    <a:pt x="0" y="0"/>
                  </a:moveTo>
                  <a:lnTo>
                    <a:pt x="717" y="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8" name="Freeform 127"/>
            <p:cNvSpPr>
              <a:spLocks/>
            </p:cNvSpPr>
            <p:nvPr/>
          </p:nvSpPr>
          <p:spPr bwMode="auto">
            <a:xfrm>
              <a:off x="1332" y="3491"/>
              <a:ext cx="48" cy="1"/>
            </a:xfrm>
            <a:custGeom>
              <a:avLst/>
              <a:gdLst>
                <a:gd name="T0" fmla="*/ 0 w 96"/>
                <a:gd name="T1" fmla="*/ 0 h 1"/>
                <a:gd name="T2" fmla="*/ 12 w 96"/>
                <a:gd name="T3" fmla="*/ 0 h 1"/>
                <a:gd name="T4" fmla="*/ 12 w 9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9" name="Freeform 128"/>
            <p:cNvSpPr>
              <a:spLocks/>
            </p:cNvSpPr>
            <p:nvPr/>
          </p:nvSpPr>
          <p:spPr bwMode="auto">
            <a:xfrm>
              <a:off x="3264" y="3485"/>
              <a:ext cx="48" cy="1"/>
            </a:xfrm>
            <a:custGeom>
              <a:avLst/>
              <a:gdLst>
                <a:gd name="T0" fmla="*/ 0 w 96"/>
                <a:gd name="T1" fmla="*/ 0 h 1"/>
                <a:gd name="T2" fmla="*/ 12 w 96"/>
                <a:gd name="T3" fmla="*/ 0 h 1"/>
                <a:gd name="T4" fmla="*/ 12 w 9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0" name="Line 129"/>
            <p:cNvSpPr>
              <a:spLocks noChangeShapeType="1"/>
            </p:cNvSpPr>
            <p:nvPr/>
          </p:nvSpPr>
          <p:spPr bwMode="auto">
            <a:xfrm>
              <a:off x="2400" y="3486"/>
              <a:ext cx="8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1" name="Line 130"/>
            <p:cNvSpPr>
              <a:spLocks noChangeShapeType="1"/>
            </p:cNvSpPr>
            <p:nvPr/>
          </p:nvSpPr>
          <p:spPr bwMode="auto">
            <a:xfrm flipH="1">
              <a:off x="816" y="3492"/>
              <a:ext cx="47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8" name="Text Box 2"/>
          <p:cNvSpPr txBox="1">
            <a:spLocks noChangeArrowheads="1"/>
          </p:cNvSpPr>
          <p:nvPr/>
        </p:nvSpPr>
        <p:spPr bwMode="auto">
          <a:xfrm>
            <a:off x="269081" y="5649009"/>
            <a:ext cx="845343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当对称机件的轮廓线与中心线重合，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不宜采用半剖视，应采用局部剖视。</a:t>
            </a:r>
          </a:p>
        </p:txBody>
      </p:sp>
      <p:grpSp>
        <p:nvGrpSpPr>
          <p:cNvPr id="82" name="Group 6"/>
          <p:cNvGrpSpPr>
            <a:grpSpLocks/>
          </p:cNvGrpSpPr>
          <p:nvPr/>
        </p:nvGrpSpPr>
        <p:grpSpPr bwMode="auto">
          <a:xfrm>
            <a:off x="1886038" y="2698549"/>
            <a:ext cx="1663700" cy="2671763"/>
            <a:chOff x="1412" y="818"/>
            <a:chExt cx="1048" cy="1683"/>
          </a:xfrm>
        </p:grpSpPr>
        <p:sp>
          <p:nvSpPr>
            <p:cNvPr id="83" name="Line 7"/>
            <p:cNvSpPr>
              <a:spLocks noChangeShapeType="1"/>
            </p:cNvSpPr>
            <p:nvPr/>
          </p:nvSpPr>
          <p:spPr bwMode="auto">
            <a:xfrm>
              <a:off x="1499" y="824"/>
              <a:ext cx="8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Freeform 8"/>
            <p:cNvSpPr>
              <a:spLocks/>
            </p:cNvSpPr>
            <p:nvPr/>
          </p:nvSpPr>
          <p:spPr bwMode="auto">
            <a:xfrm>
              <a:off x="1499" y="824"/>
              <a:ext cx="1" cy="228"/>
            </a:xfrm>
            <a:custGeom>
              <a:avLst/>
              <a:gdLst>
                <a:gd name="T0" fmla="*/ 0 w 1"/>
                <a:gd name="T1" fmla="*/ 0 h 250"/>
                <a:gd name="T2" fmla="*/ 0 w 1"/>
                <a:gd name="T3" fmla="*/ 119 h 250"/>
                <a:gd name="T4" fmla="*/ 0 60000 65536"/>
                <a:gd name="T5" fmla="*/ 0 60000 65536"/>
                <a:gd name="T6" fmla="*/ 0 w 1"/>
                <a:gd name="T7" fmla="*/ 0 h 250"/>
                <a:gd name="T8" fmla="*/ 1 w 1"/>
                <a:gd name="T9" fmla="*/ 250 h 2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0">
                  <a:moveTo>
                    <a:pt x="0" y="0"/>
                  </a:moveTo>
                  <a:lnTo>
                    <a:pt x="0" y="25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9"/>
            <p:cNvSpPr>
              <a:spLocks noChangeShapeType="1"/>
            </p:cNvSpPr>
            <p:nvPr/>
          </p:nvSpPr>
          <p:spPr bwMode="auto">
            <a:xfrm>
              <a:off x="1499" y="1043"/>
              <a:ext cx="4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Freeform 10"/>
            <p:cNvSpPr>
              <a:spLocks/>
            </p:cNvSpPr>
            <p:nvPr/>
          </p:nvSpPr>
          <p:spPr bwMode="auto">
            <a:xfrm>
              <a:off x="2373" y="818"/>
              <a:ext cx="1" cy="237"/>
            </a:xfrm>
            <a:custGeom>
              <a:avLst/>
              <a:gdLst>
                <a:gd name="T0" fmla="*/ 0 w 1"/>
                <a:gd name="T1" fmla="*/ 0 h 260"/>
                <a:gd name="T2" fmla="*/ 0 w 1"/>
                <a:gd name="T3" fmla="*/ 124 h 260"/>
                <a:gd name="T4" fmla="*/ 0 60000 65536"/>
                <a:gd name="T5" fmla="*/ 0 60000 65536"/>
                <a:gd name="T6" fmla="*/ 0 w 1"/>
                <a:gd name="T7" fmla="*/ 0 h 260"/>
                <a:gd name="T8" fmla="*/ 1 w 1"/>
                <a:gd name="T9" fmla="*/ 260 h 26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60">
                  <a:moveTo>
                    <a:pt x="0" y="0"/>
                  </a:moveTo>
                  <a:lnTo>
                    <a:pt x="0" y="26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Freeform 11"/>
            <p:cNvSpPr>
              <a:spLocks/>
            </p:cNvSpPr>
            <p:nvPr/>
          </p:nvSpPr>
          <p:spPr bwMode="auto">
            <a:xfrm>
              <a:off x="2149" y="827"/>
              <a:ext cx="1" cy="738"/>
            </a:xfrm>
            <a:custGeom>
              <a:avLst/>
              <a:gdLst>
                <a:gd name="T0" fmla="*/ 0 w 1"/>
                <a:gd name="T1" fmla="*/ 382 h 811"/>
                <a:gd name="T2" fmla="*/ 0 w 1"/>
                <a:gd name="T3" fmla="*/ 0 h 811"/>
                <a:gd name="T4" fmla="*/ 0 60000 65536"/>
                <a:gd name="T5" fmla="*/ 0 60000 65536"/>
                <a:gd name="T6" fmla="*/ 0 w 1"/>
                <a:gd name="T7" fmla="*/ 0 h 811"/>
                <a:gd name="T8" fmla="*/ 1 w 1"/>
                <a:gd name="T9" fmla="*/ 811 h 8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11">
                  <a:moveTo>
                    <a:pt x="0" y="811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Freeform 12"/>
            <p:cNvSpPr>
              <a:spLocks/>
            </p:cNvSpPr>
            <p:nvPr/>
          </p:nvSpPr>
          <p:spPr bwMode="auto">
            <a:xfrm>
              <a:off x="2285" y="1043"/>
              <a:ext cx="1" cy="536"/>
            </a:xfrm>
            <a:custGeom>
              <a:avLst/>
              <a:gdLst>
                <a:gd name="T0" fmla="*/ 0 w 1"/>
                <a:gd name="T1" fmla="*/ 0 h 589"/>
                <a:gd name="T2" fmla="*/ 0 w 1"/>
                <a:gd name="T3" fmla="*/ 278 h 589"/>
                <a:gd name="T4" fmla="*/ 0 60000 65536"/>
                <a:gd name="T5" fmla="*/ 0 60000 65536"/>
                <a:gd name="T6" fmla="*/ 0 w 1"/>
                <a:gd name="T7" fmla="*/ 0 h 589"/>
                <a:gd name="T8" fmla="*/ 1 w 1"/>
                <a:gd name="T9" fmla="*/ 589 h 5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89">
                  <a:moveTo>
                    <a:pt x="0" y="0"/>
                  </a:moveTo>
                  <a:lnTo>
                    <a:pt x="0" y="58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Freeform 13"/>
            <p:cNvSpPr>
              <a:spLocks/>
            </p:cNvSpPr>
            <p:nvPr/>
          </p:nvSpPr>
          <p:spPr bwMode="auto">
            <a:xfrm>
              <a:off x="1575" y="1037"/>
              <a:ext cx="1" cy="542"/>
            </a:xfrm>
            <a:custGeom>
              <a:avLst/>
              <a:gdLst>
                <a:gd name="T0" fmla="*/ 0 w 1"/>
                <a:gd name="T1" fmla="*/ 0 h 595"/>
                <a:gd name="T2" fmla="*/ 1 w 1"/>
                <a:gd name="T3" fmla="*/ 282 h 595"/>
                <a:gd name="T4" fmla="*/ 0 60000 65536"/>
                <a:gd name="T5" fmla="*/ 0 60000 65536"/>
                <a:gd name="T6" fmla="*/ 0 w 1"/>
                <a:gd name="T7" fmla="*/ 0 h 595"/>
                <a:gd name="T8" fmla="*/ 1 w 1"/>
                <a:gd name="T9" fmla="*/ 595 h 5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95">
                  <a:moveTo>
                    <a:pt x="0" y="0"/>
                  </a:moveTo>
                  <a:lnTo>
                    <a:pt x="1" y="595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Freeform 14"/>
            <p:cNvSpPr>
              <a:spLocks/>
            </p:cNvSpPr>
            <p:nvPr/>
          </p:nvSpPr>
          <p:spPr bwMode="auto">
            <a:xfrm>
              <a:off x="1576" y="1565"/>
              <a:ext cx="709" cy="2"/>
            </a:xfrm>
            <a:custGeom>
              <a:avLst/>
              <a:gdLst>
                <a:gd name="T0" fmla="*/ 364 w 780"/>
                <a:gd name="T1" fmla="*/ 2 h 2"/>
                <a:gd name="T2" fmla="*/ 0 w 780"/>
                <a:gd name="T3" fmla="*/ 0 h 2"/>
                <a:gd name="T4" fmla="*/ 0 60000 65536"/>
                <a:gd name="T5" fmla="*/ 0 60000 65536"/>
                <a:gd name="T6" fmla="*/ 0 w 780"/>
                <a:gd name="T7" fmla="*/ 0 h 2"/>
                <a:gd name="T8" fmla="*/ 780 w 780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2">
                  <a:moveTo>
                    <a:pt x="780" y="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Freeform 15"/>
            <p:cNvSpPr>
              <a:spLocks/>
            </p:cNvSpPr>
            <p:nvPr/>
          </p:nvSpPr>
          <p:spPr bwMode="auto">
            <a:xfrm>
              <a:off x="2150" y="1386"/>
              <a:ext cx="140" cy="142"/>
            </a:xfrm>
            <a:custGeom>
              <a:avLst/>
              <a:gdLst>
                <a:gd name="T0" fmla="*/ 0 w 154"/>
                <a:gd name="T1" fmla="*/ 73 h 156"/>
                <a:gd name="T2" fmla="*/ 71 w 154"/>
                <a:gd name="T3" fmla="*/ 0 h 156"/>
                <a:gd name="T4" fmla="*/ 0 60000 65536"/>
                <a:gd name="T5" fmla="*/ 0 60000 65536"/>
                <a:gd name="T6" fmla="*/ 0 w 154"/>
                <a:gd name="T7" fmla="*/ 0 h 156"/>
                <a:gd name="T8" fmla="*/ 154 w 154"/>
                <a:gd name="T9" fmla="*/ 156 h 1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4" h="156">
                  <a:moveTo>
                    <a:pt x="0" y="156"/>
                  </a:moveTo>
                  <a:lnTo>
                    <a:pt x="15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Freeform 16"/>
            <p:cNvSpPr>
              <a:spLocks/>
            </p:cNvSpPr>
            <p:nvPr/>
          </p:nvSpPr>
          <p:spPr bwMode="auto">
            <a:xfrm>
              <a:off x="2145" y="1216"/>
              <a:ext cx="140" cy="139"/>
            </a:xfrm>
            <a:custGeom>
              <a:avLst/>
              <a:gdLst>
                <a:gd name="T0" fmla="*/ 0 w 154"/>
                <a:gd name="T1" fmla="*/ 70 h 153"/>
                <a:gd name="T2" fmla="*/ 71 w 154"/>
                <a:gd name="T3" fmla="*/ 0 h 153"/>
                <a:gd name="T4" fmla="*/ 0 60000 65536"/>
                <a:gd name="T5" fmla="*/ 0 60000 65536"/>
                <a:gd name="T6" fmla="*/ 0 w 154"/>
                <a:gd name="T7" fmla="*/ 0 h 153"/>
                <a:gd name="T8" fmla="*/ 154 w 154"/>
                <a:gd name="T9" fmla="*/ 153 h 1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4" h="153">
                  <a:moveTo>
                    <a:pt x="0" y="153"/>
                  </a:moveTo>
                  <a:lnTo>
                    <a:pt x="15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17"/>
            <p:cNvSpPr>
              <a:spLocks/>
            </p:cNvSpPr>
            <p:nvPr/>
          </p:nvSpPr>
          <p:spPr bwMode="auto">
            <a:xfrm>
              <a:off x="2145" y="949"/>
              <a:ext cx="228" cy="227"/>
            </a:xfrm>
            <a:custGeom>
              <a:avLst/>
              <a:gdLst>
                <a:gd name="T0" fmla="*/ 0 w 250"/>
                <a:gd name="T1" fmla="*/ 115 h 250"/>
                <a:gd name="T2" fmla="*/ 119 w 250"/>
                <a:gd name="T3" fmla="*/ 0 h 250"/>
                <a:gd name="T4" fmla="*/ 0 60000 65536"/>
                <a:gd name="T5" fmla="*/ 0 60000 65536"/>
                <a:gd name="T6" fmla="*/ 0 w 250"/>
                <a:gd name="T7" fmla="*/ 0 h 250"/>
                <a:gd name="T8" fmla="*/ 250 w 250"/>
                <a:gd name="T9" fmla="*/ 250 h 2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0" h="250">
                  <a:moveTo>
                    <a:pt x="0" y="250"/>
                  </a:moveTo>
                  <a:lnTo>
                    <a:pt x="25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Freeform 18"/>
            <p:cNvSpPr>
              <a:spLocks/>
            </p:cNvSpPr>
            <p:nvPr/>
          </p:nvSpPr>
          <p:spPr bwMode="auto">
            <a:xfrm>
              <a:off x="2285" y="1044"/>
              <a:ext cx="96" cy="2"/>
            </a:xfrm>
            <a:custGeom>
              <a:avLst/>
              <a:gdLst>
                <a:gd name="T0" fmla="*/ 51 w 105"/>
                <a:gd name="T1" fmla="*/ 1 h 3"/>
                <a:gd name="T2" fmla="*/ 0 w 105"/>
                <a:gd name="T3" fmla="*/ 0 h 3"/>
                <a:gd name="T4" fmla="*/ 0 60000 65536"/>
                <a:gd name="T5" fmla="*/ 0 60000 65536"/>
                <a:gd name="T6" fmla="*/ 0 w 105"/>
                <a:gd name="T7" fmla="*/ 0 h 3"/>
                <a:gd name="T8" fmla="*/ 105 w 10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5" h="3">
                  <a:moveTo>
                    <a:pt x="105" y="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19"/>
            <p:cNvSpPr>
              <a:spLocks noChangeShapeType="1"/>
            </p:cNvSpPr>
            <p:nvPr/>
          </p:nvSpPr>
          <p:spPr bwMode="auto">
            <a:xfrm>
              <a:off x="1936" y="824"/>
              <a:ext cx="0" cy="7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20"/>
            <p:cNvSpPr>
              <a:spLocks noChangeShapeType="1"/>
            </p:cNvSpPr>
            <p:nvPr/>
          </p:nvSpPr>
          <p:spPr bwMode="auto">
            <a:xfrm flipV="1">
              <a:off x="2154" y="824"/>
              <a:ext cx="175" cy="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Oval 21"/>
            <p:cNvSpPr>
              <a:spLocks noChangeArrowheads="1"/>
            </p:cNvSpPr>
            <p:nvPr/>
          </p:nvSpPr>
          <p:spPr bwMode="auto">
            <a:xfrm>
              <a:off x="1499" y="1645"/>
              <a:ext cx="879" cy="8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" name="Line 22"/>
            <p:cNvSpPr>
              <a:spLocks noChangeShapeType="1"/>
            </p:cNvSpPr>
            <p:nvPr/>
          </p:nvSpPr>
          <p:spPr bwMode="auto">
            <a:xfrm>
              <a:off x="1412" y="2038"/>
              <a:ext cx="10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Freeform 23"/>
            <p:cNvSpPr>
              <a:spLocks/>
            </p:cNvSpPr>
            <p:nvPr/>
          </p:nvSpPr>
          <p:spPr bwMode="auto">
            <a:xfrm>
              <a:off x="1932" y="1560"/>
              <a:ext cx="4" cy="941"/>
            </a:xfrm>
            <a:custGeom>
              <a:avLst/>
              <a:gdLst>
                <a:gd name="T0" fmla="*/ 0 w 4"/>
                <a:gd name="T1" fmla="*/ 486 h 1034"/>
                <a:gd name="T2" fmla="*/ 4 w 4"/>
                <a:gd name="T3" fmla="*/ 0 h 1034"/>
                <a:gd name="T4" fmla="*/ 0 60000 65536"/>
                <a:gd name="T5" fmla="*/ 0 60000 65536"/>
                <a:gd name="T6" fmla="*/ 0 w 4"/>
                <a:gd name="T7" fmla="*/ 0 h 1034"/>
                <a:gd name="T8" fmla="*/ 4 w 4"/>
                <a:gd name="T9" fmla="*/ 1034 h 10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1034">
                  <a:moveTo>
                    <a:pt x="0" y="1034"/>
                  </a:moveTo>
                  <a:lnTo>
                    <a:pt x="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Freeform 24"/>
            <p:cNvSpPr>
              <a:spLocks/>
            </p:cNvSpPr>
            <p:nvPr/>
          </p:nvSpPr>
          <p:spPr bwMode="auto">
            <a:xfrm>
              <a:off x="1709" y="1811"/>
              <a:ext cx="227" cy="227"/>
            </a:xfrm>
            <a:custGeom>
              <a:avLst/>
              <a:gdLst>
                <a:gd name="T0" fmla="*/ 0 w 250"/>
                <a:gd name="T1" fmla="*/ 119 h 249"/>
                <a:gd name="T2" fmla="*/ 115 w 250"/>
                <a:gd name="T3" fmla="*/ 0 h 249"/>
                <a:gd name="T4" fmla="*/ 0 60000 65536"/>
                <a:gd name="T5" fmla="*/ 0 60000 65536"/>
                <a:gd name="T6" fmla="*/ 0 w 250"/>
                <a:gd name="T7" fmla="*/ 0 h 249"/>
                <a:gd name="T8" fmla="*/ 250 w 250"/>
                <a:gd name="T9" fmla="*/ 249 h 2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0" h="249">
                  <a:moveTo>
                    <a:pt x="0" y="249"/>
                  </a:moveTo>
                  <a:lnTo>
                    <a:pt x="25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25"/>
            <p:cNvSpPr>
              <a:spLocks noChangeShapeType="1"/>
            </p:cNvSpPr>
            <p:nvPr/>
          </p:nvSpPr>
          <p:spPr bwMode="auto">
            <a:xfrm>
              <a:off x="1718" y="2032"/>
              <a:ext cx="213" cy="2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Freeform 26"/>
            <p:cNvSpPr>
              <a:spLocks/>
            </p:cNvSpPr>
            <p:nvPr/>
          </p:nvSpPr>
          <p:spPr bwMode="auto">
            <a:xfrm>
              <a:off x="1925" y="2032"/>
              <a:ext cx="226" cy="231"/>
            </a:xfrm>
            <a:custGeom>
              <a:avLst/>
              <a:gdLst>
                <a:gd name="T0" fmla="*/ 0 w 236"/>
                <a:gd name="T1" fmla="*/ 210 h 234"/>
                <a:gd name="T2" fmla="*/ 167 w 236"/>
                <a:gd name="T3" fmla="*/ 0 h 234"/>
                <a:gd name="T4" fmla="*/ 0 60000 65536"/>
                <a:gd name="T5" fmla="*/ 0 60000 65536"/>
                <a:gd name="T6" fmla="*/ 0 w 236"/>
                <a:gd name="T7" fmla="*/ 0 h 234"/>
                <a:gd name="T8" fmla="*/ 236 w 236"/>
                <a:gd name="T9" fmla="*/ 234 h 2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6" h="234">
                  <a:moveTo>
                    <a:pt x="0" y="234"/>
                  </a:moveTo>
                  <a:lnTo>
                    <a:pt x="23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Freeform 27"/>
            <p:cNvSpPr>
              <a:spLocks/>
            </p:cNvSpPr>
            <p:nvPr/>
          </p:nvSpPr>
          <p:spPr bwMode="auto">
            <a:xfrm>
              <a:off x="1927" y="1811"/>
              <a:ext cx="227" cy="221"/>
            </a:xfrm>
            <a:custGeom>
              <a:avLst/>
              <a:gdLst>
                <a:gd name="T0" fmla="*/ 115 w 250"/>
                <a:gd name="T1" fmla="*/ 96 h 249"/>
                <a:gd name="T2" fmla="*/ 0 w 250"/>
                <a:gd name="T3" fmla="*/ 0 h 249"/>
                <a:gd name="T4" fmla="*/ 0 60000 65536"/>
                <a:gd name="T5" fmla="*/ 0 60000 65536"/>
                <a:gd name="T6" fmla="*/ 0 w 250"/>
                <a:gd name="T7" fmla="*/ 0 h 249"/>
                <a:gd name="T8" fmla="*/ 250 w 250"/>
                <a:gd name="T9" fmla="*/ 249 h 2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0" h="249">
                  <a:moveTo>
                    <a:pt x="250" y="24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2" name="Text Box 2"/>
          <p:cNvSpPr txBox="1">
            <a:spLocks noChangeArrowheads="1"/>
          </p:cNvSpPr>
          <p:nvPr/>
        </p:nvSpPr>
        <p:spPr bwMode="auto">
          <a:xfrm>
            <a:off x="296663" y="2038908"/>
            <a:ext cx="32686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例：判断正误</a:t>
            </a:r>
          </a:p>
        </p:txBody>
      </p:sp>
      <p:grpSp>
        <p:nvGrpSpPr>
          <p:cNvPr id="133" name="Group 6"/>
          <p:cNvGrpSpPr>
            <a:grpSpLocks/>
          </p:cNvGrpSpPr>
          <p:nvPr/>
        </p:nvGrpSpPr>
        <p:grpSpPr bwMode="auto">
          <a:xfrm>
            <a:off x="4860688" y="2704192"/>
            <a:ext cx="1663700" cy="2671763"/>
            <a:chOff x="1412" y="818"/>
            <a:chExt cx="1048" cy="1683"/>
          </a:xfrm>
        </p:grpSpPr>
        <p:sp>
          <p:nvSpPr>
            <p:cNvPr id="134" name="Line 7"/>
            <p:cNvSpPr>
              <a:spLocks noChangeShapeType="1"/>
            </p:cNvSpPr>
            <p:nvPr/>
          </p:nvSpPr>
          <p:spPr bwMode="auto">
            <a:xfrm>
              <a:off x="1499" y="824"/>
              <a:ext cx="8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Freeform 8"/>
            <p:cNvSpPr>
              <a:spLocks/>
            </p:cNvSpPr>
            <p:nvPr/>
          </p:nvSpPr>
          <p:spPr bwMode="auto">
            <a:xfrm>
              <a:off x="1499" y="824"/>
              <a:ext cx="1" cy="228"/>
            </a:xfrm>
            <a:custGeom>
              <a:avLst/>
              <a:gdLst>
                <a:gd name="T0" fmla="*/ 0 w 1"/>
                <a:gd name="T1" fmla="*/ 0 h 250"/>
                <a:gd name="T2" fmla="*/ 0 w 1"/>
                <a:gd name="T3" fmla="*/ 119 h 250"/>
                <a:gd name="T4" fmla="*/ 0 60000 65536"/>
                <a:gd name="T5" fmla="*/ 0 60000 65536"/>
                <a:gd name="T6" fmla="*/ 0 w 1"/>
                <a:gd name="T7" fmla="*/ 0 h 250"/>
                <a:gd name="T8" fmla="*/ 1 w 1"/>
                <a:gd name="T9" fmla="*/ 250 h 2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0">
                  <a:moveTo>
                    <a:pt x="0" y="0"/>
                  </a:moveTo>
                  <a:lnTo>
                    <a:pt x="0" y="25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9"/>
            <p:cNvSpPr>
              <a:spLocks noChangeShapeType="1"/>
            </p:cNvSpPr>
            <p:nvPr/>
          </p:nvSpPr>
          <p:spPr bwMode="auto">
            <a:xfrm>
              <a:off x="1499" y="1043"/>
              <a:ext cx="325" cy="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Freeform 10"/>
            <p:cNvSpPr>
              <a:spLocks/>
            </p:cNvSpPr>
            <p:nvPr/>
          </p:nvSpPr>
          <p:spPr bwMode="auto">
            <a:xfrm>
              <a:off x="2373" y="818"/>
              <a:ext cx="1" cy="237"/>
            </a:xfrm>
            <a:custGeom>
              <a:avLst/>
              <a:gdLst>
                <a:gd name="T0" fmla="*/ 0 w 1"/>
                <a:gd name="T1" fmla="*/ 0 h 260"/>
                <a:gd name="T2" fmla="*/ 0 w 1"/>
                <a:gd name="T3" fmla="*/ 124 h 260"/>
                <a:gd name="T4" fmla="*/ 0 60000 65536"/>
                <a:gd name="T5" fmla="*/ 0 60000 65536"/>
                <a:gd name="T6" fmla="*/ 0 w 1"/>
                <a:gd name="T7" fmla="*/ 0 h 260"/>
                <a:gd name="T8" fmla="*/ 1 w 1"/>
                <a:gd name="T9" fmla="*/ 260 h 26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60">
                  <a:moveTo>
                    <a:pt x="0" y="0"/>
                  </a:moveTo>
                  <a:lnTo>
                    <a:pt x="0" y="26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Freeform 11"/>
            <p:cNvSpPr>
              <a:spLocks/>
            </p:cNvSpPr>
            <p:nvPr/>
          </p:nvSpPr>
          <p:spPr bwMode="auto">
            <a:xfrm>
              <a:off x="2149" y="827"/>
              <a:ext cx="1" cy="738"/>
            </a:xfrm>
            <a:custGeom>
              <a:avLst/>
              <a:gdLst>
                <a:gd name="T0" fmla="*/ 0 w 1"/>
                <a:gd name="T1" fmla="*/ 382 h 811"/>
                <a:gd name="T2" fmla="*/ 0 w 1"/>
                <a:gd name="T3" fmla="*/ 0 h 811"/>
                <a:gd name="T4" fmla="*/ 0 60000 65536"/>
                <a:gd name="T5" fmla="*/ 0 60000 65536"/>
                <a:gd name="T6" fmla="*/ 0 w 1"/>
                <a:gd name="T7" fmla="*/ 0 h 811"/>
                <a:gd name="T8" fmla="*/ 1 w 1"/>
                <a:gd name="T9" fmla="*/ 811 h 8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11">
                  <a:moveTo>
                    <a:pt x="0" y="811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Freeform 12"/>
            <p:cNvSpPr>
              <a:spLocks/>
            </p:cNvSpPr>
            <p:nvPr/>
          </p:nvSpPr>
          <p:spPr bwMode="auto">
            <a:xfrm>
              <a:off x="2285" y="1043"/>
              <a:ext cx="1" cy="536"/>
            </a:xfrm>
            <a:custGeom>
              <a:avLst/>
              <a:gdLst>
                <a:gd name="T0" fmla="*/ 0 w 1"/>
                <a:gd name="T1" fmla="*/ 0 h 589"/>
                <a:gd name="T2" fmla="*/ 0 w 1"/>
                <a:gd name="T3" fmla="*/ 278 h 589"/>
                <a:gd name="T4" fmla="*/ 0 60000 65536"/>
                <a:gd name="T5" fmla="*/ 0 60000 65536"/>
                <a:gd name="T6" fmla="*/ 0 w 1"/>
                <a:gd name="T7" fmla="*/ 0 h 589"/>
                <a:gd name="T8" fmla="*/ 1 w 1"/>
                <a:gd name="T9" fmla="*/ 589 h 5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89">
                  <a:moveTo>
                    <a:pt x="0" y="0"/>
                  </a:moveTo>
                  <a:lnTo>
                    <a:pt x="0" y="58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Freeform 13"/>
            <p:cNvSpPr>
              <a:spLocks/>
            </p:cNvSpPr>
            <p:nvPr/>
          </p:nvSpPr>
          <p:spPr bwMode="auto">
            <a:xfrm>
              <a:off x="1575" y="1037"/>
              <a:ext cx="1" cy="542"/>
            </a:xfrm>
            <a:custGeom>
              <a:avLst/>
              <a:gdLst>
                <a:gd name="T0" fmla="*/ 0 w 1"/>
                <a:gd name="T1" fmla="*/ 0 h 595"/>
                <a:gd name="T2" fmla="*/ 1 w 1"/>
                <a:gd name="T3" fmla="*/ 282 h 595"/>
                <a:gd name="T4" fmla="*/ 0 60000 65536"/>
                <a:gd name="T5" fmla="*/ 0 60000 65536"/>
                <a:gd name="T6" fmla="*/ 0 w 1"/>
                <a:gd name="T7" fmla="*/ 0 h 595"/>
                <a:gd name="T8" fmla="*/ 1 w 1"/>
                <a:gd name="T9" fmla="*/ 595 h 5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95">
                  <a:moveTo>
                    <a:pt x="0" y="0"/>
                  </a:moveTo>
                  <a:lnTo>
                    <a:pt x="1" y="595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Freeform 14"/>
            <p:cNvSpPr>
              <a:spLocks/>
            </p:cNvSpPr>
            <p:nvPr/>
          </p:nvSpPr>
          <p:spPr bwMode="auto">
            <a:xfrm>
              <a:off x="1576" y="1565"/>
              <a:ext cx="709" cy="2"/>
            </a:xfrm>
            <a:custGeom>
              <a:avLst/>
              <a:gdLst>
                <a:gd name="T0" fmla="*/ 364 w 780"/>
                <a:gd name="T1" fmla="*/ 2 h 2"/>
                <a:gd name="T2" fmla="*/ 0 w 780"/>
                <a:gd name="T3" fmla="*/ 0 h 2"/>
                <a:gd name="T4" fmla="*/ 0 60000 65536"/>
                <a:gd name="T5" fmla="*/ 0 60000 65536"/>
                <a:gd name="T6" fmla="*/ 0 w 780"/>
                <a:gd name="T7" fmla="*/ 0 h 2"/>
                <a:gd name="T8" fmla="*/ 780 w 780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2">
                  <a:moveTo>
                    <a:pt x="780" y="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Freeform 15"/>
            <p:cNvSpPr>
              <a:spLocks/>
            </p:cNvSpPr>
            <p:nvPr/>
          </p:nvSpPr>
          <p:spPr bwMode="auto">
            <a:xfrm>
              <a:off x="2150" y="1386"/>
              <a:ext cx="140" cy="142"/>
            </a:xfrm>
            <a:custGeom>
              <a:avLst/>
              <a:gdLst>
                <a:gd name="T0" fmla="*/ 0 w 154"/>
                <a:gd name="T1" fmla="*/ 73 h 156"/>
                <a:gd name="T2" fmla="*/ 71 w 154"/>
                <a:gd name="T3" fmla="*/ 0 h 156"/>
                <a:gd name="T4" fmla="*/ 0 60000 65536"/>
                <a:gd name="T5" fmla="*/ 0 60000 65536"/>
                <a:gd name="T6" fmla="*/ 0 w 154"/>
                <a:gd name="T7" fmla="*/ 0 h 156"/>
                <a:gd name="T8" fmla="*/ 154 w 154"/>
                <a:gd name="T9" fmla="*/ 156 h 1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4" h="156">
                  <a:moveTo>
                    <a:pt x="0" y="156"/>
                  </a:moveTo>
                  <a:lnTo>
                    <a:pt x="15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Freeform 16"/>
            <p:cNvSpPr>
              <a:spLocks/>
            </p:cNvSpPr>
            <p:nvPr/>
          </p:nvSpPr>
          <p:spPr bwMode="auto">
            <a:xfrm>
              <a:off x="2145" y="1216"/>
              <a:ext cx="140" cy="139"/>
            </a:xfrm>
            <a:custGeom>
              <a:avLst/>
              <a:gdLst>
                <a:gd name="T0" fmla="*/ 0 w 154"/>
                <a:gd name="T1" fmla="*/ 70 h 153"/>
                <a:gd name="T2" fmla="*/ 71 w 154"/>
                <a:gd name="T3" fmla="*/ 0 h 153"/>
                <a:gd name="T4" fmla="*/ 0 60000 65536"/>
                <a:gd name="T5" fmla="*/ 0 60000 65536"/>
                <a:gd name="T6" fmla="*/ 0 w 154"/>
                <a:gd name="T7" fmla="*/ 0 h 153"/>
                <a:gd name="T8" fmla="*/ 154 w 154"/>
                <a:gd name="T9" fmla="*/ 153 h 1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4" h="153">
                  <a:moveTo>
                    <a:pt x="0" y="153"/>
                  </a:moveTo>
                  <a:lnTo>
                    <a:pt x="15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Freeform 17"/>
            <p:cNvSpPr>
              <a:spLocks/>
            </p:cNvSpPr>
            <p:nvPr/>
          </p:nvSpPr>
          <p:spPr bwMode="auto">
            <a:xfrm>
              <a:off x="2145" y="949"/>
              <a:ext cx="228" cy="227"/>
            </a:xfrm>
            <a:custGeom>
              <a:avLst/>
              <a:gdLst>
                <a:gd name="T0" fmla="*/ 0 w 250"/>
                <a:gd name="T1" fmla="*/ 115 h 250"/>
                <a:gd name="T2" fmla="*/ 119 w 250"/>
                <a:gd name="T3" fmla="*/ 0 h 250"/>
                <a:gd name="T4" fmla="*/ 0 60000 65536"/>
                <a:gd name="T5" fmla="*/ 0 60000 65536"/>
                <a:gd name="T6" fmla="*/ 0 w 250"/>
                <a:gd name="T7" fmla="*/ 0 h 250"/>
                <a:gd name="T8" fmla="*/ 250 w 250"/>
                <a:gd name="T9" fmla="*/ 250 h 2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0" h="250">
                  <a:moveTo>
                    <a:pt x="0" y="250"/>
                  </a:moveTo>
                  <a:lnTo>
                    <a:pt x="25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Freeform 18"/>
            <p:cNvSpPr>
              <a:spLocks/>
            </p:cNvSpPr>
            <p:nvPr/>
          </p:nvSpPr>
          <p:spPr bwMode="auto">
            <a:xfrm>
              <a:off x="2285" y="1044"/>
              <a:ext cx="96" cy="2"/>
            </a:xfrm>
            <a:custGeom>
              <a:avLst/>
              <a:gdLst>
                <a:gd name="T0" fmla="*/ 51 w 105"/>
                <a:gd name="T1" fmla="*/ 1 h 3"/>
                <a:gd name="T2" fmla="*/ 0 w 105"/>
                <a:gd name="T3" fmla="*/ 0 h 3"/>
                <a:gd name="T4" fmla="*/ 0 60000 65536"/>
                <a:gd name="T5" fmla="*/ 0 60000 65536"/>
                <a:gd name="T6" fmla="*/ 0 w 105"/>
                <a:gd name="T7" fmla="*/ 0 h 3"/>
                <a:gd name="T8" fmla="*/ 105 w 10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5" h="3">
                  <a:moveTo>
                    <a:pt x="105" y="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19"/>
            <p:cNvSpPr>
              <a:spLocks noChangeShapeType="1"/>
            </p:cNvSpPr>
            <p:nvPr/>
          </p:nvSpPr>
          <p:spPr bwMode="auto">
            <a:xfrm>
              <a:off x="1936" y="824"/>
              <a:ext cx="0" cy="7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20"/>
            <p:cNvSpPr>
              <a:spLocks noChangeShapeType="1"/>
            </p:cNvSpPr>
            <p:nvPr/>
          </p:nvSpPr>
          <p:spPr bwMode="auto">
            <a:xfrm flipV="1">
              <a:off x="2154" y="824"/>
              <a:ext cx="175" cy="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Oval 21"/>
            <p:cNvSpPr>
              <a:spLocks noChangeArrowheads="1"/>
            </p:cNvSpPr>
            <p:nvPr/>
          </p:nvSpPr>
          <p:spPr bwMode="auto">
            <a:xfrm>
              <a:off x="1499" y="1645"/>
              <a:ext cx="879" cy="8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9" name="Line 22"/>
            <p:cNvSpPr>
              <a:spLocks noChangeShapeType="1"/>
            </p:cNvSpPr>
            <p:nvPr/>
          </p:nvSpPr>
          <p:spPr bwMode="auto">
            <a:xfrm>
              <a:off x="1412" y="2038"/>
              <a:ext cx="10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Freeform 23"/>
            <p:cNvSpPr>
              <a:spLocks/>
            </p:cNvSpPr>
            <p:nvPr/>
          </p:nvSpPr>
          <p:spPr bwMode="auto">
            <a:xfrm>
              <a:off x="1932" y="1560"/>
              <a:ext cx="4" cy="941"/>
            </a:xfrm>
            <a:custGeom>
              <a:avLst/>
              <a:gdLst>
                <a:gd name="T0" fmla="*/ 0 w 4"/>
                <a:gd name="T1" fmla="*/ 486 h 1034"/>
                <a:gd name="T2" fmla="*/ 4 w 4"/>
                <a:gd name="T3" fmla="*/ 0 h 1034"/>
                <a:gd name="T4" fmla="*/ 0 60000 65536"/>
                <a:gd name="T5" fmla="*/ 0 60000 65536"/>
                <a:gd name="T6" fmla="*/ 0 w 4"/>
                <a:gd name="T7" fmla="*/ 0 h 1034"/>
                <a:gd name="T8" fmla="*/ 4 w 4"/>
                <a:gd name="T9" fmla="*/ 1034 h 10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1034">
                  <a:moveTo>
                    <a:pt x="0" y="1034"/>
                  </a:moveTo>
                  <a:lnTo>
                    <a:pt x="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Freeform 24"/>
            <p:cNvSpPr>
              <a:spLocks/>
            </p:cNvSpPr>
            <p:nvPr/>
          </p:nvSpPr>
          <p:spPr bwMode="auto">
            <a:xfrm>
              <a:off x="1709" y="1811"/>
              <a:ext cx="227" cy="227"/>
            </a:xfrm>
            <a:custGeom>
              <a:avLst/>
              <a:gdLst>
                <a:gd name="T0" fmla="*/ 0 w 250"/>
                <a:gd name="T1" fmla="*/ 119 h 249"/>
                <a:gd name="T2" fmla="*/ 115 w 250"/>
                <a:gd name="T3" fmla="*/ 0 h 249"/>
                <a:gd name="T4" fmla="*/ 0 60000 65536"/>
                <a:gd name="T5" fmla="*/ 0 60000 65536"/>
                <a:gd name="T6" fmla="*/ 0 w 250"/>
                <a:gd name="T7" fmla="*/ 0 h 249"/>
                <a:gd name="T8" fmla="*/ 250 w 250"/>
                <a:gd name="T9" fmla="*/ 249 h 2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0" h="249">
                  <a:moveTo>
                    <a:pt x="0" y="249"/>
                  </a:moveTo>
                  <a:lnTo>
                    <a:pt x="25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25"/>
            <p:cNvSpPr>
              <a:spLocks noChangeShapeType="1"/>
            </p:cNvSpPr>
            <p:nvPr/>
          </p:nvSpPr>
          <p:spPr bwMode="auto">
            <a:xfrm>
              <a:off x="1718" y="2032"/>
              <a:ext cx="213" cy="2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Freeform 26"/>
            <p:cNvSpPr>
              <a:spLocks/>
            </p:cNvSpPr>
            <p:nvPr/>
          </p:nvSpPr>
          <p:spPr bwMode="auto">
            <a:xfrm>
              <a:off x="1925" y="2032"/>
              <a:ext cx="226" cy="231"/>
            </a:xfrm>
            <a:custGeom>
              <a:avLst/>
              <a:gdLst>
                <a:gd name="T0" fmla="*/ 0 w 236"/>
                <a:gd name="T1" fmla="*/ 210 h 234"/>
                <a:gd name="T2" fmla="*/ 167 w 236"/>
                <a:gd name="T3" fmla="*/ 0 h 234"/>
                <a:gd name="T4" fmla="*/ 0 60000 65536"/>
                <a:gd name="T5" fmla="*/ 0 60000 65536"/>
                <a:gd name="T6" fmla="*/ 0 w 236"/>
                <a:gd name="T7" fmla="*/ 0 h 234"/>
                <a:gd name="T8" fmla="*/ 236 w 236"/>
                <a:gd name="T9" fmla="*/ 234 h 2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6" h="234">
                  <a:moveTo>
                    <a:pt x="0" y="234"/>
                  </a:moveTo>
                  <a:lnTo>
                    <a:pt x="23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Freeform 27"/>
            <p:cNvSpPr>
              <a:spLocks/>
            </p:cNvSpPr>
            <p:nvPr/>
          </p:nvSpPr>
          <p:spPr bwMode="auto">
            <a:xfrm>
              <a:off x="1927" y="1811"/>
              <a:ext cx="227" cy="221"/>
            </a:xfrm>
            <a:custGeom>
              <a:avLst/>
              <a:gdLst>
                <a:gd name="T0" fmla="*/ 115 w 250"/>
                <a:gd name="T1" fmla="*/ 96 h 249"/>
                <a:gd name="T2" fmla="*/ 0 w 250"/>
                <a:gd name="T3" fmla="*/ 0 h 249"/>
                <a:gd name="T4" fmla="*/ 0 60000 65536"/>
                <a:gd name="T5" fmla="*/ 0 60000 65536"/>
                <a:gd name="T6" fmla="*/ 0 w 250"/>
                <a:gd name="T7" fmla="*/ 0 h 249"/>
                <a:gd name="T8" fmla="*/ 250 w 250"/>
                <a:gd name="T9" fmla="*/ 249 h 2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0" h="249">
                  <a:moveTo>
                    <a:pt x="250" y="24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任意多边形 1"/>
          <p:cNvSpPr/>
          <p:nvPr/>
        </p:nvSpPr>
        <p:spPr bwMode="auto">
          <a:xfrm>
            <a:off x="5418260" y="2731912"/>
            <a:ext cx="114052" cy="1151467"/>
          </a:xfrm>
          <a:custGeom>
            <a:avLst/>
            <a:gdLst>
              <a:gd name="connsiteX0" fmla="*/ 79428 w 114052"/>
              <a:gd name="connsiteY0" fmla="*/ 0 h 1151467"/>
              <a:gd name="connsiteX1" fmla="*/ 68139 w 114052"/>
              <a:gd name="connsiteY1" fmla="*/ 67734 h 1151467"/>
              <a:gd name="connsiteX2" fmla="*/ 56851 w 114052"/>
              <a:gd name="connsiteY2" fmla="*/ 101600 h 1151467"/>
              <a:gd name="connsiteX3" fmla="*/ 79428 w 114052"/>
              <a:gd name="connsiteY3" fmla="*/ 270934 h 1151467"/>
              <a:gd name="connsiteX4" fmla="*/ 102006 w 114052"/>
              <a:gd name="connsiteY4" fmla="*/ 304800 h 1151467"/>
              <a:gd name="connsiteX5" fmla="*/ 113295 w 114052"/>
              <a:gd name="connsiteY5" fmla="*/ 338667 h 1151467"/>
              <a:gd name="connsiteX6" fmla="*/ 68139 w 114052"/>
              <a:gd name="connsiteY6" fmla="*/ 406400 h 1151467"/>
              <a:gd name="connsiteX7" fmla="*/ 22984 w 114052"/>
              <a:gd name="connsiteY7" fmla="*/ 485422 h 1151467"/>
              <a:gd name="connsiteX8" fmla="*/ 406 w 114052"/>
              <a:gd name="connsiteY8" fmla="*/ 553156 h 1151467"/>
              <a:gd name="connsiteX9" fmla="*/ 11695 w 114052"/>
              <a:gd name="connsiteY9" fmla="*/ 632178 h 1151467"/>
              <a:gd name="connsiteX10" fmla="*/ 22984 w 114052"/>
              <a:gd name="connsiteY10" fmla="*/ 666045 h 1151467"/>
              <a:gd name="connsiteX11" fmla="*/ 34273 w 114052"/>
              <a:gd name="connsiteY11" fmla="*/ 722489 h 1151467"/>
              <a:gd name="connsiteX12" fmla="*/ 56851 w 114052"/>
              <a:gd name="connsiteY12" fmla="*/ 824089 h 1151467"/>
              <a:gd name="connsiteX13" fmla="*/ 45562 w 114052"/>
              <a:gd name="connsiteY13" fmla="*/ 1038578 h 1151467"/>
              <a:gd name="connsiteX14" fmla="*/ 34273 w 114052"/>
              <a:gd name="connsiteY14" fmla="*/ 1083734 h 1151467"/>
              <a:gd name="connsiteX15" fmla="*/ 45562 w 114052"/>
              <a:gd name="connsiteY15" fmla="*/ 1117600 h 1151467"/>
              <a:gd name="connsiteX16" fmla="*/ 79428 w 114052"/>
              <a:gd name="connsiteY16" fmla="*/ 1151467 h 115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052" h="1151467">
                <a:moveTo>
                  <a:pt x="79428" y="0"/>
                </a:moveTo>
                <a:cubicBezTo>
                  <a:pt x="75665" y="22578"/>
                  <a:pt x="73104" y="45390"/>
                  <a:pt x="68139" y="67734"/>
                </a:cubicBezTo>
                <a:cubicBezTo>
                  <a:pt x="65558" y="79350"/>
                  <a:pt x="56851" y="89701"/>
                  <a:pt x="56851" y="101600"/>
                </a:cubicBezTo>
                <a:cubicBezTo>
                  <a:pt x="56851" y="126821"/>
                  <a:pt x="57034" y="226147"/>
                  <a:pt x="79428" y="270934"/>
                </a:cubicBezTo>
                <a:cubicBezTo>
                  <a:pt x="85496" y="283069"/>
                  <a:pt x="94480" y="293511"/>
                  <a:pt x="102006" y="304800"/>
                </a:cubicBezTo>
                <a:cubicBezTo>
                  <a:pt x="105769" y="316089"/>
                  <a:pt x="117058" y="327378"/>
                  <a:pt x="113295" y="338667"/>
                </a:cubicBezTo>
                <a:cubicBezTo>
                  <a:pt x="104714" y="364410"/>
                  <a:pt x="80274" y="382129"/>
                  <a:pt x="68139" y="406400"/>
                </a:cubicBezTo>
                <a:cubicBezTo>
                  <a:pt x="39495" y="463691"/>
                  <a:pt x="54897" y="437554"/>
                  <a:pt x="22984" y="485422"/>
                </a:cubicBezTo>
                <a:cubicBezTo>
                  <a:pt x="15458" y="508000"/>
                  <a:pt x="-2960" y="529596"/>
                  <a:pt x="406" y="553156"/>
                </a:cubicBezTo>
                <a:cubicBezTo>
                  <a:pt x="4169" y="579497"/>
                  <a:pt x="6477" y="606087"/>
                  <a:pt x="11695" y="632178"/>
                </a:cubicBezTo>
                <a:cubicBezTo>
                  <a:pt x="14029" y="643847"/>
                  <a:pt x="20098" y="654501"/>
                  <a:pt x="22984" y="666045"/>
                </a:cubicBezTo>
                <a:cubicBezTo>
                  <a:pt x="27638" y="684659"/>
                  <a:pt x="30111" y="703759"/>
                  <a:pt x="34273" y="722489"/>
                </a:cubicBezTo>
                <a:cubicBezTo>
                  <a:pt x="66158" y="865971"/>
                  <a:pt x="22803" y="653854"/>
                  <a:pt x="56851" y="824089"/>
                </a:cubicBezTo>
                <a:cubicBezTo>
                  <a:pt x="53088" y="895585"/>
                  <a:pt x="51764" y="967252"/>
                  <a:pt x="45562" y="1038578"/>
                </a:cubicBezTo>
                <a:cubicBezTo>
                  <a:pt x="44218" y="1054035"/>
                  <a:pt x="34273" y="1068219"/>
                  <a:pt x="34273" y="1083734"/>
                </a:cubicBezTo>
                <a:cubicBezTo>
                  <a:pt x="34273" y="1095633"/>
                  <a:pt x="38129" y="1108308"/>
                  <a:pt x="45562" y="1117600"/>
                </a:cubicBezTo>
                <a:cubicBezTo>
                  <a:pt x="82559" y="1163846"/>
                  <a:pt x="79428" y="1120625"/>
                  <a:pt x="79428" y="1151467"/>
                </a:cubicBezTo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40" grpId="0" autoUpdateAnimBg="0"/>
      <p:bldP spid="78" grpId="0"/>
      <p:bldP spid="132" grpId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4F056CF-DF82-4806-8EDE-651F1212027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25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7651" name="Text Box 151"/>
          <p:cNvSpPr txBox="1">
            <a:spLocks noChangeArrowheads="1"/>
          </p:cNvSpPr>
          <p:nvPr/>
        </p:nvSpPr>
        <p:spPr bwMode="auto">
          <a:xfrm>
            <a:off x="635000" y="227013"/>
            <a:ext cx="575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ea typeface="黑体" pitchFamily="2" charset="-122"/>
              </a:rPr>
              <a:t>画局部剖视应注意的问题：</a:t>
            </a:r>
          </a:p>
        </p:txBody>
      </p:sp>
      <p:sp>
        <p:nvSpPr>
          <p:cNvPr id="222360" name="Text Box 152"/>
          <p:cNvSpPr txBox="1">
            <a:spLocks noChangeArrowheads="1"/>
          </p:cNvSpPr>
          <p:nvPr/>
        </p:nvSpPr>
        <p:spPr bwMode="auto">
          <a:xfrm>
            <a:off x="641350" y="1063625"/>
            <a:ext cx="7339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① 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波浪线不能与图上的其它图线重合。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22361" name="Group 153"/>
          <p:cNvGrpSpPr>
            <a:grpSpLocks/>
          </p:cNvGrpSpPr>
          <p:nvPr/>
        </p:nvGrpSpPr>
        <p:grpSpPr bwMode="auto">
          <a:xfrm>
            <a:off x="1223963" y="2247900"/>
            <a:ext cx="2713037" cy="2638425"/>
            <a:chOff x="819" y="1314"/>
            <a:chExt cx="1709" cy="1662"/>
          </a:xfrm>
        </p:grpSpPr>
        <p:sp>
          <p:nvSpPr>
            <p:cNvPr id="27684" name="Line 154"/>
            <p:cNvSpPr>
              <a:spLocks noChangeShapeType="1"/>
            </p:cNvSpPr>
            <p:nvPr/>
          </p:nvSpPr>
          <p:spPr bwMode="auto">
            <a:xfrm>
              <a:off x="819" y="2131"/>
              <a:ext cx="17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5" name="Rectangle 155"/>
            <p:cNvSpPr>
              <a:spLocks noChangeArrowheads="1"/>
            </p:cNvSpPr>
            <p:nvPr/>
          </p:nvSpPr>
          <p:spPr bwMode="auto">
            <a:xfrm>
              <a:off x="1008" y="1314"/>
              <a:ext cx="499" cy="166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86" name="Line 156"/>
            <p:cNvSpPr>
              <a:spLocks noChangeShapeType="1"/>
            </p:cNvSpPr>
            <p:nvPr/>
          </p:nvSpPr>
          <p:spPr bwMode="auto">
            <a:xfrm flipH="1">
              <a:off x="902" y="1315"/>
              <a:ext cx="106" cy="1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7" name="Line 157"/>
            <p:cNvSpPr>
              <a:spLocks noChangeShapeType="1"/>
            </p:cNvSpPr>
            <p:nvPr/>
          </p:nvSpPr>
          <p:spPr bwMode="auto">
            <a:xfrm flipH="1" flipV="1">
              <a:off x="912" y="288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8" name="Freeform 158"/>
            <p:cNvSpPr>
              <a:spLocks/>
            </p:cNvSpPr>
            <p:nvPr/>
          </p:nvSpPr>
          <p:spPr bwMode="auto">
            <a:xfrm>
              <a:off x="912" y="1402"/>
              <a:ext cx="1" cy="1488"/>
            </a:xfrm>
            <a:custGeom>
              <a:avLst/>
              <a:gdLst>
                <a:gd name="T0" fmla="*/ 0 w 1"/>
                <a:gd name="T1" fmla="*/ 1488 h 1488"/>
                <a:gd name="T2" fmla="*/ 0 w 1"/>
                <a:gd name="T3" fmla="*/ 0 h 14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88">
                  <a:moveTo>
                    <a:pt x="0" y="148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9" name="Rectangle 159"/>
            <p:cNvSpPr>
              <a:spLocks noChangeArrowheads="1"/>
            </p:cNvSpPr>
            <p:nvPr/>
          </p:nvSpPr>
          <p:spPr bwMode="auto">
            <a:xfrm>
              <a:off x="1507" y="1526"/>
              <a:ext cx="922" cy="119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0" name="Line 160"/>
            <p:cNvSpPr>
              <a:spLocks noChangeShapeType="1"/>
            </p:cNvSpPr>
            <p:nvPr/>
          </p:nvSpPr>
          <p:spPr bwMode="auto">
            <a:xfrm>
              <a:off x="1901" y="1747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1" name="Line 161"/>
            <p:cNvSpPr>
              <a:spLocks noChangeShapeType="1"/>
            </p:cNvSpPr>
            <p:nvPr/>
          </p:nvSpPr>
          <p:spPr bwMode="auto">
            <a:xfrm>
              <a:off x="1901" y="2496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2" name="Line 162"/>
            <p:cNvSpPr>
              <a:spLocks noChangeShapeType="1"/>
            </p:cNvSpPr>
            <p:nvPr/>
          </p:nvSpPr>
          <p:spPr bwMode="auto">
            <a:xfrm>
              <a:off x="1901" y="1747"/>
              <a:ext cx="0" cy="7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3" name="Line 163"/>
            <p:cNvSpPr>
              <a:spLocks noChangeShapeType="1"/>
            </p:cNvSpPr>
            <p:nvPr/>
          </p:nvSpPr>
          <p:spPr bwMode="auto">
            <a:xfrm flipH="1">
              <a:off x="1680" y="1747"/>
              <a:ext cx="221" cy="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4" name="Line 164"/>
            <p:cNvSpPr>
              <a:spLocks noChangeShapeType="1"/>
            </p:cNvSpPr>
            <p:nvPr/>
          </p:nvSpPr>
          <p:spPr bwMode="auto">
            <a:xfrm>
              <a:off x="1680" y="2131"/>
              <a:ext cx="221" cy="3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5" name="Line 165"/>
            <p:cNvSpPr>
              <a:spLocks noChangeShapeType="1"/>
            </p:cNvSpPr>
            <p:nvPr/>
          </p:nvSpPr>
          <p:spPr bwMode="auto">
            <a:xfrm flipV="1">
              <a:off x="1507" y="1517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6" name="Line 166"/>
            <p:cNvSpPr>
              <a:spLocks noChangeShapeType="1"/>
            </p:cNvSpPr>
            <p:nvPr/>
          </p:nvSpPr>
          <p:spPr bwMode="auto">
            <a:xfrm flipV="1">
              <a:off x="1507" y="1517"/>
              <a:ext cx="38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7" name="Line 167"/>
            <p:cNvSpPr>
              <a:spLocks noChangeShapeType="1"/>
            </p:cNvSpPr>
            <p:nvPr/>
          </p:nvSpPr>
          <p:spPr bwMode="auto">
            <a:xfrm flipV="1">
              <a:off x="1509" y="1517"/>
              <a:ext cx="575" cy="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8" name="Line 168"/>
            <p:cNvSpPr>
              <a:spLocks noChangeShapeType="1"/>
            </p:cNvSpPr>
            <p:nvPr/>
          </p:nvSpPr>
          <p:spPr bwMode="auto">
            <a:xfrm flipV="1">
              <a:off x="1507" y="2102"/>
              <a:ext cx="183" cy="1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9" name="Line 169"/>
            <p:cNvSpPr>
              <a:spLocks noChangeShapeType="1"/>
            </p:cNvSpPr>
            <p:nvPr/>
          </p:nvSpPr>
          <p:spPr bwMode="auto">
            <a:xfrm flipV="1">
              <a:off x="2035" y="1517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0" name="Line 170"/>
            <p:cNvSpPr>
              <a:spLocks noChangeShapeType="1"/>
            </p:cNvSpPr>
            <p:nvPr/>
          </p:nvSpPr>
          <p:spPr bwMode="auto">
            <a:xfrm flipV="1">
              <a:off x="2218" y="1537"/>
              <a:ext cx="201" cy="2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1" name="Line 171"/>
            <p:cNvSpPr>
              <a:spLocks noChangeShapeType="1"/>
            </p:cNvSpPr>
            <p:nvPr/>
          </p:nvSpPr>
          <p:spPr bwMode="auto">
            <a:xfrm flipV="1">
              <a:off x="1507" y="2237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2" name="Line 172"/>
            <p:cNvSpPr>
              <a:spLocks noChangeShapeType="1"/>
            </p:cNvSpPr>
            <p:nvPr/>
          </p:nvSpPr>
          <p:spPr bwMode="auto">
            <a:xfrm flipV="1">
              <a:off x="1507" y="2342"/>
              <a:ext cx="298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3" name="Line 173"/>
            <p:cNvSpPr>
              <a:spLocks noChangeShapeType="1"/>
            </p:cNvSpPr>
            <p:nvPr/>
          </p:nvSpPr>
          <p:spPr bwMode="auto">
            <a:xfrm flipV="1">
              <a:off x="1622" y="2457"/>
              <a:ext cx="250" cy="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4" name="Line 174"/>
            <p:cNvSpPr>
              <a:spLocks noChangeShapeType="1"/>
            </p:cNvSpPr>
            <p:nvPr/>
          </p:nvSpPr>
          <p:spPr bwMode="auto">
            <a:xfrm flipV="1">
              <a:off x="1805" y="2486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5" name="Line 175"/>
            <p:cNvSpPr>
              <a:spLocks noChangeShapeType="1"/>
            </p:cNvSpPr>
            <p:nvPr/>
          </p:nvSpPr>
          <p:spPr bwMode="auto">
            <a:xfrm flipV="1">
              <a:off x="1976" y="2486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6" name="Line 176"/>
            <p:cNvSpPr>
              <a:spLocks noChangeShapeType="1"/>
            </p:cNvSpPr>
            <p:nvPr/>
          </p:nvSpPr>
          <p:spPr bwMode="auto">
            <a:xfrm flipV="1">
              <a:off x="2141" y="2486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7" name="Line 177"/>
            <p:cNvSpPr>
              <a:spLocks noChangeShapeType="1"/>
            </p:cNvSpPr>
            <p:nvPr/>
          </p:nvSpPr>
          <p:spPr bwMode="auto">
            <a:xfrm flipV="1">
              <a:off x="2323" y="2611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8" name="Line 178"/>
            <p:cNvSpPr>
              <a:spLocks noChangeShapeType="1"/>
            </p:cNvSpPr>
            <p:nvPr/>
          </p:nvSpPr>
          <p:spPr bwMode="auto">
            <a:xfrm flipV="1">
              <a:off x="2381" y="1699"/>
              <a:ext cx="39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22387" name="AutoShape 179"/>
          <p:cNvSpPr>
            <a:spLocks noChangeArrowheads="1"/>
          </p:cNvSpPr>
          <p:nvPr/>
        </p:nvSpPr>
        <p:spPr bwMode="auto">
          <a:xfrm>
            <a:off x="2417763" y="5294313"/>
            <a:ext cx="1679575" cy="622300"/>
          </a:xfrm>
          <a:prstGeom prst="wedgeEllipseCallout">
            <a:avLst>
              <a:gd name="adj1" fmla="val -50000"/>
              <a:gd name="adj2" fmla="val -170407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错误</a:t>
            </a:r>
          </a:p>
        </p:txBody>
      </p:sp>
      <p:sp>
        <p:nvSpPr>
          <p:cNvPr id="222388" name="AutoShape 180"/>
          <p:cNvSpPr>
            <a:spLocks noChangeArrowheads="1"/>
          </p:cNvSpPr>
          <p:nvPr/>
        </p:nvSpPr>
        <p:spPr bwMode="auto">
          <a:xfrm>
            <a:off x="6550025" y="5162550"/>
            <a:ext cx="1584325" cy="622300"/>
          </a:xfrm>
          <a:prstGeom prst="wedgeEllipseCallout">
            <a:avLst>
              <a:gd name="adj1" fmla="val -56014"/>
              <a:gd name="adj2" fmla="val -174236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正确</a:t>
            </a:r>
          </a:p>
        </p:txBody>
      </p:sp>
      <p:grpSp>
        <p:nvGrpSpPr>
          <p:cNvPr id="222389" name="Group 181"/>
          <p:cNvGrpSpPr>
            <a:grpSpLocks/>
          </p:cNvGrpSpPr>
          <p:nvPr/>
        </p:nvGrpSpPr>
        <p:grpSpPr bwMode="auto">
          <a:xfrm>
            <a:off x="5095875" y="2247900"/>
            <a:ext cx="2713038" cy="2638425"/>
            <a:chOff x="3258" y="1314"/>
            <a:chExt cx="1709" cy="1662"/>
          </a:xfrm>
        </p:grpSpPr>
        <p:sp>
          <p:nvSpPr>
            <p:cNvPr id="27657" name="Line 182"/>
            <p:cNvSpPr>
              <a:spLocks noChangeShapeType="1"/>
            </p:cNvSpPr>
            <p:nvPr/>
          </p:nvSpPr>
          <p:spPr bwMode="auto">
            <a:xfrm>
              <a:off x="3258" y="2131"/>
              <a:ext cx="17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58" name="Rectangle 183"/>
            <p:cNvSpPr>
              <a:spLocks noChangeArrowheads="1"/>
            </p:cNvSpPr>
            <p:nvPr/>
          </p:nvSpPr>
          <p:spPr bwMode="auto">
            <a:xfrm>
              <a:off x="3447" y="1314"/>
              <a:ext cx="499" cy="166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59" name="Line 184"/>
            <p:cNvSpPr>
              <a:spLocks noChangeShapeType="1"/>
            </p:cNvSpPr>
            <p:nvPr/>
          </p:nvSpPr>
          <p:spPr bwMode="auto">
            <a:xfrm flipH="1">
              <a:off x="3341" y="1315"/>
              <a:ext cx="106" cy="1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0" name="Line 185"/>
            <p:cNvSpPr>
              <a:spLocks noChangeShapeType="1"/>
            </p:cNvSpPr>
            <p:nvPr/>
          </p:nvSpPr>
          <p:spPr bwMode="auto">
            <a:xfrm flipH="1" flipV="1">
              <a:off x="3351" y="288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1" name="Freeform 186"/>
            <p:cNvSpPr>
              <a:spLocks/>
            </p:cNvSpPr>
            <p:nvPr/>
          </p:nvSpPr>
          <p:spPr bwMode="auto">
            <a:xfrm>
              <a:off x="3351" y="1402"/>
              <a:ext cx="1" cy="1488"/>
            </a:xfrm>
            <a:custGeom>
              <a:avLst/>
              <a:gdLst>
                <a:gd name="T0" fmla="*/ 0 w 1"/>
                <a:gd name="T1" fmla="*/ 1488 h 1488"/>
                <a:gd name="T2" fmla="*/ 0 w 1"/>
                <a:gd name="T3" fmla="*/ 0 h 14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88">
                  <a:moveTo>
                    <a:pt x="0" y="148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2" name="Rectangle 187"/>
            <p:cNvSpPr>
              <a:spLocks noChangeArrowheads="1"/>
            </p:cNvSpPr>
            <p:nvPr/>
          </p:nvSpPr>
          <p:spPr bwMode="auto">
            <a:xfrm>
              <a:off x="3946" y="1526"/>
              <a:ext cx="922" cy="119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63" name="Line 188"/>
            <p:cNvSpPr>
              <a:spLocks noChangeShapeType="1"/>
            </p:cNvSpPr>
            <p:nvPr/>
          </p:nvSpPr>
          <p:spPr bwMode="auto">
            <a:xfrm>
              <a:off x="4340" y="1747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4" name="Line 189"/>
            <p:cNvSpPr>
              <a:spLocks noChangeShapeType="1"/>
            </p:cNvSpPr>
            <p:nvPr/>
          </p:nvSpPr>
          <p:spPr bwMode="auto">
            <a:xfrm>
              <a:off x="4340" y="2496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5" name="Line 190"/>
            <p:cNvSpPr>
              <a:spLocks noChangeShapeType="1"/>
            </p:cNvSpPr>
            <p:nvPr/>
          </p:nvSpPr>
          <p:spPr bwMode="auto">
            <a:xfrm>
              <a:off x="4340" y="1737"/>
              <a:ext cx="0" cy="7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6" name="Line 191"/>
            <p:cNvSpPr>
              <a:spLocks noChangeShapeType="1"/>
            </p:cNvSpPr>
            <p:nvPr/>
          </p:nvSpPr>
          <p:spPr bwMode="auto">
            <a:xfrm flipH="1">
              <a:off x="4119" y="1747"/>
              <a:ext cx="221" cy="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7" name="Line 192"/>
            <p:cNvSpPr>
              <a:spLocks noChangeShapeType="1"/>
            </p:cNvSpPr>
            <p:nvPr/>
          </p:nvSpPr>
          <p:spPr bwMode="auto">
            <a:xfrm>
              <a:off x="4119" y="2131"/>
              <a:ext cx="221" cy="3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8" name="Freeform 193"/>
            <p:cNvSpPr>
              <a:spLocks/>
            </p:cNvSpPr>
            <p:nvPr/>
          </p:nvSpPr>
          <p:spPr bwMode="auto">
            <a:xfrm>
              <a:off x="4003" y="1517"/>
              <a:ext cx="83" cy="1200"/>
            </a:xfrm>
            <a:custGeom>
              <a:avLst/>
              <a:gdLst>
                <a:gd name="T0" fmla="*/ 67 w 83"/>
                <a:gd name="T1" fmla="*/ 0 h 1200"/>
                <a:gd name="T2" fmla="*/ 77 w 83"/>
                <a:gd name="T3" fmla="*/ 129 h 1200"/>
                <a:gd name="T4" fmla="*/ 29 w 83"/>
                <a:gd name="T5" fmla="*/ 278 h 1200"/>
                <a:gd name="T6" fmla="*/ 39 w 83"/>
                <a:gd name="T7" fmla="*/ 451 h 1200"/>
                <a:gd name="T8" fmla="*/ 5 w 83"/>
                <a:gd name="T9" fmla="*/ 653 h 1200"/>
                <a:gd name="T10" fmla="*/ 67 w 83"/>
                <a:gd name="T11" fmla="*/ 854 h 1200"/>
                <a:gd name="T12" fmla="*/ 15 w 83"/>
                <a:gd name="T13" fmla="*/ 1065 h 1200"/>
                <a:gd name="T14" fmla="*/ 34 w 83"/>
                <a:gd name="T15" fmla="*/ 1200 h 12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3" h="1200">
                  <a:moveTo>
                    <a:pt x="67" y="0"/>
                  </a:moveTo>
                  <a:cubicBezTo>
                    <a:pt x="69" y="21"/>
                    <a:pt x="83" y="83"/>
                    <a:pt x="77" y="129"/>
                  </a:cubicBezTo>
                  <a:cubicBezTo>
                    <a:pt x="71" y="175"/>
                    <a:pt x="35" y="224"/>
                    <a:pt x="29" y="278"/>
                  </a:cubicBezTo>
                  <a:cubicBezTo>
                    <a:pt x="23" y="332"/>
                    <a:pt x="43" y="389"/>
                    <a:pt x="39" y="451"/>
                  </a:cubicBezTo>
                  <a:cubicBezTo>
                    <a:pt x="35" y="513"/>
                    <a:pt x="0" y="586"/>
                    <a:pt x="5" y="653"/>
                  </a:cubicBezTo>
                  <a:cubicBezTo>
                    <a:pt x="10" y="720"/>
                    <a:pt x="65" y="785"/>
                    <a:pt x="67" y="854"/>
                  </a:cubicBezTo>
                  <a:cubicBezTo>
                    <a:pt x="69" y="923"/>
                    <a:pt x="20" y="1007"/>
                    <a:pt x="15" y="1065"/>
                  </a:cubicBezTo>
                  <a:cubicBezTo>
                    <a:pt x="10" y="1123"/>
                    <a:pt x="30" y="1172"/>
                    <a:pt x="34" y="120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9" name="Freeform 194"/>
            <p:cNvSpPr>
              <a:spLocks/>
            </p:cNvSpPr>
            <p:nvPr/>
          </p:nvSpPr>
          <p:spPr bwMode="auto">
            <a:xfrm>
              <a:off x="4070" y="1517"/>
              <a:ext cx="163" cy="163"/>
            </a:xfrm>
            <a:custGeom>
              <a:avLst/>
              <a:gdLst>
                <a:gd name="T0" fmla="*/ 0 w 163"/>
                <a:gd name="T1" fmla="*/ 163 h 163"/>
                <a:gd name="T2" fmla="*/ 163 w 163"/>
                <a:gd name="T3" fmla="*/ 0 h 1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3" h="163">
                  <a:moveTo>
                    <a:pt x="0" y="163"/>
                  </a:moveTo>
                  <a:lnTo>
                    <a:pt x="16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0" name="Freeform 195"/>
            <p:cNvSpPr>
              <a:spLocks/>
            </p:cNvSpPr>
            <p:nvPr/>
          </p:nvSpPr>
          <p:spPr bwMode="auto">
            <a:xfrm>
              <a:off x="4032" y="1517"/>
              <a:ext cx="355" cy="355"/>
            </a:xfrm>
            <a:custGeom>
              <a:avLst/>
              <a:gdLst>
                <a:gd name="T0" fmla="*/ 0 w 355"/>
                <a:gd name="T1" fmla="*/ 355 h 355"/>
                <a:gd name="T2" fmla="*/ 355 w 355"/>
                <a:gd name="T3" fmla="*/ 0 h 3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5" h="355">
                  <a:moveTo>
                    <a:pt x="0" y="355"/>
                  </a:moveTo>
                  <a:lnTo>
                    <a:pt x="3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1" name="Line 196"/>
            <p:cNvSpPr>
              <a:spLocks noChangeShapeType="1"/>
            </p:cNvSpPr>
            <p:nvPr/>
          </p:nvSpPr>
          <p:spPr bwMode="auto">
            <a:xfrm flipV="1">
              <a:off x="4032" y="1526"/>
              <a:ext cx="500" cy="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2" name="Line 197"/>
            <p:cNvSpPr>
              <a:spLocks noChangeShapeType="1"/>
            </p:cNvSpPr>
            <p:nvPr/>
          </p:nvSpPr>
          <p:spPr bwMode="auto">
            <a:xfrm flipV="1">
              <a:off x="4013" y="2054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3" name="Line 198"/>
            <p:cNvSpPr>
              <a:spLocks noChangeShapeType="1"/>
            </p:cNvSpPr>
            <p:nvPr/>
          </p:nvSpPr>
          <p:spPr bwMode="auto">
            <a:xfrm flipV="1">
              <a:off x="4474" y="1517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4" name="Freeform 199"/>
            <p:cNvSpPr>
              <a:spLocks/>
            </p:cNvSpPr>
            <p:nvPr/>
          </p:nvSpPr>
          <p:spPr bwMode="auto">
            <a:xfrm>
              <a:off x="4608" y="1517"/>
              <a:ext cx="230" cy="230"/>
            </a:xfrm>
            <a:custGeom>
              <a:avLst/>
              <a:gdLst>
                <a:gd name="T0" fmla="*/ 0 w 230"/>
                <a:gd name="T1" fmla="*/ 230 h 230"/>
                <a:gd name="T2" fmla="*/ 230 w 230"/>
                <a:gd name="T3" fmla="*/ 0 h 2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0" h="230">
                  <a:moveTo>
                    <a:pt x="0" y="230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5" name="Freeform 200"/>
            <p:cNvSpPr>
              <a:spLocks/>
            </p:cNvSpPr>
            <p:nvPr/>
          </p:nvSpPr>
          <p:spPr bwMode="auto">
            <a:xfrm>
              <a:off x="4762" y="1632"/>
              <a:ext cx="105" cy="107"/>
            </a:xfrm>
            <a:custGeom>
              <a:avLst/>
              <a:gdLst>
                <a:gd name="T0" fmla="*/ 0 w 105"/>
                <a:gd name="T1" fmla="*/ 107 h 107"/>
                <a:gd name="T2" fmla="*/ 105 w 105"/>
                <a:gd name="T3" fmla="*/ 0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" h="107">
                  <a:moveTo>
                    <a:pt x="0" y="107"/>
                  </a:moveTo>
                  <a:lnTo>
                    <a:pt x="1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6" name="Line 201"/>
            <p:cNvSpPr>
              <a:spLocks noChangeShapeType="1"/>
            </p:cNvSpPr>
            <p:nvPr/>
          </p:nvSpPr>
          <p:spPr bwMode="auto">
            <a:xfrm flipV="1">
              <a:off x="4056" y="2203"/>
              <a:ext cx="105" cy="1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7" name="Line 202"/>
            <p:cNvSpPr>
              <a:spLocks noChangeShapeType="1"/>
            </p:cNvSpPr>
            <p:nvPr/>
          </p:nvSpPr>
          <p:spPr bwMode="auto">
            <a:xfrm flipV="1">
              <a:off x="4042" y="2304"/>
              <a:ext cx="173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8" name="Freeform 203"/>
            <p:cNvSpPr>
              <a:spLocks/>
            </p:cNvSpPr>
            <p:nvPr/>
          </p:nvSpPr>
          <p:spPr bwMode="auto">
            <a:xfrm>
              <a:off x="4018" y="2400"/>
              <a:ext cx="259" cy="259"/>
            </a:xfrm>
            <a:custGeom>
              <a:avLst/>
              <a:gdLst>
                <a:gd name="T0" fmla="*/ 0 w 259"/>
                <a:gd name="T1" fmla="*/ 259 h 259"/>
                <a:gd name="T2" fmla="*/ 259 w 259"/>
                <a:gd name="T3" fmla="*/ 0 h 2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9" h="259">
                  <a:moveTo>
                    <a:pt x="0" y="259"/>
                  </a:moveTo>
                  <a:lnTo>
                    <a:pt x="25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9" name="Freeform 204"/>
            <p:cNvSpPr>
              <a:spLocks/>
            </p:cNvSpPr>
            <p:nvPr/>
          </p:nvSpPr>
          <p:spPr bwMode="auto">
            <a:xfrm>
              <a:off x="4109" y="2487"/>
              <a:ext cx="231" cy="229"/>
            </a:xfrm>
            <a:custGeom>
              <a:avLst/>
              <a:gdLst>
                <a:gd name="T0" fmla="*/ 0 w 231"/>
                <a:gd name="T1" fmla="*/ 229 h 229"/>
                <a:gd name="T2" fmla="*/ 231 w 231"/>
                <a:gd name="T3" fmla="*/ 0 h 2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1" h="229">
                  <a:moveTo>
                    <a:pt x="0" y="229"/>
                  </a:moveTo>
                  <a:lnTo>
                    <a:pt x="23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0" name="Freeform 205"/>
            <p:cNvSpPr>
              <a:spLocks/>
            </p:cNvSpPr>
            <p:nvPr/>
          </p:nvSpPr>
          <p:spPr bwMode="auto">
            <a:xfrm>
              <a:off x="4272" y="2496"/>
              <a:ext cx="221" cy="222"/>
            </a:xfrm>
            <a:custGeom>
              <a:avLst/>
              <a:gdLst>
                <a:gd name="T0" fmla="*/ 0 w 221"/>
                <a:gd name="T1" fmla="*/ 222 h 222"/>
                <a:gd name="T2" fmla="*/ 221 w 221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1" h="222">
                  <a:moveTo>
                    <a:pt x="0" y="222"/>
                  </a:moveTo>
                  <a:lnTo>
                    <a:pt x="22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1" name="Freeform 206"/>
            <p:cNvSpPr>
              <a:spLocks/>
            </p:cNvSpPr>
            <p:nvPr/>
          </p:nvSpPr>
          <p:spPr bwMode="auto">
            <a:xfrm>
              <a:off x="4426" y="2487"/>
              <a:ext cx="230" cy="229"/>
            </a:xfrm>
            <a:custGeom>
              <a:avLst/>
              <a:gdLst>
                <a:gd name="T0" fmla="*/ 0 w 230"/>
                <a:gd name="T1" fmla="*/ 229 h 229"/>
                <a:gd name="T2" fmla="*/ 230 w 230"/>
                <a:gd name="T3" fmla="*/ 0 h 2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0" h="229">
                  <a:moveTo>
                    <a:pt x="0" y="229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2" name="Freeform 207"/>
            <p:cNvSpPr>
              <a:spLocks/>
            </p:cNvSpPr>
            <p:nvPr/>
          </p:nvSpPr>
          <p:spPr bwMode="auto">
            <a:xfrm>
              <a:off x="4589" y="2487"/>
              <a:ext cx="230" cy="229"/>
            </a:xfrm>
            <a:custGeom>
              <a:avLst/>
              <a:gdLst>
                <a:gd name="T0" fmla="*/ 0 w 230"/>
                <a:gd name="T1" fmla="*/ 229 h 229"/>
                <a:gd name="T2" fmla="*/ 230 w 230"/>
                <a:gd name="T3" fmla="*/ 0 h 2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0" h="229">
                  <a:moveTo>
                    <a:pt x="0" y="229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3" name="Freeform 208"/>
            <p:cNvSpPr>
              <a:spLocks/>
            </p:cNvSpPr>
            <p:nvPr/>
          </p:nvSpPr>
          <p:spPr bwMode="auto">
            <a:xfrm>
              <a:off x="4752" y="2593"/>
              <a:ext cx="115" cy="114"/>
            </a:xfrm>
            <a:custGeom>
              <a:avLst/>
              <a:gdLst>
                <a:gd name="T0" fmla="*/ 0 w 115"/>
                <a:gd name="T1" fmla="*/ 114 h 114"/>
                <a:gd name="T2" fmla="*/ 115 w 115"/>
                <a:gd name="T3" fmla="*/ 0 h 1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5" h="114">
                  <a:moveTo>
                    <a:pt x="0" y="114"/>
                  </a:moveTo>
                  <a:lnTo>
                    <a:pt x="11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2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360" grpId="0" autoUpdateAnimBg="0"/>
      <p:bldP spid="222387" grpId="0" animBg="1" autoUpdateAnimBg="0"/>
      <p:bldP spid="222388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53FF195-86C2-4614-A0FD-BF146CFB9C97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26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8675" name="Text Box 86"/>
          <p:cNvSpPr txBox="1">
            <a:spLocks noChangeArrowheads="1"/>
          </p:cNvSpPr>
          <p:nvPr/>
        </p:nvSpPr>
        <p:spPr bwMode="auto">
          <a:xfrm>
            <a:off x="187325" y="252413"/>
            <a:ext cx="8777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②</a:t>
            </a: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波浪线不能穿空而过，也不能超出视图轮廓线。</a:t>
            </a:r>
          </a:p>
        </p:txBody>
      </p:sp>
      <p:sp>
        <p:nvSpPr>
          <p:cNvPr id="217175" name="Text Box 87"/>
          <p:cNvSpPr txBox="1">
            <a:spLocks noChangeArrowheads="1"/>
          </p:cNvSpPr>
          <p:nvPr/>
        </p:nvSpPr>
        <p:spPr bwMode="auto">
          <a:xfrm>
            <a:off x="1425575" y="47577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28677" name="Text Box 88"/>
          <p:cNvSpPr txBox="1">
            <a:spLocks noChangeArrowheads="1"/>
          </p:cNvSpPr>
          <p:nvPr/>
        </p:nvSpPr>
        <p:spPr bwMode="auto">
          <a:xfrm>
            <a:off x="1320800" y="20970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217177" name="Text Box 89"/>
          <p:cNvSpPr txBox="1">
            <a:spLocks noChangeArrowheads="1"/>
          </p:cNvSpPr>
          <p:nvPr/>
        </p:nvSpPr>
        <p:spPr bwMode="auto">
          <a:xfrm>
            <a:off x="885825" y="10493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217178" name="Text Box 90"/>
          <p:cNvSpPr txBox="1">
            <a:spLocks noChangeArrowheads="1"/>
          </p:cNvSpPr>
          <p:nvPr/>
        </p:nvSpPr>
        <p:spPr bwMode="auto">
          <a:xfrm>
            <a:off x="1863725" y="3389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×</a:t>
            </a:r>
          </a:p>
        </p:txBody>
      </p:sp>
      <p:grpSp>
        <p:nvGrpSpPr>
          <p:cNvPr id="217179" name="Group 91"/>
          <p:cNvGrpSpPr>
            <a:grpSpLocks/>
          </p:cNvGrpSpPr>
          <p:nvPr/>
        </p:nvGrpSpPr>
        <p:grpSpPr bwMode="auto">
          <a:xfrm>
            <a:off x="6681788" y="1387475"/>
            <a:ext cx="2017712" cy="4359275"/>
            <a:chOff x="4377" y="920"/>
            <a:chExt cx="1080" cy="2333"/>
          </a:xfrm>
        </p:grpSpPr>
        <p:grpSp>
          <p:nvGrpSpPr>
            <p:cNvPr id="28724" name="Group 92"/>
            <p:cNvGrpSpPr>
              <a:grpSpLocks/>
            </p:cNvGrpSpPr>
            <p:nvPr/>
          </p:nvGrpSpPr>
          <p:grpSpPr bwMode="auto">
            <a:xfrm>
              <a:off x="4619" y="1278"/>
              <a:ext cx="475" cy="452"/>
              <a:chOff x="626" y="1587"/>
              <a:chExt cx="475" cy="452"/>
            </a:xfrm>
          </p:grpSpPr>
          <p:sp>
            <p:nvSpPr>
              <p:cNvPr id="28757" name="Oval 93"/>
              <p:cNvSpPr>
                <a:spLocks noChangeArrowheads="1"/>
              </p:cNvSpPr>
              <p:nvPr/>
            </p:nvSpPr>
            <p:spPr bwMode="auto">
              <a:xfrm>
                <a:off x="657" y="1587"/>
                <a:ext cx="444" cy="41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8758" name="Oval 94"/>
              <p:cNvSpPr>
                <a:spLocks noChangeArrowheads="1"/>
              </p:cNvSpPr>
              <p:nvPr/>
            </p:nvSpPr>
            <p:spPr bwMode="auto">
              <a:xfrm>
                <a:off x="750" y="1666"/>
                <a:ext cx="255" cy="251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8759" name="Freeform 95"/>
              <p:cNvSpPr>
                <a:spLocks/>
              </p:cNvSpPr>
              <p:nvPr/>
            </p:nvSpPr>
            <p:spPr bwMode="auto">
              <a:xfrm>
                <a:off x="626" y="1610"/>
                <a:ext cx="323" cy="429"/>
              </a:xfrm>
              <a:custGeom>
                <a:avLst/>
                <a:gdLst>
                  <a:gd name="T0" fmla="*/ 99 w 403"/>
                  <a:gd name="T1" fmla="*/ 0 h 509"/>
                  <a:gd name="T2" fmla="*/ 118 w 403"/>
                  <a:gd name="T3" fmla="*/ 62 h 509"/>
                  <a:gd name="T4" fmla="*/ 118 w 403"/>
                  <a:gd name="T5" fmla="*/ 126 h 509"/>
                  <a:gd name="T6" fmla="*/ 173 w 403"/>
                  <a:gd name="T7" fmla="*/ 219 h 509"/>
                  <a:gd name="T8" fmla="*/ 208 w 403"/>
                  <a:gd name="T9" fmla="*/ 276 h 509"/>
                  <a:gd name="T10" fmla="*/ 164 w 403"/>
                  <a:gd name="T11" fmla="*/ 305 h 509"/>
                  <a:gd name="T12" fmla="*/ 89 w 403"/>
                  <a:gd name="T13" fmla="*/ 282 h 509"/>
                  <a:gd name="T14" fmla="*/ 14 w 403"/>
                  <a:gd name="T15" fmla="*/ 223 h 509"/>
                  <a:gd name="T16" fmla="*/ 0 w 403"/>
                  <a:gd name="T17" fmla="*/ 86 h 509"/>
                  <a:gd name="T18" fmla="*/ 40 w 403"/>
                  <a:gd name="T19" fmla="*/ 6 h 509"/>
                  <a:gd name="T20" fmla="*/ 99 w 403"/>
                  <a:gd name="T21" fmla="*/ 0 h 5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03" h="509">
                    <a:moveTo>
                      <a:pt x="192" y="0"/>
                    </a:moveTo>
                    <a:lnTo>
                      <a:pt x="230" y="105"/>
                    </a:lnTo>
                    <a:lnTo>
                      <a:pt x="230" y="211"/>
                    </a:lnTo>
                    <a:lnTo>
                      <a:pt x="336" y="365"/>
                    </a:lnTo>
                    <a:lnTo>
                      <a:pt x="403" y="461"/>
                    </a:lnTo>
                    <a:lnTo>
                      <a:pt x="320" y="509"/>
                    </a:lnTo>
                    <a:lnTo>
                      <a:pt x="173" y="470"/>
                    </a:lnTo>
                    <a:lnTo>
                      <a:pt x="29" y="374"/>
                    </a:lnTo>
                    <a:lnTo>
                      <a:pt x="0" y="144"/>
                    </a:lnTo>
                    <a:lnTo>
                      <a:pt x="77" y="9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725" name="Rectangle 96"/>
            <p:cNvSpPr>
              <a:spLocks noChangeArrowheads="1"/>
            </p:cNvSpPr>
            <p:nvPr/>
          </p:nvSpPr>
          <p:spPr bwMode="auto">
            <a:xfrm>
              <a:off x="4439" y="994"/>
              <a:ext cx="899" cy="1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26" name="Line 97"/>
            <p:cNvSpPr>
              <a:spLocks noChangeShapeType="1"/>
            </p:cNvSpPr>
            <p:nvPr/>
          </p:nvSpPr>
          <p:spPr bwMode="auto">
            <a:xfrm flipV="1">
              <a:off x="4562" y="995"/>
              <a:ext cx="0" cy="10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27" name="Line 98"/>
            <p:cNvSpPr>
              <a:spLocks noChangeShapeType="1"/>
            </p:cNvSpPr>
            <p:nvPr/>
          </p:nvSpPr>
          <p:spPr bwMode="auto">
            <a:xfrm flipV="1">
              <a:off x="4441" y="996"/>
              <a:ext cx="81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28" name="Line 99"/>
            <p:cNvSpPr>
              <a:spLocks noChangeShapeType="1"/>
            </p:cNvSpPr>
            <p:nvPr/>
          </p:nvSpPr>
          <p:spPr bwMode="auto">
            <a:xfrm flipV="1">
              <a:off x="4441" y="1094"/>
              <a:ext cx="121" cy="1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29" name="Line 100"/>
            <p:cNvSpPr>
              <a:spLocks noChangeShapeType="1"/>
            </p:cNvSpPr>
            <p:nvPr/>
          </p:nvSpPr>
          <p:spPr bwMode="auto">
            <a:xfrm flipV="1">
              <a:off x="4441" y="1240"/>
              <a:ext cx="113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0" name="Line 101"/>
            <p:cNvSpPr>
              <a:spLocks noChangeShapeType="1"/>
            </p:cNvSpPr>
            <p:nvPr/>
          </p:nvSpPr>
          <p:spPr bwMode="auto">
            <a:xfrm flipV="1">
              <a:off x="4441" y="1377"/>
              <a:ext cx="113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1" name="Line 102"/>
            <p:cNvSpPr>
              <a:spLocks noChangeShapeType="1"/>
            </p:cNvSpPr>
            <p:nvPr/>
          </p:nvSpPr>
          <p:spPr bwMode="auto">
            <a:xfrm flipV="1">
              <a:off x="4449" y="1522"/>
              <a:ext cx="106" cy="1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2" name="Line 103"/>
            <p:cNvSpPr>
              <a:spLocks noChangeShapeType="1"/>
            </p:cNvSpPr>
            <p:nvPr/>
          </p:nvSpPr>
          <p:spPr bwMode="auto">
            <a:xfrm flipV="1">
              <a:off x="4441" y="1668"/>
              <a:ext cx="113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3" name="Line 104"/>
            <p:cNvSpPr>
              <a:spLocks noChangeShapeType="1"/>
            </p:cNvSpPr>
            <p:nvPr/>
          </p:nvSpPr>
          <p:spPr bwMode="auto">
            <a:xfrm flipV="1">
              <a:off x="4449" y="1814"/>
              <a:ext cx="106" cy="1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4" name="Line 105"/>
            <p:cNvSpPr>
              <a:spLocks noChangeShapeType="1"/>
            </p:cNvSpPr>
            <p:nvPr/>
          </p:nvSpPr>
          <p:spPr bwMode="auto">
            <a:xfrm flipV="1">
              <a:off x="4457" y="1952"/>
              <a:ext cx="97" cy="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5" name="Line 106"/>
            <p:cNvSpPr>
              <a:spLocks noChangeShapeType="1"/>
            </p:cNvSpPr>
            <p:nvPr/>
          </p:nvSpPr>
          <p:spPr bwMode="auto">
            <a:xfrm>
              <a:off x="4593" y="1497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8736" name="Group 107"/>
            <p:cNvGrpSpPr>
              <a:grpSpLocks/>
            </p:cNvGrpSpPr>
            <p:nvPr/>
          </p:nvGrpSpPr>
          <p:grpSpPr bwMode="auto">
            <a:xfrm>
              <a:off x="4444" y="2262"/>
              <a:ext cx="879" cy="832"/>
              <a:chOff x="440" y="2426"/>
              <a:chExt cx="1042" cy="987"/>
            </a:xfrm>
          </p:grpSpPr>
          <p:sp>
            <p:nvSpPr>
              <p:cNvPr id="28755" name="Oval 108"/>
              <p:cNvSpPr>
                <a:spLocks noChangeArrowheads="1"/>
              </p:cNvSpPr>
              <p:nvPr/>
            </p:nvSpPr>
            <p:spPr bwMode="auto">
              <a:xfrm>
                <a:off x="440" y="2426"/>
                <a:ext cx="1042" cy="96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8756" name="Freeform 109"/>
              <p:cNvSpPr>
                <a:spLocks/>
              </p:cNvSpPr>
              <p:nvPr/>
            </p:nvSpPr>
            <p:spPr bwMode="auto">
              <a:xfrm>
                <a:off x="686" y="3278"/>
                <a:ext cx="536" cy="135"/>
              </a:xfrm>
              <a:custGeom>
                <a:avLst/>
                <a:gdLst>
                  <a:gd name="T0" fmla="*/ 0 w 548"/>
                  <a:gd name="T1" fmla="*/ 10 h 135"/>
                  <a:gd name="T2" fmla="*/ 0 w 548"/>
                  <a:gd name="T3" fmla="*/ 68 h 135"/>
                  <a:gd name="T4" fmla="*/ 81 w 548"/>
                  <a:gd name="T5" fmla="*/ 116 h 135"/>
                  <a:gd name="T6" fmla="*/ 171 w 548"/>
                  <a:gd name="T7" fmla="*/ 135 h 135"/>
                  <a:gd name="T8" fmla="*/ 270 w 548"/>
                  <a:gd name="T9" fmla="*/ 135 h 135"/>
                  <a:gd name="T10" fmla="*/ 369 w 548"/>
                  <a:gd name="T11" fmla="*/ 135 h 135"/>
                  <a:gd name="T12" fmla="*/ 459 w 548"/>
                  <a:gd name="T13" fmla="*/ 116 h 135"/>
                  <a:gd name="T14" fmla="*/ 513 w 548"/>
                  <a:gd name="T15" fmla="*/ 68 h 135"/>
                  <a:gd name="T16" fmla="*/ 503 w 548"/>
                  <a:gd name="T17" fmla="*/ 0 h 135"/>
                  <a:gd name="T18" fmla="*/ 459 w 548"/>
                  <a:gd name="T19" fmla="*/ 39 h 135"/>
                  <a:gd name="T20" fmla="*/ 369 w 548"/>
                  <a:gd name="T21" fmla="*/ 68 h 135"/>
                  <a:gd name="T22" fmla="*/ 279 w 548"/>
                  <a:gd name="T23" fmla="*/ 58 h 135"/>
                  <a:gd name="T24" fmla="*/ 216 w 548"/>
                  <a:gd name="T25" fmla="*/ 68 h 135"/>
                  <a:gd name="T26" fmla="*/ 71 w 548"/>
                  <a:gd name="T27" fmla="*/ 39 h 135"/>
                  <a:gd name="T28" fmla="*/ 0 w 548"/>
                  <a:gd name="T29" fmla="*/ 10 h 13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48" h="135">
                    <a:moveTo>
                      <a:pt x="0" y="10"/>
                    </a:moveTo>
                    <a:lnTo>
                      <a:pt x="0" y="68"/>
                    </a:lnTo>
                    <a:lnTo>
                      <a:pt x="87" y="116"/>
                    </a:lnTo>
                    <a:lnTo>
                      <a:pt x="183" y="135"/>
                    </a:lnTo>
                    <a:lnTo>
                      <a:pt x="288" y="135"/>
                    </a:lnTo>
                    <a:lnTo>
                      <a:pt x="394" y="135"/>
                    </a:lnTo>
                    <a:lnTo>
                      <a:pt x="490" y="116"/>
                    </a:lnTo>
                    <a:lnTo>
                      <a:pt x="548" y="68"/>
                    </a:lnTo>
                    <a:lnTo>
                      <a:pt x="538" y="0"/>
                    </a:lnTo>
                    <a:lnTo>
                      <a:pt x="490" y="39"/>
                    </a:lnTo>
                    <a:lnTo>
                      <a:pt x="394" y="68"/>
                    </a:lnTo>
                    <a:lnTo>
                      <a:pt x="298" y="58"/>
                    </a:lnTo>
                    <a:lnTo>
                      <a:pt x="231" y="68"/>
                    </a:lnTo>
                    <a:lnTo>
                      <a:pt x="77" y="39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737" name="Line 110"/>
            <p:cNvSpPr>
              <a:spLocks noChangeShapeType="1"/>
            </p:cNvSpPr>
            <p:nvPr/>
          </p:nvSpPr>
          <p:spPr bwMode="auto">
            <a:xfrm>
              <a:off x="4377" y="2670"/>
              <a:ext cx="10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8" name="Line 111"/>
            <p:cNvSpPr>
              <a:spLocks noChangeShapeType="1"/>
            </p:cNvSpPr>
            <p:nvPr/>
          </p:nvSpPr>
          <p:spPr bwMode="auto">
            <a:xfrm>
              <a:off x="4880" y="2192"/>
              <a:ext cx="0" cy="10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39" name="Line 112"/>
            <p:cNvSpPr>
              <a:spLocks noChangeShapeType="1"/>
            </p:cNvSpPr>
            <p:nvPr/>
          </p:nvSpPr>
          <p:spPr bwMode="auto">
            <a:xfrm>
              <a:off x="4652" y="3014"/>
              <a:ext cx="0" cy="1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0" name="Line 113"/>
            <p:cNvSpPr>
              <a:spLocks noChangeShapeType="1"/>
            </p:cNvSpPr>
            <p:nvPr/>
          </p:nvSpPr>
          <p:spPr bwMode="auto">
            <a:xfrm>
              <a:off x="5111" y="3013"/>
              <a:ext cx="0" cy="1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1" name="Line 114"/>
            <p:cNvSpPr>
              <a:spLocks noChangeShapeType="1"/>
            </p:cNvSpPr>
            <p:nvPr/>
          </p:nvSpPr>
          <p:spPr bwMode="auto">
            <a:xfrm flipH="1">
              <a:off x="4653" y="3175"/>
              <a:ext cx="4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2" name="Oval 115"/>
            <p:cNvSpPr>
              <a:spLocks noChangeArrowheads="1"/>
            </p:cNvSpPr>
            <p:nvPr/>
          </p:nvSpPr>
          <p:spPr bwMode="auto">
            <a:xfrm>
              <a:off x="4564" y="2373"/>
              <a:ext cx="626" cy="5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43" name="Line 116"/>
            <p:cNvSpPr>
              <a:spLocks noChangeShapeType="1"/>
            </p:cNvSpPr>
            <p:nvPr/>
          </p:nvSpPr>
          <p:spPr bwMode="auto">
            <a:xfrm>
              <a:off x="4747" y="2925"/>
              <a:ext cx="0" cy="2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4" name="Line 117"/>
            <p:cNvSpPr>
              <a:spLocks noChangeShapeType="1"/>
            </p:cNvSpPr>
            <p:nvPr/>
          </p:nvSpPr>
          <p:spPr bwMode="auto">
            <a:xfrm>
              <a:off x="5009" y="2940"/>
              <a:ext cx="0" cy="2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5" name="Line 118"/>
            <p:cNvSpPr>
              <a:spLocks noChangeShapeType="1"/>
            </p:cNvSpPr>
            <p:nvPr/>
          </p:nvSpPr>
          <p:spPr bwMode="auto">
            <a:xfrm flipV="1">
              <a:off x="4659" y="3086"/>
              <a:ext cx="79" cy="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6" name="Freeform 119"/>
            <p:cNvSpPr>
              <a:spLocks/>
            </p:cNvSpPr>
            <p:nvPr/>
          </p:nvSpPr>
          <p:spPr bwMode="auto">
            <a:xfrm>
              <a:off x="4651" y="2949"/>
              <a:ext cx="96" cy="97"/>
            </a:xfrm>
            <a:custGeom>
              <a:avLst/>
              <a:gdLst>
                <a:gd name="T0" fmla="*/ 0 w 116"/>
                <a:gd name="T1" fmla="*/ 69 h 115"/>
                <a:gd name="T2" fmla="*/ 65 w 116"/>
                <a:gd name="T3" fmla="*/ 0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6" h="115">
                  <a:moveTo>
                    <a:pt x="0" y="115"/>
                  </a:moveTo>
                  <a:lnTo>
                    <a:pt x="11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7" name="Freeform 120"/>
            <p:cNvSpPr>
              <a:spLocks/>
            </p:cNvSpPr>
            <p:nvPr/>
          </p:nvSpPr>
          <p:spPr bwMode="auto">
            <a:xfrm>
              <a:off x="4588" y="2884"/>
              <a:ext cx="79" cy="81"/>
            </a:xfrm>
            <a:custGeom>
              <a:avLst/>
              <a:gdLst>
                <a:gd name="T0" fmla="*/ 0 w 96"/>
                <a:gd name="T1" fmla="*/ 57 h 96"/>
                <a:gd name="T2" fmla="*/ 53 w 96"/>
                <a:gd name="T3" fmla="*/ 0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6" h="96">
                  <a:moveTo>
                    <a:pt x="0" y="96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8" name="Freeform 121"/>
            <p:cNvSpPr>
              <a:spLocks/>
            </p:cNvSpPr>
            <p:nvPr/>
          </p:nvSpPr>
          <p:spPr bwMode="auto">
            <a:xfrm>
              <a:off x="5007" y="3070"/>
              <a:ext cx="103" cy="106"/>
            </a:xfrm>
            <a:custGeom>
              <a:avLst/>
              <a:gdLst>
                <a:gd name="T0" fmla="*/ 0 w 125"/>
                <a:gd name="T1" fmla="*/ 75 h 126"/>
                <a:gd name="T2" fmla="*/ 70 w 125"/>
                <a:gd name="T3" fmla="*/ 0 h 1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5" h="126">
                  <a:moveTo>
                    <a:pt x="0" y="126"/>
                  </a:moveTo>
                  <a:lnTo>
                    <a:pt x="12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49" name="Line 122"/>
            <p:cNvSpPr>
              <a:spLocks noChangeShapeType="1"/>
            </p:cNvSpPr>
            <p:nvPr/>
          </p:nvSpPr>
          <p:spPr bwMode="auto">
            <a:xfrm flipV="1">
              <a:off x="5007" y="2876"/>
              <a:ext cx="167" cy="1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50" name="Line 123"/>
            <p:cNvSpPr>
              <a:spLocks noChangeShapeType="1"/>
            </p:cNvSpPr>
            <p:nvPr/>
          </p:nvSpPr>
          <p:spPr bwMode="auto">
            <a:xfrm flipV="1">
              <a:off x="4886" y="920"/>
              <a:ext cx="0" cy="1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51" name="Freeform 124"/>
            <p:cNvSpPr>
              <a:spLocks/>
            </p:cNvSpPr>
            <p:nvPr/>
          </p:nvSpPr>
          <p:spPr bwMode="auto">
            <a:xfrm>
              <a:off x="4638" y="996"/>
              <a:ext cx="186" cy="372"/>
            </a:xfrm>
            <a:custGeom>
              <a:avLst/>
              <a:gdLst>
                <a:gd name="T0" fmla="*/ 186 w 186"/>
                <a:gd name="T1" fmla="*/ 372 h 372"/>
                <a:gd name="T2" fmla="*/ 150 w 186"/>
                <a:gd name="T3" fmla="*/ 294 h 372"/>
                <a:gd name="T4" fmla="*/ 126 w 186"/>
                <a:gd name="T5" fmla="*/ 198 h 372"/>
                <a:gd name="T6" fmla="*/ 42 w 186"/>
                <a:gd name="T7" fmla="*/ 138 h 372"/>
                <a:gd name="T8" fmla="*/ 0 w 186"/>
                <a:gd name="T9" fmla="*/ 0 h 3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72">
                  <a:moveTo>
                    <a:pt x="186" y="372"/>
                  </a:moveTo>
                  <a:cubicBezTo>
                    <a:pt x="173" y="347"/>
                    <a:pt x="160" y="323"/>
                    <a:pt x="150" y="294"/>
                  </a:cubicBezTo>
                  <a:cubicBezTo>
                    <a:pt x="140" y="265"/>
                    <a:pt x="144" y="224"/>
                    <a:pt x="126" y="198"/>
                  </a:cubicBezTo>
                  <a:cubicBezTo>
                    <a:pt x="108" y="172"/>
                    <a:pt x="63" y="171"/>
                    <a:pt x="42" y="138"/>
                  </a:cubicBezTo>
                  <a:cubicBezTo>
                    <a:pt x="21" y="105"/>
                    <a:pt x="7" y="23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52" name="Freeform 125"/>
            <p:cNvSpPr>
              <a:spLocks/>
            </p:cNvSpPr>
            <p:nvPr/>
          </p:nvSpPr>
          <p:spPr bwMode="auto">
            <a:xfrm>
              <a:off x="4902" y="1596"/>
              <a:ext cx="252" cy="444"/>
            </a:xfrm>
            <a:custGeom>
              <a:avLst/>
              <a:gdLst>
                <a:gd name="T0" fmla="*/ 0 w 252"/>
                <a:gd name="T1" fmla="*/ 0 h 444"/>
                <a:gd name="T2" fmla="*/ 60 w 252"/>
                <a:gd name="T3" fmla="*/ 90 h 444"/>
                <a:gd name="T4" fmla="*/ 108 w 252"/>
                <a:gd name="T5" fmla="*/ 126 h 444"/>
                <a:gd name="T6" fmla="*/ 138 w 252"/>
                <a:gd name="T7" fmla="*/ 204 h 444"/>
                <a:gd name="T8" fmla="*/ 210 w 252"/>
                <a:gd name="T9" fmla="*/ 306 h 444"/>
                <a:gd name="T10" fmla="*/ 216 w 252"/>
                <a:gd name="T11" fmla="*/ 408 h 444"/>
                <a:gd name="T12" fmla="*/ 252 w 252"/>
                <a:gd name="T13" fmla="*/ 444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2" h="444">
                  <a:moveTo>
                    <a:pt x="0" y="0"/>
                  </a:moveTo>
                  <a:cubicBezTo>
                    <a:pt x="21" y="34"/>
                    <a:pt x="42" y="69"/>
                    <a:pt x="60" y="90"/>
                  </a:cubicBezTo>
                  <a:cubicBezTo>
                    <a:pt x="78" y="111"/>
                    <a:pt x="95" y="107"/>
                    <a:pt x="108" y="126"/>
                  </a:cubicBezTo>
                  <a:cubicBezTo>
                    <a:pt x="121" y="145"/>
                    <a:pt x="121" y="174"/>
                    <a:pt x="138" y="204"/>
                  </a:cubicBezTo>
                  <a:cubicBezTo>
                    <a:pt x="155" y="234"/>
                    <a:pt x="197" y="272"/>
                    <a:pt x="210" y="306"/>
                  </a:cubicBezTo>
                  <a:cubicBezTo>
                    <a:pt x="223" y="340"/>
                    <a:pt x="209" y="385"/>
                    <a:pt x="216" y="408"/>
                  </a:cubicBezTo>
                  <a:cubicBezTo>
                    <a:pt x="223" y="431"/>
                    <a:pt x="237" y="437"/>
                    <a:pt x="252" y="444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53" name="Freeform 126"/>
            <p:cNvSpPr>
              <a:spLocks/>
            </p:cNvSpPr>
            <p:nvPr/>
          </p:nvSpPr>
          <p:spPr bwMode="auto">
            <a:xfrm>
              <a:off x="5124" y="2844"/>
              <a:ext cx="126" cy="42"/>
            </a:xfrm>
            <a:custGeom>
              <a:avLst/>
              <a:gdLst>
                <a:gd name="T0" fmla="*/ 0 w 126"/>
                <a:gd name="T1" fmla="*/ 0 h 42"/>
                <a:gd name="T2" fmla="*/ 42 w 126"/>
                <a:gd name="T3" fmla="*/ 36 h 42"/>
                <a:gd name="T4" fmla="*/ 84 w 126"/>
                <a:gd name="T5" fmla="*/ 30 h 42"/>
                <a:gd name="T6" fmla="*/ 126 w 126"/>
                <a:gd name="T7" fmla="*/ 42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42">
                  <a:moveTo>
                    <a:pt x="0" y="0"/>
                  </a:moveTo>
                  <a:cubicBezTo>
                    <a:pt x="7" y="7"/>
                    <a:pt x="28" y="31"/>
                    <a:pt x="42" y="36"/>
                  </a:cubicBezTo>
                  <a:cubicBezTo>
                    <a:pt x="56" y="41"/>
                    <a:pt x="70" y="29"/>
                    <a:pt x="84" y="30"/>
                  </a:cubicBezTo>
                  <a:cubicBezTo>
                    <a:pt x="98" y="31"/>
                    <a:pt x="117" y="40"/>
                    <a:pt x="126" y="4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54" name="Freeform 127"/>
            <p:cNvSpPr>
              <a:spLocks/>
            </p:cNvSpPr>
            <p:nvPr/>
          </p:nvSpPr>
          <p:spPr bwMode="auto">
            <a:xfrm>
              <a:off x="4530" y="2820"/>
              <a:ext cx="72" cy="90"/>
            </a:xfrm>
            <a:custGeom>
              <a:avLst/>
              <a:gdLst>
                <a:gd name="T0" fmla="*/ 72 w 72"/>
                <a:gd name="T1" fmla="*/ 0 h 90"/>
                <a:gd name="T2" fmla="*/ 42 w 72"/>
                <a:gd name="T3" fmla="*/ 30 h 90"/>
                <a:gd name="T4" fmla="*/ 42 w 72"/>
                <a:gd name="T5" fmla="*/ 66 h 90"/>
                <a:gd name="T6" fmla="*/ 0 w 72"/>
                <a:gd name="T7" fmla="*/ 90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90">
                  <a:moveTo>
                    <a:pt x="72" y="0"/>
                  </a:moveTo>
                  <a:cubicBezTo>
                    <a:pt x="59" y="9"/>
                    <a:pt x="47" y="19"/>
                    <a:pt x="42" y="30"/>
                  </a:cubicBezTo>
                  <a:cubicBezTo>
                    <a:pt x="37" y="41"/>
                    <a:pt x="49" y="56"/>
                    <a:pt x="42" y="66"/>
                  </a:cubicBezTo>
                  <a:cubicBezTo>
                    <a:pt x="35" y="76"/>
                    <a:pt x="7" y="86"/>
                    <a:pt x="0" y="9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7216" name="Text Box 128"/>
          <p:cNvSpPr txBox="1">
            <a:spLocks noChangeArrowheads="1"/>
          </p:cNvSpPr>
          <p:nvPr/>
        </p:nvSpPr>
        <p:spPr bwMode="auto">
          <a:xfrm>
            <a:off x="1189038" y="5907088"/>
            <a:ext cx="1403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错误</a:t>
            </a:r>
          </a:p>
        </p:txBody>
      </p:sp>
      <p:sp>
        <p:nvSpPr>
          <p:cNvPr id="217217" name="Text Box 129"/>
          <p:cNvSpPr txBox="1">
            <a:spLocks noChangeArrowheads="1"/>
          </p:cNvSpPr>
          <p:nvPr/>
        </p:nvSpPr>
        <p:spPr bwMode="auto">
          <a:xfrm>
            <a:off x="7123113" y="5845175"/>
            <a:ext cx="1300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正确</a:t>
            </a:r>
          </a:p>
        </p:txBody>
      </p:sp>
      <p:pic>
        <p:nvPicPr>
          <p:cNvPr id="217218" name="Picture 130" descr="书6-25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4" t="9070" r="14336" b="10307"/>
          <a:stretch>
            <a:fillRect/>
          </a:stretch>
        </p:blipFill>
        <p:spPr bwMode="auto">
          <a:xfrm>
            <a:off x="3094038" y="3252788"/>
            <a:ext cx="3197225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219" name="Picture 131" descr="书6-25c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4" t="8432" r="4202" b="1775"/>
          <a:stretch>
            <a:fillRect/>
          </a:stretch>
        </p:blipFill>
        <p:spPr bwMode="auto">
          <a:xfrm>
            <a:off x="2878138" y="966788"/>
            <a:ext cx="3355975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685" name="Group 132"/>
          <p:cNvGrpSpPr>
            <a:grpSpLocks/>
          </p:cNvGrpSpPr>
          <p:nvPr/>
        </p:nvGrpSpPr>
        <p:grpSpPr bwMode="auto">
          <a:xfrm>
            <a:off x="696913" y="1187450"/>
            <a:ext cx="2073275" cy="4602163"/>
            <a:chOff x="439" y="748"/>
            <a:chExt cx="1306" cy="2899"/>
          </a:xfrm>
        </p:grpSpPr>
        <p:grpSp>
          <p:nvGrpSpPr>
            <p:cNvPr id="28687" name="Group 133"/>
            <p:cNvGrpSpPr>
              <a:grpSpLocks/>
            </p:cNvGrpSpPr>
            <p:nvPr/>
          </p:nvGrpSpPr>
          <p:grpSpPr bwMode="auto">
            <a:xfrm>
              <a:off x="514" y="748"/>
              <a:ext cx="1087" cy="1577"/>
              <a:chOff x="446" y="1165"/>
              <a:chExt cx="899" cy="1304"/>
            </a:xfrm>
          </p:grpSpPr>
          <p:grpSp>
            <p:nvGrpSpPr>
              <p:cNvPr id="28708" name="Group 134"/>
              <p:cNvGrpSpPr>
                <a:grpSpLocks/>
              </p:cNvGrpSpPr>
              <p:nvPr/>
            </p:nvGrpSpPr>
            <p:grpSpPr bwMode="auto">
              <a:xfrm>
                <a:off x="626" y="1587"/>
                <a:ext cx="475" cy="452"/>
                <a:chOff x="626" y="1587"/>
                <a:chExt cx="475" cy="452"/>
              </a:xfrm>
            </p:grpSpPr>
            <p:sp>
              <p:nvSpPr>
                <p:cNvPr id="28721" name="Oval 135"/>
                <p:cNvSpPr>
                  <a:spLocks noChangeArrowheads="1"/>
                </p:cNvSpPr>
                <p:nvPr/>
              </p:nvSpPr>
              <p:spPr bwMode="auto">
                <a:xfrm>
                  <a:off x="657" y="1587"/>
                  <a:ext cx="444" cy="416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8722" name="Oval 136"/>
                <p:cNvSpPr>
                  <a:spLocks noChangeArrowheads="1"/>
                </p:cNvSpPr>
                <p:nvPr/>
              </p:nvSpPr>
              <p:spPr bwMode="auto">
                <a:xfrm>
                  <a:off x="750" y="1666"/>
                  <a:ext cx="255" cy="251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8723" name="Freeform 137"/>
                <p:cNvSpPr>
                  <a:spLocks/>
                </p:cNvSpPr>
                <p:nvPr/>
              </p:nvSpPr>
              <p:spPr bwMode="auto">
                <a:xfrm>
                  <a:off x="626" y="1610"/>
                  <a:ext cx="323" cy="429"/>
                </a:xfrm>
                <a:custGeom>
                  <a:avLst/>
                  <a:gdLst>
                    <a:gd name="T0" fmla="*/ 99 w 403"/>
                    <a:gd name="T1" fmla="*/ 0 h 509"/>
                    <a:gd name="T2" fmla="*/ 118 w 403"/>
                    <a:gd name="T3" fmla="*/ 62 h 509"/>
                    <a:gd name="T4" fmla="*/ 118 w 403"/>
                    <a:gd name="T5" fmla="*/ 126 h 509"/>
                    <a:gd name="T6" fmla="*/ 173 w 403"/>
                    <a:gd name="T7" fmla="*/ 219 h 509"/>
                    <a:gd name="T8" fmla="*/ 208 w 403"/>
                    <a:gd name="T9" fmla="*/ 276 h 509"/>
                    <a:gd name="T10" fmla="*/ 164 w 403"/>
                    <a:gd name="T11" fmla="*/ 305 h 509"/>
                    <a:gd name="T12" fmla="*/ 89 w 403"/>
                    <a:gd name="T13" fmla="*/ 282 h 509"/>
                    <a:gd name="T14" fmla="*/ 14 w 403"/>
                    <a:gd name="T15" fmla="*/ 223 h 509"/>
                    <a:gd name="T16" fmla="*/ 0 w 403"/>
                    <a:gd name="T17" fmla="*/ 86 h 509"/>
                    <a:gd name="T18" fmla="*/ 40 w 403"/>
                    <a:gd name="T19" fmla="*/ 6 h 509"/>
                    <a:gd name="T20" fmla="*/ 99 w 403"/>
                    <a:gd name="T21" fmla="*/ 0 h 5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03" h="509">
                      <a:moveTo>
                        <a:pt x="192" y="0"/>
                      </a:moveTo>
                      <a:lnTo>
                        <a:pt x="230" y="105"/>
                      </a:lnTo>
                      <a:lnTo>
                        <a:pt x="230" y="211"/>
                      </a:lnTo>
                      <a:lnTo>
                        <a:pt x="336" y="365"/>
                      </a:lnTo>
                      <a:lnTo>
                        <a:pt x="403" y="461"/>
                      </a:lnTo>
                      <a:lnTo>
                        <a:pt x="320" y="509"/>
                      </a:lnTo>
                      <a:lnTo>
                        <a:pt x="173" y="470"/>
                      </a:lnTo>
                      <a:lnTo>
                        <a:pt x="29" y="374"/>
                      </a:lnTo>
                      <a:lnTo>
                        <a:pt x="0" y="144"/>
                      </a:lnTo>
                      <a:lnTo>
                        <a:pt x="77" y="9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8709" name="Rectangle 138"/>
              <p:cNvSpPr>
                <a:spLocks noChangeArrowheads="1"/>
              </p:cNvSpPr>
              <p:nvPr/>
            </p:nvSpPr>
            <p:spPr bwMode="auto">
              <a:xfrm>
                <a:off x="446" y="1303"/>
                <a:ext cx="899" cy="105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8710" name="Freeform 139"/>
              <p:cNvSpPr>
                <a:spLocks/>
              </p:cNvSpPr>
              <p:nvPr/>
            </p:nvSpPr>
            <p:spPr bwMode="auto">
              <a:xfrm>
                <a:off x="598" y="1165"/>
                <a:ext cx="544" cy="1304"/>
              </a:xfrm>
              <a:custGeom>
                <a:avLst/>
                <a:gdLst>
                  <a:gd name="T0" fmla="*/ 0 w 645"/>
                  <a:gd name="T1" fmla="*/ 0 h 1546"/>
                  <a:gd name="T2" fmla="*/ 48 w 645"/>
                  <a:gd name="T3" fmla="*/ 134 h 1546"/>
                  <a:gd name="T4" fmla="*/ 116 w 645"/>
                  <a:gd name="T5" fmla="*/ 234 h 1546"/>
                  <a:gd name="T6" fmla="*/ 170 w 645"/>
                  <a:gd name="T7" fmla="*/ 414 h 1546"/>
                  <a:gd name="T8" fmla="*/ 189 w 645"/>
                  <a:gd name="T9" fmla="*/ 495 h 1546"/>
                  <a:gd name="T10" fmla="*/ 261 w 645"/>
                  <a:gd name="T11" fmla="*/ 576 h 1546"/>
                  <a:gd name="T12" fmla="*/ 331 w 645"/>
                  <a:gd name="T13" fmla="*/ 676 h 1546"/>
                  <a:gd name="T14" fmla="*/ 347 w 645"/>
                  <a:gd name="T15" fmla="*/ 768 h 1546"/>
                  <a:gd name="T16" fmla="*/ 387 w 645"/>
                  <a:gd name="T17" fmla="*/ 928 h 15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5" h="1546">
                    <a:moveTo>
                      <a:pt x="0" y="0"/>
                    </a:moveTo>
                    <a:cubicBezTo>
                      <a:pt x="11" y="37"/>
                      <a:pt x="49" y="159"/>
                      <a:pt x="81" y="224"/>
                    </a:cubicBezTo>
                    <a:cubicBezTo>
                      <a:pt x="113" y="289"/>
                      <a:pt x="161" y="312"/>
                      <a:pt x="195" y="390"/>
                    </a:cubicBezTo>
                    <a:cubicBezTo>
                      <a:pt x="229" y="468"/>
                      <a:pt x="265" y="618"/>
                      <a:pt x="285" y="690"/>
                    </a:cubicBezTo>
                    <a:cubicBezTo>
                      <a:pt x="305" y="762"/>
                      <a:pt x="290" y="780"/>
                      <a:pt x="315" y="825"/>
                    </a:cubicBezTo>
                    <a:cubicBezTo>
                      <a:pt x="340" y="870"/>
                      <a:pt x="396" y="910"/>
                      <a:pt x="435" y="960"/>
                    </a:cubicBezTo>
                    <a:cubicBezTo>
                      <a:pt x="474" y="1010"/>
                      <a:pt x="527" y="1073"/>
                      <a:pt x="551" y="1126"/>
                    </a:cubicBezTo>
                    <a:cubicBezTo>
                      <a:pt x="575" y="1179"/>
                      <a:pt x="564" y="1210"/>
                      <a:pt x="580" y="1280"/>
                    </a:cubicBezTo>
                    <a:cubicBezTo>
                      <a:pt x="596" y="1350"/>
                      <a:pt x="632" y="1491"/>
                      <a:pt x="645" y="1546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1" name="Line 140"/>
              <p:cNvSpPr>
                <a:spLocks noChangeShapeType="1"/>
              </p:cNvSpPr>
              <p:nvPr/>
            </p:nvSpPr>
            <p:spPr bwMode="auto">
              <a:xfrm flipV="1">
                <a:off x="569" y="1304"/>
                <a:ext cx="0" cy="106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2" name="Line 141"/>
              <p:cNvSpPr>
                <a:spLocks noChangeShapeType="1"/>
              </p:cNvSpPr>
              <p:nvPr/>
            </p:nvSpPr>
            <p:spPr bwMode="auto">
              <a:xfrm flipV="1">
                <a:off x="448" y="1305"/>
                <a:ext cx="81" cy="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3" name="Line 142"/>
              <p:cNvSpPr>
                <a:spLocks noChangeShapeType="1"/>
              </p:cNvSpPr>
              <p:nvPr/>
            </p:nvSpPr>
            <p:spPr bwMode="auto">
              <a:xfrm flipV="1">
                <a:off x="448" y="1403"/>
                <a:ext cx="121" cy="1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4" name="Line 143"/>
              <p:cNvSpPr>
                <a:spLocks noChangeShapeType="1"/>
              </p:cNvSpPr>
              <p:nvPr/>
            </p:nvSpPr>
            <p:spPr bwMode="auto">
              <a:xfrm flipV="1">
                <a:off x="448" y="1549"/>
                <a:ext cx="113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5" name="Line 144"/>
              <p:cNvSpPr>
                <a:spLocks noChangeShapeType="1"/>
              </p:cNvSpPr>
              <p:nvPr/>
            </p:nvSpPr>
            <p:spPr bwMode="auto">
              <a:xfrm flipV="1">
                <a:off x="448" y="1686"/>
                <a:ext cx="113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6" name="Line 145"/>
              <p:cNvSpPr>
                <a:spLocks noChangeShapeType="1"/>
              </p:cNvSpPr>
              <p:nvPr/>
            </p:nvSpPr>
            <p:spPr bwMode="auto">
              <a:xfrm flipV="1">
                <a:off x="456" y="1831"/>
                <a:ext cx="106" cy="1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7" name="Line 146"/>
              <p:cNvSpPr>
                <a:spLocks noChangeShapeType="1"/>
              </p:cNvSpPr>
              <p:nvPr/>
            </p:nvSpPr>
            <p:spPr bwMode="auto">
              <a:xfrm flipV="1">
                <a:off x="448" y="1977"/>
                <a:ext cx="113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8" name="Line 147"/>
              <p:cNvSpPr>
                <a:spLocks noChangeShapeType="1"/>
              </p:cNvSpPr>
              <p:nvPr/>
            </p:nvSpPr>
            <p:spPr bwMode="auto">
              <a:xfrm flipV="1">
                <a:off x="456" y="2123"/>
                <a:ext cx="106" cy="1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19" name="Line 148"/>
              <p:cNvSpPr>
                <a:spLocks noChangeShapeType="1"/>
              </p:cNvSpPr>
              <p:nvPr/>
            </p:nvSpPr>
            <p:spPr bwMode="auto">
              <a:xfrm flipV="1">
                <a:off x="464" y="2261"/>
                <a:ext cx="97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720" name="Line 149"/>
              <p:cNvSpPr>
                <a:spLocks noChangeShapeType="1"/>
              </p:cNvSpPr>
              <p:nvPr/>
            </p:nvSpPr>
            <p:spPr bwMode="auto">
              <a:xfrm>
                <a:off x="600" y="1806"/>
                <a:ext cx="5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8688" name="Group 150"/>
            <p:cNvGrpSpPr>
              <a:grpSpLocks/>
            </p:cNvGrpSpPr>
            <p:nvPr/>
          </p:nvGrpSpPr>
          <p:grpSpPr bwMode="auto">
            <a:xfrm>
              <a:off x="439" y="2364"/>
              <a:ext cx="1306" cy="1283"/>
              <a:chOff x="439" y="2364"/>
              <a:chExt cx="1306" cy="1283"/>
            </a:xfrm>
          </p:grpSpPr>
          <p:grpSp>
            <p:nvGrpSpPr>
              <p:cNvPr id="28690" name="Group 151"/>
              <p:cNvGrpSpPr>
                <a:grpSpLocks/>
              </p:cNvGrpSpPr>
              <p:nvPr/>
            </p:nvGrpSpPr>
            <p:grpSpPr bwMode="auto">
              <a:xfrm>
                <a:off x="439" y="2364"/>
                <a:ext cx="1306" cy="1283"/>
                <a:chOff x="439" y="2364"/>
                <a:chExt cx="1306" cy="1283"/>
              </a:xfrm>
            </p:grpSpPr>
            <p:grpSp>
              <p:nvGrpSpPr>
                <p:cNvPr id="28696" name="Group 152"/>
                <p:cNvGrpSpPr>
                  <a:grpSpLocks/>
                </p:cNvGrpSpPr>
                <p:nvPr/>
              </p:nvGrpSpPr>
              <p:grpSpPr bwMode="auto">
                <a:xfrm>
                  <a:off x="520" y="2449"/>
                  <a:ext cx="1063" cy="1006"/>
                  <a:chOff x="440" y="2426"/>
                  <a:chExt cx="1042" cy="987"/>
                </a:xfrm>
              </p:grpSpPr>
              <p:sp>
                <p:nvSpPr>
                  <p:cNvPr id="28706" name="Oval 153"/>
                  <p:cNvSpPr>
                    <a:spLocks noChangeArrowheads="1"/>
                  </p:cNvSpPr>
                  <p:nvPr/>
                </p:nvSpPr>
                <p:spPr bwMode="auto">
                  <a:xfrm>
                    <a:off x="440" y="2426"/>
                    <a:ext cx="1042" cy="960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28707" name="Freeform 154"/>
                  <p:cNvSpPr>
                    <a:spLocks/>
                  </p:cNvSpPr>
                  <p:nvPr/>
                </p:nvSpPr>
                <p:spPr bwMode="auto">
                  <a:xfrm>
                    <a:off x="686" y="3278"/>
                    <a:ext cx="536" cy="135"/>
                  </a:xfrm>
                  <a:custGeom>
                    <a:avLst/>
                    <a:gdLst>
                      <a:gd name="T0" fmla="*/ 0 w 548"/>
                      <a:gd name="T1" fmla="*/ 10 h 135"/>
                      <a:gd name="T2" fmla="*/ 0 w 548"/>
                      <a:gd name="T3" fmla="*/ 68 h 135"/>
                      <a:gd name="T4" fmla="*/ 81 w 548"/>
                      <a:gd name="T5" fmla="*/ 116 h 135"/>
                      <a:gd name="T6" fmla="*/ 171 w 548"/>
                      <a:gd name="T7" fmla="*/ 135 h 135"/>
                      <a:gd name="T8" fmla="*/ 270 w 548"/>
                      <a:gd name="T9" fmla="*/ 135 h 135"/>
                      <a:gd name="T10" fmla="*/ 369 w 548"/>
                      <a:gd name="T11" fmla="*/ 135 h 135"/>
                      <a:gd name="T12" fmla="*/ 459 w 548"/>
                      <a:gd name="T13" fmla="*/ 116 h 135"/>
                      <a:gd name="T14" fmla="*/ 513 w 548"/>
                      <a:gd name="T15" fmla="*/ 68 h 135"/>
                      <a:gd name="T16" fmla="*/ 503 w 548"/>
                      <a:gd name="T17" fmla="*/ 0 h 135"/>
                      <a:gd name="T18" fmla="*/ 459 w 548"/>
                      <a:gd name="T19" fmla="*/ 39 h 135"/>
                      <a:gd name="T20" fmla="*/ 369 w 548"/>
                      <a:gd name="T21" fmla="*/ 68 h 135"/>
                      <a:gd name="T22" fmla="*/ 279 w 548"/>
                      <a:gd name="T23" fmla="*/ 58 h 135"/>
                      <a:gd name="T24" fmla="*/ 216 w 548"/>
                      <a:gd name="T25" fmla="*/ 68 h 135"/>
                      <a:gd name="T26" fmla="*/ 71 w 548"/>
                      <a:gd name="T27" fmla="*/ 39 h 135"/>
                      <a:gd name="T28" fmla="*/ 0 w 548"/>
                      <a:gd name="T29" fmla="*/ 10 h 13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8" h="135">
                        <a:moveTo>
                          <a:pt x="0" y="10"/>
                        </a:moveTo>
                        <a:lnTo>
                          <a:pt x="0" y="68"/>
                        </a:lnTo>
                        <a:lnTo>
                          <a:pt x="87" y="116"/>
                        </a:lnTo>
                        <a:lnTo>
                          <a:pt x="183" y="135"/>
                        </a:lnTo>
                        <a:lnTo>
                          <a:pt x="288" y="135"/>
                        </a:lnTo>
                        <a:lnTo>
                          <a:pt x="394" y="135"/>
                        </a:lnTo>
                        <a:lnTo>
                          <a:pt x="490" y="116"/>
                        </a:lnTo>
                        <a:lnTo>
                          <a:pt x="548" y="68"/>
                        </a:lnTo>
                        <a:lnTo>
                          <a:pt x="538" y="0"/>
                        </a:lnTo>
                        <a:lnTo>
                          <a:pt x="490" y="39"/>
                        </a:lnTo>
                        <a:lnTo>
                          <a:pt x="394" y="68"/>
                        </a:lnTo>
                        <a:lnTo>
                          <a:pt x="298" y="58"/>
                        </a:lnTo>
                        <a:lnTo>
                          <a:pt x="231" y="68"/>
                        </a:lnTo>
                        <a:lnTo>
                          <a:pt x="77" y="39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8697" name="Line 155"/>
                <p:cNvSpPr>
                  <a:spLocks noChangeShapeType="1"/>
                </p:cNvSpPr>
                <p:nvPr/>
              </p:nvSpPr>
              <p:spPr bwMode="auto">
                <a:xfrm>
                  <a:off x="439" y="2942"/>
                  <a:ext cx="130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98" name="Line 156"/>
                <p:cNvSpPr>
                  <a:spLocks noChangeShapeType="1"/>
                </p:cNvSpPr>
                <p:nvPr/>
              </p:nvSpPr>
              <p:spPr bwMode="auto">
                <a:xfrm>
                  <a:off x="1047" y="2364"/>
                  <a:ext cx="0" cy="128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99" name="Line 157"/>
                <p:cNvSpPr>
                  <a:spLocks noChangeShapeType="1"/>
                </p:cNvSpPr>
                <p:nvPr/>
              </p:nvSpPr>
              <p:spPr bwMode="auto">
                <a:xfrm>
                  <a:off x="772" y="3358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00" name="Line 158"/>
                <p:cNvSpPr>
                  <a:spLocks noChangeShapeType="1"/>
                </p:cNvSpPr>
                <p:nvPr/>
              </p:nvSpPr>
              <p:spPr bwMode="auto">
                <a:xfrm>
                  <a:off x="1327" y="3357"/>
                  <a:ext cx="0" cy="20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01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773" y="3552"/>
                  <a:ext cx="56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02" name="Oval 160"/>
                <p:cNvSpPr>
                  <a:spLocks noChangeArrowheads="1"/>
                </p:cNvSpPr>
                <p:nvPr/>
              </p:nvSpPr>
              <p:spPr bwMode="auto">
                <a:xfrm>
                  <a:off x="666" y="2583"/>
                  <a:ext cx="756" cy="70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8703" name="Line 161"/>
                <p:cNvSpPr>
                  <a:spLocks noChangeShapeType="1"/>
                </p:cNvSpPr>
                <p:nvPr/>
              </p:nvSpPr>
              <p:spPr bwMode="auto">
                <a:xfrm>
                  <a:off x="887" y="3250"/>
                  <a:ext cx="0" cy="30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04" name="Line 162"/>
                <p:cNvSpPr>
                  <a:spLocks noChangeShapeType="1"/>
                </p:cNvSpPr>
                <p:nvPr/>
              </p:nvSpPr>
              <p:spPr bwMode="auto">
                <a:xfrm>
                  <a:off x="1203" y="3269"/>
                  <a:ext cx="0" cy="2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05" name="Freeform 163"/>
                <p:cNvSpPr>
                  <a:spLocks/>
                </p:cNvSpPr>
                <p:nvPr/>
              </p:nvSpPr>
              <p:spPr bwMode="auto">
                <a:xfrm>
                  <a:off x="598" y="3122"/>
                  <a:ext cx="882" cy="118"/>
                </a:xfrm>
                <a:custGeom>
                  <a:avLst/>
                  <a:gdLst>
                    <a:gd name="T0" fmla="*/ 0 w 883"/>
                    <a:gd name="T1" fmla="*/ 80 h 116"/>
                    <a:gd name="T2" fmla="*/ 86 w 883"/>
                    <a:gd name="T3" fmla="*/ 29 h 116"/>
                    <a:gd name="T4" fmla="*/ 268 w 883"/>
                    <a:gd name="T5" fmla="*/ 0 h 116"/>
                    <a:gd name="T6" fmla="*/ 403 w 883"/>
                    <a:gd name="T7" fmla="*/ 29 h 116"/>
                    <a:gd name="T8" fmla="*/ 592 w 883"/>
                    <a:gd name="T9" fmla="*/ 10 h 116"/>
                    <a:gd name="T10" fmla="*/ 774 w 883"/>
                    <a:gd name="T11" fmla="*/ 61 h 116"/>
                    <a:gd name="T12" fmla="*/ 880 w 883"/>
                    <a:gd name="T13" fmla="*/ 122 h 11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83" h="116">
                      <a:moveTo>
                        <a:pt x="0" y="77"/>
                      </a:moveTo>
                      <a:cubicBezTo>
                        <a:pt x="14" y="69"/>
                        <a:pt x="42" y="42"/>
                        <a:pt x="86" y="29"/>
                      </a:cubicBezTo>
                      <a:cubicBezTo>
                        <a:pt x="130" y="16"/>
                        <a:pt x="215" y="0"/>
                        <a:pt x="268" y="0"/>
                      </a:cubicBezTo>
                      <a:cubicBezTo>
                        <a:pt x="321" y="0"/>
                        <a:pt x="349" y="27"/>
                        <a:pt x="403" y="29"/>
                      </a:cubicBezTo>
                      <a:cubicBezTo>
                        <a:pt x="457" y="31"/>
                        <a:pt x="533" y="5"/>
                        <a:pt x="595" y="10"/>
                      </a:cubicBezTo>
                      <a:cubicBezTo>
                        <a:pt x="657" y="15"/>
                        <a:pt x="729" y="40"/>
                        <a:pt x="777" y="58"/>
                      </a:cubicBezTo>
                      <a:cubicBezTo>
                        <a:pt x="825" y="76"/>
                        <a:pt x="861" y="104"/>
                        <a:pt x="883" y="116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8691" name="Line 164"/>
              <p:cNvSpPr>
                <a:spLocks noChangeShapeType="1"/>
              </p:cNvSpPr>
              <p:nvPr/>
            </p:nvSpPr>
            <p:spPr bwMode="auto">
              <a:xfrm flipV="1">
                <a:off x="780" y="3445"/>
                <a:ext cx="96" cy="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2" name="Freeform 165"/>
              <p:cNvSpPr>
                <a:spLocks/>
              </p:cNvSpPr>
              <p:nvPr/>
            </p:nvSpPr>
            <p:spPr bwMode="auto">
              <a:xfrm>
                <a:off x="771" y="3279"/>
                <a:ext cx="115" cy="117"/>
              </a:xfrm>
              <a:custGeom>
                <a:avLst/>
                <a:gdLst>
                  <a:gd name="T0" fmla="*/ 0 w 116"/>
                  <a:gd name="T1" fmla="*/ 121 h 115"/>
                  <a:gd name="T2" fmla="*/ 113 w 116"/>
                  <a:gd name="T3" fmla="*/ 0 h 1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6" h="115">
                    <a:moveTo>
                      <a:pt x="0" y="115"/>
                    </a:moveTo>
                    <a:lnTo>
                      <a:pt x="116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3" name="Freeform 166"/>
              <p:cNvSpPr>
                <a:spLocks/>
              </p:cNvSpPr>
              <p:nvPr/>
            </p:nvSpPr>
            <p:spPr bwMode="auto">
              <a:xfrm>
                <a:off x="694" y="3200"/>
                <a:ext cx="96" cy="98"/>
              </a:xfrm>
              <a:custGeom>
                <a:avLst/>
                <a:gdLst>
                  <a:gd name="T0" fmla="*/ 0 w 96"/>
                  <a:gd name="T1" fmla="*/ 102 h 96"/>
                  <a:gd name="T2" fmla="*/ 96 w 96"/>
                  <a:gd name="T3" fmla="*/ 0 h 9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4" name="Freeform 167"/>
              <p:cNvSpPr>
                <a:spLocks/>
              </p:cNvSpPr>
              <p:nvPr/>
            </p:nvSpPr>
            <p:spPr bwMode="auto">
              <a:xfrm>
                <a:off x="1201" y="3426"/>
                <a:ext cx="125" cy="128"/>
              </a:xfrm>
              <a:custGeom>
                <a:avLst/>
                <a:gdLst>
                  <a:gd name="T0" fmla="*/ 0 w 125"/>
                  <a:gd name="T1" fmla="*/ 132 h 126"/>
                  <a:gd name="T2" fmla="*/ 125 w 125"/>
                  <a:gd name="T3" fmla="*/ 0 h 1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5" name="Line 168"/>
              <p:cNvSpPr>
                <a:spLocks noChangeShapeType="1"/>
              </p:cNvSpPr>
              <p:nvPr/>
            </p:nvSpPr>
            <p:spPr bwMode="auto">
              <a:xfrm flipV="1">
                <a:off x="1201" y="3191"/>
                <a:ext cx="201" cy="2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689" name="Line 169"/>
            <p:cNvSpPr>
              <a:spLocks noChangeShapeType="1"/>
            </p:cNvSpPr>
            <p:nvPr/>
          </p:nvSpPr>
          <p:spPr bwMode="auto">
            <a:xfrm flipV="1">
              <a:off x="1055" y="825"/>
              <a:ext cx="0" cy="14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7258" name="Text Box 170"/>
          <p:cNvSpPr txBox="1">
            <a:spLocks noChangeArrowheads="1"/>
          </p:cNvSpPr>
          <p:nvPr/>
        </p:nvSpPr>
        <p:spPr bwMode="auto">
          <a:xfrm>
            <a:off x="1323975" y="21256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217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21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217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21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21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7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7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75" grpId="0" build="p" autoUpdateAnimBg="0"/>
      <p:bldP spid="217177" grpId="0" build="p" autoUpdateAnimBg="0"/>
      <p:bldP spid="217178" grpId="0" build="p" autoUpdateAnimBg="0"/>
      <p:bldP spid="217216" grpId="0" autoUpdateAnimBg="0"/>
      <p:bldP spid="217217" grpId="0" autoUpdateAnimBg="0"/>
      <p:bldP spid="21725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6CEE53C-162B-46BA-BA59-3C39DF5734F7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27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384175" y="293688"/>
            <a:ext cx="86248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  <a:sym typeface="Symbol" pitchFamily="18" charset="2"/>
              </a:rPr>
              <a:t>③ 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当被剖结构为回转体时，允许将其中心线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作局部剖视的分界线。</a:t>
            </a: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425450" y="5243513"/>
            <a:ext cx="8351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  <a:sym typeface="Symbol" pitchFamily="18" charset="2"/>
              </a:rPr>
              <a:t>④ </a:t>
            </a:r>
            <a:r>
              <a:rPr lang="zh-CN" altLang="en-US" sz="2800" dirty="0">
                <a:latin typeface="黑体" pitchFamily="2" charset="-122"/>
                <a:ea typeface="黑体" pitchFamily="2" charset="-122"/>
                <a:sym typeface="Symbol" pitchFamily="18" charset="2"/>
              </a:rPr>
              <a:t>在一个视图中，局部剖视的数量不宜过多。     </a:t>
            </a:r>
          </a:p>
        </p:txBody>
      </p:sp>
      <p:grpSp>
        <p:nvGrpSpPr>
          <p:cNvPr id="223236" name="Group 4"/>
          <p:cNvGrpSpPr>
            <a:grpSpLocks/>
          </p:cNvGrpSpPr>
          <p:nvPr/>
        </p:nvGrpSpPr>
        <p:grpSpPr bwMode="auto">
          <a:xfrm>
            <a:off x="3016250" y="1470025"/>
            <a:ext cx="3529013" cy="3575050"/>
            <a:chOff x="1900" y="926"/>
            <a:chExt cx="2223" cy="2252"/>
          </a:xfrm>
        </p:grpSpPr>
        <p:grpSp>
          <p:nvGrpSpPr>
            <p:cNvPr id="29702" name="Group 5"/>
            <p:cNvGrpSpPr>
              <a:grpSpLocks/>
            </p:cNvGrpSpPr>
            <p:nvPr/>
          </p:nvGrpSpPr>
          <p:grpSpPr bwMode="auto">
            <a:xfrm>
              <a:off x="1900" y="926"/>
              <a:ext cx="2223" cy="2252"/>
              <a:chOff x="1900" y="926"/>
              <a:chExt cx="2223" cy="2252"/>
            </a:xfrm>
          </p:grpSpPr>
          <p:grpSp>
            <p:nvGrpSpPr>
              <p:cNvPr id="29705" name="Group 6"/>
              <p:cNvGrpSpPr>
                <a:grpSpLocks/>
              </p:cNvGrpSpPr>
              <p:nvPr/>
            </p:nvGrpSpPr>
            <p:grpSpPr bwMode="auto">
              <a:xfrm>
                <a:off x="1997" y="926"/>
                <a:ext cx="2032" cy="970"/>
                <a:chOff x="1997" y="2030"/>
                <a:chExt cx="2032" cy="970"/>
              </a:xfrm>
            </p:grpSpPr>
            <p:sp>
              <p:nvSpPr>
                <p:cNvPr id="29713" name="Rectangle 7"/>
                <p:cNvSpPr>
                  <a:spLocks noChangeArrowheads="1"/>
                </p:cNvSpPr>
                <p:nvPr/>
              </p:nvSpPr>
              <p:spPr bwMode="auto">
                <a:xfrm>
                  <a:off x="2953" y="2093"/>
                  <a:ext cx="1069" cy="8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9714" name="Line 8"/>
                <p:cNvSpPr>
                  <a:spLocks noChangeShapeType="1"/>
                </p:cNvSpPr>
                <p:nvPr/>
              </p:nvSpPr>
              <p:spPr bwMode="auto">
                <a:xfrm>
                  <a:off x="3495" y="2030"/>
                  <a:ext cx="0" cy="97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5" name="Line 9"/>
                <p:cNvSpPr>
                  <a:spLocks noChangeShapeType="1"/>
                </p:cNvSpPr>
                <p:nvPr/>
              </p:nvSpPr>
              <p:spPr bwMode="auto">
                <a:xfrm>
                  <a:off x="3846" y="2093"/>
                  <a:ext cx="0" cy="83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6" name="Rectangle 10"/>
                <p:cNvSpPr>
                  <a:spLocks noChangeArrowheads="1"/>
                </p:cNvSpPr>
                <p:nvPr/>
              </p:nvSpPr>
              <p:spPr bwMode="auto">
                <a:xfrm>
                  <a:off x="2914" y="2342"/>
                  <a:ext cx="81" cy="3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971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1997" y="2342"/>
                  <a:ext cx="109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8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1997" y="2654"/>
                  <a:ext cx="108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9" name="Line 13"/>
                <p:cNvSpPr>
                  <a:spLocks noChangeShapeType="1"/>
                </p:cNvSpPr>
                <p:nvPr/>
              </p:nvSpPr>
              <p:spPr bwMode="auto">
                <a:xfrm>
                  <a:off x="3094" y="2342"/>
                  <a:ext cx="0" cy="32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0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847" y="2095"/>
                  <a:ext cx="131" cy="13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1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3847" y="2182"/>
                  <a:ext cx="167" cy="16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2" name="Freeform 16"/>
                <p:cNvSpPr>
                  <a:spLocks/>
                </p:cNvSpPr>
                <p:nvPr/>
              </p:nvSpPr>
              <p:spPr bwMode="auto">
                <a:xfrm>
                  <a:off x="3854" y="2298"/>
                  <a:ext cx="175" cy="176"/>
                </a:xfrm>
                <a:custGeom>
                  <a:avLst/>
                  <a:gdLst>
                    <a:gd name="T0" fmla="*/ 0 w 175"/>
                    <a:gd name="T1" fmla="*/ 176 h 176"/>
                    <a:gd name="T2" fmla="*/ 175 w 175"/>
                    <a:gd name="T3" fmla="*/ 0 h 17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75" h="176">
                      <a:moveTo>
                        <a:pt x="0" y="176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3" name="Freeform 17"/>
                <p:cNvSpPr>
                  <a:spLocks/>
                </p:cNvSpPr>
                <p:nvPr/>
              </p:nvSpPr>
              <p:spPr bwMode="auto">
                <a:xfrm>
                  <a:off x="3847" y="2425"/>
                  <a:ext cx="178" cy="180"/>
                </a:xfrm>
                <a:custGeom>
                  <a:avLst/>
                  <a:gdLst>
                    <a:gd name="T0" fmla="*/ 0 w 189"/>
                    <a:gd name="T1" fmla="*/ 160 h 191"/>
                    <a:gd name="T2" fmla="*/ 158 w 189"/>
                    <a:gd name="T3" fmla="*/ 0 h 19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89" h="191">
                      <a:moveTo>
                        <a:pt x="0" y="191"/>
                      </a:moveTo>
                      <a:lnTo>
                        <a:pt x="189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4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3847" y="2559"/>
                  <a:ext cx="168" cy="16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5" name="Freeform 19"/>
                <p:cNvSpPr>
                  <a:spLocks/>
                </p:cNvSpPr>
                <p:nvPr/>
              </p:nvSpPr>
              <p:spPr bwMode="auto">
                <a:xfrm>
                  <a:off x="3847" y="2662"/>
                  <a:ext cx="182" cy="182"/>
                </a:xfrm>
                <a:custGeom>
                  <a:avLst/>
                  <a:gdLst>
                    <a:gd name="T0" fmla="*/ 0 w 182"/>
                    <a:gd name="T1" fmla="*/ 182 h 182"/>
                    <a:gd name="T2" fmla="*/ 182 w 182"/>
                    <a:gd name="T3" fmla="*/ 0 h 18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82" h="182">
                      <a:moveTo>
                        <a:pt x="0" y="182"/>
                      </a:moveTo>
                      <a:lnTo>
                        <a:pt x="182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6" name="Freeform 20"/>
                <p:cNvSpPr>
                  <a:spLocks/>
                </p:cNvSpPr>
                <p:nvPr/>
              </p:nvSpPr>
              <p:spPr bwMode="auto">
                <a:xfrm>
                  <a:off x="3876" y="2778"/>
                  <a:ext cx="145" cy="153"/>
                </a:xfrm>
                <a:custGeom>
                  <a:avLst/>
                  <a:gdLst>
                    <a:gd name="T0" fmla="*/ 0 w 145"/>
                    <a:gd name="T1" fmla="*/ 153 h 153"/>
                    <a:gd name="T2" fmla="*/ 145 w 145"/>
                    <a:gd name="T3" fmla="*/ 0 h 15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45" h="153">
                      <a:moveTo>
                        <a:pt x="0" y="153"/>
                      </a:moveTo>
                      <a:lnTo>
                        <a:pt x="145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7" name="Freeform 21"/>
                <p:cNvSpPr>
                  <a:spLocks/>
                </p:cNvSpPr>
                <p:nvPr/>
              </p:nvSpPr>
              <p:spPr bwMode="auto">
                <a:xfrm>
                  <a:off x="3985" y="2895"/>
                  <a:ext cx="36" cy="36"/>
                </a:xfrm>
                <a:custGeom>
                  <a:avLst/>
                  <a:gdLst>
                    <a:gd name="T0" fmla="*/ 0 w 36"/>
                    <a:gd name="T1" fmla="*/ 36 h 36"/>
                    <a:gd name="T2" fmla="*/ 36 w 36"/>
                    <a:gd name="T3" fmla="*/ 0 h 3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6" h="36">
                      <a:moveTo>
                        <a:pt x="0" y="36"/>
                      </a:moveTo>
                      <a:lnTo>
                        <a:pt x="36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28" name="Line 22"/>
                <p:cNvSpPr>
                  <a:spLocks noChangeShapeType="1"/>
                </p:cNvSpPr>
                <p:nvPr/>
              </p:nvSpPr>
              <p:spPr bwMode="auto">
                <a:xfrm>
                  <a:off x="1997" y="2342"/>
                  <a:ext cx="0" cy="31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06" name="Group 23"/>
              <p:cNvGrpSpPr>
                <a:grpSpLocks/>
              </p:cNvGrpSpPr>
              <p:nvPr/>
            </p:nvGrpSpPr>
            <p:grpSpPr bwMode="auto">
              <a:xfrm>
                <a:off x="1900" y="1917"/>
                <a:ext cx="2223" cy="1261"/>
                <a:chOff x="1900" y="1917"/>
                <a:chExt cx="2223" cy="1261"/>
              </a:xfrm>
            </p:grpSpPr>
            <p:sp>
              <p:nvSpPr>
                <p:cNvPr id="29707" name="Line 24"/>
                <p:cNvSpPr>
                  <a:spLocks noChangeShapeType="1"/>
                </p:cNvSpPr>
                <p:nvPr/>
              </p:nvSpPr>
              <p:spPr bwMode="auto">
                <a:xfrm>
                  <a:off x="3495" y="1917"/>
                  <a:ext cx="0" cy="126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08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2334" y="2236"/>
                  <a:ext cx="76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09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334" y="2882"/>
                  <a:ext cx="75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10" name="Line 27"/>
                <p:cNvSpPr>
                  <a:spLocks noChangeShapeType="1"/>
                </p:cNvSpPr>
                <p:nvPr/>
              </p:nvSpPr>
              <p:spPr bwMode="auto">
                <a:xfrm>
                  <a:off x="2334" y="2090"/>
                  <a:ext cx="0" cy="94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11" name="Arc 28"/>
                <p:cNvSpPr>
                  <a:spLocks/>
                </p:cNvSpPr>
                <p:nvPr/>
              </p:nvSpPr>
              <p:spPr bwMode="auto">
                <a:xfrm flipH="1">
                  <a:off x="1999" y="2237"/>
                  <a:ext cx="338" cy="644"/>
                </a:xfrm>
                <a:custGeom>
                  <a:avLst/>
                  <a:gdLst>
                    <a:gd name="T0" fmla="*/ 0 w 22009"/>
                    <a:gd name="T1" fmla="*/ 0 h 43200"/>
                    <a:gd name="T2" fmla="*/ 0 w 22009"/>
                    <a:gd name="T3" fmla="*/ 0 h 43200"/>
                    <a:gd name="T4" fmla="*/ 0 w 22009"/>
                    <a:gd name="T5" fmla="*/ 0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009" h="43200" fill="none" extrusionOk="0">
                      <a:moveTo>
                        <a:pt x="409" y="0"/>
                      </a:moveTo>
                      <a:cubicBezTo>
                        <a:pt x="12338" y="0"/>
                        <a:pt x="22009" y="9670"/>
                        <a:pt x="22009" y="21600"/>
                      </a:cubicBezTo>
                      <a:cubicBezTo>
                        <a:pt x="22009" y="33529"/>
                        <a:pt x="12338" y="43200"/>
                        <a:pt x="409" y="43200"/>
                      </a:cubicBezTo>
                      <a:cubicBezTo>
                        <a:pt x="272" y="43200"/>
                        <a:pt x="136" y="43198"/>
                        <a:pt x="-1" y="43196"/>
                      </a:cubicBezTo>
                    </a:path>
                    <a:path w="22009" h="43200" stroke="0" extrusionOk="0">
                      <a:moveTo>
                        <a:pt x="409" y="0"/>
                      </a:moveTo>
                      <a:cubicBezTo>
                        <a:pt x="12338" y="0"/>
                        <a:pt x="22009" y="9670"/>
                        <a:pt x="22009" y="21600"/>
                      </a:cubicBezTo>
                      <a:cubicBezTo>
                        <a:pt x="22009" y="33529"/>
                        <a:pt x="12338" y="43200"/>
                        <a:pt x="409" y="43200"/>
                      </a:cubicBezTo>
                      <a:cubicBezTo>
                        <a:pt x="272" y="43200"/>
                        <a:pt x="136" y="43198"/>
                        <a:pt x="-1" y="43196"/>
                      </a:cubicBezTo>
                      <a:lnTo>
                        <a:pt x="409" y="21600"/>
                      </a:lnTo>
                      <a:lnTo>
                        <a:pt x="409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12" name="Line 29"/>
                <p:cNvSpPr>
                  <a:spLocks noChangeShapeType="1"/>
                </p:cNvSpPr>
                <p:nvPr/>
              </p:nvSpPr>
              <p:spPr bwMode="auto">
                <a:xfrm>
                  <a:off x="1900" y="2559"/>
                  <a:ext cx="2223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703" name="Oval 30"/>
            <p:cNvSpPr>
              <a:spLocks noChangeArrowheads="1"/>
            </p:cNvSpPr>
            <p:nvPr/>
          </p:nvSpPr>
          <p:spPr bwMode="auto">
            <a:xfrm>
              <a:off x="3141" y="2205"/>
              <a:ext cx="702" cy="70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04" name="Oval 31"/>
            <p:cNvSpPr>
              <a:spLocks noChangeArrowheads="1"/>
            </p:cNvSpPr>
            <p:nvPr/>
          </p:nvSpPr>
          <p:spPr bwMode="auto">
            <a:xfrm>
              <a:off x="2961" y="2025"/>
              <a:ext cx="1062" cy="10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C098665-65D7-4A6B-8846-3C455AEFD91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28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31747" name="Group 2"/>
          <p:cNvGrpSpPr>
            <a:grpSpLocks/>
          </p:cNvGrpSpPr>
          <p:nvPr/>
        </p:nvGrpSpPr>
        <p:grpSpPr bwMode="auto">
          <a:xfrm>
            <a:off x="1292225" y="204788"/>
            <a:ext cx="5945188" cy="5775325"/>
            <a:chOff x="814" y="129"/>
            <a:chExt cx="3745" cy="3638"/>
          </a:xfrm>
        </p:grpSpPr>
        <p:pic>
          <p:nvPicPr>
            <p:cNvPr id="3184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03" t="12527" r="8287" b="9395"/>
            <a:stretch>
              <a:fillRect/>
            </a:stretch>
          </p:blipFill>
          <p:spPr bwMode="auto">
            <a:xfrm>
              <a:off x="1278" y="551"/>
              <a:ext cx="3281" cy="3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48" name="Rectangle 4"/>
            <p:cNvSpPr>
              <a:spLocks noChangeArrowheads="1"/>
            </p:cNvSpPr>
            <p:nvPr/>
          </p:nvSpPr>
          <p:spPr bwMode="auto">
            <a:xfrm>
              <a:off x="814" y="129"/>
              <a:ext cx="2385" cy="2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227333" name="Group 5"/>
          <p:cNvGrpSpPr>
            <a:grpSpLocks/>
          </p:cNvGrpSpPr>
          <p:nvPr/>
        </p:nvGrpSpPr>
        <p:grpSpPr bwMode="auto">
          <a:xfrm flipH="1">
            <a:off x="3543300" y="2827338"/>
            <a:ext cx="1133475" cy="485775"/>
            <a:chOff x="1512" y="1782"/>
            <a:chExt cx="714" cy="306"/>
          </a:xfrm>
        </p:grpSpPr>
        <p:sp>
          <p:nvSpPr>
            <p:cNvPr id="31842" name="Line 6"/>
            <p:cNvSpPr>
              <a:spLocks noChangeShapeType="1"/>
            </p:cNvSpPr>
            <p:nvPr/>
          </p:nvSpPr>
          <p:spPr bwMode="auto">
            <a:xfrm>
              <a:off x="1518" y="1794"/>
              <a:ext cx="1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43" name="Line 7"/>
            <p:cNvSpPr>
              <a:spLocks noChangeShapeType="1"/>
            </p:cNvSpPr>
            <p:nvPr/>
          </p:nvSpPr>
          <p:spPr bwMode="auto">
            <a:xfrm>
              <a:off x="1590" y="1938"/>
              <a:ext cx="1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44" name="Line 8"/>
            <p:cNvSpPr>
              <a:spLocks noChangeShapeType="1"/>
            </p:cNvSpPr>
            <p:nvPr/>
          </p:nvSpPr>
          <p:spPr bwMode="auto">
            <a:xfrm>
              <a:off x="1512" y="1938"/>
              <a:ext cx="71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45" name="Line 9"/>
            <p:cNvSpPr>
              <a:spLocks noChangeShapeType="1"/>
            </p:cNvSpPr>
            <p:nvPr/>
          </p:nvSpPr>
          <p:spPr bwMode="auto">
            <a:xfrm>
              <a:off x="1914" y="1782"/>
              <a:ext cx="1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46" name="Line 10"/>
            <p:cNvSpPr>
              <a:spLocks noChangeShapeType="1"/>
            </p:cNvSpPr>
            <p:nvPr/>
          </p:nvSpPr>
          <p:spPr bwMode="auto">
            <a:xfrm>
              <a:off x="1710" y="1794"/>
              <a:ext cx="20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7339" name="Rectangle 11"/>
          <p:cNvSpPr>
            <a:spLocks noChangeArrowheads="1"/>
          </p:cNvSpPr>
          <p:nvPr/>
        </p:nvSpPr>
        <p:spPr bwMode="auto">
          <a:xfrm>
            <a:off x="3529013" y="2625725"/>
            <a:ext cx="1439862" cy="87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27340" name="Line 12"/>
          <p:cNvSpPr>
            <a:spLocks noChangeShapeType="1"/>
          </p:cNvSpPr>
          <p:nvPr/>
        </p:nvSpPr>
        <p:spPr bwMode="auto">
          <a:xfrm flipH="1">
            <a:off x="3076575" y="2847975"/>
            <a:ext cx="9048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41" name="Line 13"/>
          <p:cNvSpPr>
            <a:spLocks noChangeShapeType="1"/>
          </p:cNvSpPr>
          <p:nvPr/>
        </p:nvSpPr>
        <p:spPr bwMode="auto">
          <a:xfrm flipV="1">
            <a:off x="3086100" y="1198563"/>
            <a:ext cx="0" cy="1639887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7342" name="Group 14"/>
          <p:cNvGrpSpPr>
            <a:grpSpLocks/>
          </p:cNvGrpSpPr>
          <p:nvPr/>
        </p:nvGrpSpPr>
        <p:grpSpPr bwMode="auto">
          <a:xfrm flipH="1">
            <a:off x="2700338" y="1544638"/>
            <a:ext cx="838200" cy="914400"/>
            <a:chOff x="2220" y="972"/>
            <a:chExt cx="528" cy="576"/>
          </a:xfrm>
        </p:grpSpPr>
        <p:grpSp>
          <p:nvGrpSpPr>
            <p:cNvPr id="31836" name="Group 15"/>
            <p:cNvGrpSpPr>
              <a:grpSpLocks/>
            </p:cNvGrpSpPr>
            <p:nvPr/>
          </p:nvGrpSpPr>
          <p:grpSpPr bwMode="auto">
            <a:xfrm>
              <a:off x="2220" y="972"/>
              <a:ext cx="528" cy="576"/>
              <a:chOff x="2220" y="972"/>
              <a:chExt cx="528" cy="576"/>
            </a:xfrm>
          </p:grpSpPr>
          <p:grpSp>
            <p:nvGrpSpPr>
              <p:cNvPr id="31838" name="Group 16"/>
              <p:cNvGrpSpPr>
                <a:grpSpLocks/>
              </p:cNvGrpSpPr>
              <p:nvPr/>
            </p:nvGrpSpPr>
            <p:grpSpPr bwMode="auto">
              <a:xfrm>
                <a:off x="2220" y="972"/>
                <a:ext cx="528" cy="570"/>
                <a:chOff x="2220" y="972"/>
                <a:chExt cx="528" cy="570"/>
              </a:xfrm>
            </p:grpSpPr>
            <p:sp>
              <p:nvSpPr>
                <p:cNvPr id="31840" name="Rectangle 17"/>
                <p:cNvSpPr>
                  <a:spLocks noChangeArrowheads="1"/>
                </p:cNvSpPr>
                <p:nvPr/>
              </p:nvSpPr>
              <p:spPr bwMode="auto">
                <a:xfrm>
                  <a:off x="2220" y="972"/>
                  <a:ext cx="528" cy="57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prstDash val="lgDash"/>
                      <a:miter lim="800000"/>
                      <a:headEnd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31841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226" y="972"/>
                  <a:ext cx="282" cy="28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"/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839" name="Line 19"/>
              <p:cNvSpPr>
                <a:spLocks noChangeShapeType="1"/>
              </p:cNvSpPr>
              <p:nvPr/>
            </p:nvSpPr>
            <p:spPr bwMode="auto">
              <a:xfrm flipH="1">
                <a:off x="2220" y="1548"/>
                <a:ext cx="4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837" name="Line 20"/>
            <p:cNvSpPr>
              <a:spLocks noChangeShapeType="1"/>
            </p:cNvSpPr>
            <p:nvPr/>
          </p:nvSpPr>
          <p:spPr bwMode="auto">
            <a:xfrm flipH="1">
              <a:off x="2508" y="972"/>
              <a:ext cx="2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7349" name="Line 21"/>
          <p:cNvSpPr>
            <a:spLocks noChangeShapeType="1"/>
          </p:cNvSpPr>
          <p:nvPr/>
        </p:nvSpPr>
        <p:spPr bwMode="auto">
          <a:xfrm flipV="1">
            <a:off x="3981450" y="1198563"/>
            <a:ext cx="0" cy="1658937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50" name="Line 22"/>
          <p:cNvSpPr>
            <a:spLocks noChangeShapeType="1"/>
          </p:cNvSpPr>
          <p:nvPr/>
        </p:nvSpPr>
        <p:spPr bwMode="auto">
          <a:xfrm flipV="1">
            <a:off x="2520950" y="2844800"/>
            <a:ext cx="0" cy="241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51" name="Line 23"/>
          <p:cNvSpPr>
            <a:spLocks noChangeShapeType="1"/>
          </p:cNvSpPr>
          <p:nvPr/>
        </p:nvSpPr>
        <p:spPr bwMode="auto">
          <a:xfrm flipV="1">
            <a:off x="4554538" y="2844800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52" name="Rectangle 24"/>
          <p:cNvSpPr>
            <a:spLocks noChangeArrowheads="1"/>
          </p:cNvSpPr>
          <p:nvPr/>
        </p:nvSpPr>
        <p:spPr bwMode="auto">
          <a:xfrm>
            <a:off x="1803400" y="546100"/>
            <a:ext cx="2890838" cy="2943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227353" name="Group 25"/>
          <p:cNvGrpSpPr>
            <a:grpSpLocks/>
          </p:cNvGrpSpPr>
          <p:nvPr/>
        </p:nvGrpSpPr>
        <p:grpSpPr bwMode="auto">
          <a:xfrm>
            <a:off x="1866900" y="4805363"/>
            <a:ext cx="3232150" cy="6350"/>
            <a:chOff x="600" y="3100"/>
            <a:chExt cx="2036" cy="4"/>
          </a:xfrm>
        </p:grpSpPr>
        <p:sp>
          <p:nvSpPr>
            <p:cNvPr id="31834" name="Line 26"/>
            <p:cNvSpPr>
              <a:spLocks noChangeShapeType="1"/>
            </p:cNvSpPr>
            <p:nvPr/>
          </p:nvSpPr>
          <p:spPr bwMode="auto">
            <a:xfrm>
              <a:off x="600" y="310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35" name="Line 27"/>
            <p:cNvSpPr>
              <a:spLocks noChangeShapeType="1"/>
            </p:cNvSpPr>
            <p:nvPr/>
          </p:nvSpPr>
          <p:spPr bwMode="auto">
            <a:xfrm>
              <a:off x="2540" y="31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356" name="Group 28"/>
          <p:cNvGrpSpPr>
            <a:grpSpLocks/>
          </p:cNvGrpSpPr>
          <p:nvPr/>
        </p:nvGrpSpPr>
        <p:grpSpPr bwMode="auto">
          <a:xfrm>
            <a:off x="1514475" y="4529138"/>
            <a:ext cx="3930650" cy="415925"/>
            <a:chOff x="386" y="2911"/>
            <a:chExt cx="2437" cy="262"/>
          </a:xfrm>
        </p:grpSpPr>
        <p:sp>
          <p:nvSpPr>
            <p:cNvPr id="31832" name="Text Box 29"/>
            <p:cNvSpPr txBox="1">
              <a:spLocks noChangeArrowheads="1"/>
            </p:cNvSpPr>
            <p:nvPr/>
          </p:nvSpPr>
          <p:spPr bwMode="auto">
            <a:xfrm>
              <a:off x="386" y="2923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0000"/>
                  </a:solidFill>
                  <a:latin typeface="ISOCPEUR" pitchFamily="34" charset="0"/>
                </a:rPr>
                <a:t>A</a:t>
              </a:r>
            </a:p>
          </p:txBody>
        </p:sp>
        <p:sp>
          <p:nvSpPr>
            <p:cNvPr id="31833" name="Text Box 30"/>
            <p:cNvSpPr txBox="1">
              <a:spLocks noChangeArrowheads="1"/>
            </p:cNvSpPr>
            <p:nvPr/>
          </p:nvSpPr>
          <p:spPr bwMode="auto">
            <a:xfrm>
              <a:off x="2611" y="2911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0000"/>
                  </a:solidFill>
                  <a:latin typeface="ISOCPEUR" pitchFamily="34" charset="0"/>
                </a:rPr>
                <a:t>A</a:t>
              </a:r>
            </a:p>
          </p:txBody>
        </p:sp>
      </p:grpSp>
      <p:grpSp>
        <p:nvGrpSpPr>
          <p:cNvPr id="227359" name="Group 31"/>
          <p:cNvGrpSpPr>
            <a:grpSpLocks/>
          </p:cNvGrpSpPr>
          <p:nvPr/>
        </p:nvGrpSpPr>
        <p:grpSpPr bwMode="auto">
          <a:xfrm>
            <a:off x="1866900" y="4484688"/>
            <a:ext cx="3228975" cy="342900"/>
            <a:chOff x="600" y="2898"/>
            <a:chExt cx="2034" cy="216"/>
          </a:xfrm>
        </p:grpSpPr>
        <p:sp>
          <p:nvSpPr>
            <p:cNvPr id="31830" name="Line 32"/>
            <p:cNvSpPr>
              <a:spLocks noChangeShapeType="1"/>
            </p:cNvSpPr>
            <p:nvPr/>
          </p:nvSpPr>
          <p:spPr bwMode="auto">
            <a:xfrm flipV="1">
              <a:off x="600" y="2907"/>
              <a:ext cx="0" cy="2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31" name="Line 33"/>
            <p:cNvSpPr>
              <a:spLocks noChangeShapeType="1"/>
            </p:cNvSpPr>
            <p:nvPr/>
          </p:nvSpPr>
          <p:spPr bwMode="auto">
            <a:xfrm flipV="1">
              <a:off x="2634" y="2898"/>
              <a:ext cx="0" cy="2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7362" name="Text Box 34"/>
          <p:cNvSpPr txBox="1">
            <a:spLocks noChangeArrowheads="1"/>
          </p:cNvSpPr>
          <p:nvPr/>
        </p:nvSpPr>
        <p:spPr bwMode="auto">
          <a:xfrm>
            <a:off x="3127375" y="723900"/>
            <a:ext cx="658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000000"/>
                </a:solidFill>
                <a:latin typeface="ISOCPEUR" pitchFamily="34" charset="0"/>
              </a:rPr>
              <a:t>A—A</a:t>
            </a:r>
          </a:p>
        </p:txBody>
      </p:sp>
      <p:sp>
        <p:nvSpPr>
          <p:cNvPr id="227363" name="Line 35"/>
          <p:cNvSpPr>
            <a:spLocks noChangeShapeType="1"/>
          </p:cNvSpPr>
          <p:nvPr/>
        </p:nvSpPr>
        <p:spPr bwMode="auto">
          <a:xfrm flipH="1">
            <a:off x="2705100" y="1214438"/>
            <a:ext cx="1676400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64" name="Line 36"/>
          <p:cNvSpPr>
            <a:spLocks noChangeShapeType="1"/>
          </p:cNvSpPr>
          <p:nvPr/>
        </p:nvSpPr>
        <p:spPr bwMode="auto">
          <a:xfrm flipH="1">
            <a:off x="2209800" y="3314700"/>
            <a:ext cx="263842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7365" name="Group 37"/>
          <p:cNvGrpSpPr>
            <a:grpSpLocks/>
          </p:cNvGrpSpPr>
          <p:nvPr/>
        </p:nvGrpSpPr>
        <p:grpSpPr bwMode="auto">
          <a:xfrm>
            <a:off x="2400300" y="2828925"/>
            <a:ext cx="1133475" cy="485775"/>
            <a:chOff x="1512" y="1782"/>
            <a:chExt cx="714" cy="306"/>
          </a:xfrm>
        </p:grpSpPr>
        <p:sp>
          <p:nvSpPr>
            <p:cNvPr id="31825" name="Line 38"/>
            <p:cNvSpPr>
              <a:spLocks noChangeShapeType="1"/>
            </p:cNvSpPr>
            <p:nvPr/>
          </p:nvSpPr>
          <p:spPr bwMode="auto">
            <a:xfrm>
              <a:off x="1518" y="1794"/>
              <a:ext cx="1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6" name="Line 39"/>
            <p:cNvSpPr>
              <a:spLocks noChangeShapeType="1"/>
            </p:cNvSpPr>
            <p:nvPr/>
          </p:nvSpPr>
          <p:spPr bwMode="auto">
            <a:xfrm>
              <a:off x="1590" y="1938"/>
              <a:ext cx="1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7" name="Line 40"/>
            <p:cNvSpPr>
              <a:spLocks noChangeShapeType="1"/>
            </p:cNvSpPr>
            <p:nvPr/>
          </p:nvSpPr>
          <p:spPr bwMode="auto">
            <a:xfrm>
              <a:off x="1512" y="1938"/>
              <a:ext cx="71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8" name="Line 41"/>
            <p:cNvSpPr>
              <a:spLocks noChangeShapeType="1"/>
            </p:cNvSpPr>
            <p:nvPr/>
          </p:nvSpPr>
          <p:spPr bwMode="auto">
            <a:xfrm>
              <a:off x="1914" y="1782"/>
              <a:ext cx="1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9" name="Line 42"/>
            <p:cNvSpPr>
              <a:spLocks noChangeShapeType="1"/>
            </p:cNvSpPr>
            <p:nvPr/>
          </p:nvSpPr>
          <p:spPr bwMode="auto">
            <a:xfrm>
              <a:off x="1710" y="1794"/>
              <a:ext cx="20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371" name="Group 43"/>
          <p:cNvGrpSpPr>
            <a:grpSpLocks/>
          </p:cNvGrpSpPr>
          <p:nvPr/>
        </p:nvGrpSpPr>
        <p:grpSpPr bwMode="auto">
          <a:xfrm>
            <a:off x="2203450" y="1200150"/>
            <a:ext cx="512763" cy="2133600"/>
            <a:chOff x="1388" y="756"/>
            <a:chExt cx="323" cy="1344"/>
          </a:xfrm>
        </p:grpSpPr>
        <p:sp>
          <p:nvSpPr>
            <p:cNvPr id="31822" name="Line 44"/>
            <p:cNvSpPr>
              <a:spLocks noChangeShapeType="1"/>
            </p:cNvSpPr>
            <p:nvPr/>
          </p:nvSpPr>
          <p:spPr bwMode="auto">
            <a:xfrm flipH="1">
              <a:off x="1388" y="1793"/>
              <a:ext cx="323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3" name="Line 45"/>
            <p:cNvSpPr>
              <a:spLocks noChangeShapeType="1"/>
            </p:cNvSpPr>
            <p:nvPr/>
          </p:nvSpPr>
          <p:spPr bwMode="auto">
            <a:xfrm flipV="1">
              <a:off x="1401" y="1794"/>
              <a:ext cx="1" cy="3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4" name="Line 46"/>
            <p:cNvSpPr>
              <a:spLocks noChangeShapeType="1"/>
            </p:cNvSpPr>
            <p:nvPr/>
          </p:nvSpPr>
          <p:spPr bwMode="auto">
            <a:xfrm flipV="1">
              <a:off x="1707" y="756"/>
              <a:ext cx="4" cy="10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375" name="Group 47"/>
          <p:cNvGrpSpPr>
            <a:grpSpLocks/>
          </p:cNvGrpSpPr>
          <p:nvPr/>
        </p:nvGrpSpPr>
        <p:grpSpPr bwMode="auto">
          <a:xfrm>
            <a:off x="3524250" y="1555750"/>
            <a:ext cx="838200" cy="914400"/>
            <a:chOff x="2220" y="972"/>
            <a:chExt cx="528" cy="576"/>
          </a:xfrm>
        </p:grpSpPr>
        <p:grpSp>
          <p:nvGrpSpPr>
            <p:cNvPr id="31816" name="Group 48"/>
            <p:cNvGrpSpPr>
              <a:grpSpLocks/>
            </p:cNvGrpSpPr>
            <p:nvPr/>
          </p:nvGrpSpPr>
          <p:grpSpPr bwMode="auto">
            <a:xfrm>
              <a:off x="2220" y="972"/>
              <a:ext cx="528" cy="576"/>
              <a:chOff x="2220" y="972"/>
              <a:chExt cx="528" cy="576"/>
            </a:xfrm>
          </p:grpSpPr>
          <p:grpSp>
            <p:nvGrpSpPr>
              <p:cNvPr id="31818" name="Group 49"/>
              <p:cNvGrpSpPr>
                <a:grpSpLocks/>
              </p:cNvGrpSpPr>
              <p:nvPr/>
            </p:nvGrpSpPr>
            <p:grpSpPr bwMode="auto">
              <a:xfrm>
                <a:off x="2220" y="972"/>
                <a:ext cx="528" cy="570"/>
                <a:chOff x="2220" y="972"/>
                <a:chExt cx="528" cy="570"/>
              </a:xfrm>
            </p:grpSpPr>
            <p:sp>
              <p:nvSpPr>
                <p:cNvPr id="3182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20" y="972"/>
                  <a:ext cx="528" cy="57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prstDash val="lgDash"/>
                      <a:miter lim="800000"/>
                      <a:headEnd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31821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2226" y="972"/>
                  <a:ext cx="282" cy="28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"/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819" name="Line 52"/>
              <p:cNvSpPr>
                <a:spLocks noChangeShapeType="1"/>
              </p:cNvSpPr>
              <p:nvPr/>
            </p:nvSpPr>
            <p:spPr bwMode="auto">
              <a:xfrm flipH="1">
                <a:off x="2220" y="1548"/>
                <a:ext cx="4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817" name="Line 53"/>
            <p:cNvSpPr>
              <a:spLocks noChangeShapeType="1"/>
            </p:cNvSpPr>
            <p:nvPr/>
          </p:nvSpPr>
          <p:spPr bwMode="auto">
            <a:xfrm flipH="1">
              <a:off x="2508" y="972"/>
              <a:ext cx="2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382" name="Group 54"/>
          <p:cNvGrpSpPr>
            <a:grpSpLocks/>
          </p:cNvGrpSpPr>
          <p:nvPr/>
        </p:nvGrpSpPr>
        <p:grpSpPr bwMode="auto">
          <a:xfrm>
            <a:off x="4362450" y="1198563"/>
            <a:ext cx="512763" cy="2133600"/>
            <a:chOff x="2748" y="755"/>
            <a:chExt cx="323" cy="1344"/>
          </a:xfrm>
        </p:grpSpPr>
        <p:sp>
          <p:nvSpPr>
            <p:cNvPr id="31813" name="Line 55"/>
            <p:cNvSpPr>
              <a:spLocks noChangeShapeType="1"/>
            </p:cNvSpPr>
            <p:nvPr/>
          </p:nvSpPr>
          <p:spPr bwMode="auto">
            <a:xfrm>
              <a:off x="2748" y="1792"/>
              <a:ext cx="323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4" name="Line 56"/>
            <p:cNvSpPr>
              <a:spLocks noChangeShapeType="1"/>
            </p:cNvSpPr>
            <p:nvPr/>
          </p:nvSpPr>
          <p:spPr bwMode="auto">
            <a:xfrm flipH="1" flipV="1">
              <a:off x="3057" y="1793"/>
              <a:ext cx="1" cy="3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5" name="Line 57"/>
            <p:cNvSpPr>
              <a:spLocks noChangeShapeType="1"/>
            </p:cNvSpPr>
            <p:nvPr/>
          </p:nvSpPr>
          <p:spPr bwMode="auto">
            <a:xfrm flipH="1" flipV="1">
              <a:off x="2748" y="755"/>
              <a:ext cx="4" cy="10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386" name="Group 58"/>
          <p:cNvGrpSpPr>
            <a:grpSpLocks/>
          </p:cNvGrpSpPr>
          <p:nvPr/>
        </p:nvGrpSpPr>
        <p:grpSpPr bwMode="auto">
          <a:xfrm>
            <a:off x="3533775" y="1066800"/>
            <a:ext cx="0" cy="2352675"/>
            <a:chOff x="2226" y="672"/>
            <a:chExt cx="0" cy="1482"/>
          </a:xfrm>
        </p:grpSpPr>
        <p:sp>
          <p:nvSpPr>
            <p:cNvPr id="31808" name="Line 59"/>
            <p:cNvSpPr>
              <a:spLocks noChangeShapeType="1"/>
            </p:cNvSpPr>
            <p:nvPr/>
          </p:nvSpPr>
          <p:spPr bwMode="auto">
            <a:xfrm>
              <a:off x="2226" y="672"/>
              <a:ext cx="0" cy="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9" name="Line 60"/>
            <p:cNvSpPr>
              <a:spLocks noChangeShapeType="1"/>
            </p:cNvSpPr>
            <p:nvPr/>
          </p:nvSpPr>
          <p:spPr bwMode="auto">
            <a:xfrm>
              <a:off x="2226" y="1062"/>
              <a:ext cx="0" cy="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0" name="Line 61"/>
            <p:cNvSpPr>
              <a:spLocks noChangeShapeType="1"/>
            </p:cNvSpPr>
            <p:nvPr/>
          </p:nvSpPr>
          <p:spPr bwMode="auto">
            <a:xfrm>
              <a:off x="2226" y="1137"/>
              <a:ext cx="0" cy="4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1" name="Line 62"/>
            <p:cNvSpPr>
              <a:spLocks noChangeShapeType="1"/>
            </p:cNvSpPr>
            <p:nvPr/>
          </p:nvSpPr>
          <p:spPr bwMode="auto">
            <a:xfrm>
              <a:off x="2226" y="1626"/>
              <a:ext cx="0" cy="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2" name="Line 63"/>
            <p:cNvSpPr>
              <a:spLocks noChangeShapeType="1"/>
            </p:cNvSpPr>
            <p:nvPr/>
          </p:nvSpPr>
          <p:spPr bwMode="auto">
            <a:xfrm>
              <a:off x="2226" y="1701"/>
              <a:ext cx="0" cy="4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392" name="Group 64"/>
          <p:cNvGrpSpPr>
            <a:grpSpLocks/>
          </p:cNvGrpSpPr>
          <p:nvPr/>
        </p:nvGrpSpPr>
        <p:grpSpPr bwMode="auto">
          <a:xfrm>
            <a:off x="3990975" y="1214438"/>
            <a:ext cx="361950" cy="338137"/>
            <a:chOff x="2514" y="765"/>
            <a:chExt cx="228" cy="213"/>
          </a:xfrm>
        </p:grpSpPr>
        <p:sp>
          <p:nvSpPr>
            <p:cNvPr id="31805" name="Line 65"/>
            <p:cNvSpPr>
              <a:spLocks noChangeShapeType="1"/>
            </p:cNvSpPr>
            <p:nvPr/>
          </p:nvSpPr>
          <p:spPr bwMode="auto">
            <a:xfrm flipV="1">
              <a:off x="2514" y="765"/>
              <a:ext cx="108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6" name="Line 66"/>
            <p:cNvSpPr>
              <a:spLocks noChangeShapeType="1"/>
            </p:cNvSpPr>
            <p:nvPr/>
          </p:nvSpPr>
          <p:spPr bwMode="auto">
            <a:xfrm flipV="1">
              <a:off x="2550" y="783"/>
              <a:ext cx="192" cy="1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7" name="Line 67"/>
            <p:cNvSpPr>
              <a:spLocks noChangeShapeType="1"/>
            </p:cNvSpPr>
            <p:nvPr/>
          </p:nvSpPr>
          <p:spPr bwMode="auto">
            <a:xfrm flipV="1">
              <a:off x="2673" y="915"/>
              <a:ext cx="63" cy="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396" name="Group 68"/>
          <p:cNvGrpSpPr>
            <a:grpSpLocks/>
          </p:cNvGrpSpPr>
          <p:nvPr/>
        </p:nvGrpSpPr>
        <p:grpSpPr bwMode="auto">
          <a:xfrm>
            <a:off x="3535363" y="2462213"/>
            <a:ext cx="1309687" cy="857250"/>
            <a:chOff x="2223" y="1551"/>
            <a:chExt cx="825" cy="540"/>
          </a:xfrm>
        </p:grpSpPr>
        <p:sp>
          <p:nvSpPr>
            <p:cNvPr id="31796" name="Line 69"/>
            <p:cNvSpPr>
              <a:spLocks noChangeShapeType="1"/>
            </p:cNvSpPr>
            <p:nvPr/>
          </p:nvSpPr>
          <p:spPr bwMode="auto">
            <a:xfrm flipV="1">
              <a:off x="2223" y="1797"/>
              <a:ext cx="60" cy="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7" name="Line 70"/>
            <p:cNvSpPr>
              <a:spLocks noChangeShapeType="1"/>
            </p:cNvSpPr>
            <p:nvPr/>
          </p:nvSpPr>
          <p:spPr bwMode="auto">
            <a:xfrm flipV="1">
              <a:off x="2226" y="1792"/>
              <a:ext cx="206" cy="2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8" name="Line 71"/>
            <p:cNvSpPr>
              <a:spLocks noChangeShapeType="1"/>
            </p:cNvSpPr>
            <p:nvPr/>
          </p:nvSpPr>
          <p:spPr bwMode="auto">
            <a:xfrm flipV="1">
              <a:off x="2514" y="1551"/>
              <a:ext cx="153" cy="1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9" name="Line 72"/>
            <p:cNvSpPr>
              <a:spLocks noChangeShapeType="1"/>
            </p:cNvSpPr>
            <p:nvPr/>
          </p:nvSpPr>
          <p:spPr bwMode="auto">
            <a:xfrm flipV="1">
              <a:off x="2277" y="1611"/>
              <a:ext cx="471" cy="4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0" name="Line 73"/>
            <p:cNvSpPr>
              <a:spLocks noChangeShapeType="1"/>
            </p:cNvSpPr>
            <p:nvPr/>
          </p:nvSpPr>
          <p:spPr bwMode="auto">
            <a:xfrm flipV="1">
              <a:off x="2432" y="1760"/>
              <a:ext cx="316" cy="3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1" name="Line 74"/>
            <p:cNvSpPr>
              <a:spLocks noChangeShapeType="1"/>
            </p:cNvSpPr>
            <p:nvPr/>
          </p:nvSpPr>
          <p:spPr bwMode="auto">
            <a:xfrm flipV="1">
              <a:off x="2550" y="1803"/>
              <a:ext cx="282" cy="2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2" name="Line 75"/>
            <p:cNvSpPr>
              <a:spLocks noChangeShapeType="1"/>
            </p:cNvSpPr>
            <p:nvPr/>
          </p:nvSpPr>
          <p:spPr bwMode="auto">
            <a:xfrm flipV="1">
              <a:off x="2691" y="1800"/>
              <a:ext cx="291" cy="2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3" name="Line 76"/>
            <p:cNvSpPr>
              <a:spLocks noChangeShapeType="1"/>
            </p:cNvSpPr>
            <p:nvPr/>
          </p:nvSpPr>
          <p:spPr bwMode="auto">
            <a:xfrm flipV="1">
              <a:off x="2835" y="1872"/>
              <a:ext cx="213" cy="2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4" name="Line 77"/>
            <p:cNvSpPr>
              <a:spLocks noChangeShapeType="1"/>
            </p:cNvSpPr>
            <p:nvPr/>
          </p:nvSpPr>
          <p:spPr bwMode="auto">
            <a:xfrm flipV="1">
              <a:off x="2958" y="2007"/>
              <a:ext cx="81" cy="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406" name="Group 78"/>
          <p:cNvGrpSpPr>
            <a:grpSpLocks/>
          </p:cNvGrpSpPr>
          <p:nvPr/>
        </p:nvGrpSpPr>
        <p:grpSpPr bwMode="auto">
          <a:xfrm flipH="1">
            <a:off x="3524250" y="1225550"/>
            <a:ext cx="819150" cy="1638300"/>
            <a:chOff x="1715" y="767"/>
            <a:chExt cx="516" cy="1032"/>
          </a:xfrm>
        </p:grpSpPr>
        <p:sp>
          <p:nvSpPr>
            <p:cNvPr id="31790" name="Line 79"/>
            <p:cNvSpPr>
              <a:spLocks noChangeShapeType="1"/>
            </p:cNvSpPr>
            <p:nvPr/>
          </p:nvSpPr>
          <p:spPr bwMode="auto">
            <a:xfrm flipH="1">
              <a:off x="1940" y="767"/>
              <a:ext cx="0" cy="2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1" name="Line 80"/>
            <p:cNvSpPr>
              <a:spLocks noChangeShapeType="1"/>
            </p:cNvSpPr>
            <p:nvPr/>
          </p:nvSpPr>
          <p:spPr bwMode="auto">
            <a:xfrm flipH="1">
              <a:off x="1715" y="974"/>
              <a:ext cx="2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2" name="Line 81"/>
            <p:cNvSpPr>
              <a:spLocks noChangeShapeType="1"/>
            </p:cNvSpPr>
            <p:nvPr/>
          </p:nvSpPr>
          <p:spPr bwMode="auto">
            <a:xfrm flipH="1" flipV="1">
              <a:off x="1940" y="971"/>
              <a:ext cx="287" cy="2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3" name="Line 82"/>
            <p:cNvSpPr>
              <a:spLocks noChangeShapeType="1"/>
            </p:cNvSpPr>
            <p:nvPr/>
          </p:nvSpPr>
          <p:spPr bwMode="auto">
            <a:xfrm>
              <a:off x="1793" y="1544"/>
              <a:ext cx="4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4" name="Line 83"/>
            <p:cNvSpPr>
              <a:spLocks noChangeShapeType="1"/>
            </p:cNvSpPr>
            <p:nvPr/>
          </p:nvSpPr>
          <p:spPr bwMode="auto">
            <a:xfrm flipH="1">
              <a:off x="1937" y="1544"/>
              <a:ext cx="0" cy="2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5" name="Line 84"/>
            <p:cNvSpPr>
              <a:spLocks noChangeShapeType="1"/>
            </p:cNvSpPr>
            <p:nvPr/>
          </p:nvSpPr>
          <p:spPr bwMode="auto">
            <a:xfrm>
              <a:off x="1937" y="1793"/>
              <a:ext cx="29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71" name="Text Box 85"/>
          <p:cNvSpPr txBox="1">
            <a:spLocks noChangeArrowheads="1"/>
          </p:cNvSpPr>
          <p:nvPr/>
        </p:nvSpPr>
        <p:spPr bwMode="auto">
          <a:xfrm>
            <a:off x="566738" y="874713"/>
            <a:ext cx="1184275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latin typeface="黑体" pitchFamily="2" charset="-122"/>
                <a:ea typeface="黑体" pitchFamily="2" charset="-122"/>
              </a:rPr>
              <a:t>例：</a:t>
            </a:r>
          </a:p>
        </p:txBody>
      </p:sp>
      <p:grpSp>
        <p:nvGrpSpPr>
          <p:cNvPr id="227414" name="Group 86"/>
          <p:cNvGrpSpPr>
            <a:grpSpLocks/>
          </p:cNvGrpSpPr>
          <p:nvPr/>
        </p:nvGrpSpPr>
        <p:grpSpPr bwMode="auto">
          <a:xfrm>
            <a:off x="4076700" y="1557338"/>
            <a:ext cx="450850" cy="906462"/>
            <a:chOff x="2568" y="969"/>
            <a:chExt cx="284" cy="575"/>
          </a:xfrm>
        </p:grpSpPr>
        <p:sp>
          <p:nvSpPr>
            <p:cNvPr id="31785" name="Rectangle 87"/>
            <p:cNvSpPr>
              <a:spLocks noChangeArrowheads="1"/>
            </p:cNvSpPr>
            <p:nvPr/>
          </p:nvSpPr>
          <p:spPr bwMode="auto">
            <a:xfrm>
              <a:off x="2568" y="980"/>
              <a:ext cx="284" cy="5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grpSp>
          <p:nvGrpSpPr>
            <p:cNvPr id="31786" name="Group 88"/>
            <p:cNvGrpSpPr>
              <a:grpSpLocks/>
            </p:cNvGrpSpPr>
            <p:nvPr/>
          </p:nvGrpSpPr>
          <p:grpSpPr bwMode="auto">
            <a:xfrm>
              <a:off x="2659" y="969"/>
              <a:ext cx="150" cy="575"/>
              <a:chOff x="2659" y="973"/>
              <a:chExt cx="150" cy="575"/>
            </a:xfrm>
          </p:grpSpPr>
          <p:sp>
            <p:nvSpPr>
              <p:cNvPr id="31787" name="Line 89"/>
              <p:cNvSpPr>
                <a:spLocks noChangeShapeType="1"/>
              </p:cNvSpPr>
              <p:nvPr/>
            </p:nvSpPr>
            <p:spPr bwMode="auto">
              <a:xfrm flipH="1">
                <a:off x="2659" y="1547"/>
                <a:ext cx="102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8" name="Line 90"/>
              <p:cNvSpPr>
                <a:spLocks noChangeShapeType="1"/>
              </p:cNvSpPr>
              <p:nvPr/>
            </p:nvSpPr>
            <p:spPr bwMode="auto">
              <a:xfrm flipH="1" flipV="1">
                <a:off x="2667" y="1253"/>
                <a:ext cx="1" cy="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9" name="Arc 91"/>
              <p:cNvSpPr>
                <a:spLocks/>
              </p:cNvSpPr>
              <p:nvPr/>
            </p:nvSpPr>
            <p:spPr bwMode="auto">
              <a:xfrm flipH="1">
                <a:off x="2668" y="973"/>
                <a:ext cx="141" cy="305"/>
              </a:xfrm>
              <a:custGeom>
                <a:avLst/>
                <a:gdLst>
                  <a:gd name="T0" fmla="*/ 0 w 21600"/>
                  <a:gd name="T1" fmla="*/ 0 h 19403"/>
                  <a:gd name="T2" fmla="*/ 0 w 21600"/>
                  <a:gd name="T3" fmla="*/ 0 h 19403"/>
                  <a:gd name="T4" fmla="*/ 0 w 21600"/>
                  <a:gd name="T5" fmla="*/ 0 h 194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9403" fill="none" extrusionOk="0">
                    <a:moveTo>
                      <a:pt x="9491" y="-1"/>
                    </a:moveTo>
                    <a:cubicBezTo>
                      <a:pt x="16901" y="3624"/>
                      <a:pt x="21600" y="11153"/>
                      <a:pt x="21600" y="19403"/>
                    </a:cubicBezTo>
                  </a:path>
                  <a:path w="21600" h="19403" stroke="0" extrusionOk="0">
                    <a:moveTo>
                      <a:pt x="9491" y="-1"/>
                    </a:moveTo>
                    <a:cubicBezTo>
                      <a:pt x="16901" y="3624"/>
                      <a:pt x="21600" y="11153"/>
                      <a:pt x="21600" y="19403"/>
                    </a:cubicBezTo>
                    <a:lnTo>
                      <a:pt x="0" y="19403"/>
                    </a:lnTo>
                    <a:lnTo>
                      <a:pt x="9491" y="-1"/>
                    </a:lnTo>
                    <a:close/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27420" name="Group 92"/>
          <p:cNvGrpSpPr>
            <a:grpSpLocks/>
          </p:cNvGrpSpPr>
          <p:nvPr/>
        </p:nvGrpSpPr>
        <p:grpSpPr bwMode="auto">
          <a:xfrm flipH="1">
            <a:off x="2547938" y="1546225"/>
            <a:ext cx="450850" cy="912813"/>
            <a:chOff x="2568" y="969"/>
            <a:chExt cx="284" cy="575"/>
          </a:xfrm>
        </p:grpSpPr>
        <p:sp>
          <p:nvSpPr>
            <p:cNvPr id="31780" name="Rectangle 93"/>
            <p:cNvSpPr>
              <a:spLocks noChangeArrowheads="1"/>
            </p:cNvSpPr>
            <p:nvPr/>
          </p:nvSpPr>
          <p:spPr bwMode="auto">
            <a:xfrm>
              <a:off x="2568" y="980"/>
              <a:ext cx="284" cy="5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grpSp>
          <p:nvGrpSpPr>
            <p:cNvPr id="31781" name="Group 94"/>
            <p:cNvGrpSpPr>
              <a:grpSpLocks/>
            </p:cNvGrpSpPr>
            <p:nvPr/>
          </p:nvGrpSpPr>
          <p:grpSpPr bwMode="auto">
            <a:xfrm>
              <a:off x="2659" y="969"/>
              <a:ext cx="150" cy="575"/>
              <a:chOff x="2659" y="973"/>
              <a:chExt cx="150" cy="575"/>
            </a:xfrm>
          </p:grpSpPr>
          <p:sp>
            <p:nvSpPr>
              <p:cNvPr id="31782" name="Line 95"/>
              <p:cNvSpPr>
                <a:spLocks noChangeShapeType="1"/>
              </p:cNvSpPr>
              <p:nvPr/>
            </p:nvSpPr>
            <p:spPr bwMode="auto">
              <a:xfrm flipH="1">
                <a:off x="2659" y="1547"/>
                <a:ext cx="102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3" name="Line 96"/>
              <p:cNvSpPr>
                <a:spLocks noChangeShapeType="1"/>
              </p:cNvSpPr>
              <p:nvPr/>
            </p:nvSpPr>
            <p:spPr bwMode="auto">
              <a:xfrm flipH="1" flipV="1">
                <a:off x="2667" y="1253"/>
                <a:ext cx="1" cy="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4" name="Arc 97"/>
              <p:cNvSpPr>
                <a:spLocks/>
              </p:cNvSpPr>
              <p:nvPr/>
            </p:nvSpPr>
            <p:spPr bwMode="auto">
              <a:xfrm flipH="1">
                <a:off x="2668" y="973"/>
                <a:ext cx="141" cy="305"/>
              </a:xfrm>
              <a:custGeom>
                <a:avLst/>
                <a:gdLst>
                  <a:gd name="T0" fmla="*/ 0 w 21600"/>
                  <a:gd name="T1" fmla="*/ 0 h 19403"/>
                  <a:gd name="T2" fmla="*/ 0 w 21600"/>
                  <a:gd name="T3" fmla="*/ 0 h 19403"/>
                  <a:gd name="T4" fmla="*/ 0 w 21600"/>
                  <a:gd name="T5" fmla="*/ 0 h 194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9403" fill="none" extrusionOk="0">
                    <a:moveTo>
                      <a:pt x="9491" y="-1"/>
                    </a:moveTo>
                    <a:cubicBezTo>
                      <a:pt x="16901" y="3624"/>
                      <a:pt x="21600" y="11153"/>
                      <a:pt x="21600" y="19403"/>
                    </a:cubicBezTo>
                  </a:path>
                  <a:path w="21600" h="19403" stroke="0" extrusionOk="0">
                    <a:moveTo>
                      <a:pt x="9491" y="-1"/>
                    </a:moveTo>
                    <a:cubicBezTo>
                      <a:pt x="16901" y="3624"/>
                      <a:pt x="21600" y="11153"/>
                      <a:pt x="21600" y="19403"/>
                    </a:cubicBezTo>
                    <a:lnTo>
                      <a:pt x="0" y="19403"/>
                    </a:lnTo>
                    <a:lnTo>
                      <a:pt x="9491" y="-1"/>
                    </a:lnTo>
                    <a:close/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27426" name="Group 98"/>
          <p:cNvGrpSpPr>
            <a:grpSpLocks/>
          </p:cNvGrpSpPr>
          <p:nvPr/>
        </p:nvGrpSpPr>
        <p:grpSpPr bwMode="auto">
          <a:xfrm>
            <a:off x="2625725" y="2005013"/>
            <a:ext cx="1816100" cy="55562"/>
            <a:chOff x="1734" y="1263"/>
            <a:chExt cx="1008" cy="0"/>
          </a:xfrm>
        </p:grpSpPr>
        <p:sp>
          <p:nvSpPr>
            <p:cNvPr id="31775" name="Line 99"/>
            <p:cNvSpPr>
              <a:spLocks noChangeShapeType="1"/>
            </p:cNvSpPr>
            <p:nvPr/>
          </p:nvSpPr>
          <p:spPr bwMode="auto">
            <a:xfrm>
              <a:off x="1734" y="1263"/>
              <a:ext cx="2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6" name="Line 100"/>
            <p:cNvSpPr>
              <a:spLocks noChangeShapeType="1"/>
            </p:cNvSpPr>
            <p:nvPr/>
          </p:nvSpPr>
          <p:spPr bwMode="auto">
            <a:xfrm>
              <a:off x="1986" y="1263"/>
              <a:ext cx="4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7" name="Line 101"/>
            <p:cNvSpPr>
              <a:spLocks noChangeShapeType="1"/>
            </p:cNvSpPr>
            <p:nvPr/>
          </p:nvSpPr>
          <p:spPr bwMode="auto">
            <a:xfrm>
              <a:off x="2070" y="1263"/>
              <a:ext cx="36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8" name="Line 102"/>
            <p:cNvSpPr>
              <a:spLocks noChangeShapeType="1"/>
            </p:cNvSpPr>
            <p:nvPr/>
          </p:nvSpPr>
          <p:spPr bwMode="auto">
            <a:xfrm>
              <a:off x="2478" y="1263"/>
              <a:ext cx="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9" name="Line 103"/>
            <p:cNvSpPr>
              <a:spLocks noChangeShapeType="1"/>
            </p:cNvSpPr>
            <p:nvPr/>
          </p:nvSpPr>
          <p:spPr bwMode="auto">
            <a:xfrm>
              <a:off x="2550" y="1263"/>
              <a:ext cx="19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8" t="29167" r="39023" b="33277"/>
          <a:stretch/>
        </p:blipFill>
        <p:spPr bwMode="auto">
          <a:xfrm>
            <a:off x="5653264" y="3498850"/>
            <a:ext cx="3168298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2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2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2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2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27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2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22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2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1000"/>
                                        <p:tgtEl>
                                          <p:spTgt spid="22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2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22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2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2000"/>
                                        <p:tgtEl>
                                          <p:spTgt spid="22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9" grpId="0" animBg="1"/>
      <p:bldP spid="227340" grpId="0" animBg="1"/>
      <p:bldP spid="227341" grpId="0" animBg="1"/>
      <p:bldP spid="227349" grpId="0" animBg="1"/>
      <p:bldP spid="227350" grpId="0" animBg="1"/>
      <p:bldP spid="227351" grpId="0" animBg="1"/>
      <p:bldP spid="227352" grpId="0" animBg="1"/>
      <p:bldP spid="227362" grpId="0"/>
      <p:bldP spid="227363" grpId="0" animBg="1"/>
      <p:bldP spid="2273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791F6C0-1F72-4811-930E-3C6CB77E8AB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29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32771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4161032" y="2120280"/>
            <a:ext cx="4957327" cy="1323439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三大技能：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1  </a:t>
            </a:r>
            <a:r>
              <a:rPr lang="zh-CN" altLang="en-US" sz="2000" dirty="0"/>
              <a:t>社交和协商能力；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2  </a:t>
            </a:r>
            <a:r>
              <a:rPr lang="zh-CN" altLang="en-US" sz="2000" dirty="0"/>
              <a:t>同情心；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3  </a:t>
            </a:r>
            <a:r>
              <a:rPr lang="zh-CN" altLang="en-US" sz="2000" dirty="0"/>
              <a:t>创意和审美。</a:t>
            </a:r>
          </a:p>
        </p:txBody>
      </p:sp>
      <p:sp>
        <p:nvSpPr>
          <p:cNvPr id="226307" name="Text Box 3"/>
          <p:cNvSpPr txBox="1">
            <a:spLocks noChangeArrowheads="1"/>
          </p:cNvSpPr>
          <p:nvPr/>
        </p:nvSpPr>
        <p:spPr bwMode="auto">
          <a:xfrm>
            <a:off x="286446" y="333375"/>
            <a:ext cx="8775361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i="1" dirty="0"/>
              <a:t>Design is the instrument through which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i="1" dirty="0">
                <a:solidFill>
                  <a:srgbClr val="FF0000"/>
                </a:solidFill>
              </a:rPr>
              <a:t>communication</a:t>
            </a:r>
            <a:r>
              <a:rPr kumimoji="0" lang="en-US" altLang="zh-CN" sz="2800" i="1" dirty="0"/>
              <a:t> is accomplished.</a:t>
            </a:r>
            <a:r>
              <a:rPr kumimoji="0" lang="en-US" altLang="zh-CN" sz="2800" dirty="0"/>
              <a:t> 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dirty="0"/>
              <a:t>                                                                                </a:t>
            </a:r>
            <a:r>
              <a:rPr kumimoji="0" lang="en-US" altLang="zh-CN" dirty="0"/>
              <a:t>Bruno </a:t>
            </a:r>
            <a:r>
              <a:rPr kumimoji="0" lang="en-US" altLang="zh-CN" dirty="0" err="1"/>
              <a:t>Monguzi</a:t>
            </a:r>
            <a:endParaRPr kumimoji="0"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8B142394-99B1-A4E3-461F-80DAA740A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12" y="1968037"/>
            <a:ext cx="3337481" cy="45565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90998B30-792F-DBBA-E4CD-EF670B9EE62B}"/>
              </a:ext>
            </a:extLst>
          </p:cNvPr>
          <p:cNvSpPr txBox="1"/>
          <p:nvPr/>
        </p:nvSpPr>
        <p:spPr>
          <a:xfrm>
            <a:off x="4186673" y="3979284"/>
            <a:ext cx="49573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/>
              <a:t>五种职业：</a:t>
            </a:r>
          </a:p>
          <a:p>
            <a:pPr algn="l"/>
            <a:r>
              <a:rPr lang="zh-CN" altLang="en-US" dirty="0"/>
              <a:t>第五种：牙医，被取代概率：</a:t>
            </a:r>
            <a:r>
              <a:rPr lang="en-US" altLang="zh-CN" dirty="0"/>
              <a:t>2.1%</a:t>
            </a:r>
          </a:p>
          <a:p>
            <a:pPr algn="l"/>
            <a:r>
              <a:rPr lang="zh-CN" altLang="en-US" dirty="0"/>
              <a:t>第四种：建筑师，被取代概率：</a:t>
            </a:r>
            <a:r>
              <a:rPr lang="en-US" altLang="zh-CN" dirty="0"/>
              <a:t>1.8%</a:t>
            </a:r>
          </a:p>
          <a:p>
            <a:pPr algn="l"/>
            <a:r>
              <a:rPr lang="zh-CN" altLang="en-US" dirty="0"/>
              <a:t>第三种：公关，被取代概率：</a:t>
            </a:r>
            <a:r>
              <a:rPr lang="en-US" altLang="zh-CN" dirty="0"/>
              <a:t>1.4%</a:t>
            </a:r>
          </a:p>
          <a:p>
            <a:pPr algn="l"/>
            <a:r>
              <a:rPr lang="zh-CN" altLang="en-US" dirty="0"/>
              <a:t>第二种：心理咨询师，被取代概率：</a:t>
            </a:r>
            <a:r>
              <a:rPr lang="en-US" altLang="zh-CN" dirty="0"/>
              <a:t>0.7%</a:t>
            </a:r>
          </a:p>
          <a:p>
            <a:pPr algn="l"/>
            <a:r>
              <a:rPr lang="zh-CN" altLang="en-US" dirty="0"/>
              <a:t>第一种：教师，被取代概率：</a:t>
            </a:r>
            <a:r>
              <a:rPr lang="en-US" altLang="zh-CN" dirty="0"/>
              <a:t>0.4%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226307" grpId="0"/>
    </p:bld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sm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sm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9572</TotalTime>
  <Words>1375</Words>
  <Application>Microsoft Office PowerPoint</Application>
  <PresentationFormat>全屏显示(4:3)</PresentationFormat>
  <Paragraphs>303</Paragraphs>
  <Slides>29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0" baseType="lpstr">
      <vt:lpstr>场景型模板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第九讲            1999.11.24</dc:title>
  <dc:creator>TSINGHUA UNIVERSITY</dc:creator>
  <cp:lastModifiedBy>Li Tiemin</cp:lastModifiedBy>
  <cp:revision>230</cp:revision>
  <dcterms:created xsi:type="dcterms:W3CDTF">1999-11-23T23:15:47Z</dcterms:created>
  <dcterms:modified xsi:type="dcterms:W3CDTF">2023-11-26T09:35:53Z</dcterms:modified>
</cp:coreProperties>
</file>