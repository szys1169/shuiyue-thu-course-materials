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424" autoAdjust="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outlineViewPr>
    <p:cViewPr>
      <p:scale>
        <a:sx n="33" d="100"/>
        <a:sy n="33" d="100"/>
      </p:scale>
      <p:origin x="0" y="-60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32591-6B36-4E71-8957-11748CD3DD08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72581-B8AC-42A6-B90B-834462FFD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393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E72581-B8AC-42A6-B90B-834462FFD0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934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25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58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937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90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92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0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80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85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9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6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95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69B36-8730-4527-BCE9-6654C768A9EC}" type="datetimeFigureOut">
              <a:rPr lang="zh-CN" altLang="en-US" smtClean="0"/>
              <a:t>2014/12/29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E18B8-51ED-459C-826B-12E2E40A2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007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、坍落度设计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选择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240mm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520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、石子最大粒径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已知为</a:t>
            </a:r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20mm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799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、用水量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根据：</a:t>
            </a:r>
            <a:endParaRPr lang="en-US" altLang="zh-CN" sz="24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）以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90mm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坍落度</a:t>
            </a:r>
            <a:r>
              <a:rPr lang="zh-CN" altLang="en-US" sz="24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的用水量为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基础，按坍落度</a:t>
            </a:r>
            <a:r>
              <a:rPr lang="zh-CN" altLang="en-US" sz="24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每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增大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20mm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用水量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5Kg/m^2</a:t>
            </a:r>
          </a:p>
          <a:p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）粗砂减少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5-10 Kg/m^3</a:t>
            </a:r>
          </a:p>
          <a:p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W=215+(240-90)/20*5-7.5=245 Kg/m^3</a:t>
            </a:r>
            <a:endParaRPr lang="en-US" altLang="zh-CN" sz="2400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838200" y="4332209"/>
            <a:ext cx="7500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配制中，为了降低水灰比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，使用</a:t>
            </a:r>
            <a:r>
              <a:rPr lang="zh-CN" altLang="en-US" sz="24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减水剂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4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根据：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C30</a:t>
            </a:r>
            <a:r>
              <a:rPr lang="en-US" altLang="zh-CN" sz="24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sz="24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掺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量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0.8%          </a:t>
            </a:r>
            <a:r>
              <a:rPr lang="zh-CN" altLang="en-US" sz="24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减水率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:20%</a:t>
            </a:r>
            <a:endParaRPr lang="en-US" altLang="zh-CN" sz="2400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W=(1-0.2)*245=</a:t>
            </a:r>
            <a:r>
              <a:rPr lang="en-US" altLang="zh-CN" sz="24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196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Kg/m^3</a:t>
            </a:r>
            <a:endParaRPr lang="en-US" altLang="zh-CN" sz="2400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15844" y="3781767"/>
            <a:ext cx="5876156" cy="2301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5285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、胶凝材料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根据老师建议，选取</a:t>
            </a:r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450kg/m^3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为佳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0472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、计算粉煤灰与水泥用量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440" y="1440730"/>
            <a:ext cx="2499577" cy="499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440" y="2201322"/>
            <a:ext cx="4145639" cy="3535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440" y="2815598"/>
            <a:ext cx="3300738" cy="116581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11440" y="4242093"/>
            <a:ext cx="4707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根据上面几个式子，代入水胶比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196/450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，得到</a:t>
            </a:r>
            <a:r>
              <a:rPr lang="en-US" altLang="zh-CN" sz="2400" dirty="0" err="1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fb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约为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34.4MPa</a:t>
            </a:r>
            <a:endParaRPr lang="zh-CN" altLang="en-US" sz="2400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11439" y="5333767"/>
            <a:ext cx="4939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利用</a:t>
            </a:r>
            <a:r>
              <a:rPr lang="en-US" altLang="zh-CN" sz="2400" dirty="0" err="1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fb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和右图，以及胶砂强度标准值为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55MPa</a:t>
            </a:r>
            <a:r>
              <a:rPr lang="zh-CN" altLang="en-US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，得到粉煤灰用量为</a:t>
            </a:r>
            <a:r>
              <a:rPr lang="en-US" altLang="zh-CN" sz="24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40%</a:t>
            </a:r>
            <a:endParaRPr lang="zh-CN" altLang="en-US" sz="2400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211" y="1440730"/>
            <a:ext cx="5041829" cy="344453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5211" y="5427712"/>
            <a:ext cx="3180351" cy="64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9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、粉煤灰与水泥质量、减水剂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由上一张幻灯片计算值：</a:t>
            </a:r>
            <a:endParaRPr lang="en-US" altLang="zh-CN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水泥</a:t>
            </a:r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270kg</a:t>
            </a:r>
          </a:p>
          <a:p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粉煤灰</a:t>
            </a:r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180kg</a:t>
            </a:r>
          </a:p>
          <a:p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减水剂</a:t>
            </a:r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3.6kg</a:t>
            </a:r>
          </a:p>
          <a:p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水</a:t>
            </a:r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196kg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1107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、砂率计算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89574"/>
            <a:ext cx="6614733" cy="2639797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38200" y="4323470"/>
            <a:ext cx="64294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根据：</a:t>
            </a:r>
            <a:endParaRPr lang="en-US" altLang="zh-CN" sz="20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）坍落度大于</a:t>
            </a:r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100mm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的混凝土以上表为基准，坍落度每增加</a:t>
            </a:r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20mm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，砂率增加</a:t>
            </a:r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1%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）粗砂适当增大砂率</a:t>
            </a:r>
            <a:endParaRPr lang="en-US" altLang="zh-CN" sz="20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的砂率为</a:t>
            </a:r>
            <a:endParaRPr lang="en-US" altLang="zh-CN" sz="20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37%+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240-100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/20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*</a:t>
            </a:r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1%=44%</a:t>
            </a:r>
          </a:p>
          <a:p>
            <a:r>
              <a:rPr lang="zh-CN" altLang="en-US" sz="20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根据老师推荐</a:t>
            </a:r>
            <a:r>
              <a:rPr lang="en-US" altLang="zh-CN" sz="20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0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采用砂率为</a:t>
            </a:r>
            <a:r>
              <a:rPr lang="en-US" altLang="zh-CN" sz="28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47%</a:t>
            </a:r>
            <a:endParaRPr lang="zh-CN" altLang="en-US" sz="2800" b="1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3275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7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、计算粗细骨料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1593" y="1839763"/>
            <a:ext cx="2743438" cy="8900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593" y="2983113"/>
            <a:ext cx="5803895" cy="2420322"/>
          </a:xfrm>
          <a:prstGeom prst="rect">
            <a:avLst/>
          </a:prstGeom>
        </p:spPr>
      </p:pic>
      <p:sp>
        <p:nvSpPr>
          <p:cNvPr id="6" name="TextBox 10"/>
          <p:cNvSpPr txBox="1"/>
          <p:nvPr/>
        </p:nvSpPr>
        <p:spPr>
          <a:xfrm>
            <a:off x="838200" y="2068136"/>
            <a:ext cx="37201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取砂率</a:t>
            </a:r>
            <a:r>
              <a:rPr lang="en-US" altLang="zh-CN" sz="20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β</a:t>
            </a:r>
            <a:r>
              <a:rPr lang="zh-CN" altLang="en-US" sz="20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en-US" altLang="zh-CN" sz="20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47%</a:t>
            </a:r>
            <a:endParaRPr lang="en-US" altLang="zh-CN" sz="2000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每立方米混凝土拌合物假定重量取为</a:t>
            </a:r>
            <a:r>
              <a:rPr lang="en-US" altLang="zh-CN" sz="2000" b="1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2425kg</a:t>
            </a:r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这样可以算得（使用体积法）：</a:t>
            </a:r>
            <a:endParaRPr lang="en-US" altLang="zh-CN" sz="20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m(s0)=817.2Kg/m^3</a:t>
            </a:r>
          </a:p>
          <a:p>
            <a:endParaRPr lang="en-US" altLang="zh-CN" sz="2000" dirty="0" smtClean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m(g0)=921.5Kg/m^3</a:t>
            </a:r>
            <a:endParaRPr lang="en-US" altLang="zh-CN" sz="2000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8146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en-US" dirty="0" smtClean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、汇总</a:t>
            </a:r>
            <a:endParaRPr lang="zh-CN" altLang="en-US" dirty="0">
              <a:solidFill>
                <a:schemeClr val="accent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18386"/>
              </p:ext>
            </p:extLst>
          </p:nvPr>
        </p:nvGraphicFramePr>
        <p:xfrm>
          <a:off x="1142976" y="2357430"/>
          <a:ext cx="6715170" cy="1857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195"/>
                <a:gridCol w="1119195"/>
                <a:gridCol w="1119195"/>
                <a:gridCol w="1119195"/>
                <a:gridCol w="1119195"/>
                <a:gridCol w="1119195"/>
              </a:tblGrid>
              <a:tr h="928694"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zh-CN" altLang="en-US" sz="2000" dirty="0" smtClean="0"/>
                        <a:t>水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zh-CN" altLang="en-US" sz="2000" dirty="0" smtClean="0"/>
                        <a:t>水泥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zh-CN" altLang="en-US" sz="2000" dirty="0" smtClean="0"/>
                        <a:t>减水剂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zh-CN" altLang="en-US" sz="2000" dirty="0" smtClean="0"/>
                        <a:t>石子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zh-CN" altLang="en-US" sz="2000" dirty="0" smtClean="0"/>
                        <a:t>砂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zh-CN" altLang="en-US" sz="2000" dirty="0" smtClean="0"/>
                        <a:t>粉煤灰</a:t>
                      </a:r>
                      <a:endParaRPr lang="zh-CN" altLang="en-US" sz="2000" dirty="0"/>
                    </a:p>
                  </a:txBody>
                  <a:tcPr/>
                </a:tc>
              </a:tr>
              <a:tr h="928694"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en-US" altLang="zh-CN" sz="2000" dirty="0" smtClean="0"/>
                        <a:t>3.92kg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en-US" altLang="zh-CN" sz="2000" dirty="0" smtClean="0"/>
                        <a:t>5.4kg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en-US" altLang="zh-CN" sz="2000" dirty="0" smtClean="0"/>
                        <a:t>0.072kg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en-US" altLang="zh-CN" sz="2000" dirty="0" smtClean="0"/>
                        <a:t>18.43kg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en-US" altLang="zh-CN" sz="2000" dirty="0" smtClean="0"/>
                        <a:t>16.34kg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dirty="0" smtClean="0"/>
                    </a:p>
                    <a:p>
                      <a:pPr algn="ctr"/>
                      <a:r>
                        <a:rPr lang="en-US" altLang="zh-CN" sz="2000" dirty="0" smtClean="0"/>
                        <a:t>3.6kg</a:t>
                      </a: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82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8615" y="504967"/>
            <a:ext cx="1000380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问题与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调整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4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试验中出现了坍落度不够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现象（仅有</a:t>
            </a:r>
            <a:r>
              <a:rPr lang="en-US" altLang="zh-CN" sz="4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85mm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4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水分在给定的粉煤灰量下过多，全加进去会泌水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粉煤灰应该取为</a:t>
            </a:r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49%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为宜，坍落度与强度（</a:t>
            </a:r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7d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）均合适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316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8615" y="504967"/>
            <a:ext cx="1000380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由于本组粉煤灰量不足，因此水分不能加多（否则泌水）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导致最后坍落度过小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坍落度不足以成为自密实，因此应该放在振动台上震实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实际未</a:t>
            </a:r>
            <a:r>
              <a:rPr lang="zh-CN" altLang="en-US" sz="4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用振动台，结果不够密实，表面很多蜂窝狗洞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3925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382</Words>
  <Application>Microsoft Office PowerPoint</Application>
  <PresentationFormat>宽屏</PresentationFormat>
  <Paragraphs>74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华文楷体</vt:lpstr>
      <vt:lpstr>宋体</vt:lpstr>
      <vt:lpstr>微软雅黑</vt:lpstr>
      <vt:lpstr>Arial</vt:lpstr>
      <vt:lpstr>Calibri</vt:lpstr>
      <vt:lpstr>Calibri Light</vt:lpstr>
      <vt:lpstr>Office 主题</vt:lpstr>
      <vt:lpstr>1、坍落度设计</vt:lpstr>
      <vt:lpstr>2、石子最大粒径</vt:lpstr>
      <vt:lpstr>3、用水量</vt:lpstr>
      <vt:lpstr>4、胶凝材料</vt:lpstr>
      <vt:lpstr>5、计算粉煤灰与水泥用量</vt:lpstr>
      <vt:lpstr>5、粉煤灰与水泥质量、减水剂</vt:lpstr>
      <vt:lpstr>6、砂率计算</vt:lpstr>
      <vt:lpstr>7、计算粗细骨料</vt:lpstr>
      <vt:lpstr>8、汇总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沃中原</dc:creator>
  <cp:lastModifiedBy>沃中原</cp:lastModifiedBy>
  <cp:revision>8</cp:revision>
  <dcterms:created xsi:type="dcterms:W3CDTF">2014-12-02T06:39:18Z</dcterms:created>
  <dcterms:modified xsi:type="dcterms:W3CDTF">2014-12-29T05:08:45Z</dcterms:modified>
</cp:coreProperties>
</file>