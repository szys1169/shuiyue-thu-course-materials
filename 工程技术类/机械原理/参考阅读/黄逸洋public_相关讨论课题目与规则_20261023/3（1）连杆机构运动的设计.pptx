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rawing5.xml" ContentType="application/vnd.ms-office.drawingml.diagramDrawing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Default Extension="png" ContentType="image/png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66" r:id="rId14"/>
    <p:sldId id="268" r:id="rId15"/>
    <p:sldId id="269" r:id="rId16"/>
    <p:sldId id="270" r:id="rId17"/>
    <p:sldId id="271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8DD7F-A4F5-434E-ABCF-8A2E9DE6AB77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zh-CN" altLang="en-US"/>
        </a:p>
      </dgm:t>
    </dgm:pt>
    <dgm:pt modelId="{EF3BF94D-1B06-4D3D-8AA7-A9EC5DED1DF3}" type="pres">
      <dgm:prSet presAssocID="{8938DD7F-A4F5-434E-ABCF-8A2E9DE6AB77}" presName="linear" presStyleCnt="0">
        <dgm:presLayoutVars>
          <dgm:dir/>
          <dgm:resizeHandles val="exact"/>
        </dgm:presLayoutVars>
      </dgm:prSet>
      <dgm:spPr/>
    </dgm:pt>
  </dgm:ptLst>
  <dgm:cxnLst>
    <dgm:cxn modelId="{FC26B7CC-2E38-4F0F-93B6-F4D4F7E7D832}" type="presOf" srcId="{8938DD7F-A4F5-434E-ABCF-8A2E9DE6AB77}" destId="{EF3BF94D-1B06-4D3D-8AA7-A9EC5DED1DF3}" srcOrd="0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1FD85C-05AE-4211-8C03-EFD2BD1866B7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0A4D28C0-7FE7-4A68-BF70-57931F43D23B}">
      <dgm:prSet phldrT="[文本]"/>
      <dgm:spPr/>
      <dgm:t>
        <a:bodyPr/>
        <a:lstStyle/>
        <a:p>
          <a:r>
            <a:rPr lang="zh-CN" altLang="en-US" dirty="0" smtClean="0"/>
            <a:t>讨论</a:t>
          </a:r>
          <a:endParaRPr lang="zh-CN" altLang="en-US" dirty="0"/>
        </a:p>
      </dgm:t>
    </dgm:pt>
    <dgm:pt modelId="{2EB62E0D-B8FC-495B-A3D1-4888759B6E10}" type="parTrans" cxnId="{AD03C003-EA84-4C82-B43A-32ACA0BA3204}">
      <dgm:prSet/>
      <dgm:spPr/>
      <dgm:t>
        <a:bodyPr/>
        <a:lstStyle/>
        <a:p>
          <a:endParaRPr lang="zh-CN" altLang="en-US"/>
        </a:p>
      </dgm:t>
    </dgm:pt>
    <dgm:pt modelId="{68C00DB6-9838-4273-BE6C-586736E3C3DD}" type="sibTrans" cxnId="{AD03C003-EA84-4C82-B43A-32ACA0BA3204}">
      <dgm:prSet/>
      <dgm:spPr/>
      <dgm:t>
        <a:bodyPr/>
        <a:lstStyle/>
        <a:p>
          <a:endParaRPr lang="zh-CN" altLang="en-US"/>
        </a:p>
      </dgm:t>
    </dgm:pt>
    <dgm:pt modelId="{DCC525C3-BB4D-4BB1-90E5-26F37A8B2000}">
      <dgm:prSet phldrT="[文本]"/>
      <dgm:spPr/>
      <dgm:t>
        <a:bodyPr/>
        <a:lstStyle/>
        <a:p>
          <a:r>
            <a:rPr lang="zh-CN" altLang="en-US" dirty="0" smtClean="0"/>
            <a:t>图解</a:t>
          </a:r>
          <a:endParaRPr lang="zh-CN" altLang="en-US" dirty="0"/>
        </a:p>
      </dgm:t>
    </dgm:pt>
    <dgm:pt modelId="{E6903296-A7E7-45E8-A06F-2844D3BAB501}" type="parTrans" cxnId="{E810A193-2ED2-41FD-A9AF-49C89A423EF4}">
      <dgm:prSet/>
      <dgm:spPr/>
      <dgm:t>
        <a:bodyPr/>
        <a:lstStyle/>
        <a:p>
          <a:endParaRPr lang="zh-CN" altLang="en-US"/>
        </a:p>
      </dgm:t>
    </dgm:pt>
    <dgm:pt modelId="{3D816C32-DF6F-4438-A4E1-74EF9F95F300}" type="sibTrans" cxnId="{E810A193-2ED2-41FD-A9AF-49C89A423EF4}">
      <dgm:prSet/>
      <dgm:spPr/>
      <dgm:t>
        <a:bodyPr/>
        <a:lstStyle/>
        <a:p>
          <a:endParaRPr lang="zh-CN" altLang="en-US"/>
        </a:p>
      </dgm:t>
    </dgm:pt>
    <dgm:pt modelId="{37B3F5DD-12C1-4D74-B6BC-985775C3F051}">
      <dgm:prSet phldrT="[文本]"/>
      <dgm:spPr/>
      <dgm:t>
        <a:bodyPr/>
        <a:lstStyle/>
        <a:p>
          <a:r>
            <a:rPr lang="zh-CN" altLang="en-US" dirty="0" smtClean="0"/>
            <a:t>解析</a:t>
          </a:r>
          <a:endParaRPr lang="zh-CN" altLang="en-US" dirty="0"/>
        </a:p>
      </dgm:t>
    </dgm:pt>
    <dgm:pt modelId="{02CA6A16-9686-4C22-9FB5-6B5D368235FB}" type="parTrans" cxnId="{11B88FC4-A9F0-4F2F-A1EB-5657813A10F1}">
      <dgm:prSet/>
      <dgm:spPr/>
      <dgm:t>
        <a:bodyPr/>
        <a:lstStyle/>
        <a:p>
          <a:endParaRPr lang="zh-CN" altLang="en-US"/>
        </a:p>
      </dgm:t>
    </dgm:pt>
    <dgm:pt modelId="{5E4CCF52-FAE5-4D34-AC6E-02513B781DB7}" type="sibTrans" cxnId="{11B88FC4-A9F0-4F2F-A1EB-5657813A10F1}">
      <dgm:prSet/>
      <dgm:spPr/>
      <dgm:t>
        <a:bodyPr/>
        <a:lstStyle/>
        <a:p>
          <a:endParaRPr lang="zh-CN" altLang="en-US"/>
        </a:p>
      </dgm:t>
    </dgm:pt>
    <dgm:pt modelId="{465AEB64-EA91-4938-922C-343C74990AAE}" type="pres">
      <dgm:prSet presAssocID="{341FD85C-05AE-4211-8C03-EFD2BD1866B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46511346-5BA5-4BF0-8BB5-E0BF2A0B2147}" type="pres">
      <dgm:prSet presAssocID="{0A4D28C0-7FE7-4A68-BF70-57931F43D23B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3B11A08-67D7-4BC3-AC72-BC3AAD337698}" type="pres">
      <dgm:prSet presAssocID="{0A4D28C0-7FE7-4A68-BF70-57931F43D23B}" presName="gear1srcNode" presStyleLbl="node1" presStyleIdx="0" presStyleCnt="3"/>
      <dgm:spPr/>
    </dgm:pt>
    <dgm:pt modelId="{D6DEFE71-EBD1-442A-BA43-7F27E5A2C100}" type="pres">
      <dgm:prSet presAssocID="{0A4D28C0-7FE7-4A68-BF70-57931F43D23B}" presName="gear1dstNode" presStyleLbl="node1" presStyleIdx="0" presStyleCnt="3"/>
      <dgm:spPr/>
    </dgm:pt>
    <dgm:pt modelId="{5EAA594B-AF1D-4085-9A68-0336665C589F}" type="pres">
      <dgm:prSet presAssocID="{DCC525C3-BB4D-4BB1-90E5-26F37A8B2000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9C6B42A-6510-4626-8781-0598E20DD1BD}" type="pres">
      <dgm:prSet presAssocID="{DCC525C3-BB4D-4BB1-90E5-26F37A8B2000}" presName="gear2srcNode" presStyleLbl="node1" presStyleIdx="1" presStyleCnt="3"/>
      <dgm:spPr/>
    </dgm:pt>
    <dgm:pt modelId="{DF1BE4B5-4154-42A3-A84A-3E6F607BD877}" type="pres">
      <dgm:prSet presAssocID="{DCC525C3-BB4D-4BB1-90E5-26F37A8B2000}" presName="gear2dstNode" presStyleLbl="node1" presStyleIdx="1" presStyleCnt="3"/>
      <dgm:spPr/>
    </dgm:pt>
    <dgm:pt modelId="{517F8FFE-E6BF-47ED-9149-0556EA52777C}" type="pres">
      <dgm:prSet presAssocID="{37B3F5DD-12C1-4D74-B6BC-985775C3F051}" presName="gear3" presStyleLbl="node1" presStyleIdx="2" presStyleCnt="3"/>
      <dgm:spPr/>
      <dgm:t>
        <a:bodyPr/>
        <a:lstStyle/>
        <a:p>
          <a:endParaRPr lang="zh-CN" altLang="en-US"/>
        </a:p>
      </dgm:t>
    </dgm:pt>
    <dgm:pt modelId="{3003C358-2975-4870-90CE-1A9C87932B43}" type="pres">
      <dgm:prSet presAssocID="{37B3F5DD-12C1-4D74-B6BC-985775C3F051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03D8612-0BC9-4E77-8F92-98898C7FA75F}" type="pres">
      <dgm:prSet presAssocID="{37B3F5DD-12C1-4D74-B6BC-985775C3F051}" presName="gear3srcNode" presStyleLbl="node1" presStyleIdx="2" presStyleCnt="3"/>
      <dgm:spPr/>
    </dgm:pt>
    <dgm:pt modelId="{4469B3B1-6DA5-43B9-9201-4E5D43FBDCF3}" type="pres">
      <dgm:prSet presAssocID="{37B3F5DD-12C1-4D74-B6BC-985775C3F051}" presName="gear3dstNode" presStyleLbl="node1" presStyleIdx="2" presStyleCnt="3"/>
      <dgm:spPr/>
    </dgm:pt>
    <dgm:pt modelId="{BC24ADB7-7FE8-48D3-B449-95E37EEE5316}" type="pres">
      <dgm:prSet presAssocID="{68C00DB6-9838-4273-BE6C-586736E3C3DD}" presName="connector1" presStyleLbl="sibTrans2D1" presStyleIdx="0" presStyleCnt="3"/>
      <dgm:spPr/>
    </dgm:pt>
    <dgm:pt modelId="{8F5A69BC-CD99-4787-B275-4D6A78B030B4}" type="pres">
      <dgm:prSet presAssocID="{3D816C32-DF6F-4438-A4E1-74EF9F95F300}" presName="connector2" presStyleLbl="sibTrans2D1" presStyleIdx="1" presStyleCnt="3"/>
      <dgm:spPr/>
    </dgm:pt>
    <dgm:pt modelId="{55B68432-A9F1-4A87-A692-5697022AB7AF}" type="pres">
      <dgm:prSet presAssocID="{5E4CCF52-FAE5-4D34-AC6E-02513B781DB7}" presName="connector3" presStyleLbl="sibTrans2D1" presStyleIdx="2" presStyleCnt="3"/>
      <dgm:spPr/>
    </dgm:pt>
  </dgm:ptLst>
  <dgm:cxnLst>
    <dgm:cxn modelId="{8162B499-9986-4CBE-8188-322CEB7FCD2B}" type="presOf" srcId="{37B3F5DD-12C1-4D74-B6BC-985775C3F051}" destId="{517F8FFE-E6BF-47ED-9149-0556EA52777C}" srcOrd="0" destOrd="0" presId="urn:microsoft.com/office/officeart/2005/8/layout/gear1"/>
    <dgm:cxn modelId="{ADF53F93-33B8-4FBD-8AB8-549F9C5FFD3D}" type="presOf" srcId="{DCC525C3-BB4D-4BB1-90E5-26F37A8B2000}" destId="{39C6B42A-6510-4626-8781-0598E20DD1BD}" srcOrd="1" destOrd="0" presId="urn:microsoft.com/office/officeart/2005/8/layout/gear1"/>
    <dgm:cxn modelId="{11B88FC4-A9F0-4F2F-A1EB-5657813A10F1}" srcId="{341FD85C-05AE-4211-8C03-EFD2BD1866B7}" destId="{37B3F5DD-12C1-4D74-B6BC-985775C3F051}" srcOrd="2" destOrd="0" parTransId="{02CA6A16-9686-4C22-9FB5-6B5D368235FB}" sibTransId="{5E4CCF52-FAE5-4D34-AC6E-02513B781DB7}"/>
    <dgm:cxn modelId="{C42D8AD6-C3D6-4943-8CB6-DCAA683D2ABE}" type="presOf" srcId="{5E4CCF52-FAE5-4D34-AC6E-02513B781DB7}" destId="{55B68432-A9F1-4A87-A692-5697022AB7AF}" srcOrd="0" destOrd="0" presId="urn:microsoft.com/office/officeart/2005/8/layout/gear1"/>
    <dgm:cxn modelId="{605EBBCC-4D89-4329-B1ED-49B270665826}" type="presOf" srcId="{68C00DB6-9838-4273-BE6C-586736E3C3DD}" destId="{BC24ADB7-7FE8-48D3-B449-95E37EEE5316}" srcOrd="0" destOrd="0" presId="urn:microsoft.com/office/officeart/2005/8/layout/gear1"/>
    <dgm:cxn modelId="{E810A193-2ED2-41FD-A9AF-49C89A423EF4}" srcId="{341FD85C-05AE-4211-8C03-EFD2BD1866B7}" destId="{DCC525C3-BB4D-4BB1-90E5-26F37A8B2000}" srcOrd="1" destOrd="0" parTransId="{E6903296-A7E7-45E8-A06F-2844D3BAB501}" sibTransId="{3D816C32-DF6F-4438-A4E1-74EF9F95F300}"/>
    <dgm:cxn modelId="{49BFF4BB-7F32-4769-9582-31889604CFCB}" type="presOf" srcId="{DCC525C3-BB4D-4BB1-90E5-26F37A8B2000}" destId="{5EAA594B-AF1D-4085-9A68-0336665C589F}" srcOrd="0" destOrd="0" presId="urn:microsoft.com/office/officeart/2005/8/layout/gear1"/>
    <dgm:cxn modelId="{4D59C6D0-4E33-40B6-8AAF-C8A5BADFF04F}" type="presOf" srcId="{0A4D28C0-7FE7-4A68-BF70-57931F43D23B}" destId="{D6DEFE71-EBD1-442A-BA43-7F27E5A2C100}" srcOrd="2" destOrd="0" presId="urn:microsoft.com/office/officeart/2005/8/layout/gear1"/>
    <dgm:cxn modelId="{7A36331E-5A82-4202-9F90-14362DF6A798}" type="presOf" srcId="{0A4D28C0-7FE7-4A68-BF70-57931F43D23B}" destId="{F3B11A08-67D7-4BC3-AC72-BC3AAD337698}" srcOrd="1" destOrd="0" presId="urn:microsoft.com/office/officeart/2005/8/layout/gear1"/>
    <dgm:cxn modelId="{F3895D4C-0AE9-4E3B-9E2E-E832B17DAF27}" type="presOf" srcId="{3D816C32-DF6F-4438-A4E1-74EF9F95F300}" destId="{8F5A69BC-CD99-4787-B275-4D6A78B030B4}" srcOrd="0" destOrd="0" presId="urn:microsoft.com/office/officeart/2005/8/layout/gear1"/>
    <dgm:cxn modelId="{02A12F6C-14B4-42D1-A26D-185E9ED67CA3}" type="presOf" srcId="{DCC525C3-BB4D-4BB1-90E5-26F37A8B2000}" destId="{DF1BE4B5-4154-42A3-A84A-3E6F607BD877}" srcOrd="2" destOrd="0" presId="urn:microsoft.com/office/officeart/2005/8/layout/gear1"/>
    <dgm:cxn modelId="{ADAEA1B5-FCD7-4653-B722-C35ADB1ACCE4}" type="presOf" srcId="{0A4D28C0-7FE7-4A68-BF70-57931F43D23B}" destId="{46511346-5BA5-4BF0-8BB5-E0BF2A0B2147}" srcOrd="0" destOrd="0" presId="urn:microsoft.com/office/officeart/2005/8/layout/gear1"/>
    <dgm:cxn modelId="{A7A06143-9E82-4C86-89FE-E4CE7703DCEA}" type="presOf" srcId="{37B3F5DD-12C1-4D74-B6BC-985775C3F051}" destId="{803D8612-0BC9-4E77-8F92-98898C7FA75F}" srcOrd="2" destOrd="0" presId="urn:microsoft.com/office/officeart/2005/8/layout/gear1"/>
    <dgm:cxn modelId="{EDDE71AD-C763-4E90-87FE-7B075848C3B2}" type="presOf" srcId="{37B3F5DD-12C1-4D74-B6BC-985775C3F051}" destId="{4469B3B1-6DA5-43B9-9201-4E5D43FBDCF3}" srcOrd="3" destOrd="0" presId="urn:microsoft.com/office/officeart/2005/8/layout/gear1"/>
    <dgm:cxn modelId="{AD03C003-EA84-4C82-B43A-32ACA0BA3204}" srcId="{341FD85C-05AE-4211-8C03-EFD2BD1866B7}" destId="{0A4D28C0-7FE7-4A68-BF70-57931F43D23B}" srcOrd="0" destOrd="0" parTransId="{2EB62E0D-B8FC-495B-A3D1-4888759B6E10}" sibTransId="{68C00DB6-9838-4273-BE6C-586736E3C3DD}"/>
    <dgm:cxn modelId="{B6F2C13B-FC87-47CA-A922-4939A1AB5FF6}" type="presOf" srcId="{341FD85C-05AE-4211-8C03-EFD2BD1866B7}" destId="{465AEB64-EA91-4938-922C-343C74990AAE}" srcOrd="0" destOrd="0" presId="urn:microsoft.com/office/officeart/2005/8/layout/gear1"/>
    <dgm:cxn modelId="{5EEDDF49-9E89-47DA-BDAB-B50C92945213}" type="presOf" srcId="{37B3F5DD-12C1-4D74-B6BC-985775C3F051}" destId="{3003C358-2975-4870-90CE-1A9C87932B43}" srcOrd="1" destOrd="0" presId="urn:microsoft.com/office/officeart/2005/8/layout/gear1"/>
    <dgm:cxn modelId="{0D882EEA-614D-4728-BB80-F63B304BD037}" type="presParOf" srcId="{465AEB64-EA91-4938-922C-343C74990AAE}" destId="{46511346-5BA5-4BF0-8BB5-E0BF2A0B2147}" srcOrd="0" destOrd="0" presId="urn:microsoft.com/office/officeart/2005/8/layout/gear1"/>
    <dgm:cxn modelId="{74E390FC-943C-4A87-BFF3-6F6A6954C61C}" type="presParOf" srcId="{465AEB64-EA91-4938-922C-343C74990AAE}" destId="{F3B11A08-67D7-4BC3-AC72-BC3AAD337698}" srcOrd="1" destOrd="0" presId="urn:microsoft.com/office/officeart/2005/8/layout/gear1"/>
    <dgm:cxn modelId="{4BC9BF18-D5AF-4228-8049-31673A8AEFE6}" type="presParOf" srcId="{465AEB64-EA91-4938-922C-343C74990AAE}" destId="{D6DEFE71-EBD1-442A-BA43-7F27E5A2C100}" srcOrd="2" destOrd="0" presId="urn:microsoft.com/office/officeart/2005/8/layout/gear1"/>
    <dgm:cxn modelId="{2A308AC7-5DE9-4E35-BB0A-8EE37018E40A}" type="presParOf" srcId="{465AEB64-EA91-4938-922C-343C74990AAE}" destId="{5EAA594B-AF1D-4085-9A68-0336665C589F}" srcOrd="3" destOrd="0" presId="urn:microsoft.com/office/officeart/2005/8/layout/gear1"/>
    <dgm:cxn modelId="{2145DDD1-5620-4179-A407-D90BB5EAD5CB}" type="presParOf" srcId="{465AEB64-EA91-4938-922C-343C74990AAE}" destId="{39C6B42A-6510-4626-8781-0598E20DD1BD}" srcOrd="4" destOrd="0" presId="urn:microsoft.com/office/officeart/2005/8/layout/gear1"/>
    <dgm:cxn modelId="{E55F8852-8CD9-45F2-B1F9-83778F8A24B2}" type="presParOf" srcId="{465AEB64-EA91-4938-922C-343C74990AAE}" destId="{DF1BE4B5-4154-42A3-A84A-3E6F607BD877}" srcOrd="5" destOrd="0" presId="urn:microsoft.com/office/officeart/2005/8/layout/gear1"/>
    <dgm:cxn modelId="{845C1C57-1081-424F-83A7-2642A2ABC17B}" type="presParOf" srcId="{465AEB64-EA91-4938-922C-343C74990AAE}" destId="{517F8FFE-E6BF-47ED-9149-0556EA52777C}" srcOrd="6" destOrd="0" presId="urn:microsoft.com/office/officeart/2005/8/layout/gear1"/>
    <dgm:cxn modelId="{CD1C4584-7ACE-4BAD-9882-84AE93BF06A0}" type="presParOf" srcId="{465AEB64-EA91-4938-922C-343C74990AAE}" destId="{3003C358-2975-4870-90CE-1A9C87932B43}" srcOrd="7" destOrd="0" presId="urn:microsoft.com/office/officeart/2005/8/layout/gear1"/>
    <dgm:cxn modelId="{E45920B2-292E-4292-9D5E-09C9323CC3E4}" type="presParOf" srcId="{465AEB64-EA91-4938-922C-343C74990AAE}" destId="{803D8612-0BC9-4E77-8F92-98898C7FA75F}" srcOrd="8" destOrd="0" presId="urn:microsoft.com/office/officeart/2005/8/layout/gear1"/>
    <dgm:cxn modelId="{9992210A-0F5C-496D-B597-F806B0326184}" type="presParOf" srcId="{465AEB64-EA91-4938-922C-343C74990AAE}" destId="{4469B3B1-6DA5-43B9-9201-4E5D43FBDCF3}" srcOrd="9" destOrd="0" presId="urn:microsoft.com/office/officeart/2005/8/layout/gear1"/>
    <dgm:cxn modelId="{519DBDF9-4378-4A6E-8079-940E9F958EEF}" type="presParOf" srcId="{465AEB64-EA91-4938-922C-343C74990AAE}" destId="{BC24ADB7-7FE8-48D3-B449-95E37EEE5316}" srcOrd="10" destOrd="0" presId="urn:microsoft.com/office/officeart/2005/8/layout/gear1"/>
    <dgm:cxn modelId="{E5F73178-EF79-47FF-811A-E3BBA912294A}" type="presParOf" srcId="{465AEB64-EA91-4938-922C-343C74990AAE}" destId="{8F5A69BC-CD99-4787-B275-4D6A78B030B4}" srcOrd="11" destOrd="0" presId="urn:microsoft.com/office/officeart/2005/8/layout/gear1"/>
    <dgm:cxn modelId="{AEE3FBA8-D70F-4E11-A24B-C89192F09F00}" type="presParOf" srcId="{465AEB64-EA91-4938-922C-343C74990AAE}" destId="{55B68432-A9F1-4A87-A692-5697022AB7AF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134A7C-6B14-4F24-833E-57B7DECA4FE8}" type="doc">
      <dgm:prSet loTypeId="urn:microsoft.com/office/officeart/2005/8/layout/arrow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A5B371-4C66-4C01-8360-1CF8FFCDE913}">
      <dgm:prSet phldrT="[文本]"/>
      <dgm:spPr/>
      <dgm:t>
        <a:bodyPr/>
        <a:lstStyle/>
        <a:p>
          <a:r>
            <a:rPr lang="zh-CN" altLang="en-US" dirty="0" smtClean="0"/>
            <a:t>解析</a:t>
          </a:r>
          <a:endParaRPr lang="zh-CN" altLang="en-US" dirty="0"/>
        </a:p>
      </dgm:t>
    </dgm:pt>
    <dgm:pt modelId="{48455F20-4AD0-4E46-A79B-F8A8671F83A3}" type="parTrans" cxnId="{0F66D91F-C1F9-43AD-AB0E-01D7A50C16AC}">
      <dgm:prSet/>
      <dgm:spPr/>
      <dgm:t>
        <a:bodyPr/>
        <a:lstStyle/>
        <a:p>
          <a:endParaRPr lang="zh-CN" altLang="en-US"/>
        </a:p>
      </dgm:t>
    </dgm:pt>
    <dgm:pt modelId="{22ACBBD4-B00C-4068-951B-F280CC77086B}" type="sibTrans" cxnId="{0F66D91F-C1F9-43AD-AB0E-01D7A50C16AC}">
      <dgm:prSet/>
      <dgm:spPr/>
      <dgm:t>
        <a:bodyPr/>
        <a:lstStyle/>
        <a:p>
          <a:endParaRPr lang="zh-CN" altLang="en-US"/>
        </a:p>
      </dgm:t>
    </dgm:pt>
    <dgm:pt modelId="{727CD703-E942-4807-8053-1DEBF4EB1994}">
      <dgm:prSet phldrT="[文本]"/>
      <dgm:spPr/>
      <dgm:t>
        <a:bodyPr/>
        <a:lstStyle/>
        <a:p>
          <a:r>
            <a:rPr lang="zh-CN" altLang="en-US" dirty="0" smtClean="0"/>
            <a:t>部分</a:t>
          </a:r>
          <a:endParaRPr lang="zh-CN" altLang="en-US" dirty="0"/>
        </a:p>
      </dgm:t>
    </dgm:pt>
    <dgm:pt modelId="{4D8707AB-1DBA-47A6-88FE-1E502A908AFC}" type="parTrans" cxnId="{A103F65C-DD84-46D9-9C7C-210A70AF4838}">
      <dgm:prSet/>
      <dgm:spPr/>
      <dgm:t>
        <a:bodyPr/>
        <a:lstStyle/>
        <a:p>
          <a:endParaRPr lang="zh-CN" altLang="en-US"/>
        </a:p>
      </dgm:t>
    </dgm:pt>
    <dgm:pt modelId="{06D1B116-6B88-42DF-80B9-A86EAFD592E1}" type="sibTrans" cxnId="{A103F65C-DD84-46D9-9C7C-210A70AF4838}">
      <dgm:prSet/>
      <dgm:spPr/>
      <dgm:t>
        <a:bodyPr/>
        <a:lstStyle/>
        <a:p>
          <a:endParaRPr lang="zh-CN" altLang="en-US"/>
        </a:p>
      </dgm:t>
    </dgm:pt>
    <dgm:pt modelId="{5A950DB9-B966-4222-95AD-BF5ED57B9C76}" type="pres">
      <dgm:prSet presAssocID="{8F134A7C-6B14-4F24-833E-57B7DECA4FE8}" presName="compositeShape" presStyleCnt="0">
        <dgm:presLayoutVars>
          <dgm:chMax val="2"/>
          <dgm:dir/>
          <dgm:resizeHandles val="exact"/>
        </dgm:presLayoutVars>
      </dgm:prSet>
      <dgm:spPr/>
    </dgm:pt>
    <dgm:pt modelId="{947900D1-FA04-4AFC-BEF2-3541ED3E33DD}" type="pres">
      <dgm:prSet presAssocID="{8F134A7C-6B14-4F24-833E-57B7DECA4FE8}" presName="ribbon" presStyleLbl="node1" presStyleIdx="0" presStyleCnt="1"/>
      <dgm:spPr/>
    </dgm:pt>
    <dgm:pt modelId="{D657673D-5029-4F22-81C0-0937CD91C14A}" type="pres">
      <dgm:prSet presAssocID="{8F134A7C-6B14-4F24-833E-57B7DECA4FE8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8597B7E1-51BB-4A20-827A-58F702CCDBFA}" type="pres">
      <dgm:prSet presAssocID="{8F134A7C-6B14-4F24-833E-57B7DECA4FE8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30BDE4-A67B-4C0B-831E-EC5BFBD112FB}" type="presOf" srcId="{6BA5B371-4C66-4C01-8360-1CF8FFCDE913}" destId="{D657673D-5029-4F22-81C0-0937CD91C14A}" srcOrd="0" destOrd="0" presId="urn:microsoft.com/office/officeart/2005/8/layout/arrow6"/>
    <dgm:cxn modelId="{5870045E-2670-4DB5-B8C3-4632BBB9B72F}" type="presOf" srcId="{727CD703-E942-4807-8053-1DEBF4EB1994}" destId="{8597B7E1-51BB-4A20-827A-58F702CCDBFA}" srcOrd="0" destOrd="0" presId="urn:microsoft.com/office/officeart/2005/8/layout/arrow6"/>
    <dgm:cxn modelId="{A103F65C-DD84-46D9-9C7C-210A70AF4838}" srcId="{8F134A7C-6B14-4F24-833E-57B7DECA4FE8}" destId="{727CD703-E942-4807-8053-1DEBF4EB1994}" srcOrd="1" destOrd="0" parTransId="{4D8707AB-1DBA-47A6-88FE-1E502A908AFC}" sibTransId="{06D1B116-6B88-42DF-80B9-A86EAFD592E1}"/>
    <dgm:cxn modelId="{0F66D91F-C1F9-43AD-AB0E-01D7A50C16AC}" srcId="{8F134A7C-6B14-4F24-833E-57B7DECA4FE8}" destId="{6BA5B371-4C66-4C01-8360-1CF8FFCDE913}" srcOrd="0" destOrd="0" parTransId="{48455F20-4AD0-4E46-A79B-F8A8671F83A3}" sibTransId="{22ACBBD4-B00C-4068-951B-F280CC77086B}"/>
    <dgm:cxn modelId="{297B492A-613C-492C-8F72-41805CF4F5DD}" type="presOf" srcId="{8F134A7C-6B14-4F24-833E-57B7DECA4FE8}" destId="{5A950DB9-B966-4222-95AD-BF5ED57B9C76}" srcOrd="0" destOrd="0" presId="urn:microsoft.com/office/officeart/2005/8/layout/arrow6"/>
    <dgm:cxn modelId="{5B76D99B-4077-484B-AD66-F4AEDEC4CC84}" type="presParOf" srcId="{5A950DB9-B966-4222-95AD-BF5ED57B9C76}" destId="{947900D1-FA04-4AFC-BEF2-3541ED3E33DD}" srcOrd="0" destOrd="0" presId="urn:microsoft.com/office/officeart/2005/8/layout/arrow6"/>
    <dgm:cxn modelId="{B2BB3435-0327-47D1-B81A-821B13EBA47B}" type="presParOf" srcId="{5A950DB9-B966-4222-95AD-BF5ED57B9C76}" destId="{D657673D-5029-4F22-81C0-0937CD91C14A}" srcOrd="1" destOrd="0" presId="urn:microsoft.com/office/officeart/2005/8/layout/arrow6"/>
    <dgm:cxn modelId="{83B68EEA-FA38-4E01-80A8-E16B8FC15ABF}" type="presParOf" srcId="{5A950DB9-B966-4222-95AD-BF5ED57B9C76}" destId="{8597B7E1-51BB-4A20-827A-58F702CCDBFA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1A69CC-71B3-4FD1-BF79-6A538062646A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4FC95AE-024B-42EF-B577-6A92F5E09BDF}">
      <dgm:prSet phldrT="[文本]"/>
      <dgm:spPr/>
      <dgm:t>
        <a:bodyPr/>
        <a:lstStyle/>
        <a:p>
          <a:r>
            <a:rPr lang="zh-CN" altLang="en-US" dirty="0" smtClean="0"/>
            <a:t>图解</a:t>
          </a:r>
          <a:endParaRPr lang="zh-CN" altLang="en-US" dirty="0"/>
        </a:p>
      </dgm:t>
    </dgm:pt>
    <dgm:pt modelId="{6E050017-47CC-4DB5-85D3-C7B0274D88B2}" type="parTrans" cxnId="{E396287E-B0D1-482C-8495-7632001696F2}">
      <dgm:prSet/>
      <dgm:spPr/>
      <dgm:t>
        <a:bodyPr/>
        <a:lstStyle/>
        <a:p>
          <a:endParaRPr lang="zh-CN" altLang="en-US"/>
        </a:p>
      </dgm:t>
    </dgm:pt>
    <dgm:pt modelId="{1F7CC227-1C48-4810-9A63-C54CA3D86006}" type="sibTrans" cxnId="{E396287E-B0D1-482C-8495-7632001696F2}">
      <dgm:prSet/>
      <dgm:spPr/>
      <dgm:t>
        <a:bodyPr/>
        <a:lstStyle/>
        <a:p>
          <a:endParaRPr lang="zh-CN" altLang="en-US"/>
        </a:p>
      </dgm:t>
    </dgm:pt>
    <dgm:pt modelId="{2B4D3FFD-A03D-44A5-B405-15573ADC1B94}">
      <dgm:prSet phldrT="[文本]"/>
      <dgm:spPr/>
      <dgm:t>
        <a:bodyPr/>
        <a:lstStyle/>
        <a:p>
          <a:r>
            <a:rPr lang="zh-CN" altLang="en-US" dirty="0" smtClean="0"/>
            <a:t>部分</a:t>
          </a:r>
          <a:endParaRPr lang="zh-CN" altLang="en-US" dirty="0"/>
        </a:p>
      </dgm:t>
    </dgm:pt>
    <dgm:pt modelId="{6D0AE349-E799-471B-B119-88C71195C9F6}" type="parTrans" cxnId="{90099538-303D-427F-9B42-EFD4BBD2CEC7}">
      <dgm:prSet/>
      <dgm:spPr/>
      <dgm:t>
        <a:bodyPr/>
        <a:lstStyle/>
        <a:p>
          <a:endParaRPr lang="zh-CN" altLang="en-US"/>
        </a:p>
      </dgm:t>
    </dgm:pt>
    <dgm:pt modelId="{E8F37E12-08E8-4BBD-B478-A686BABAE2E7}" type="sibTrans" cxnId="{90099538-303D-427F-9B42-EFD4BBD2CEC7}">
      <dgm:prSet/>
      <dgm:spPr/>
      <dgm:t>
        <a:bodyPr/>
        <a:lstStyle/>
        <a:p>
          <a:endParaRPr lang="zh-CN" altLang="en-US"/>
        </a:p>
      </dgm:t>
    </dgm:pt>
    <dgm:pt modelId="{0B063BF0-C904-40AD-B842-CC9554C9A4F0}" type="pres">
      <dgm:prSet presAssocID="{951A69CC-71B3-4FD1-BF79-6A538062646A}" presName="compositeShape" presStyleCnt="0">
        <dgm:presLayoutVars>
          <dgm:chMax val="2"/>
          <dgm:dir/>
          <dgm:resizeHandles val="exact"/>
        </dgm:presLayoutVars>
      </dgm:prSet>
      <dgm:spPr/>
    </dgm:pt>
    <dgm:pt modelId="{154244FA-8BB7-479A-BE13-B8B4B99F6504}" type="pres">
      <dgm:prSet presAssocID="{951A69CC-71B3-4FD1-BF79-6A538062646A}" presName="ribbon" presStyleLbl="node1" presStyleIdx="0" presStyleCnt="1"/>
      <dgm:spPr/>
    </dgm:pt>
    <dgm:pt modelId="{0C9908F2-5D34-427D-BB9C-3E1FFBE34CCF}" type="pres">
      <dgm:prSet presAssocID="{951A69CC-71B3-4FD1-BF79-6A538062646A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E35F77C9-B83E-42FA-BDA7-85364C8B2040}" type="pres">
      <dgm:prSet presAssocID="{951A69CC-71B3-4FD1-BF79-6A538062646A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A350016-8E34-4B93-8220-2A2F9D2572EA}" type="presOf" srcId="{2B4D3FFD-A03D-44A5-B405-15573ADC1B94}" destId="{E35F77C9-B83E-42FA-BDA7-85364C8B2040}" srcOrd="0" destOrd="0" presId="urn:microsoft.com/office/officeart/2005/8/layout/arrow6"/>
    <dgm:cxn modelId="{E396287E-B0D1-482C-8495-7632001696F2}" srcId="{951A69CC-71B3-4FD1-BF79-6A538062646A}" destId="{04FC95AE-024B-42EF-B577-6A92F5E09BDF}" srcOrd="0" destOrd="0" parTransId="{6E050017-47CC-4DB5-85D3-C7B0274D88B2}" sibTransId="{1F7CC227-1C48-4810-9A63-C54CA3D86006}"/>
    <dgm:cxn modelId="{F868CF7C-E862-4F71-B89A-9C794D215761}" type="presOf" srcId="{951A69CC-71B3-4FD1-BF79-6A538062646A}" destId="{0B063BF0-C904-40AD-B842-CC9554C9A4F0}" srcOrd="0" destOrd="0" presId="urn:microsoft.com/office/officeart/2005/8/layout/arrow6"/>
    <dgm:cxn modelId="{90099538-303D-427F-9B42-EFD4BBD2CEC7}" srcId="{951A69CC-71B3-4FD1-BF79-6A538062646A}" destId="{2B4D3FFD-A03D-44A5-B405-15573ADC1B94}" srcOrd="1" destOrd="0" parTransId="{6D0AE349-E799-471B-B119-88C71195C9F6}" sibTransId="{E8F37E12-08E8-4BBD-B478-A686BABAE2E7}"/>
    <dgm:cxn modelId="{72D9D4BD-531C-46CF-8DDA-71480988E268}" type="presOf" srcId="{04FC95AE-024B-42EF-B577-6A92F5E09BDF}" destId="{0C9908F2-5D34-427D-BB9C-3E1FFBE34CCF}" srcOrd="0" destOrd="0" presId="urn:microsoft.com/office/officeart/2005/8/layout/arrow6"/>
    <dgm:cxn modelId="{BA03EEFA-8DA6-4104-86FA-A6E2181B8491}" type="presParOf" srcId="{0B063BF0-C904-40AD-B842-CC9554C9A4F0}" destId="{154244FA-8BB7-479A-BE13-B8B4B99F6504}" srcOrd="0" destOrd="0" presId="urn:microsoft.com/office/officeart/2005/8/layout/arrow6"/>
    <dgm:cxn modelId="{A912D745-E66A-413A-AC18-A08FFE1BFE27}" type="presParOf" srcId="{0B063BF0-C904-40AD-B842-CC9554C9A4F0}" destId="{0C9908F2-5D34-427D-BB9C-3E1FFBE34CCF}" srcOrd="1" destOrd="0" presId="urn:microsoft.com/office/officeart/2005/8/layout/arrow6"/>
    <dgm:cxn modelId="{9304C0D0-46F2-45F0-8128-AA0F4E467112}" type="presParOf" srcId="{0B063BF0-C904-40AD-B842-CC9554C9A4F0}" destId="{E35F77C9-B83E-42FA-BDA7-85364C8B2040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2C696A-1722-428F-B967-DA4DBB58CFB7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C3816B8-B998-48E3-B36A-C9D7EDFFA388}">
      <dgm:prSet phldrT="[文本]"/>
      <dgm:spPr/>
      <dgm:t>
        <a:bodyPr/>
        <a:lstStyle/>
        <a:p>
          <a:r>
            <a:rPr lang="zh-CN" altLang="en-US" dirty="0" smtClean="0"/>
            <a:t>讨论</a:t>
          </a:r>
          <a:endParaRPr lang="zh-CN" altLang="en-US" dirty="0"/>
        </a:p>
      </dgm:t>
    </dgm:pt>
    <dgm:pt modelId="{4985B10C-239B-4BA9-88EA-AF865AEF8F16}" type="parTrans" cxnId="{DF8356F7-1B89-4B0E-B922-21932764479B}">
      <dgm:prSet/>
      <dgm:spPr/>
      <dgm:t>
        <a:bodyPr/>
        <a:lstStyle/>
        <a:p>
          <a:endParaRPr lang="zh-CN" altLang="en-US"/>
        </a:p>
      </dgm:t>
    </dgm:pt>
    <dgm:pt modelId="{43772908-2511-4382-BF2F-5E900E0E9F9A}" type="sibTrans" cxnId="{DF8356F7-1B89-4B0E-B922-21932764479B}">
      <dgm:prSet/>
      <dgm:spPr/>
      <dgm:t>
        <a:bodyPr/>
        <a:lstStyle/>
        <a:p>
          <a:endParaRPr lang="zh-CN" altLang="en-US"/>
        </a:p>
      </dgm:t>
    </dgm:pt>
    <dgm:pt modelId="{4793EFDA-73DF-49D3-B27D-8C374FE5B8C9}">
      <dgm:prSet phldrT="[文本]"/>
      <dgm:spPr/>
      <dgm:t>
        <a:bodyPr/>
        <a:lstStyle/>
        <a:p>
          <a:r>
            <a:rPr lang="zh-CN" altLang="en-US" dirty="0" smtClean="0"/>
            <a:t>部分</a:t>
          </a:r>
          <a:endParaRPr lang="zh-CN" altLang="en-US" dirty="0"/>
        </a:p>
      </dgm:t>
    </dgm:pt>
    <dgm:pt modelId="{59DB896D-94F6-4C21-8610-3C5E5DFB9CE7}" type="parTrans" cxnId="{88996B22-A935-49D5-8B40-83A3037B11E1}">
      <dgm:prSet/>
      <dgm:spPr/>
      <dgm:t>
        <a:bodyPr/>
        <a:lstStyle/>
        <a:p>
          <a:endParaRPr lang="zh-CN" altLang="en-US"/>
        </a:p>
      </dgm:t>
    </dgm:pt>
    <dgm:pt modelId="{62EE1A97-0DB3-44A9-9FBE-5546E37257FD}" type="sibTrans" cxnId="{88996B22-A935-49D5-8B40-83A3037B11E1}">
      <dgm:prSet/>
      <dgm:spPr/>
      <dgm:t>
        <a:bodyPr/>
        <a:lstStyle/>
        <a:p>
          <a:endParaRPr lang="zh-CN" altLang="en-US"/>
        </a:p>
      </dgm:t>
    </dgm:pt>
    <dgm:pt modelId="{3A604CB2-2729-4AE7-8E68-43148E339EEC}" type="pres">
      <dgm:prSet presAssocID="{892C696A-1722-428F-B967-DA4DBB58CFB7}" presName="compositeShape" presStyleCnt="0">
        <dgm:presLayoutVars>
          <dgm:chMax val="2"/>
          <dgm:dir/>
          <dgm:resizeHandles val="exact"/>
        </dgm:presLayoutVars>
      </dgm:prSet>
      <dgm:spPr/>
    </dgm:pt>
    <dgm:pt modelId="{8884E82A-3B9E-4130-B41F-61E2AD02D4B9}" type="pres">
      <dgm:prSet presAssocID="{892C696A-1722-428F-B967-DA4DBB58CFB7}" presName="ribbon" presStyleLbl="node1" presStyleIdx="0" presStyleCnt="1"/>
      <dgm:spPr/>
    </dgm:pt>
    <dgm:pt modelId="{C9721C64-AACC-4430-A248-287EB85A825F}" type="pres">
      <dgm:prSet presAssocID="{892C696A-1722-428F-B967-DA4DBB58CFB7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EE7BB0AA-C33C-42BE-A0EF-53F56E9E71F5}" type="pres">
      <dgm:prSet presAssocID="{892C696A-1722-428F-B967-DA4DBB58CFB7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8996B22-A935-49D5-8B40-83A3037B11E1}" srcId="{892C696A-1722-428F-B967-DA4DBB58CFB7}" destId="{4793EFDA-73DF-49D3-B27D-8C374FE5B8C9}" srcOrd="1" destOrd="0" parTransId="{59DB896D-94F6-4C21-8610-3C5E5DFB9CE7}" sibTransId="{62EE1A97-0DB3-44A9-9FBE-5546E37257FD}"/>
    <dgm:cxn modelId="{2C8A6583-D74B-4EB7-A513-98BA6BA31B06}" type="presOf" srcId="{7C3816B8-B998-48E3-B36A-C9D7EDFFA388}" destId="{C9721C64-AACC-4430-A248-287EB85A825F}" srcOrd="0" destOrd="0" presId="urn:microsoft.com/office/officeart/2005/8/layout/arrow6"/>
    <dgm:cxn modelId="{99E19887-F176-4879-8564-D395CC2489A2}" type="presOf" srcId="{892C696A-1722-428F-B967-DA4DBB58CFB7}" destId="{3A604CB2-2729-4AE7-8E68-43148E339EEC}" srcOrd="0" destOrd="0" presId="urn:microsoft.com/office/officeart/2005/8/layout/arrow6"/>
    <dgm:cxn modelId="{DF8356F7-1B89-4B0E-B922-21932764479B}" srcId="{892C696A-1722-428F-B967-DA4DBB58CFB7}" destId="{7C3816B8-B998-48E3-B36A-C9D7EDFFA388}" srcOrd="0" destOrd="0" parTransId="{4985B10C-239B-4BA9-88EA-AF865AEF8F16}" sibTransId="{43772908-2511-4382-BF2F-5E900E0E9F9A}"/>
    <dgm:cxn modelId="{EC5A0D46-A9DB-42BC-9027-BB98B4F772CD}" type="presOf" srcId="{4793EFDA-73DF-49D3-B27D-8C374FE5B8C9}" destId="{EE7BB0AA-C33C-42BE-A0EF-53F56E9E71F5}" srcOrd="0" destOrd="0" presId="urn:microsoft.com/office/officeart/2005/8/layout/arrow6"/>
    <dgm:cxn modelId="{BF770C8C-ED16-4483-8CEA-169A70ABFC13}" type="presParOf" srcId="{3A604CB2-2729-4AE7-8E68-43148E339EEC}" destId="{8884E82A-3B9E-4130-B41F-61E2AD02D4B9}" srcOrd="0" destOrd="0" presId="urn:microsoft.com/office/officeart/2005/8/layout/arrow6"/>
    <dgm:cxn modelId="{1AD785A7-E358-458D-8ED2-1C1D12053906}" type="presParOf" srcId="{3A604CB2-2729-4AE7-8E68-43148E339EEC}" destId="{C9721C64-AACC-4430-A248-287EB85A825F}" srcOrd="1" destOrd="0" presId="urn:microsoft.com/office/officeart/2005/8/layout/arrow6"/>
    <dgm:cxn modelId="{A8ADBD93-5EF3-453D-A064-3A6EB4EFBCC6}" type="presParOf" srcId="{3A604CB2-2729-4AE7-8E68-43148E339EEC}" destId="{EE7BB0AA-C33C-42BE-A0EF-53F56E9E71F5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6511346-5BA5-4BF0-8BB5-E0BF2A0B2147}">
      <dsp:nvSpPr>
        <dsp:cNvPr id="0" name=""/>
        <dsp:cNvSpPr/>
      </dsp:nvSpPr>
      <dsp:spPr>
        <a:xfrm>
          <a:off x="2844800" y="1828800"/>
          <a:ext cx="2235200" cy="223520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/>
            <a:t>讨论</a:t>
          </a:r>
          <a:endParaRPr lang="zh-CN" altLang="en-US" sz="2800" kern="1200" dirty="0"/>
        </a:p>
      </dsp:txBody>
      <dsp:txXfrm>
        <a:off x="2844800" y="1828800"/>
        <a:ext cx="2235200" cy="2235200"/>
      </dsp:txXfrm>
    </dsp:sp>
    <dsp:sp modelId="{5EAA594B-AF1D-4085-9A68-0336665C589F}">
      <dsp:nvSpPr>
        <dsp:cNvPr id="0" name=""/>
        <dsp:cNvSpPr/>
      </dsp:nvSpPr>
      <dsp:spPr>
        <a:xfrm>
          <a:off x="1544320" y="1300480"/>
          <a:ext cx="1625600" cy="162560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/>
            <a:t>图解</a:t>
          </a:r>
          <a:endParaRPr lang="zh-CN" altLang="en-US" sz="2800" kern="1200" dirty="0"/>
        </a:p>
      </dsp:txBody>
      <dsp:txXfrm>
        <a:off x="1544320" y="1300480"/>
        <a:ext cx="1625600" cy="1625600"/>
      </dsp:txXfrm>
    </dsp:sp>
    <dsp:sp modelId="{517F8FFE-E6BF-47ED-9149-0556EA52777C}">
      <dsp:nvSpPr>
        <dsp:cNvPr id="0" name=""/>
        <dsp:cNvSpPr/>
      </dsp:nvSpPr>
      <dsp:spPr>
        <a:xfrm rot="20700000">
          <a:off x="2454821" y="178981"/>
          <a:ext cx="1592756" cy="159275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/>
            <a:t>解析</a:t>
          </a:r>
          <a:endParaRPr lang="zh-CN" altLang="en-US" sz="2800" kern="1200" dirty="0"/>
        </a:p>
      </dsp:txBody>
      <dsp:txXfrm>
        <a:off x="2804160" y="528320"/>
        <a:ext cx="894080" cy="894080"/>
      </dsp:txXfrm>
    </dsp:sp>
    <dsp:sp modelId="{BC24ADB7-7FE8-48D3-B449-95E37EEE5316}">
      <dsp:nvSpPr>
        <dsp:cNvPr id="0" name=""/>
        <dsp:cNvSpPr/>
      </dsp:nvSpPr>
      <dsp:spPr>
        <a:xfrm>
          <a:off x="2671505" y="1492320"/>
          <a:ext cx="2861056" cy="2861056"/>
        </a:xfrm>
        <a:prstGeom prst="circularArrow">
          <a:avLst>
            <a:gd name="adj1" fmla="val 4687"/>
            <a:gd name="adj2" fmla="val 299029"/>
            <a:gd name="adj3" fmla="val 2513083"/>
            <a:gd name="adj4" fmla="val 15867933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A69BC-CD99-4787-B275-4D6A78B030B4}">
      <dsp:nvSpPr>
        <dsp:cNvPr id="0" name=""/>
        <dsp:cNvSpPr/>
      </dsp:nvSpPr>
      <dsp:spPr>
        <a:xfrm>
          <a:off x="1256429" y="941355"/>
          <a:ext cx="2078736" cy="2078736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68432-A9F1-4A87-A692-5697022AB7AF}">
      <dsp:nvSpPr>
        <dsp:cNvPr id="0" name=""/>
        <dsp:cNvSpPr/>
      </dsp:nvSpPr>
      <dsp:spPr>
        <a:xfrm>
          <a:off x="2086400" y="-169332"/>
          <a:ext cx="2241296" cy="224129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47900D1-FA04-4AFC-BEF2-3541ED3E33DD}">
      <dsp:nvSpPr>
        <dsp:cNvPr id="0" name=""/>
        <dsp:cNvSpPr/>
      </dsp:nvSpPr>
      <dsp:spPr>
        <a:xfrm>
          <a:off x="0" y="812799"/>
          <a:ext cx="6096000" cy="243840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7673D-5029-4F22-81C0-0937CD91C14A}">
      <dsp:nvSpPr>
        <dsp:cNvPr id="0" name=""/>
        <dsp:cNvSpPr/>
      </dsp:nvSpPr>
      <dsp:spPr>
        <a:xfrm>
          <a:off x="731520" y="1239519"/>
          <a:ext cx="201168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解析</a:t>
          </a:r>
          <a:endParaRPr lang="zh-CN" altLang="en-US" sz="5200" kern="1200" dirty="0"/>
        </a:p>
      </dsp:txBody>
      <dsp:txXfrm>
        <a:off x="731520" y="1239519"/>
        <a:ext cx="2011680" cy="1194816"/>
      </dsp:txXfrm>
    </dsp:sp>
    <dsp:sp modelId="{8597B7E1-51BB-4A20-827A-58F702CCDBFA}">
      <dsp:nvSpPr>
        <dsp:cNvPr id="0" name=""/>
        <dsp:cNvSpPr/>
      </dsp:nvSpPr>
      <dsp:spPr>
        <a:xfrm>
          <a:off x="3048000" y="1629663"/>
          <a:ext cx="237744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部分</a:t>
          </a:r>
          <a:endParaRPr lang="zh-CN" altLang="en-US" sz="5200" kern="1200" dirty="0"/>
        </a:p>
      </dsp:txBody>
      <dsp:txXfrm>
        <a:off x="3048000" y="1629663"/>
        <a:ext cx="2377440" cy="1194816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54244FA-8BB7-479A-BE13-B8B4B99F6504}">
      <dsp:nvSpPr>
        <dsp:cNvPr id="0" name=""/>
        <dsp:cNvSpPr/>
      </dsp:nvSpPr>
      <dsp:spPr>
        <a:xfrm>
          <a:off x="0" y="812799"/>
          <a:ext cx="6096000" cy="243840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908F2-5D34-427D-BB9C-3E1FFBE34CCF}">
      <dsp:nvSpPr>
        <dsp:cNvPr id="0" name=""/>
        <dsp:cNvSpPr/>
      </dsp:nvSpPr>
      <dsp:spPr>
        <a:xfrm>
          <a:off x="731520" y="1239519"/>
          <a:ext cx="201168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图解</a:t>
          </a:r>
          <a:endParaRPr lang="zh-CN" altLang="en-US" sz="5200" kern="1200" dirty="0"/>
        </a:p>
      </dsp:txBody>
      <dsp:txXfrm>
        <a:off x="731520" y="1239519"/>
        <a:ext cx="2011680" cy="1194816"/>
      </dsp:txXfrm>
    </dsp:sp>
    <dsp:sp modelId="{E35F77C9-B83E-42FA-BDA7-85364C8B2040}">
      <dsp:nvSpPr>
        <dsp:cNvPr id="0" name=""/>
        <dsp:cNvSpPr/>
      </dsp:nvSpPr>
      <dsp:spPr>
        <a:xfrm>
          <a:off x="3048000" y="1629663"/>
          <a:ext cx="237744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部分</a:t>
          </a:r>
          <a:endParaRPr lang="zh-CN" altLang="en-US" sz="5200" kern="1200" dirty="0"/>
        </a:p>
      </dsp:txBody>
      <dsp:txXfrm>
        <a:off x="3048000" y="1629663"/>
        <a:ext cx="2377440" cy="11948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884E82A-3B9E-4130-B41F-61E2AD02D4B9}">
      <dsp:nvSpPr>
        <dsp:cNvPr id="0" name=""/>
        <dsp:cNvSpPr/>
      </dsp:nvSpPr>
      <dsp:spPr>
        <a:xfrm>
          <a:off x="0" y="812799"/>
          <a:ext cx="6096000" cy="243840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21C64-AACC-4430-A248-287EB85A825F}">
      <dsp:nvSpPr>
        <dsp:cNvPr id="0" name=""/>
        <dsp:cNvSpPr/>
      </dsp:nvSpPr>
      <dsp:spPr>
        <a:xfrm>
          <a:off x="731520" y="1239519"/>
          <a:ext cx="201168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讨论</a:t>
          </a:r>
          <a:endParaRPr lang="zh-CN" altLang="en-US" sz="5200" kern="1200" dirty="0"/>
        </a:p>
      </dsp:txBody>
      <dsp:txXfrm>
        <a:off x="731520" y="1239519"/>
        <a:ext cx="2011680" cy="1194816"/>
      </dsp:txXfrm>
    </dsp:sp>
    <dsp:sp modelId="{EE7BB0AA-C33C-42BE-A0EF-53F56E9E71F5}">
      <dsp:nvSpPr>
        <dsp:cNvPr id="0" name=""/>
        <dsp:cNvSpPr/>
      </dsp:nvSpPr>
      <dsp:spPr>
        <a:xfrm>
          <a:off x="3048000" y="1629663"/>
          <a:ext cx="2377440" cy="1194816"/>
        </a:xfrm>
        <a:prstGeom prst="rect">
          <a:avLst/>
        </a:prstGeom>
        <a:noFill/>
        <a:ln w="400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84912" rIns="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200" kern="1200" dirty="0" smtClean="0"/>
            <a:t>部分</a:t>
          </a:r>
          <a:endParaRPr lang="zh-CN" altLang="en-US" sz="5200" kern="1200" dirty="0"/>
        </a:p>
      </dsp:txBody>
      <dsp:txXfrm>
        <a:off x="3048000" y="1629663"/>
        <a:ext cx="2377440" cy="1194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40B9C-1DC7-451A-9C0F-651A2F660D0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7C230-FDDD-48A0-AEB0-8A25E786F5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57C230-FDDD-48A0-AEB0-8A25E786F56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9DAD627B-7597-4858-AC46-2BF427CF992B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D267AF8-C6C4-4629-A135-0DA074FC31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 smtClean="0">
                <a:latin typeface="黑体" pitchFamily="49" charset="-122"/>
                <a:ea typeface="黑体" pitchFamily="49" charset="-122"/>
              </a:rPr>
              <a:t>连杆机构运动的设计</a:t>
            </a:r>
            <a:endParaRPr lang="zh-CN" altLang="en-US" sz="5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725144"/>
            <a:ext cx="6400800" cy="913656"/>
          </a:xfrm>
        </p:spPr>
        <p:txBody>
          <a:bodyPr/>
          <a:lstStyle/>
          <a:p>
            <a:r>
              <a:rPr lang="en-US" altLang="zh-CN" dirty="0" smtClean="0"/>
              <a:t>—By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吴骥伟 郭子彦 彭士贤 陆斌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</a:t>
            </a:r>
            <a:r>
              <a:rPr lang="en-US" altLang="zh-CN" dirty="0" smtClean="0"/>
              <a:t>3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dirty="0" smtClean="0"/>
              <a:t>     </a:t>
            </a:r>
            <a:r>
              <a:rPr lang="zh-CN" altLang="zh-CN" dirty="0" smtClean="0"/>
              <a:t>已知</a:t>
            </a:r>
            <a:r>
              <a:rPr lang="zh-CN" altLang="zh-CN" dirty="0"/>
              <a:t>铰链四杆机构如</a:t>
            </a:r>
            <a:r>
              <a:rPr lang="zh-CN" altLang="zh-CN" dirty="0" smtClean="0"/>
              <a:t>图所</a:t>
            </a:r>
            <a:r>
              <a:rPr lang="zh-CN" altLang="zh-CN" dirty="0"/>
              <a:t>示，各杆长度为</a:t>
            </a:r>
            <a:r>
              <a:rPr lang="en-US" altLang="zh-CN" i="1" dirty="0" smtClean="0"/>
              <a:t>a</a:t>
            </a:r>
            <a:r>
              <a:rPr lang="zh-CN" altLang="zh-CN" dirty="0"/>
              <a:t>＝</a:t>
            </a:r>
            <a:r>
              <a:rPr lang="en-US" altLang="zh-CN" dirty="0" smtClean="0"/>
              <a:t>36mm</a:t>
            </a:r>
            <a:r>
              <a:rPr lang="zh-CN" altLang="zh-CN" dirty="0"/>
              <a:t>，</a:t>
            </a:r>
            <a:r>
              <a:rPr lang="en-US" altLang="zh-CN" i="1" dirty="0" smtClean="0"/>
              <a:t>b</a:t>
            </a:r>
            <a:r>
              <a:rPr lang="zh-CN" altLang="zh-CN" dirty="0"/>
              <a:t>＝</a:t>
            </a:r>
            <a:r>
              <a:rPr lang="en-US" altLang="zh-CN" dirty="0" smtClean="0"/>
              <a:t>70mm</a:t>
            </a:r>
            <a:r>
              <a:rPr lang="zh-CN" altLang="zh-CN" dirty="0"/>
              <a:t>，</a:t>
            </a:r>
            <a:r>
              <a:rPr lang="en-US" altLang="zh-CN" i="1" dirty="0" smtClean="0"/>
              <a:t>c</a:t>
            </a:r>
            <a:r>
              <a:rPr lang="zh-CN" altLang="zh-CN" dirty="0"/>
              <a:t>＝</a:t>
            </a:r>
            <a:r>
              <a:rPr lang="en-US" altLang="zh-CN" dirty="0" smtClean="0"/>
              <a:t>60mm</a:t>
            </a:r>
            <a:r>
              <a:rPr lang="zh-CN" altLang="zh-CN" dirty="0"/>
              <a:t>，</a:t>
            </a:r>
            <a:r>
              <a:rPr lang="en-US" altLang="zh-CN" i="1" dirty="0" smtClean="0"/>
              <a:t>d</a:t>
            </a:r>
            <a:r>
              <a:rPr lang="zh-CN" altLang="zh-CN" dirty="0"/>
              <a:t>＝</a:t>
            </a:r>
            <a:r>
              <a:rPr lang="en-US" altLang="zh-CN" dirty="0" smtClean="0"/>
              <a:t>70mm</a:t>
            </a:r>
            <a:r>
              <a:rPr lang="zh-CN" altLang="zh-CN" dirty="0"/>
              <a:t>，现欲用它驱动杆件</a:t>
            </a:r>
            <a:r>
              <a:rPr lang="en-US" altLang="zh-CN" i="1" dirty="0" smtClean="0"/>
              <a:t>e</a:t>
            </a:r>
            <a:r>
              <a:rPr lang="zh-CN" altLang="zh-CN" dirty="0"/>
              <a:t>，使</a:t>
            </a:r>
            <a:r>
              <a:rPr lang="en-US" altLang="zh-CN" i="1" dirty="0" smtClean="0"/>
              <a:t>e</a:t>
            </a:r>
            <a:r>
              <a:rPr lang="zh-CN" altLang="zh-CN" dirty="0"/>
              <a:t>能从垂直位置向左作</a:t>
            </a:r>
            <a:r>
              <a:rPr lang="en-US" altLang="zh-CN" dirty="0" smtClean="0"/>
              <a:t>30</a:t>
            </a:r>
            <a:r>
              <a:rPr lang="en-US" altLang="zh-CN" dirty="0">
                <a:sym typeface="Symbol"/>
              </a:rPr>
              <a:t></a:t>
            </a:r>
            <a:r>
              <a:rPr lang="zh-CN" altLang="zh-CN" dirty="0"/>
              <a:t>角摆动，杆</a:t>
            </a:r>
            <a:r>
              <a:rPr lang="en-US" altLang="zh-CN" i="1" dirty="0" smtClean="0"/>
              <a:t>e</a:t>
            </a:r>
            <a:r>
              <a:rPr lang="zh-CN" altLang="zh-CN" dirty="0"/>
              <a:t>的摆动中心与铰链中心</a:t>
            </a:r>
            <a:r>
              <a:rPr lang="en-US" altLang="zh-CN" i="1" dirty="0" smtClean="0"/>
              <a:t>D</a:t>
            </a:r>
            <a:r>
              <a:rPr lang="zh-CN" altLang="zh-CN" dirty="0"/>
              <a:t>的距离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DE</a:t>
            </a:r>
            <a:r>
              <a:rPr lang="zh-CN" altLang="zh-CN" dirty="0"/>
              <a:t>＝</a:t>
            </a:r>
            <a:r>
              <a:rPr lang="en-US" altLang="zh-CN" dirty="0" smtClean="0"/>
              <a:t>70mm</a:t>
            </a:r>
            <a:r>
              <a:rPr lang="zh-CN" altLang="zh-CN" dirty="0"/>
              <a:t>，</a:t>
            </a:r>
            <a:r>
              <a:rPr lang="en-US" altLang="zh-CN" i="1" dirty="0" smtClean="0"/>
              <a:t>Y</a:t>
            </a:r>
            <a:r>
              <a:rPr lang="en-US" altLang="zh-CN" baseline="-25000" dirty="0" smtClean="0"/>
              <a:t>DE</a:t>
            </a:r>
            <a:r>
              <a:rPr lang="zh-CN" altLang="zh-CN" dirty="0"/>
              <a:t>＝</a:t>
            </a:r>
            <a:r>
              <a:rPr lang="en-US" altLang="zh-CN" dirty="0" smtClean="0"/>
              <a:t>60mm</a:t>
            </a:r>
            <a:r>
              <a:rPr lang="zh-CN" altLang="zh-CN" dirty="0"/>
              <a:t>，试设计此传动机构，并校核其最小传动角</a:t>
            </a:r>
            <a:r>
              <a:rPr lang="en-US" altLang="zh-CN" i="1" dirty="0">
                <a:sym typeface="Symbol"/>
              </a:rPr>
              <a:t></a:t>
            </a:r>
            <a:r>
              <a:rPr lang="en-US" altLang="zh-CN" baseline="-25000" dirty="0" smtClean="0"/>
              <a:t>min</a:t>
            </a:r>
            <a:r>
              <a:rPr lang="zh-CN" altLang="zh-CN" dirty="0"/>
              <a:t>，分析计算其行程速比系数</a:t>
            </a:r>
            <a:r>
              <a:rPr lang="en-US" altLang="zh-CN" i="1" dirty="0" smtClean="0"/>
              <a:t>K</a:t>
            </a:r>
            <a:r>
              <a:rPr lang="zh-CN" altLang="zh-CN" dirty="0"/>
              <a:t>。</a:t>
            </a:r>
            <a:r>
              <a:rPr lang="en-US" altLang="zh-CN" dirty="0" smtClean="0"/>
              <a:t>(</a:t>
            </a:r>
            <a:r>
              <a:rPr lang="zh-CN" altLang="zh-CN" dirty="0"/>
              <a:t>比例：</a:t>
            </a:r>
            <a:r>
              <a:rPr lang="en-US" altLang="zh-CN" i="1" dirty="0">
                <a:sym typeface="Symbol"/>
              </a:rPr>
              <a:t></a:t>
            </a:r>
            <a:r>
              <a:rPr lang="zh-CN" altLang="zh-CN" dirty="0"/>
              <a:t>＝</a:t>
            </a:r>
            <a:r>
              <a:rPr lang="en-US" altLang="zh-CN" dirty="0" smtClean="0"/>
              <a:t>1mm/mm)</a:t>
            </a:r>
            <a:r>
              <a:rPr lang="zh-CN" altLang="zh-CN" dirty="0" smtClean="0"/>
              <a:t> </a:t>
            </a:r>
            <a:endParaRPr lang="zh-CN" altLang="en-US" dirty="0"/>
          </a:p>
        </p:txBody>
      </p:sp>
      <p:pic>
        <p:nvPicPr>
          <p:cNvPr id="5" name="内容占位符 4" descr="k5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8237" y="1844824"/>
            <a:ext cx="3728219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我们的讨论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1609725"/>
          <a:ext cx="7239000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图示 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>设计传动机构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altLang="zh-CN" sz="3600" dirty="0" smtClean="0"/>
              <a:t>       </a:t>
            </a:r>
            <a:endParaRPr lang="zh-CN" altLang="zh-CN" sz="3600" dirty="0"/>
          </a:p>
          <a:p>
            <a:pPr>
              <a:buNone/>
            </a:pPr>
            <a:r>
              <a:rPr lang="zh-CN" altLang="zh-CN" sz="4000" dirty="0"/>
              <a:t>∵ </a:t>
            </a:r>
            <a:r>
              <a:rPr lang="en-US" altLang="zh-CN" sz="4000" i="1" dirty="0"/>
              <a:t> </a:t>
            </a:r>
            <a:r>
              <a:rPr lang="zh-CN" altLang="zh-CN" sz="4000" dirty="0"/>
              <a:t>为四杆机构</a:t>
            </a:r>
            <a:r>
              <a:rPr lang="en-US" altLang="zh-CN" sz="4000" dirty="0"/>
              <a:t>ABCD</a:t>
            </a:r>
            <a:r>
              <a:rPr lang="zh-CN" altLang="zh-CN" sz="4000" dirty="0"/>
              <a:t>之最短杆，</a:t>
            </a:r>
            <a:r>
              <a:rPr lang="en-US" altLang="zh-CN" sz="4000" dirty="0"/>
              <a:t> </a:t>
            </a:r>
            <a:r>
              <a:rPr lang="zh-CN" altLang="zh-CN" sz="4000" dirty="0"/>
              <a:t>为最长杆，且</a:t>
            </a:r>
            <a:r>
              <a:rPr lang="en-US" altLang="zh-CN" sz="4000" i="1" dirty="0"/>
              <a:t>d</a:t>
            </a:r>
            <a:r>
              <a:rPr lang="zh-CN" altLang="zh-CN" sz="4000" dirty="0"/>
              <a:t>为机架</a:t>
            </a:r>
          </a:p>
          <a:p>
            <a:pPr>
              <a:buNone/>
            </a:pPr>
            <a:r>
              <a:rPr lang="zh-CN" altLang="zh-CN" sz="4000" dirty="0"/>
              <a:t>∴</a:t>
            </a:r>
            <a:r>
              <a:rPr lang="en-US" altLang="zh-CN" sz="4000" dirty="0"/>
              <a:t> ABCD </a:t>
            </a:r>
            <a:r>
              <a:rPr lang="zh-CN" altLang="zh-CN" sz="4000" dirty="0"/>
              <a:t>为一曲柄摇杆机构</a:t>
            </a:r>
            <a:r>
              <a:rPr lang="en-US" altLang="zh-CN" sz="4000" dirty="0"/>
              <a:t> ,CD</a:t>
            </a:r>
            <a:r>
              <a:rPr lang="zh-CN" altLang="zh-CN" sz="4000" dirty="0"/>
              <a:t>为摇杆，</a:t>
            </a:r>
            <a:r>
              <a:rPr lang="en-US" altLang="zh-CN" sz="4000" dirty="0"/>
              <a:t>AB</a:t>
            </a:r>
            <a:r>
              <a:rPr lang="zh-CN" altLang="zh-CN" sz="4000" dirty="0"/>
              <a:t>为曲柄</a:t>
            </a:r>
          </a:p>
          <a:p>
            <a:pPr marL="228600" indent="266700" algn="just">
              <a:spcAft>
                <a:spcPts val="0"/>
              </a:spcAft>
              <a:buNone/>
            </a:pPr>
            <a:endParaRPr lang="zh-CN" altLang="zh-CN" kern="100" dirty="0">
              <a:latin typeface="Times New Roman"/>
            </a:endParaRPr>
          </a:p>
          <a:p>
            <a:pPr>
              <a:buNone/>
            </a:pPr>
            <a:endParaRPr lang="zh-CN" altLang="zh-CN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8012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</a:t>
            </a:r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>由余弦定理：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7584" y="1772816"/>
            <a:ext cx="6408712" cy="1440160"/>
          </a:xfrm>
          <a:prstGeom prst="rect">
            <a:avLst/>
          </a:prstGeom>
          <a:noFill/>
        </p:spPr>
      </p:pic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7584" y="3645024"/>
            <a:ext cx="6624736" cy="1440160"/>
          </a:xfrm>
          <a:prstGeom prst="rect">
            <a:avLst/>
          </a:prstGeom>
          <a:noFill/>
        </p:spPr>
      </p:pic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228600" y="781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建立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点坐标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     </a:t>
            </a:r>
            <a:r>
              <a:rPr lang="zh-CN" altLang="zh-CN" sz="4000" dirty="0" smtClean="0"/>
              <a:t>以</a:t>
            </a:r>
            <a:r>
              <a:rPr lang="en-US" altLang="zh-CN" sz="4000" dirty="0"/>
              <a:t>E</a:t>
            </a:r>
            <a:r>
              <a:rPr lang="zh-CN" altLang="zh-CN" sz="4000" dirty="0"/>
              <a:t>为原点 ，以过</a:t>
            </a:r>
            <a:r>
              <a:rPr lang="en-US" altLang="zh-CN" sz="4000" dirty="0"/>
              <a:t>E</a:t>
            </a:r>
            <a:r>
              <a:rPr lang="zh-CN" altLang="zh-CN" sz="4000" dirty="0"/>
              <a:t>点的水平线作为</a:t>
            </a:r>
            <a:r>
              <a:rPr lang="en-US" altLang="zh-CN" sz="4000" dirty="0"/>
              <a:t>x</a:t>
            </a:r>
            <a:r>
              <a:rPr lang="zh-CN" altLang="zh-CN" sz="4000" dirty="0"/>
              <a:t>轴，</a:t>
            </a:r>
            <a:r>
              <a:rPr lang="zh-CN" altLang="zh-CN" sz="4000" dirty="0" smtClean="0"/>
              <a:t>过点</a:t>
            </a:r>
            <a:r>
              <a:rPr lang="zh-CN" altLang="zh-CN" sz="4000" dirty="0"/>
              <a:t>的竖直线作为</a:t>
            </a:r>
            <a:r>
              <a:rPr lang="en-US" altLang="zh-CN" sz="4000" dirty="0"/>
              <a:t>y</a:t>
            </a:r>
            <a:r>
              <a:rPr lang="zh-CN" altLang="zh-CN" sz="4000" dirty="0"/>
              <a:t>轴，建立直角坐标系。设由四杆机构</a:t>
            </a:r>
            <a:r>
              <a:rPr lang="en-US" altLang="zh-CN" sz="4000" dirty="0"/>
              <a:t>ABCD</a:t>
            </a:r>
            <a:r>
              <a:rPr lang="zh-CN" altLang="zh-CN" sz="4000" dirty="0"/>
              <a:t>的</a:t>
            </a:r>
            <a:r>
              <a:rPr lang="en-US" altLang="zh-CN" sz="4000" dirty="0"/>
              <a:t>C</a:t>
            </a:r>
            <a:r>
              <a:rPr lang="zh-CN" altLang="zh-CN" sz="4000" dirty="0"/>
              <a:t>点作为驱动</a:t>
            </a:r>
            <a:r>
              <a:rPr lang="en-US" altLang="zh-CN" sz="4000" dirty="0"/>
              <a:t>e</a:t>
            </a:r>
            <a:r>
              <a:rPr lang="zh-CN" altLang="zh-CN" sz="4000" dirty="0"/>
              <a:t>杆运动的连接点，而</a:t>
            </a:r>
            <a:r>
              <a:rPr lang="en-US" altLang="zh-CN" sz="4000" dirty="0"/>
              <a:t>F</a:t>
            </a:r>
            <a:r>
              <a:rPr lang="zh-CN" altLang="zh-CN" sz="4000" dirty="0"/>
              <a:t>为与</a:t>
            </a:r>
            <a:r>
              <a:rPr lang="en-US" altLang="zh-CN" sz="4000" dirty="0"/>
              <a:t>C</a:t>
            </a:r>
            <a:r>
              <a:rPr lang="zh-CN" altLang="zh-CN" sz="4000" dirty="0"/>
              <a:t>点相连并满足设计要求的点。</a:t>
            </a:r>
          </a:p>
          <a:p>
            <a:pPr>
              <a:buNone/>
            </a:pPr>
            <a:r>
              <a:rPr lang="zh-CN" altLang="zh-CN" sz="4000" dirty="0"/>
              <a:t>∴</a:t>
            </a:r>
            <a:r>
              <a:rPr lang="en-US" altLang="zh-CN" sz="4000" dirty="0"/>
              <a:t> F</a:t>
            </a:r>
            <a:r>
              <a:rPr lang="zh-CN" altLang="zh-CN" sz="4000" dirty="0"/>
              <a:t>的极限位置为 </a:t>
            </a:r>
            <a:r>
              <a:rPr lang="en-US" altLang="zh-CN" sz="4000" dirty="0"/>
              <a:t> </a:t>
            </a:r>
            <a:r>
              <a:rPr lang="en-US" altLang="zh-CN" sz="4000" dirty="0" smtClean="0"/>
              <a:t>     </a:t>
            </a:r>
            <a:r>
              <a:rPr lang="zh-CN" altLang="zh-CN" sz="4000" dirty="0" smtClean="0"/>
              <a:t>与 </a:t>
            </a:r>
            <a:endParaRPr lang="zh-CN" altLang="zh-CN" sz="4000" dirty="0"/>
          </a:p>
          <a:p>
            <a:endParaRPr lang="zh-CN" altLang="en-US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5589240"/>
            <a:ext cx="697579" cy="360040"/>
          </a:xfrm>
          <a:prstGeom prst="rect">
            <a:avLst/>
          </a:prstGeom>
          <a:noFill/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28184" y="5445224"/>
            <a:ext cx="1224136" cy="5869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最终求解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zh-CN" dirty="0"/>
              <a:t>∵ </a:t>
            </a:r>
            <a:r>
              <a:rPr lang="zh-CN" altLang="zh-CN" dirty="0" smtClean="0"/>
              <a:t>当</a:t>
            </a:r>
            <a:r>
              <a:rPr lang="en-US" altLang="zh-CN" dirty="0" smtClean="0"/>
              <a:t>             </a:t>
            </a:r>
            <a:r>
              <a:rPr lang="zh-CN" altLang="zh-CN" dirty="0" smtClean="0"/>
              <a:t>时</a:t>
            </a:r>
            <a:r>
              <a:rPr lang="zh-CN" altLang="zh-CN" dirty="0"/>
              <a:t>，</a:t>
            </a:r>
            <a:r>
              <a:rPr lang="en-US" altLang="zh-CN" dirty="0"/>
              <a:t>C</a:t>
            </a:r>
            <a:r>
              <a:rPr lang="zh-CN" altLang="zh-CN" dirty="0"/>
              <a:t>点坐标为</a:t>
            </a:r>
            <a:r>
              <a:rPr lang="en-US" altLang="zh-CN" dirty="0"/>
              <a:t> (50.46 , 116.73)</a:t>
            </a:r>
            <a:endParaRPr lang="zh-CN" altLang="zh-CN" dirty="0"/>
          </a:p>
          <a:p>
            <a:pPr>
              <a:buNone/>
            </a:pPr>
            <a:r>
              <a:rPr lang="zh-CN" altLang="zh-CN" dirty="0" smtClean="0"/>
              <a:t>当</a:t>
            </a:r>
            <a:r>
              <a:rPr lang="en-US" altLang="zh-CN" dirty="0" smtClean="0"/>
              <a:t>             </a:t>
            </a:r>
            <a:r>
              <a:rPr lang="zh-CN" altLang="zh-CN" dirty="0" smtClean="0"/>
              <a:t>时</a:t>
            </a:r>
            <a:r>
              <a:rPr lang="zh-CN" altLang="zh-CN" dirty="0"/>
              <a:t>，</a:t>
            </a:r>
            <a:r>
              <a:rPr lang="en-US" altLang="zh-CN" dirty="0"/>
              <a:t>C</a:t>
            </a:r>
            <a:r>
              <a:rPr lang="zh-CN" altLang="zh-CN" dirty="0"/>
              <a:t>点坐标为</a:t>
            </a:r>
            <a:r>
              <a:rPr lang="en-US" altLang="zh-CN" dirty="0"/>
              <a:t> (122.46 , 89.13)</a:t>
            </a:r>
            <a:endParaRPr lang="zh-CN" altLang="zh-CN" dirty="0"/>
          </a:p>
          <a:p>
            <a:pPr>
              <a:buNone/>
            </a:pPr>
            <a:r>
              <a:rPr lang="zh-CN" altLang="zh-CN" dirty="0"/>
              <a:t>且设对应于</a:t>
            </a:r>
            <a:r>
              <a:rPr lang="en-US" altLang="zh-CN" dirty="0"/>
              <a:t>e</a:t>
            </a:r>
            <a:r>
              <a:rPr lang="zh-CN" altLang="zh-CN" dirty="0"/>
              <a:t>杆的左极限位置，对应于</a:t>
            </a:r>
            <a:r>
              <a:rPr lang="en-US" altLang="zh-CN" dirty="0"/>
              <a:t>e</a:t>
            </a:r>
            <a:r>
              <a:rPr lang="zh-CN" altLang="zh-CN" dirty="0"/>
              <a:t>杆的右极限位置</a:t>
            </a:r>
          </a:p>
          <a:p>
            <a:pPr>
              <a:buNone/>
            </a:pPr>
            <a:r>
              <a:rPr lang="zh-CN" altLang="zh-CN" dirty="0" smtClean="0"/>
              <a:t>∴ </a:t>
            </a:r>
            <a:r>
              <a:rPr lang="zh-CN" altLang="zh-CN" dirty="0"/>
              <a:t>由几何关系可得：</a:t>
            </a:r>
          </a:p>
          <a:p>
            <a:pPr>
              <a:buNone/>
            </a:pPr>
            <a:r>
              <a:rPr lang="en-US" altLang="zh-CN" dirty="0"/>
              <a:t>          </a:t>
            </a:r>
            <a:endParaRPr lang="en-US" altLang="zh-CN" dirty="0" smtClean="0"/>
          </a:p>
          <a:p>
            <a:pPr>
              <a:buNone/>
            </a:pPr>
            <a:r>
              <a:rPr lang="zh-CN" altLang="zh-CN" dirty="0" smtClean="0"/>
              <a:t>解</a:t>
            </a:r>
            <a:r>
              <a:rPr lang="zh-CN" altLang="zh-CN" dirty="0"/>
              <a:t>之，得 </a:t>
            </a:r>
          </a:p>
          <a:p>
            <a:pPr>
              <a:buNone/>
            </a:pPr>
            <a:endParaRPr lang="zh-CN" altLang="en-US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47664" y="1655206"/>
            <a:ext cx="1080120" cy="342018"/>
          </a:xfrm>
          <a:prstGeom prst="rect">
            <a:avLst/>
          </a:prstGeom>
          <a:noFill/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2250568"/>
            <a:ext cx="1057618" cy="386344"/>
          </a:xfrm>
          <a:prstGeom prst="rect">
            <a:avLst/>
          </a:prstGeom>
          <a:noFill/>
        </p:spPr>
      </p:pic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4293096"/>
            <a:ext cx="6408712" cy="720080"/>
          </a:xfrm>
          <a:prstGeom prst="rect">
            <a:avLst/>
          </a:prstGeom>
          <a:noFill/>
        </p:spPr>
      </p:pic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7905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2538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71800" y="5013176"/>
            <a:ext cx="2322258" cy="432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结论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4000" dirty="0"/>
              <a:t> </a:t>
            </a:r>
            <a:r>
              <a:rPr lang="en-US" altLang="zh-CN" sz="4000" dirty="0" smtClean="0"/>
              <a:t>  </a:t>
            </a:r>
            <a:r>
              <a:rPr lang="zh-CN" altLang="zh-CN" sz="4000" dirty="0" smtClean="0"/>
              <a:t>故</a:t>
            </a:r>
            <a:r>
              <a:rPr lang="zh-CN" altLang="zh-CN" sz="4000" dirty="0"/>
              <a:t>设计方案为取</a:t>
            </a:r>
            <a:r>
              <a:rPr lang="en-US" altLang="zh-CN" sz="4000" dirty="0"/>
              <a:t>e</a:t>
            </a:r>
            <a:r>
              <a:rPr lang="zh-CN" altLang="zh-CN" sz="4000" dirty="0"/>
              <a:t>杆长度为</a:t>
            </a:r>
            <a:r>
              <a:rPr lang="en-US" altLang="zh-CN" sz="4000" dirty="0"/>
              <a:t>255.1mm</a:t>
            </a:r>
            <a:r>
              <a:rPr lang="zh-CN" altLang="zh-CN" sz="4000" dirty="0"/>
              <a:t>，端点设为</a:t>
            </a:r>
            <a:r>
              <a:rPr lang="en-US" altLang="zh-CN" sz="4000" dirty="0"/>
              <a:t>F</a:t>
            </a:r>
            <a:r>
              <a:rPr lang="zh-CN" altLang="zh-CN" sz="4000" dirty="0"/>
              <a:t>，由杆</a:t>
            </a:r>
            <a:r>
              <a:rPr lang="en-US" altLang="zh-CN" sz="4000" dirty="0"/>
              <a:t>CF</a:t>
            </a:r>
            <a:r>
              <a:rPr lang="zh-CN" altLang="zh-CN" sz="4000" dirty="0"/>
              <a:t>和两个铰链连接</a:t>
            </a:r>
            <a:r>
              <a:rPr lang="en-US" altLang="zh-CN" sz="4000" dirty="0"/>
              <a:t>C</a:t>
            </a:r>
            <a:r>
              <a:rPr lang="zh-CN" altLang="zh-CN" sz="4000" dirty="0"/>
              <a:t>点与</a:t>
            </a:r>
            <a:r>
              <a:rPr lang="en-US" altLang="zh-CN" sz="4000" dirty="0"/>
              <a:t>F</a:t>
            </a:r>
            <a:r>
              <a:rPr lang="zh-CN" altLang="zh-CN" sz="4000" dirty="0"/>
              <a:t>点，且</a:t>
            </a:r>
            <a:r>
              <a:rPr lang="en-US" altLang="zh-CN" sz="4000" dirty="0"/>
              <a:t>CF =206.2 mm</a:t>
            </a:r>
            <a:endParaRPr lang="zh-CN" altLang="zh-CN" sz="4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>校核最小传动角</a:t>
            </a:r>
            <a:r>
              <a:rPr lang="en-US" altLang="zh-CN" i="1" dirty="0" smtClean="0">
                <a:latin typeface="黑体" pitchFamily="49" charset="-122"/>
                <a:ea typeface="黑体" pitchFamily="49" charset="-122"/>
                <a:sym typeface="Symbol"/>
              </a:rPr>
              <a:t></a:t>
            </a:r>
            <a:r>
              <a:rPr lang="en-US" altLang="zh-CN" baseline="-25000" dirty="0" smtClean="0">
                <a:latin typeface="黑体" pitchFamily="49" charset="-122"/>
                <a:ea typeface="黑体" pitchFamily="49" charset="-122"/>
              </a:rPr>
              <a:t>min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968552"/>
          </a:xfrm>
        </p:spPr>
        <p:txBody>
          <a:bodyPr/>
          <a:lstStyle/>
          <a:p>
            <a:pPr>
              <a:buNone/>
            </a:pPr>
            <a:r>
              <a:rPr lang="zh-CN" altLang="zh-CN" sz="3600" dirty="0" smtClean="0"/>
              <a:t>设</a:t>
            </a:r>
            <a:r>
              <a:rPr lang="zh-CN" altLang="zh-CN" sz="3600" dirty="0"/>
              <a:t>四杆机构</a:t>
            </a:r>
            <a:r>
              <a:rPr lang="en-US" altLang="zh-CN" sz="3600" dirty="0"/>
              <a:t>ABCD</a:t>
            </a:r>
            <a:r>
              <a:rPr lang="zh-CN" altLang="zh-CN" sz="3600" dirty="0"/>
              <a:t>最小传动角为</a:t>
            </a:r>
            <a:r>
              <a:rPr lang="en-US" altLang="zh-CN" sz="3600" i="1" dirty="0">
                <a:sym typeface="Symbol"/>
              </a:rPr>
              <a:t></a:t>
            </a:r>
            <a:r>
              <a:rPr lang="en-US" altLang="zh-CN" sz="3600" baseline="-25000" dirty="0"/>
              <a:t>min</a:t>
            </a:r>
            <a:endParaRPr lang="zh-CN" altLang="zh-CN" sz="3600" dirty="0"/>
          </a:p>
          <a:p>
            <a:pPr>
              <a:buNone/>
            </a:pPr>
            <a:r>
              <a:rPr lang="en-US" altLang="zh-CN" sz="3600" dirty="0"/>
              <a:t>ABCD</a:t>
            </a:r>
            <a:r>
              <a:rPr lang="zh-CN" altLang="zh-CN" sz="3600" dirty="0"/>
              <a:t>四杆机构的传动角的两个极值为</a:t>
            </a:r>
            <a:r>
              <a:rPr lang="zh-CN" altLang="zh-CN" sz="3600" dirty="0" smtClean="0"/>
              <a:t>：</a:t>
            </a:r>
            <a:endParaRPr lang="en-US" altLang="zh-CN" sz="3600" dirty="0" smtClean="0"/>
          </a:p>
          <a:p>
            <a:endParaRPr lang="zh-CN" altLang="zh-CN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1560" y="3284984"/>
            <a:ext cx="7488832" cy="924903"/>
          </a:xfrm>
          <a:prstGeom prst="rect">
            <a:avLst/>
          </a:prstGeom>
          <a:noFill/>
        </p:spPr>
      </p:pic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69875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552" y="4365104"/>
            <a:ext cx="7560840" cy="957235"/>
          </a:xfrm>
          <a:prstGeom prst="rect">
            <a:avLst/>
          </a:prstGeom>
          <a:noFill/>
        </p:spPr>
      </p:pic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69875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7584" y="5589240"/>
            <a:ext cx="5184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600" dirty="0" smtClean="0"/>
              <a:t>故</a:t>
            </a:r>
            <a:r>
              <a:rPr lang="en-US" altLang="zh-CN" sz="3600" i="1" dirty="0" smtClean="0">
                <a:sym typeface="Symbol"/>
              </a:rPr>
              <a:t></a:t>
            </a:r>
            <a:r>
              <a:rPr lang="en-US" altLang="zh-CN" sz="3600" baseline="-25000" dirty="0" smtClean="0"/>
              <a:t>min </a:t>
            </a:r>
            <a:r>
              <a:rPr lang="en-US" altLang="zh-CN" sz="3600" dirty="0" smtClean="0"/>
              <a:t>= 29.04</a:t>
            </a:r>
            <a:r>
              <a:rPr lang="zh-CN" altLang="zh-CN" sz="3600" dirty="0" smtClean="0"/>
              <a:t>°</a:t>
            </a:r>
            <a:endParaRPr lang="zh-CN" altLang="zh-CN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720080"/>
          </a:xfrm>
        </p:spPr>
        <p:txBody>
          <a:bodyPr>
            <a:normAutofit fontScale="90000"/>
          </a:bodyPr>
          <a:lstStyle/>
          <a:p>
            <a:pPr lvl="0"/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>分析计算其行程速比系数</a:t>
            </a:r>
            <a:r>
              <a:rPr lang="en-US" altLang="zh-CN" i="1" dirty="0" smtClean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zh-CN" dirty="0" smtClean="0">
                <a:latin typeface="黑体" pitchFamily="49" charset="-122"/>
                <a:ea typeface="黑体" pitchFamily="49" charset="-122"/>
              </a:rPr>
            </a:b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1277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zh-CN" dirty="0" smtClean="0"/>
              <a:t>四杆机构</a:t>
            </a:r>
            <a:r>
              <a:rPr lang="en-US" altLang="zh-CN" dirty="0"/>
              <a:t>ABCD</a:t>
            </a:r>
            <a:r>
              <a:rPr lang="zh-CN" altLang="zh-CN" dirty="0"/>
              <a:t>的摇杆</a:t>
            </a:r>
            <a:r>
              <a:rPr lang="en-US" altLang="zh-CN" dirty="0"/>
              <a:t>CD</a:t>
            </a:r>
            <a:r>
              <a:rPr lang="zh-CN" altLang="zh-CN" dirty="0"/>
              <a:t>有两个极限位置，其两个极限位置中的之差即为极位夹角</a:t>
            </a:r>
          </a:p>
          <a:p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600" y="2780928"/>
            <a:ext cx="1372653" cy="360040"/>
          </a:xfrm>
          <a:prstGeom prst="rect">
            <a:avLst/>
          </a:prstGeom>
          <a:noFill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860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600" y="3356992"/>
            <a:ext cx="3939261" cy="720080"/>
          </a:xfrm>
          <a:prstGeom prst="rect">
            <a:avLst/>
          </a:prstGeom>
          <a:noFill/>
        </p:spPr>
      </p:pic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600" y="4149080"/>
            <a:ext cx="3816424" cy="693895"/>
          </a:xfrm>
          <a:prstGeom prst="rect">
            <a:avLst/>
          </a:prstGeom>
          <a:noFill/>
        </p:spPr>
      </p:pic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22860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5085184"/>
            <a:ext cx="2592288" cy="351497"/>
          </a:xfrm>
          <a:prstGeom prst="rect">
            <a:avLst/>
          </a:prstGeom>
          <a:noFill/>
        </p:spPr>
      </p:pic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11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5733256"/>
            <a:ext cx="2736304" cy="585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第一步：求出原机构极点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5" descr="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16200000">
            <a:off x="1835697" y="1124744"/>
            <a:ext cx="4248473" cy="5832646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第二步：取长度后刚化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3" descr="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16200000">
            <a:off x="1999277" y="601123"/>
            <a:ext cx="4857414" cy="7056784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第三步：反转三角形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3" descr="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9260" y="1609725"/>
            <a:ext cx="6854880" cy="484663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第四步：连接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M1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M’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M2’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3" descr="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9260" y="1609725"/>
            <a:ext cx="6854880" cy="4846638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第五步：中垂线相交求交点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9260" y="1609725"/>
            <a:ext cx="6854880" cy="484663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一些问题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    1</a:t>
            </a:r>
            <a:r>
              <a:rPr lang="zh-CN" altLang="en-US" dirty="0" smtClean="0"/>
              <a:t>能否用</a:t>
            </a:r>
            <a:r>
              <a:rPr lang="en-US" altLang="zh-CN" dirty="0" smtClean="0"/>
              <a:t>BC</a:t>
            </a:r>
            <a:r>
              <a:rPr lang="zh-CN" altLang="en-US" dirty="0"/>
              <a:t> </a:t>
            </a:r>
            <a:r>
              <a:rPr lang="en-US" altLang="zh-CN" dirty="0" smtClean="0"/>
              <a:t>or AB</a:t>
            </a:r>
            <a:r>
              <a:rPr lang="zh-CN" altLang="en-US" dirty="0" smtClean="0"/>
              <a:t>杆驱动？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我们之前做的采用</a:t>
            </a:r>
            <a:r>
              <a:rPr lang="en-US" altLang="zh-CN" dirty="0" smtClean="0"/>
              <a:t>CD</a:t>
            </a:r>
            <a:r>
              <a:rPr lang="zh-CN" altLang="en-US" dirty="0" smtClean="0"/>
              <a:t>杆驱动，若采用</a:t>
            </a:r>
            <a:r>
              <a:rPr lang="en-US" altLang="zh-CN" dirty="0" smtClean="0"/>
              <a:t>BC</a:t>
            </a:r>
            <a:r>
              <a:rPr lang="zh-CN" altLang="en-US" dirty="0" smtClean="0"/>
              <a:t>杆驱动应当也可以，或者干脆用</a:t>
            </a:r>
            <a:r>
              <a:rPr lang="en-US" altLang="zh-CN" dirty="0" smtClean="0"/>
              <a:t>AB</a:t>
            </a:r>
            <a:r>
              <a:rPr lang="zh-CN" altLang="en-US" dirty="0" smtClean="0"/>
              <a:t>杆驱动，但貌似不符合题目中用“铰链四连杆”驱动的要求。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     2</a:t>
            </a:r>
            <a:r>
              <a:rPr lang="zh-CN" altLang="en-US" dirty="0" smtClean="0"/>
              <a:t>为什么要用四连杆驱动？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 鉴于此题没有相关背景，我们不知道为什么不直接用一个四连杆驱动而采用两个。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2924944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9600" dirty="0" smtClean="0">
                <a:latin typeface="汉仪萝卜体简" pitchFamily="49" charset="-122"/>
                <a:ea typeface="汉仪萝卜体简" pitchFamily="49" charset="-122"/>
              </a:rPr>
              <a:t>谢谢观看！</a:t>
            </a:r>
            <a:endParaRPr lang="zh-CN" altLang="en-US" sz="9600" dirty="0">
              <a:latin typeface="汉仪萝卜体简" pitchFamily="49" charset="-122"/>
              <a:ea typeface="汉仪萝卜体简" pitchFamily="49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C7EDCC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201</TotalTime>
  <Words>514</Words>
  <Application>Microsoft Office PowerPoint</Application>
  <PresentationFormat>全屏显示(4:3)</PresentationFormat>
  <Paragraphs>49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华丽</vt:lpstr>
      <vt:lpstr>连杆机构运动的设计</vt:lpstr>
      <vt:lpstr>题目3（1）</vt:lpstr>
      <vt:lpstr>我们的讨论</vt:lpstr>
      <vt:lpstr>幻灯片 4</vt:lpstr>
      <vt:lpstr>设计传动机构</vt:lpstr>
      <vt:lpstr> 由余弦定理： </vt:lpstr>
      <vt:lpstr>建立F点坐标</vt:lpstr>
      <vt:lpstr>最终求解</vt:lpstr>
      <vt:lpstr>结论</vt:lpstr>
      <vt:lpstr>校核最小传动角min</vt:lpstr>
      <vt:lpstr>分析计算其行程速比系数K </vt:lpstr>
      <vt:lpstr>幻灯片 12</vt:lpstr>
      <vt:lpstr>第一步：求出原机构极点</vt:lpstr>
      <vt:lpstr>第二步：取长度后刚化</vt:lpstr>
      <vt:lpstr>第三步：反转三角形</vt:lpstr>
      <vt:lpstr>第四步：连接M1、M’、M2’</vt:lpstr>
      <vt:lpstr>第五步：中垂线相交求交点</vt:lpstr>
      <vt:lpstr>幻灯片 18</vt:lpstr>
      <vt:lpstr>一些问题</vt:lpstr>
      <vt:lpstr>谢谢观看！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连杆机构运动的设计</dc:title>
  <dc:creator>Administrator</dc:creator>
  <cp:lastModifiedBy>Administrator</cp:lastModifiedBy>
  <cp:revision>1</cp:revision>
  <dcterms:created xsi:type="dcterms:W3CDTF">2011-10-27T02:04:28Z</dcterms:created>
  <dcterms:modified xsi:type="dcterms:W3CDTF">2011-10-27T05:26:26Z</dcterms:modified>
</cp:coreProperties>
</file>