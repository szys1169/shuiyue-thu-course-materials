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33" r:id="rId2"/>
  </p:sldMasterIdLst>
  <p:notesMasterIdLst>
    <p:notesMasterId r:id="rId25"/>
  </p:notesMasterIdLst>
  <p:handoutMasterIdLst>
    <p:handoutMasterId r:id="rId26"/>
  </p:handoutMasterIdLst>
  <p:sldIdLst>
    <p:sldId id="256" r:id="rId3"/>
    <p:sldId id="401" r:id="rId4"/>
    <p:sldId id="404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1" r:id="rId14"/>
    <p:sldId id="402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403" r:id="rId23"/>
    <p:sldId id="406" r:id="rId24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CC00"/>
    <a:srgbClr val="00FFCC"/>
    <a:srgbClr val="3399FF"/>
    <a:srgbClr val="FF3300"/>
    <a:srgbClr val="3333FF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703" autoAdjust="0"/>
  </p:normalViewPr>
  <p:slideViewPr>
    <p:cSldViewPr snapToGrid="0">
      <p:cViewPr varScale="1">
        <p:scale>
          <a:sx n="83" d="100"/>
          <a:sy n="83" d="100"/>
        </p:scale>
        <p:origin x="-1430" y="-62"/>
      </p:cViewPr>
      <p:guideLst>
        <p:guide orient="horz" pos="549"/>
        <p:guide pos="2872"/>
        <p:guide pos="22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image" Target="../media/image2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 b="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 b="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 i="0"/>
            </a:lvl1pPr>
          </a:lstStyle>
          <a:p>
            <a:pPr>
              <a:defRPr/>
            </a:pPr>
            <a:fld id="{88FAAD4F-1F9B-452F-B5F5-B5EB5992A4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9082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 sz="1200" b="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b="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>
              <a:defRPr sz="1200" b="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 b="0" i="0"/>
            </a:lvl1pPr>
          </a:lstStyle>
          <a:p>
            <a:pPr>
              <a:defRPr/>
            </a:pPr>
            <a:fld id="{369A5D6D-65B1-4856-85F2-878289A5A8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28791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7 w 4128"/>
              <a:gd name="T1" fmla="*/ 2147483647 h 479"/>
              <a:gd name="T2" fmla="*/ 2147483647 w 4128"/>
              <a:gd name="T3" fmla="*/ 2147483647 h 479"/>
              <a:gd name="T4" fmla="*/ 2147483647 w 4128"/>
              <a:gd name="T5" fmla="*/ 2147483647 h 479"/>
              <a:gd name="T6" fmla="*/ 0 w 4128"/>
              <a:gd name="T7" fmla="*/ 2147483647 h 479"/>
              <a:gd name="T8" fmla="*/ 2147483647 w 4128"/>
              <a:gd name="T9" fmla="*/ 2147483647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zh-CN" noProof="0" smtClean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EB5E1D3E-B159-4873-BCBB-DA905BFF0B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36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A1146-C87F-4677-8071-3CA2F14443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16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72579-9224-4AE9-8481-A3CC8E4F7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617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3F079-26DF-450F-8F46-4ED2CAECF9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90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D05B2-0E3C-49BA-82A6-C21018D183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6111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94E4F-4246-4238-9D30-90D256A28B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077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2616A-CB04-47AE-B73B-4BDC18C576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373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9FC68A-00ED-4F3C-8313-8E7E0542A6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551B0-04CC-4FD1-8D8E-B5CE574359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41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B46337-E429-496D-A955-2A84C4A362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04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648F8-6830-49D0-BEA8-B9FCCECD7A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944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97958D-F809-4DA2-B3E3-F5D31C6803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945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4DC93-F2D6-4DBD-B3B0-7A4E6E0A6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9831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5CFAA250-A9F6-453F-80B7-ACE06658E4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477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0F865-D506-4C2C-8E95-14B09578E58A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603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41157-4766-4AEA-8F89-4E11D17D35D9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9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4CEE3-4D4C-44F8-9A3D-F933D97E325B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538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DEE53-4B8A-4710-9E35-8FE2B85FA7FF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51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AC537-00E7-4E7B-958B-F90A19BC45E1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006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B3905-F338-4D26-B59E-0983527193C2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57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2BABC-F2AD-4BA1-A951-A2D0B5D13F4D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503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CFF6A-15BD-4DFC-A5F3-D3235924162B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160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F082F-8006-47D4-80AF-02BE944DA055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91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7C5B2-85EA-4115-8F82-EF3B9D17E49C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4431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7E52A-0501-4831-AA45-DA3C52BDC438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49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kumimoji="1" sz="1400" b="0" i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 b="0" i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 b="0" i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6C6BC20-EC1A-47E1-AB31-B2D7F39DA5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kumimoji="1" sz="1400" b="0" i="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 b="0" i="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 b="0" i="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7038702-22DE-4250-9E76-5A63E4110A76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85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E:\&#25945;&#23398;&#24037;&#20316;\&#26426;&#26800;&#21046;&#22270;\2015.9-2016.1&#65288;litm&#65289;\&#25945;&#23398;&#35838;&#20214;\&#31532;7&#35762;\&#29699;&#21644;&#22278;&#38181;&#30456;&#20132;.av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5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2.png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E:\&#25945;&#23398;&#24037;&#20316;\&#26426;&#26800;&#21046;&#22270;\2015.9-2016.1&#65288;litm&#65289;\&#25945;&#23398;&#35838;&#20214;\&#31532;7&#35762;\&#22278;&#26609;&#19982;&#22278;&#26609;&#30456;&#20132;2.avi" TargetMode="External"/><Relationship Id="rId1" Type="http://schemas.openxmlformats.org/officeDocument/2006/relationships/video" Target="file:///E:\&#25945;&#23398;&#24037;&#20316;\&#26426;&#26800;&#21046;&#22270;\2015.9-2016.1&#65288;litm&#65289;\&#25945;&#23398;&#35838;&#20214;\&#31532;7&#35762;\&#22278;&#26609;&#19982;&#22278;&#26609;&#30456;&#20132;1.avi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oleObject" Target="../embeddings/oleObject14.bin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png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oleObject" Target="../embeddings/oleObject20.bin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F39D3B9-902F-4E84-82EE-E5E61207F2F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5413"/>
            <a:ext cx="9144000" cy="746125"/>
          </a:xfrm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 sz="54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第七讲</a:t>
            </a:r>
            <a:endParaRPr lang="zh-CN" altLang="en-US" sz="5400" dirty="0" smtClean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113" y="1120775"/>
            <a:ext cx="5026025" cy="22685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3600" b="1" dirty="0" smtClean="0">
                <a:latin typeface="黑体" pitchFamily="2" charset="-122"/>
                <a:ea typeface="黑体" pitchFamily="2" charset="-122"/>
              </a:rPr>
              <a:t>本讲内容：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回转体与回转体相交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多形体相交</a:t>
            </a: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5866523" y="1060627"/>
            <a:ext cx="3082925" cy="1087437"/>
          </a:xfrm>
          <a:prstGeom prst="rect">
            <a:avLst/>
          </a:prstGeom>
          <a:noFill/>
          <a:ln w="19050">
            <a:solidFill>
              <a:srgbClr val="FFFFFF">
                <a:alpha val="50195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 dirty="0"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i="0" dirty="0" smtClean="0">
                <a:latin typeface="黑体" pitchFamily="2" charset="-122"/>
                <a:ea typeface="黑体" pitchFamily="2" charset="-122"/>
              </a:rPr>
              <a:t>P.169-181</a:t>
            </a:r>
            <a:endParaRPr lang="en-US" altLang="zh-CN" sz="2800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5687840" y="2863025"/>
            <a:ext cx="3377149" cy="1877437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i="0" dirty="0"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dirty="0" smtClean="0">
                <a:latin typeface="黑体" pitchFamily="2" charset="-122"/>
                <a:ea typeface="黑体" pitchFamily="2" charset="-122"/>
              </a:rPr>
              <a:t>  P.27</a:t>
            </a:r>
            <a:r>
              <a:rPr lang="zh-CN" altLang="en-US" sz="2800" i="0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i="0" dirty="0" smtClean="0">
                <a:latin typeface="黑体" pitchFamily="2" charset="-122"/>
                <a:ea typeface="黑体" pitchFamily="2" charset="-122"/>
              </a:rPr>
              <a:t>1,2,3,4</a:t>
            </a:r>
            <a:endParaRPr lang="en-US" altLang="zh-CN" sz="2800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dirty="0">
                <a:latin typeface="黑体" pitchFamily="2" charset="-122"/>
                <a:ea typeface="黑体" pitchFamily="2" charset="-122"/>
              </a:rPr>
              <a:t>  P.28</a:t>
            </a:r>
            <a:r>
              <a:rPr lang="zh-CN" altLang="en-US" sz="2800" i="0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i="0" dirty="0" smtClean="0">
                <a:latin typeface="黑体" pitchFamily="2" charset="-122"/>
                <a:ea typeface="黑体" pitchFamily="2" charset="-122"/>
              </a:rPr>
              <a:t>5,6,7</a:t>
            </a:r>
            <a:endParaRPr lang="en-US" altLang="zh-CN" sz="2800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dirty="0">
                <a:latin typeface="黑体" pitchFamily="2" charset="-122"/>
                <a:ea typeface="黑体" pitchFamily="2" charset="-122"/>
              </a:rPr>
              <a:t>  P.29</a:t>
            </a:r>
            <a:r>
              <a:rPr lang="zh-CN" altLang="en-US" sz="2800" i="0" dirty="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i="0" dirty="0" smtClean="0">
                <a:latin typeface="黑体" pitchFamily="2" charset="-122"/>
                <a:ea typeface="黑体" pitchFamily="2" charset="-122"/>
              </a:rPr>
              <a:t>8,10,11</a:t>
            </a:r>
            <a:endParaRPr lang="en-US" altLang="zh-CN" sz="2800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201613" y="2918587"/>
            <a:ext cx="5359400" cy="1446213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dirty="0">
                <a:latin typeface="黑体" pitchFamily="2" charset="-122"/>
                <a:ea typeface="黑体" pitchFamily="2" charset="-122"/>
              </a:rPr>
              <a:t>下讲</a:t>
            </a:r>
            <a:r>
              <a:rPr lang="zh-CN" altLang="en-US" i="0" dirty="0" smtClean="0">
                <a:latin typeface="黑体" pitchFamily="2" charset="-122"/>
                <a:ea typeface="黑体" pitchFamily="2" charset="-122"/>
              </a:rPr>
              <a:t>内容</a:t>
            </a:r>
            <a:r>
              <a:rPr lang="zh-CN" altLang="en-US" sz="2400" i="0" dirty="0" smtClean="0">
                <a:latin typeface="黑体" pitchFamily="2" charset="-122"/>
                <a:ea typeface="黑体" pitchFamily="2" charset="-122"/>
              </a:rPr>
              <a:t>（第九周）</a:t>
            </a:r>
            <a:r>
              <a:rPr lang="zh-CN" altLang="en-US" i="0" dirty="0" smtClean="0">
                <a:latin typeface="黑体" pitchFamily="2" charset="-122"/>
                <a:ea typeface="黑体" pitchFamily="2" charset="-122"/>
              </a:rPr>
              <a:t>：</a:t>
            </a:r>
            <a:endParaRPr lang="zh-CN" altLang="en-US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dirty="0">
                <a:latin typeface="黑体" pitchFamily="2" charset="-122"/>
                <a:ea typeface="黑体" pitchFamily="2" charset="-122"/>
              </a:rPr>
              <a:t>  组合体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dirty="0">
                <a:latin typeface="黑体" pitchFamily="2" charset="-122"/>
                <a:ea typeface="黑体" pitchFamily="2" charset="-122"/>
              </a:rPr>
              <a:t> （</a:t>
            </a:r>
            <a:r>
              <a:rPr lang="en-US" altLang="zh-CN" sz="2800" i="0" dirty="0">
                <a:latin typeface="黑体" pitchFamily="2" charset="-122"/>
                <a:ea typeface="黑体" pitchFamily="2" charset="-122"/>
              </a:rPr>
              <a:t>P.182-197)</a:t>
            </a:r>
          </a:p>
        </p:txBody>
      </p:sp>
      <p:sp>
        <p:nvSpPr>
          <p:cNvPr id="8" name="矩形 7"/>
          <p:cNvSpPr/>
          <p:nvPr/>
        </p:nvSpPr>
        <p:spPr>
          <a:xfrm>
            <a:off x="313618" y="4802445"/>
            <a:ext cx="7396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b="1" i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重要通知</a:t>
            </a:r>
            <a:endParaRPr lang="en-US" altLang="zh-CN" sz="2800" b="1" i="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en-US" altLang="zh-CN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2023.11.11</a:t>
            </a:r>
            <a:r>
              <a:rPr lang="zh-CN" altLang="en-US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（周六） </a:t>
            </a:r>
            <a:r>
              <a:rPr lang="en-US" altLang="zh-CN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19:00 - 21:00</a:t>
            </a:r>
            <a:endParaRPr lang="zh-CN" altLang="en-US" sz="2000" b="1" i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0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地点</a:t>
            </a:r>
            <a:r>
              <a:rPr lang="zh-CN" altLang="en-US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：一教 </a:t>
            </a:r>
            <a:r>
              <a:rPr lang="en-US" altLang="zh-CN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101 </a:t>
            </a:r>
            <a:endParaRPr lang="en-US" altLang="zh-CN" sz="2000" b="1" i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内容：期中考试</a:t>
            </a:r>
            <a:endParaRPr lang="en-US" altLang="zh-CN" sz="2000" b="1" i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提醒：只能携带教科书</a:t>
            </a:r>
            <a:endParaRPr lang="en-US" altLang="zh-CN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BF2B5DC-FAC4-4251-AED5-35E2D99B7C9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77800" y="155575"/>
            <a:ext cx="8794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三 回转体与回转体相交</a:t>
            </a:r>
            <a:endParaRPr kumimoji="0" lang="zh-CN" altLang="en-US" sz="36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95662" name="Text Box 78"/>
          <p:cNvSpPr txBox="1">
            <a:spLocks noChangeArrowheads="1"/>
          </p:cNvSpPr>
          <p:nvPr/>
        </p:nvSpPr>
        <p:spPr bwMode="auto">
          <a:xfrm>
            <a:off x="298097" y="5576630"/>
            <a:ext cx="8256588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dirty="0" smtClean="0">
                <a:latin typeface="黑体" pitchFamily="2" charset="-122"/>
                <a:ea typeface="黑体" pitchFamily="2" charset="-122"/>
              </a:rPr>
              <a:t>结论：</a:t>
            </a:r>
            <a:endParaRPr lang="en-US" altLang="zh-CN" sz="2800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dirty="0" smtClean="0">
                <a:latin typeface="黑体" pitchFamily="2" charset="-122"/>
                <a:ea typeface="黑体" pitchFamily="2" charset="-122"/>
              </a:rPr>
              <a:t>     相</a:t>
            </a: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贯线通常情况下是封闭、光滑的空间</a:t>
            </a:r>
            <a:r>
              <a:rPr lang="zh-CN" altLang="en-US" sz="2400" i="0" dirty="0" smtClean="0">
                <a:latin typeface="黑体" pitchFamily="2" charset="-122"/>
                <a:ea typeface="黑体" pitchFamily="2" charset="-122"/>
              </a:rPr>
              <a:t>曲线，</a:t>
            </a:r>
            <a:endParaRPr lang="en-US" altLang="zh-CN" sz="2400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dirty="0" smtClean="0">
                <a:latin typeface="黑体" pitchFamily="2" charset="-122"/>
                <a:ea typeface="黑体" pitchFamily="2" charset="-122"/>
              </a:rPr>
              <a:t>     求解常常需要借助辅助面。</a:t>
            </a:r>
            <a:endParaRPr lang="zh-CN" altLang="en-US" sz="2400" i="0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2" name="球和圆锥相交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1091313"/>
            <a:ext cx="5845175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956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38BCB06-6E43-4E99-B965-6E9C9A46F02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75108" name="Group 4"/>
          <p:cNvGrpSpPr>
            <a:grpSpLocks/>
          </p:cNvGrpSpPr>
          <p:nvPr/>
        </p:nvGrpSpPr>
        <p:grpSpPr bwMode="auto">
          <a:xfrm>
            <a:off x="703090" y="3536947"/>
            <a:ext cx="2205038" cy="1095375"/>
            <a:chOff x="2999" y="1485"/>
            <a:chExt cx="1389" cy="690"/>
          </a:xfrm>
        </p:grpSpPr>
        <p:sp>
          <p:nvSpPr>
            <p:cNvPr id="14411" name="Line 5"/>
            <p:cNvSpPr>
              <a:spLocks noChangeShapeType="1"/>
            </p:cNvSpPr>
            <p:nvPr/>
          </p:nvSpPr>
          <p:spPr bwMode="auto">
            <a:xfrm>
              <a:off x="2999" y="1834"/>
              <a:ext cx="13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12" name="Line 6"/>
            <p:cNvSpPr>
              <a:spLocks noChangeShapeType="1"/>
            </p:cNvSpPr>
            <p:nvPr/>
          </p:nvSpPr>
          <p:spPr bwMode="auto">
            <a:xfrm>
              <a:off x="3655" y="1526"/>
              <a:ext cx="0" cy="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13" name="Oval 7"/>
            <p:cNvSpPr>
              <a:spLocks noChangeArrowheads="1"/>
            </p:cNvSpPr>
            <p:nvPr/>
          </p:nvSpPr>
          <p:spPr bwMode="auto">
            <a:xfrm>
              <a:off x="3389" y="1563"/>
              <a:ext cx="533" cy="5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4414" name="Freeform 8"/>
            <p:cNvSpPr>
              <a:spLocks/>
            </p:cNvSpPr>
            <p:nvPr/>
          </p:nvSpPr>
          <p:spPr bwMode="auto">
            <a:xfrm>
              <a:off x="3062" y="1485"/>
              <a:ext cx="1254" cy="690"/>
            </a:xfrm>
            <a:custGeom>
              <a:avLst/>
              <a:gdLst>
                <a:gd name="T0" fmla="*/ 0 w 1254"/>
                <a:gd name="T1" fmla="*/ 690 h 690"/>
                <a:gd name="T2" fmla="*/ 0 w 1254"/>
                <a:gd name="T3" fmla="*/ 0 h 690"/>
                <a:gd name="T4" fmla="*/ 1254 w 1254"/>
                <a:gd name="T5" fmla="*/ 0 h 690"/>
                <a:gd name="T6" fmla="*/ 1254 w 1254"/>
                <a:gd name="T7" fmla="*/ 690 h 690"/>
                <a:gd name="T8" fmla="*/ 0 w 1254"/>
                <a:gd name="T9" fmla="*/ 690 h 6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4" h="690">
                  <a:moveTo>
                    <a:pt x="0" y="690"/>
                  </a:moveTo>
                  <a:lnTo>
                    <a:pt x="0" y="0"/>
                  </a:lnTo>
                  <a:lnTo>
                    <a:pt x="1254" y="0"/>
                  </a:lnTo>
                  <a:lnTo>
                    <a:pt x="1254" y="690"/>
                  </a:lnTo>
                  <a:lnTo>
                    <a:pt x="0" y="69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5113" name="Group 9"/>
          <p:cNvGrpSpPr>
            <a:grpSpLocks/>
          </p:cNvGrpSpPr>
          <p:nvPr/>
        </p:nvGrpSpPr>
        <p:grpSpPr bwMode="auto">
          <a:xfrm>
            <a:off x="3379615" y="1741485"/>
            <a:ext cx="1411288" cy="1604962"/>
            <a:chOff x="4685" y="223"/>
            <a:chExt cx="889" cy="1011"/>
          </a:xfrm>
        </p:grpSpPr>
        <p:sp>
          <p:nvSpPr>
            <p:cNvPr id="14407" name="Line 10"/>
            <p:cNvSpPr>
              <a:spLocks noChangeShapeType="1"/>
            </p:cNvSpPr>
            <p:nvPr/>
          </p:nvSpPr>
          <p:spPr bwMode="auto">
            <a:xfrm>
              <a:off x="4685" y="823"/>
              <a:ext cx="8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8" name="Line 11"/>
            <p:cNvSpPr>
              <a:spLocks noChangeShapeType="1"/>
            </p:cNvSpPr>
            <p:nvPr/>
          </p:nvSpPr>
          <p:spPr bwMode="auto">
            <a:xfrm>
              <a:off x="5140" y="223"/>
              <a:ext cx="0" cy="10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9" name="Oval 12"/>
            <p:cNvSpPr>
              <a:spLocks noChangeArrowheads="1"/>
            </p:cNvSpPr>
            <p:nvPr/>
          </p:nvSpPr>
          <p:spPr bwMode="auto">
            <a:xfrm>
              <a:off x="4793" y="472"/>
              <a:ext cx="689" cy="68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4410" name="Freeform 13"/>
            <p:cNvSpPr>
              <a:spLocks/>
            </p:cNvSpPr>
            <p:nvPr/>
          </p:nvSpPr>
          <p:spPr bwMode="auto">
            <a:xfrm>
              <a:off x="4874" y="310"/>
              <a:ext cx="528" cy="288"/>
            </a:xfrm>
            <a:custGeom>
              <a:avLst/>
              <a:gdLst>
                <a:gd name="T0" fmla="*/ 0 w 528"/>
                <a:gd name="T1" fmla="*/ 288 h 288"/>
                <a:gd name="T2" fmla="*/ 0 w 528"/>
                <a:gd name="T3" fmla="*/ 0 h 288"/>
                <a:gd name="T4" fmla="*/ 528 w 528"/>
                <a:gd name="T5" fmla="*/ 0 h 288"/>
                <a:gd name="T6" fmla="*/ 528 w 528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288">
                  <a:moveTo>
                    <a:pt x="0" y="288"/>
                  </a:moveTo>
                  <a:lnTo>
                    <a:pt x="0" y="0"/>
                  </a:lnTo>
                  <a:lnTo>
                    <a:pt x="528" y="0"/>
                  </a:lnTo>
                  <a:lnTo>
                    <a:pt x="528" y="28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5118" name="Group 14"/>
          <p:cNvGrpSpPr>
            <a:grpSpLocks/>
          </p:cNvGrpSpPr>
          <p:nvPr/>
        </p:nvGrpSpPr>
        <p:grpSpPr bwMode="auto">
          <a:xfrm>
            <a:off x="703090" y="1795460"/>
            <a:ext cx="2311400" cy="1436687"/>
            <a:chOff x="2999" y="257"/>
            <a:chExt cx="1456" cy="905"/>
          </a:xfrm>
        </p:grpSpPr>
        <p:sp>
          <p:nvSpPr>
            <p:cNvPr id="14404" name="Line 15"/>
            <p:cNvSpPr>
              <a:spLocks noChangeShapeType="1"/>
            </p:cNvSpPr>
            <p:nvPr/>
          </p:nvSpPr>
          <p:spPr bwMode="auto">
            <a:xfrm>
              <a:off x="3655" y="257"/>
              <a:ext cx="0" cy="5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5" name="Line 16"/>
            <p:cNvSpPr>
              <a:spLocks noChangeShapeType="1"/>
            </p:cNvSpPr>
            <p:nvPr/>
          </p:nvSpPr>
          <p:spPr bwMode="auto">
            <a:xfrm>
              <a:off x="2999" y="823"/>
              <a:ext cx="1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6" name="Freeform 17"/>
            <p:cNvSpPr>
              <a:spLocks/>
            </p:cNvSpPr>
            <p:nvPr/>
          </p:nvSpPr>
          <p:spPr bwMode="auto">
            <a:xfrm>
              <a:off x="3062" y="310"/>
              <a:ext cx="1254" cy="852"/>
            </a:xfrm>
            <a:custGeom>
              <a:avLst/>
              <a:gdLst>
                <a:gd name="T0" fmla="*/ 0 w 1254"/>
                <a:gd name="T1" fmla="*/ 852 h 852"/>
                <a:gd name="T2" fmla="*/ 0 w 1254"/>
                <a:gd name="T3" fmla="*/ 162 h 852"/>
                <a:gd name="T4" fmla="*/ 330 w 1254"/>
                <a:gd name="T5" fmla="*/ 162 h 852"/>
                <a:gd name="T6" fmla="*/ 330 w 1254"/>
                <a:gd name="T7" fmla="*/ 0 h 852"/>
                <a:gd name="T8" fmla="*/ 858 w 1254"/>
                <a:gd name="T9" fmla="*/ 0 h 852"/>
                <a:gd name="T10" fmla="*/ 858 w 1254"/>
                <a:gd name="T11" fmla="*/ 162 h 852"/>
                <a:gd name="T12" fmla="*/ 1254 w 1254"/>
                <a:gd name="T13" fmla="*/ 162 h 852"/>
                <a:gd name="T14" fmla="*/ 1254 w 1254"/>
                <a:gd name="T15" fmla="*/ 852 h 852"/>
                <a:gd name="T16" fmla="*/ 0 w 1254"/>
                <a:gd name="T17" fmla="*/ 852 h 8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54" h="852">
                  <a:moveTo>
                    <a:pt x="0" y="852"/>
                  </a:moveTo>
                  <a:lnTo>
                    <a:pt x="0" y="162"/>
                  </a:lnTo>
                  <a:lnTo>
                    <a:pt x="330" y="162"/>
                  </a:lnTo>
                  <a:lnTo>
                    <a:pt x="330" y="0"/>
                  </a:lnTo>
                  <a:lnTo>
                    <a:pt x="858" y="0"/>
                  </a:lnTo>
                  <a:lnTo>
                    <a:pt x="858" y="162"/>
                  </a:lnTo>
                  <a:lnTo>
                    <a:pt x="1254" y="162"/>
                  </a:lnTo>
                  <a:lnTo>
                    <a:pt x="1254" y="852"/>
                  </a:lnTo>
                  <a:lnTo>
                    <a:pt x="0" y="852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5122" name="Line 18"/>
          <p:cNvSpPr>
            <a:spLocks noChangeShapeType="1"/>
          </p:cNvSpPr>
          <p:nvPr/>
        </p:nvSpPr>
        <p:spPr bwMode="auto">
          <a:xfrm flipH="1">
            <a:off x="2135015" y="3494085"/>
            <a:ext cx="1385888" cy="7302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5123" name="Line 19"/>
          <p:cNvSpPr>
            <a:spLocks noChangeShapeType="1"/>
          </p:cNvSpPr>
          <p:nvPr/>
        </p:nvSpPr>
        <p:spPr bwMode="auto">
          <a:xfrm flipV="1">
            <a:off x="3524078" y="2158997"/>
            <a:ext cx="385762" cy="15287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5124" name="Line 20"/>
          <p:cNvSpPr>
            <a:spLocks noChangeShapeType="1"/>
          </p:cNvSpPr>
          <p:nvPr/>
        </p:nvSpPr>
        <p:spPr bwMode="auto">
          <a:xfrm flipH="1">
            <a:off x="1742903" y="2330447"/>
            <a:ext cx="27717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5125" name="Line 21"/>
          <p:cNvSpPr>
            <a:spLocks noChangeShapeType="1"/>
          </p:cNvSpPr>
          <p:nvPr/>
        </p:nvSpPr>
        <p:spPr bwMode="auto">
          <a:xfrm flipH="1">
            <a:off x="799928" y="2197097"/>
            <a:ext cx="35433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5126" name="Line 22"/>
          <p:cNvSpPr>
            <a:spLocks noChangeShapeType="1"/>
          </p:cNvSpPr>
          <p:nvPr/>
        </p:nvSpPr>
        <p:spPr bwMode="auto">
          <a:xfrm flipV="1">
            <a:off x="1400003" y="1882772"/>
            <a:ext cx="0" cy="24526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5127" name="Line 23"/>
          <p:cNvSpPr>
            <a:spLocks noChangeShapeType="1"/>
          </p:cNvSpPr>
          <p:nvPr/>
        </p:nvSpPr>
        <p:spPr bwMode="auto">
          <a:xfrm flipV="1">
            <a:off x="2085803" y="1882772"/>
            <a:ext cx="0" cy="24526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5128" name="Arc 24"/>
          <p:cNvSpPr>
            <a:spLocks/>
          </p:cNvSpPr>
          <p:nvPr/>
        </p:nvSpPr>
        <p:spPr bwMode="auto">
          <a:xfrm>
            <a:off x="1322215" y="1841497"/>
            <a:ext cx="844550" cy="481013"/>
          </a:xfrm>
          <a:custGeom>
            <a:avLst/>
            <a:gdLst>
              <a:gd name="T0" fmla="*/ 2147483647 w 35003"/>
              <a:gd name="T1" fmla="*/ 2147483647 h 21600"/>
              <a:gd name="T2" fmla="*/ 0 w 35003"/>
              <a:gd name="T3" fmla="*/ 2147483647 h 21600"/>
              <a:gd name="T4" fmla="*/ 2147483647 w 35003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5003" h="21600" fill="none" extrusionOk="0">
                <a:moveTo>
                  <a:pt x="35002" y="12702"/>
                </a:moveTo>
                <a:cubicBezTo>
                  <a:pt x="30938" y="18292"/>
                  <a:pt x="24444" y="21599"/>
                  <a:pt x="17533" y="21600"/>
                </a:cubicBezTo>
                <a:cubicBezTo>
                  <a:pt x="10583" y="21600"/>
                  <a:pt x="4058" y="18256"/>
                  <a:pt x="-1" y="12615"/>
                </a:cubicBezTo>
              </a:path>
              <a:path w="35003" h="21600" stroke="0" extrusionOk="0">
                <a:moveTo>
                  <a:pt x="35002" y="12702"/>
                </a:moveTo>
                <a:cubicBezTo>
                  <a:pt x="30938" y="18292"/>
                  <a:pt x="24444" y="21599"/>
                  <a:pt x="17533" y="21600"/>
                </a:cubicBezTo>
                <a:cubicBezTo>
                  <a:pt x="10583" y="21600"/>
                  <a:pt x="4058" y="18256"/>
                  <a:pt x="-1" y="12615"/>
                </a:cubicBezTo>
                <a:lnTo>
                  <a:pt x="17533" y="0"/>
                </a:lnTo>
                <a:lnTo>
                  <a:pt x="35002" y="12702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5129" name="AutoShape 25"/>
          <p:cNvSpPr>
            <a:spLocks noChangeArrowheads="1"/>
          </p:cNvSpPr>
          <p:nvPr/>
        </p:nvSpPr>
        <p:spPr bwMode="auto">
          <a:xfrm>
            <a:off x="1284115" y="2095497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0" name="AutoShape 26"/>
          <p:cNvSpPr>
            <a:spLocks noChangeArrowheads="1"/>
          </p:cNvSpPr>
          <p:nvPr/>
        </p:nvSpPr>
        <p:spPr bwMode="auto">
          <a:xfrm>
            <a:off x="2122315" y="2090735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1" name="AutoShape 27"/>
          <p:cNvSpPr>
            <a:spLocks noChangeArrowheads="1"/>
          </p:cNvSpPr>
          <p:nvPr/>
        </p:nvSpPr>
        <p:spPr bwMode="auto">
          <a:xfrm>
            <a:off x="1703215" y="2290760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2" name="AutoShape 28"/>
          <p:cNvSpPr>
            <a:spLocks noChangeArrowheads="1"/>
          </p:cNvSpPr>
          <p:nvPr/>
        </p:nvSpPr>
        <p:spPr bwMode="auto">
          <a:xfrm>
            <a:off x="1360315" y="2162172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3" name="AutoShape 29"/>
          <p:cNvSpPr>
            <a:spLocks noChangeArrowheads="1"/>
          </p:cNvSpPr>
          <p:nvPr/>
        </p:nvSpPr>
        <p:spPr bwMode="auto">
          <a:xfrm>
            <a:off x="2046115" y="2162172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4" name="AutoShape 30"/>
          <p:cNvSpPr>
            <a:spLocks noChangeArrowheads="1"/>
          </p:cNvSpPr>
          <p:nvPr/>
        </p:nvSpPr>
        <p:spPr bwMode="auto">
          <a:xfrm>
            <a:off x="3641553" y="228917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5" name="AutoShape 31"/>
          <p:cNvSpPr>
            <a:spLocks noChangeArrowheads="1"/>
          </p:cNvSpPr>
          <p:nvPr/>
        </p:nvSpPr>
        <p:spPr bwMode="auto">
          <a:xfrm>
            <a:off x="4063828" y="209549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6" name="AutoShape 32"/>
          <p:cNvSpPr>
            <a:spLocks noChangeArrowheads="1"/>
          </p:cNvSpPr>
          <p:nvPr/>
        </p:nvSpPr>
        <p:spPr bwMode="auto">
          <a:xfrm>
            <a:off x="4479753" y="2290760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7" name="AutoShape 33"/>
          <p:cNvSpPr>
            <a:spLocks noChangeArrowheads="1"/>
          </p:cNvSpPr>
          <p:nvPr/>
        </p:nvSpPr>
        <p:spPr bwMode="auto">
          <a:xfrm>
            <a:off x="1284115" y="4049710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8" name="AutoShape 34"/>
          <p:cNvSpPr>
            <a:spLocks noChangeArrowheads="1"/>
          </p:cNvSpPr>
          <p:nvPr/>
        </p:nvSpPr>
        <p:spPr bwMode="auto">
          <a:xfrm>
            <a:off x="2127078" y="4049710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39" name="AutoShape 35"/>
          <p:cNvSpPr>
            <a:spLocks noChangeArrowheads="1"/>
          </p:cNvSpPr>
          <p:nvPr/>
        </p:nvSpPr>
        <p:spPr bwMode="auto">
          <a:xfrm>
            <a:off x="1703215" y="3621085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40" name="AutoShape 36"/>
          <p:cNvSpPr>
            <a:spLocks noChangeArrowheads="1"/>
          </p:cNvSpPr>
          <p:nvPr/>
        </p:nvSpPr>
        <p:spPr bwMode="auto">
          <a:xfrm>
            <a:off x="1698453" y="4468810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4402" name="Line 38"/>
          <p:cNvSpPr>
            <a:spLocks noChangeShapeType="1"/>
          </p:cNvSpPr>
          <p:nvPr/>
        </p:nvSpPr>
        <p:spPr bwMode="auto">
          <a:xfrm>
            <a:off x="676103" y="4319842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75144" name="Group 40"/>
          <p:cNvGrpSpPr>
            <a:grpSpLocks/>
          </p:cNvGrpSpPr>
          <p:nvPr/>
        </p:nvGrpSpPr>
        <p:grpSpPr bwMode="auto">
          <a:xfrm>
            <a:off x="4343228" y="1711322"/>
            <a:ext cx="184150" cy="1709738"/>
            <a:chOff x="5292" y="204"/>
            <a:chExt cx="116" cy="1077"/>
          </a:xfrm>
        </p:grpSpPr>
        <p:sp>
          <p:nvSpPr>
            <p:cNvPr id="14400" name="Line 41"/>
            <p:cNvSpPr>
              <a:spLocks noChangeShapeType="1"/>
            </p:cNvSpPr>
            <p:nvPr/>
          </p:nvSpPr>
          <p:spPr bwMode="auto">
            <a:xfrm>
              <a:off x="5292" y="204"/>
              <a:ext cx="0" cy="10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1" name="Text Box 42"/>
            <p:cNvSpPr txBox="1">
              <a:spLocks noChangeArrowheads="1"/>
            </p:cNvSpPr>
            <p:nvPr/>
          </p:nvSpPr>
          <p:spPr bwMode="auto">
            <a:xfrm>
              <a:off x="5292" y="1107"/>
              <a:ext cx="11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CN" sz="1800" baseline="-10000" dirty="0">
                <a:solidFill>
                  <a:srgbClr val="FF3300"/>
                </a:solidFill>
                <a:latin typeface="ISOCPEUR" pitchFamily="34" charset="0"/>
              </a:endParaRPr>
            </a:p>
          </p:txBody>
        </p:sp>
      </p:grpSp>
      <p:sp>
        <p:nvSpPr>
          <p:cNvPr id="175147" name="AutoShape 43"/>
          <p:cNvSpPr>
            <a:spLocks noChangeArrowheads="1"/>
          </p:cNvSpPr>
          <p:nvPr/>
        </p:nvSpPr>
        <p:spPr bwMode="auto">
          <a:xfrm>
            <a:off x="2050878" y="429259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48" name="AutoShape 44"/>
          <p:cNvSpPr>
            <a:spLocks noChangeArrowheads="1"/>
          </p:cNvSpPr>
          <p:nvPr/>
        </p:nvSpPr>
        <p:spPr bwMode="auto">
          <a:xfrm>
            <a:off x="1360315" y="4297360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49" name="AutoShape 45"/>
          <p:cNvSpPr>
            <a:spLocks noChangeArrowheads="1"/>
          </p:cNvSpPr>
          <p:nvPr/>
        </p:nvSpPr>
        <p:spPr bwMode="auto">
          <a:xfrm>
            <a:off x="4308303" y="2157410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74" name="Text Box 70"/>
          <p:cNvSpPr txBox="1">
            <a:spLocks noChangeArrowheads="1"/>
          </p:cNvSpPr>
          <p:nvPr/>
        </p:nvSpPr>
        <p:spPr bwMode="auto">
          <a:xfrm>
            <a:off x="3428828" y="3419472"/>
            <a:ext cx="1428750" cy="8413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交线的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已知投影</a:t>
            </a:r>
          </a:p>
        </p:txBody>
      </p:sp>
      <p:sp>
        <p:nvSpPr>
          <p:cNvPr id="175175" name="Oval 71"/>
          <p:cNvSpPr>
            <a:spLocks noChangeArrowheads="1"/>
          </p:cNvSpPr>
          <p:nvPr/>
        </p:nvSpPr>
        <p:spPr bwMode="auto">
          <a:xfrm>
            <a:off x="1314278" y="3654422"/>
            <a:ext cx="847725" cy="84772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5176" name="Arc 72"/>
          <p:cNvSpPr>
            <a:spLocks/>
          </p:cNvSpPr>
          <p:nvPr/>
        </p:nvSpPr>
        <p:spPr bwMode="auto">
          <a:xfrm>
            <a:off x="3678065" y="2138360"/>
            <a:ext cx="835025" cy="515937"/>
          </a:xfrm>
          <a:custGeom>
            <a:avLst/>
            <a:gdLst>
              <a:gd name="T0" fmla="*/ 0 w 32923"/>
              <a:gd name="T1" fmla="*/ 2147483647 h 21600"/>
              <a:gd name="T2" fmla="*/ 2147483647 w 32923"/>
              <a:gd name="T3" fmla="*/ 2147483647 h 21600"/>
              <a:gd name="T4" fmla="*/ 2147483647 w 3292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923" h="21600" fill="none" extrusionOk="0">
                <a:moveTo>
                  <a:pt x="0" y="7812"/>
                </a:moveTo>
                <a:cubicBezTo>
                  <a:pt x="4103" y="2863"/>
                  <a:pt x="10198" y="-1"/>
                  <a:pt x="16627" y="0"/>
                </a:cubicBezTo>
                <a:cubicBezTo>
                  <a:pt x="22877" y="0"/>
                  <a:pt x="28820" y="2707"/>
                  <a:pt x="32923" y="7422"/>
                </a:cubicBezTo>
              </a:path>
              <a:path w="32923" h="21600" stroke="0" extrusionOk="0">
                <a:moveTo>
                  <a:pt x="0" y="7812"/>
                </a:moveTo>
                <a:cubicBezTo>
                  <a:pt x="4103" y="2863"/>
                  <a:pt x="10198" y="-1"/>
                  <a:pt x="16627" y="0"/>
                </a:cubicBezTo>
                <a:cubicBezTo>
                  <a:pt x="22877" y="0"/>
                  <a:pt x="28820" y="2707"/>
                  <a:pt x="32923" y="7422"/>
                </a:cubicBezTo>
                <a:lnTo>
                  <a:pt x="16627" y="21600"/>
                </a:lnTo>
                <a:lnTo>
                  <a:pt x="0" y="7812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5177" name="Text Box 73"/>
          <p:cNvSpPr txBox="1">
            <a:spLocks noChangeArrowheads="1"/>
          </p:cNvSpPr>
          <p:nvPr/>
        </p:nvSpPr>
        <p:spPr bwMode="auto">
          <a:xfrm>
            <a:off x="1179340" y="4252910"/>
            <a:ext cx="279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ISOCPEUR" pitchFamily="34" charset="0"/>
              </a:rPr>
              <a:t>k</a:t>
            </a:r>
          </a:p>
        </p:txBody>
      </p:sp>
      <p:sp>
        <p:nvSpPr>
          <p:cNvPr id="175178" name="Text Box 74"/>
          <p:cNvSpPr txBox="1">
            <a:spLocks noChangeArrowheads="1"/>
          </p:cNvSpPr>
          <p:nvPr/>
        </p:nvSpPr>
        <p:spPr bwMode="auto">
          <a:xfrm>
            <a:off x="1296815" y="1904997"/>
            <a:ext cx="327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ISOCPEUR" pitchFamily="34" charset="0"/>
              </a:rPr>
              <a:t>k’</a:t>
            </a:r>
          </a:p>
        </p:txBody>
      </p:sp>
      <p:sp>
        <p:nvSpPr>
          <p:cNvPr id="175179" name="Text Box 75"/>
          <p:cNvSpPr txBox="1">
            <a:spLocks noChangeArrowheads="1"/>
          </p:cNvSpPr>
          <p:nvPr/>
        </p:nvSpPr>
        <p:spPr bwMode="auto">
          <a:xfrm>
            <a:off x="4128915" y="1881185"/>
            <a:ext cx="6365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ISOCPEUR" pitchFamily="34" charset="0"/>
              </a:rPr>
              <a:t>k”, l”</a:t>
            </a:r>
          </a:p>
        </p:txBody>
      </p:sp>
      <p:sp>
        <p:nvSpPr>
          <p:cNvPr id="175180" name="Text Box 76"/>
          <p:cNvSpPr txBox="1">
            <a:spLocks noChangeArrowheads="1"/>
          </p:cNvSpPr>
          <p:nvPr/>
        </p:nvSpPr>
        <p:spPr bwMode="auto">
          <a:xfrm>
            <a:off x="1998490" y="4251322"/>
            <a:ext cx="238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ISOCPEUR" pitchFamily="34" charset="0"/>
              </a:rPr>
              <a:t>l</a:t>
            </a:r>
          </a:p>
        </p:txBody>
      </p:sp>
      <p:sp>
        <p:nvSpPr>
          <p:cNvPr id="175181" name="Text Box 77"/>
          <p:cNvSpPr txBox="1">
            <a:spLocks noChangeArrowheads="1"/>
          </p:cNvSpPr>
          <p:nvPr/>
        </p:nvSpPr>
        <p:spPr bwMode="auto">
          <a:xfrm>
            <a:off x="1834978" y="191611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ISOCPEUR" pitchFamily="34" charset="0"/>
              </a:rPr>
              <a:t>l’</a:t>
            </a:r>
          </a:p>
        </p:txBody>
      </p:sp>
      <p:sp>
        <p:nvSpPr>
          <p:cNvPr id="175183" name="Text Box 79"/>
          <p:cNvSpPr txBox="1">
            <a:spLocks noChangeArrowheads="1"/>
          </p:cNvSpPr>
          <p:nvPr/>
        </p:nvSpPr>
        <p:spPr bwMode="auto">
          <a:xfrm>
            <a:off x="193675" y="349250"/>
            <a:ext cx="5330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 dirty="0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3600" i="0" dirty="0" smtClean="0">
                <a:latin typeface="黑体" pitchFamily="2" charset="-122"/>
                <a:ea typeface="黑体" pitchFamily="2" charset="-122"/>
              </a:rPr>
              <a:t>表面取点法</a:t>
            </a:r>
            <a:endParaRPr lang="zh-CN" altLang="en-US" sz="3600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9" name="Freeform 2"/>
          <p:cNvSpPr>
            <a:spLocks/>
          </p:cNvSpPr>
          <p:nvPr/>
        </p:nvSpPr>
        <p:spPr bwMode="auto">
          <a:xfrm>
            <a:off x="6692725" y="4440245"/>
            <a:ext cx="1212850" cy="454025"/>
          </a:xfrm>
          <a:custGeom>
            <a:avLst/>
            <a:gdLst>
              <a:gd name="T0" fmla="*/ 0 w 764"/>
              <a:gd name="T1" fmla="*/ 2147483647 h 286"/>
              <a:gd name="T2" fmla="*/ 2147483647 w 764"/>
              <a:gd name="T3" fmla="*/ 2147483647 h 286"/>
              <a:gd name="T4" fmla="*/ 2147483647 w 764"/>
              <a:gd name="T5" fmla="*/ 2147483647 h 286"/>
              <a:gd name="T6" fmla="*/ 2147483647 w 764"/>
              <a:gd name="T7" fmla="*/ 2147483647 h 286"/>
              <a:gd name="T8" fmla="*/ 2147483647 w 764"/>
              <a:gd name="T9" fmla="*/ 2147483647 h 286"/>
              <a:gd name="T10" fmla="*/ 2147483647 w 764"/>
              <a:gd name="T11" fmla="*/ 2147483647 h 286"/>
              <a:gd name="T12" fmla="*/ 2147483647 w 764"/>
              <a:gd name="T13" fmla="*/ 2147483647 h 286"/>
              <a:gd name="T14" fmla="*/ 2147483647 w 764"/>
              <a:gd name="T15" fmla="*/ 2147483647 h 286"/>
              <a:gd name="T16" fmla="*/ 2147483647 w 764"/>
              <a:gd name="T17" fmla="*/ 2147483647 h 286"/>
              <a:gd name="T18" fmla="*/ 2147483647 w 764"/>
              <a:gd name="T19" fmla="*/ 2147483647 h 286"/>
              <a:gd name="T20" fmla="*/ 2147483647 w 764"/>
              <a:gd name="T21" fmla="*/ 2147483647 h 286"/>
              <a:gd name="T22" fmla="*/ 2147483647 w 764"/>
              <a:gd name="T23" fmla="*/ 2147483647 h 286"/>
              <a:gd name="T24" fmla="*/ 2147483647 w 764"/>
              <a:gd name="T25" fmla="*/ 2147483647 h 286"/>
              <a:gd name="T26" fmla="*/ 2147483647 w 764"/>
              <a:gd name="T27" fmla="*/ 2147483647 h 286"/>
              <a:gd name="T28" fmla="*/ 2147483647 w 764"/>
              <a:gd name="T29" fmla="*/ 2147483647 h 286"/>
              <a:gd name="T30" fmla="*/ 2147483647 w 764"/>
              <a:gd name="T31" fmla="*/ 2147483647 h 286"/>
              <a:gd name="T32" fmla="*/ 2147483647 w 764"/>
              <a:gd name="T33" fmla="*/ 2147483647 h 286"/>
              <a:gd name="T34" fmla="*/ 2147483647 w 764"/>
              <a:gd name="T35" fmla="*/ 0 h 28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764" h="286">
                <a:moveTo>
                  <a:pt x="0" y="28"/>
                </a:moveTo>
                <a:cubicBezTo>
                  <a:pt x="1" y="33"/>
                  <a:pt x="2" y="38"/>
                  <a:pt x="10" y="46"/>
                </a:cubicBezTo>
                <a:cubicBezTo>
                  <a:pt x="18" y="54"/>
                  <a:pt x="33" y="66"/>
                  <a:pt x="50" y="78"/>
                </a:cubicBezTo>
                <a:cubicBezTo>
                  <a:pt x="67" y="90"/>
                  <a:pt x="90" y="105"/>
                  <a:pt x="112" y="118"/>
                </a:cubicBezTo>
                <a:cubicBezTo>
                  <a:pt x="134" y="131"/>
                  <a:pt x="152" y="139"/>
                  <a:pt x="182" y="154"/>
                </a:cubicBezTo>
                <a:cubicBezTo>
                  <a:pt x="212" y="169"/>
                  <a:pt x="264" y="194"/>
                  <a:pt x="290" y="206"/>
                </a:cubicBezTo>
                <a:cubicBezTo>
                  <a:pt x="316" y="218"/>
                  <a:pt x="325" y="221"/>
                  <a:pt x="340" y="228"/>
                </a:cubicBezTo>
                <a:cubicBezTo>
                  <a:pt x="355" y="235"/>
                  <a:pt x="360" y="238"/>
                  <a:pt x="382" y="246"/>
                </a:cubicBezTo>
                <a:cubicBezTo>
                  <a:pt x="404" y="254"/>
                  <a:pt x="447" y="268"/>
                  <a:pt x="472" y="274"/>
                </a:cubicBezTo>
                <a:cubicBezTo>
                  <a:pt x="497" y="280"/>
                  <a:pt x="511" y="283"/>
                  <a:pt x="532" y="284"/>
                </a:cubicBezTo>
                <a:cubicBezTo>
                  <a:pt x="553" y="285"/>
                  <a:pt x="578" y="286"/>
                  <a:pt x="598" y="282"/>
                </a:cubicBezTo>
                <a:cubicBezTo>
                  <a:pt x="618" y="278"/>
                  <a:pt x="635" y="272"/>
                  <a:pt x="652" y="262"/>
                </a:cubicBezTo>
                <a:cubicBezTo>
                  <a:pt x="669" y="252"/>
                  <a:pt x="687" y="239"/>
                  <a:pt x="700" y="224"/>
                </a:cubicBezTo>
                <a:cubicBezTo>
                  <a:pt x="713" y="209"/>
                  <a:pt x="721" y="193"/>
                  <a:pt x="730" y="174"/>
                </a:cubicBezTo>
                <a:cubicBezTo>
                  <a:pt x="739" y="155"/>
                  <a:pt x="747" y="133"/>
                  <a:pt x="752" y="112"/>
                </a:cubicBezTo>
                <a:cubicBezTo>
                  <a:pt x="757" y="91"/>
                  <a:pt x="760" y="64"/>
                  <a:pt x="762" y="50"/>
                </a:cubicBezTo>
                <a:cubicBezTo>
                  <a:pt x="764" y="36"/>
                  <a:pt x="764" y="34"/>
                  <a:pt x="764" y="26"/>
                </a:cubicBezTo>
                <a:cubicBezTo>
                  <a:pt x="764" y="18"/>
                  <a:pt x="764" y="9"/>
                  <a:pt x="764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80" name="Group 46"/>
          <p:cNvGrpSpPr>
            <a:grpSpLocks/>
          </p:cNvGrpSpPr>
          <p:nvPr/>
        </p:nvGrpSpPr>
        <p:grpSpPr bwMode="auto">
          <a:xfrm>
            <a:off x="5857700" y="3554420"/>
            <a:ext cx="2857500" cy="2844800"/>
            <a:chOff x="3633" y="2013"/>
            <a:chExt cx="1800" cy="1792"/>
          </a:xfrm>
        </p:grpSpPr>
        <p:sp>
          <p:nvSpPr>
            <p:cNvPr id="81" name="Line 47"/>
            <p:cNvSpPr>
              <a:spLocks noChangeShapeType="1"/>
            </p:cNvSpPr>
            <p:nvPr/>
          </p:nvSpPr>
          <p:spPr bwMode="auto">
            <a:xfrm>
              <a:off x="4923" y="2411"/>
              <a:ext cx="0" cy="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Line 48"/>
            <p:cNvSpPr>
              <a:spLocks noChangeShapeType="1"/>
            </p:cNvSpPr>
            <p:nvPr/>
          </p:nvSpPr>
          <p:spPr bwMode="auto">
            <a:xfrm flipV="1">
              <a:off x="4176" y="3014"/>
              <a:ext cx="1235" cy="7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Oval 49"/>
            <p:cNvSpPr>
              <a:spLocks noChangeArrowheads="1"/>
            </p:cNvSpPr>
            <p:nvPr/>
          </p:nvSpPr>
          <p:spPr bwMode="auto">
            <a:xfrm>
              <a:off x="4158" y="2177"/>
              <a:ext cx="765" cy="4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84" name="Line 50"/>
            <p:cNvSpPr>
              <a:spLocks noChangeShapeType="1"/>
            </p:cNvSpPr>
            <p:nvPr/>
          </p:nvSpPr>
          <p:spPr bwMode="auto">
            <a:xfrm>
              <a:off x="4159" y="2405"/>
              <a:ext cx="0" cy="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Oval 51"/>
            <p:cNvSpPr>
              <a:spLocks noChangeArrowheads="1"/>
            </p:cNvSpPr>
            <p:nvPr/>
          </p:nvSpPr>
          <p:spPr bwMode="auto">
            <a:xfrm rot="-1817339">
              <a:off x="3633" y="2805"/>
              <a:ext cx="565" cy="1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86" name="Line 52"/>
            <p:cNvSpPr>
              <a:spLocks noChangeShapeType="1"/>
            </p:cNvSpPr>
            <p:nvPr/>
          </p:nvSpPr>
          <p:spPr bwMode="auto">
            <a:xfrm flipV="1">
              <a:off x="3675" y="2589"/>
              <a:ext cx="482" cy="2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53"/>
            <p:cNvSpPr>
              <a:spLocks noChangeShapeType="1"/>
            </p:cNvSpPr>
            <p:nvPr/>
          </p:nvSpPr>
          <p:spPr bwMode="auto">
            <a:xfrm flipV="1">
              <a:off x="4786" y="2151"/>
              <a:ext cx="124" cy="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Arc 54"/>
            <p:cNvSpPr>
              <a:spLocks/>
            </p:cNvSpPr>
            <p:nvPr/>
          </p:nvSpPr>
          <p:spPr bwMode="auto">
            <a:xfrm rot="3571188">
              <a:off x="4780" y="2357"/>
              <a:ext cx="998" cy="309"/>
            </a:xfrm>
            <a:custGeom>
              <a:avLst/>
              <a:gdLst>
                <a:gd name="T0" fmla="*/ 0 w 43172"/>
                <a:gd name="T1" fmla="*/ 0 h 21600"/>
                <a:gd name="T2" fmla="*/ 0 w 43172"/>
                <a:gd name="T3" fmla="*/ 0 h 21600"/>
                <a:gd name="T4" fmla="*/ 0 w 4317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72" h="21600" fill="none" extrusionOk="0">
                  <a:moveTo>
                    <a:pt x="0" y="20597"/>
                  </a:moveTo>
                  <a:cubicBezTo>
                    <a:pt x="536" y="9070"/>
                    <a:pt x="10037" y="-1"/>
                    <a:pt x="21577" y="0"/>
                  </a:cubicBezTo>
                  <a:cubicBezTo>
                    <a:pt x="33317" y="0"/>
                    <a:pt x="42908" y="9378"/>
                    <a:pt x="43171" y="21116"/>
                  </a:cubicBezTo>
                </a:path>
                <a:path w="43172" h="21600" stroke="0" extrusionOk="0">
                  <a:moveTo>
                    <a:pt x="0" y="20597"/>
                  </a:moveTo>
                  <a:cubicBezTo>
                    <a:pt x="536" y="9070"/>
                    <a:pt x="10037" y="-1"/>
                    <a:pt x="21577" y="0"/>
                  </a:cubicBezTo>
                  <a:cubicBezTo>
                    <a:pt x="33317" y="0"/>
                    <a:pt x="42908" y="9378"/>
                    <a:pt x="43171" y="21116"/>
                  </a:cubicBezTo>
                  <a:lnTo>
                    <a:pt x="21577" y="21600"/>
                  </a:lnTo>
                  <a:lnTo>
                    <a:pt x="0" y="2059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9" name="Group 55"/>
          <p:cNvGrpSpPr>
            <a:grpSpLocks/>
          </p:cNvGrpSpPr>
          <p:nvPr/>
        </p:nvGrpSpPr>
        <p:grpSpPr bwMode="auto">
          <a:xfrm>
            <a:off x="4944183" y="4100873"/>
            <a:ext cx="1651000" cy="661987"/>
            <a:chOff x="2961" y="2361"/>
            <a:chExt cx="1040" cy="417"/>
          </a:xfrm>
        </p:grpSpPr>
        <p:sp>
          <p:nvSpPr>
            <p:cNvPr id="90" name="Text Box 56"/>
            <p:cNvSpPr txBox="1">
              <a:spLocks noChangeArrowheads="1"/>
            </p:cNvSpPr>
            <p:nvPr/>
          </p:nvSpPr>
          <p:spPr bwMode="auto">
            <a:xfrm>
              <a:off x="2961" y="2361"/>
              <a:ext cx="900" cy="30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3300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i="0">
                  <a:latin typeface="黑体" pitchFamily="2" charset="-122"/>
                  <a:ea typeface="黑体" pitchFamily="2" charset="-122"/>
                </a:rPr>
                <a:t>辅助平面</a:t>
              </a:r>
              <a:endParaRPr lang="zh-CN" altLang="en-US" i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1" name="Line 57"/>
            <p:cNvSpPr>
              <a:spLocks noChangeShapeType="1"/>
            </p:cNvSpPr>
            <p:nvPr/>
          </p:nvSpPr>
          <p:spPr bwMode="auto">
            <a:xfrm>
              <a:off x="3856" y="2655"/>
              <a:ext cx="145" cy="12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2" name="Group 58"/>
          <p:cNvGrpSpPr>
            <a:grpSpLocks/>
          </p:cNvGrpSpPr>
          <p:nvPr/>
        </p:nvGrpSpPr>
        <p:grpSpPr bwMode="auto">
          <a:xfrm>
            <a:off x="6435550" y="3041657"/>
            <a:ext cx="2573337" cy="3762375"/>
            <a:chOff x="3882" y="510"/>
            <a:chExt cx="1621" cy="2370"/>
          </a:xfrm>
        </p:grpSpPr>
        <p:sp>
          <p:nvSpPr>
            <p:cNvPr id="93" name="Freeform 59"/>
            <p:cNvSpPr>
              <a:spLocks/>
            </p:cNvSpPr>
            <p:nvPr/>
          </p:nvSpPr>
          <p:spPr bwMode="auto">
            <a:xfrm>
              <a:off x="3882" y="510"/>
              <a:ext cx="1621" cy="2370"/>
            </a:xfrm>
            <a:custGeom>
              <a:avLst/>
              <a:gdLst>
                <a:gd name="T0" fmla="*/ 0 w 1621"/>
                <a:gd name="T1" fmla="*/ 2370 h 2370"/>
                <a:gd name="T2" fmla="*/ 1621 w 1621"/>
                <a:gd name="T3" fmla="*/ 1434 h 2370"/>
                <a:gd name="T4" fmla="*/ 1621 w 1621"/>
                <a:gd name="T5" fmla="*/ 0 h 2370"/>
                <a:gd name="T6" fmla="*/ 0 w 1621"/>
                <a:gd name="T7" fmla="*/ 936 h 2370"/>
                <a:gd name="T8" fmla="*/ 0 w 1621"/>
                <a:gd name="T9" fmla="*/ 2370 h 23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21" h="2370">
                  <a:moveTo>
                    <a:pt x="0" y="2370"/>
                  </a:moveTo>
                  <a:lnTo>
                    <a:pt x="1621" y="1434"/>
                  </a:lnTo>
                  <a:lnTo>
                    <a:pt x="1621" y="0"/>
                  </a:lnTo>
                  <a:lnTo>
                    <a:pt x="0" y="936"/>
                  </a:lnTo>
                  <a:lnTo>
                    <a:pt x="0" y="2370"/>
                  </a:lnTo>
                  <a:close/>
                </a:path>
              </a:pathLst>
            </a:custGeom>
            <a:solidFill>
              <a:schemeClr val="hlink">
                <a:alpha val="50195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" name="Text Box 60"/>
            <p:cNvSpPr txBox="1">
              <a:spLocks noChangeArrowheads="1"/>
            </p:cNvSpPr>
            <p:nvPr/>
          </p:nvSpPr>
          <p:spPr bwMode="auto">
            <a:xfrm>
              <a:off x="5277" y="657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i="0">
                  <a:latin typeface="ISOCPEUR" pitchFamily="34" charset="0"/>
                </a:rPr>
                <a:t>P</a:t>
              </a:r>
              <a:endParaRPr kumimoji="0" lang="en-US" altLang="zh-CN" sz="1800" b="0" i="0">
                <a:latin typeface="ISOCPEUR" pitchFamily="34" charset="0"/>
              </a:endParaRPr>
            </a:p>
          </p:txBody>
        </p:sp>
      </p:grpSp>
      <p:sp>
        <p:nvSpPr>
          <p:cNvPr id="95" name="Freeform 61"/>
          <p:cNvSpPr>
            <a:spLocks/>
          </p:cNvSpPr>
          <p:nvPr/>
        </p:nvSpPr>
        <p:spPr bwMode="auto">
          <a:xfrm>
            <a:off x="6676850" y="4202120"/>
            <a:ext cx="2000250" cy="2095500"/>
          </a:xfrm>
          <a:custGeom>
            <a:avLst/>
            <a:gdLst>
              <a:gd name="T0" fmla="*/ 2147483647 w 1260"/>
              <a:gd name="T1" fmla="*/ 2147483647 h 1320"/>
              <a:gd name="T2" fmla="*/ 2147483647 w 1260"/>
              <a:gd name="T3" fmla="*/ 2147483647 h 1320"/>
              <a:gd name="T4" fmla="*/ 2147483647 w 1260"/>
              <a:gd name="T5" fmla="*/ 2147483647 h 1320"/>
              <a:gd name="T6" fmla="*/ 2147483647 w 1260"/>
              <a:gd name="T7" fmla="*/ 0 h 1320"/>
              <a:gd name="T8" fmla="*/ 2147483647 w 1260"/>
              <a:gd name="T9" fmla="*/ 2147483647 h 1320"/>
              <a:gd name="T10" fmla="*/ 0 w 1260"/>
              <a:gd name="T11" fmla="*/ 2147483647 h 1320"/>
              <a:gd name="T12" fmla="*/ 0 w 1260"/>
              <a:gd name="T13" fmla="*/ 2147483647 h 1320"/>
              <a:gd name="T14" fmla="*/ 2147483647 w 1260"/>
              <a:gd name="T15" fmla="*/ 2147483647 h 1320"/>
              <a:gd name="T16" fmla="*/ 2147483647 w 1260"/>
              <a:gd name="T17" fmla="*/ 2147483647 h 132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0" h="1320">
                <a:moveTo>
                  <a:pt x="516" y="173"/>
                </a:moveTo>
                <a:lnTo>
                  <a:pt x="753" y="36"/>
                </a:lnTo>
                <a:lnTo>
                  <a:pt x="753" y="293"/>
                </a:lnTo>
                <a:lnTo>
                  <a:pt x="1260" y="0"/>
                </a:lnTo>
                <a:lnTo>
                  <a:pt x="1260" y="593"/>
                </a:lnTo>
                <a:lnTo>
                  <a:pt x="0" y="1320"/>
                </a:lnTo>
                <a:lnTo>
                  <a:pt x="0" y="725"/>
                </a:lnTo>
                <a:lnTo>
                  <a:pt x="519" y="425"/>
                </a:lnTo>
                <a:lnTo>
                  <a:pt x="516" y="173"/>
                </a:lnTo>
                <a:close/>
              </a:path>
            </a:pathLst>
          </a:custGeom>
          <a:solidFill>
            <a:srgbClr val="FFCC00">
              <a:alpha val="39999"/>
            </a:srgbClr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" name="Text Box 62"/>
          <p:cNvSpPr txBox="1">
            <a:spLocks noChangeArrowheads="1"/>
          </p:cNvSpPr>
          <p:nvPr/>
        </p:nvSpPr>
        <p:spPr bwMode="auto">
          <a:xfrm>
            <a:off x="7137225" y="4883157"/>
            <a:ext cx="398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 K</a:t>
            </a:r>
            <a:endParaRPr kumimoji="0" lang="en-US" altLang="zh-CN" sz="1800" b="0">
              <a:latin typeface="ISOCPEUR" pitchFamily="34" charset="0"/>
            </a:endParaRPr>
          </a:p>
        </p:txBody>
      </p:sp>
      <p:sp>
        <p:nvSpPr>
          <p:cNvPr id="97" name="Line 63"/>
          <p:cNvSpPr>
            <a:spLocks noChangeShapeType="1"/>
          </p:cNvSpPr>
          <p:nvPr/>
        </p:nvSpPr>
        <p:spPr bwMode="auto">
          <a:xfrm>
            <a:off x="7872237" y="4265620"/>
            <a:ext cx="0" cy="1339850"/>
          </a:xfrm>
          <a:prstGeom prst="line">
            <a:avLst/>
          </a:prstGeom>
          <a:noFill/>
          <a:ln w="127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" name="Line 64"/>
          <p:cNvSpPr>
            <a:spLocks noChangeShapeType="1"/>
          </p:cNvSpPr>
          <p:nvPr/>
        </p:nvSpPr>
        <p:spPr bwMode="auto">
          <a:xfrm>
            <a:off x="7496000" y="4484695"/>
            <a:ext cx="0" cy="1339850"/>
          </a:xfrm>
          <a:prstGeom prst="line">
            <a:avLst/>
          </a:prstGeom>
          <a:noFill/>
          <a:ln w="127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9" name="Line 65"/>
          <p:cNvSpPr>
            <a:spLocks noChangeShapeType="1"/>
          </p:cNvSpPr>
          <p:nvPr/>
        </p:nvSpPr>
        <p:spPr bwMode="auto">
          <a:xfrm flipH="1">
            <a:off x="6680025" y="5140332"/>
            <a:ext cx="1997075" cy="1152525"/>
          </a:xfrm>
          <a:prstGeom prst="line">
            <a:avLst/>
          </a:prstGeom>
          <a:noFill/>
          <a:ln w="127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0" name="Line 66"/>
          <p:cNvSpPr>
            <a:spLocks noChangeShapeType="1"/>
          </p:cNvSpPr>
          <p:nvPr/>
        </p:nvSpPr>
        <p:spPr bwMode="auto">
          <a:xfrm flipV="1">
            <a:off x="6675262" y="4203707"/>
            <a:ext cx="2000250" cy="1152525"/>
          </a:xfrm>
          <a:prstGeom prst="line">
            <a:avLst/>
          </a:prstGeom>
          <a:noFill/>
          <a:ln w="1270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AutoShape 67"/>
          <p:cNvSpPr>
            <a:spLocks noChangeArrowheads="1"/>
          </p:cNvSpPr>
          <p:nvPr/>
        </p:nvSpPr>
        <p:spPr bwMode="auto">
          <a:xfrm>
            <a:off x="7457900" y="4856170"/>
            <a:ext cx="71437" cy="71437"/>
          </a:xfrm>
          <a:prstGeom prst="flowChartConnector">
            <a:avLst/>
          </a:prstGeom>
          <a:solidFill>
            <a:srgbClr val="00FFCC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02" name="Text Box 68"/>
          <p:cNvSpPr txBox="1">
            <a:spLocks noChangeArrowheads="1"/>
          </p:cNvSpPr>
          <p:nvPr/>
        </p:nvSpPr>
        <p:spPr bwMode="auto">
          <a:xfrm>
            <a:off x="7881762" y="4557720"/>
            <a:ext cx="290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L</a:t>
            </a:r>
            <a:endParaRPr kumimoji="0" lang="en-US" altLang="zh-CN" sz="1800" b="0">
              <a:latin typeface="ISOCPEUR" pitchFamily="34" charset="0"/>
            </a:endParaRPr>
          </a:p>
        </p:txBody>
      </p:sp>
      <p:sp>
        <p:nvSpPr>
          <p:cNvPr id="103" name="AutoShape 69"/>
          <p:cNvSpPr>
            <a:spLocks noChangeArrowheads="1"/>
          </p:cNvSpPr>
          <p:nvPr/>
        </p:nvSpPr>
        <p:spPr bwMode="auto">
          <a:xfrm>
            <a:off x="7837312" y="4637095"/>
            <a:ext cx="71438" cy="71437"/>
          </a:xfrm>
          <a:prstGeom prst="flowChartConnector">
            <a:avLst/>
          </a:prstGeom>
          <a:solidFill>
            <a:srgbClr val="00FFCC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67271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7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75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7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7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17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7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9" dur="500"/>
                                        <p:tgtEl>
                                          <p:spTgt spid="1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7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7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7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7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7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7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7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7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22" grpId="0" animBg="1"/>
      <p:bldP spid="175123" grpId="0" animBg="1"/>
      <p:bldP spid="175124" grpId="0" animBg="1"/>
      <p:bldP spid="175125" grpId="0" animBg="1"/>
      <p:bldP spid="175126" grpId="0" animBg="1"/>
      <p:bldP spid="175127" grpId="0" animBg="1"/>
      <p:bldP spid="175128" grpId="0" animBg="1"/>
      <p:bldP spid="175129" grpId="0" animBg="1"/>
      <p:bldP spid="175130" grpId="0" animBg="1"/>
      <p:bldP spid="175131" grpId="0" animBg="1"/>
      <p:bldP spid="175132" grpId="0" animBg="1"/>
      <p:bldP spid="175133" grpId="0" animBg="1"/>
      <p:bldP spid="175134" grpId="0" animBg="1"/>
      <p:bldP spid="175135" grpId="0" animBg="1"/>
      <p:bldP spid="175136" grpId="0" animBg="1"/>
      <p:bldP spid="175137" grpId="0" animBg="1"/>
      <p:bldP spid="175138" grpId="0" animBg="1"/>
      <p:bldP spid="175139" grpId="0" animBg="1"/>
      <p:bldP spid="175140" grpId="0" animBg="1"/>
      <p:bldP spid="14402" grpId="0" animBg="1"/>
      <p:bldP spid="175147" grpId="0" animBg="1"/>
      <p:bldP spid="175148" grpId="0" animBg="1"/>
      <p:bldP spid="175149" grpId="0" animBg="1"/>
      <p:bldP spid="175174" grpId="0" animBg="1" autoUpdateAnimBg="0"/>
      <p:bldP spid="175175" grpId="0" animBg="1"/>
      <p:bldP spid="175176" grpId="0" animBg="1"/>
      <p:bldP spid="175177" grpId="0"/>
      <p:bldP spid="175178" grpId="0"/>
      <p:bldP spid="175179" grpId="0"/>
      <p:bldP spid="175180" grpId="0"/>
      <p:bldP spid="175181" grpId="0"/>
      <p:bldP spid="175183" grpId="0"/>
      <p:bldP spid="79" grpId="0" animBg="1"/>
      <p:bldP spid="95" grpId="0" animBg="1"/>
      <p:bldP spid="96" grpId="0"/>
      <p:bldP spid="97" grpId="0" animBg="1"/>
      <p:bldP spid="98" grpId="0" animBg="1"/>
      <p:bldP spid="99" grpId="0" animBg="1"/>
      <p:bldP spid="100" grpId="0" animBg="1"/>
      <p:bldP spid="101" grpId="0" animBg="1"/>
      <p:bldP spid="102" grpId="0"/>
      <p:bldP spid="10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440A1EE-97C2-4710-A6B3-DDD27F0BFDBF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76130" name="Line 2"/>
          <p:cNvSpPr>
            <a:spLocks noChangeShapeType="1"/>
          </p:cNvSpPr>
          <p:nvPr/>
        </p:nvSpPr>
        <p:spPr bwMode="auto">
          <a:xfrm>
            <a:off x="1876425" y="3001963"/>
            <a:ext cx="1557338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131" name="Line 3"/>
          <p:cNvSpPr>
            <a:spLocks noChangeShapeType="1"/>
          </p:cNvSpPr>
          <p:nvPr/>
        </p:nvSpPr>
        <p:spPr bwMode="auto">
          <a:xfrm>
            <a:off x="1878013" y="917575"/>
            <a:ext cx="0" cy="20796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32" name="Line 4"/>
          <p:cNvSpPr>
            <a:spLocks noChangeShapeType="1"/>
          </p:cNvSpPr>
          <p:nvPr/>
        </p:nvSpPr>
        <p:spPr bwMode="auto">
          <a:xfrm>
            <a:off x="3438525" y="917575"/>
            <a:ext cx="0" cy="208121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33" name="Line 5"/>
          <p:cNvSpPr>
            <a:spLocks noChangeShapeType="1"/>
          </p:cNvSpPr>
          <p:nvPr/>
        </p:nvSpPr>
        <p:spPr bwMode="auto">
          <a:xfrm>
            <a:off x="1876425" y="938213"/>
            <a:ext cx="1557338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134" name="Rectangle 6"/>
          <p:cNvSpPr>
            <a:spLocks noChangeArrowheads="1"/>
          </p:cNvSpPr>
          <p:nvPr/>
        </p:nvSpPr>
        <p:spPr bwMode="auto">
          <a:xfrm>
            <a:off x="1671638" y="247650"/>
            <a:ext cx="1881187" cy="6289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35" name="Line 7"/>
          <p:cNvSpPr>
            <a:spLocks noChangeShapeType="1"/>
          </p:cNvSpPr>
          <p:nvPr/>
        </p:nvSpPr>
        <p:spPr bwMode="auto">
          <a:xfrm>
            <a:off x="3248025" y="939800"/>
            <a:ext cx="136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36" name="Line 8"/>
          <p:cNvSpPr>
            <a:spLocks noChangeShapeType="1"/>
          </p:cNvSpPr>
          <p:nvPr/>
        </p:nvSpPr>
        <p:spPr bwMode="auto">
          <a:xfrm>
            <a:off x="1911350" y="936625"/>
            <a:ext cx="16827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37" name="Line 9"/>
          <p:cNvSpPr>
            <a:spLocks noChangeShapeType="1"/>
          </p:cNvSpPr>
          <p:nvPr/>
        </p:nvSpPr>
        <p:spPr bwMode="auto">
          <a:xfrm flipH="1">
            <a:off x="3238500" y="3003550"/>
            <a:ext cx="15557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38" name="Line 10"/>
          <p:cNvSpPr>
            <a:spLocks noChangeShapeType="1"/>
          </p:cNvSpPr>
          <p:nvPr/>
        </p:nvSpPr>
        <p:spPr bwMode="auto">
          <a:xfrm>
            <a:off x="1909763" y="3000375"/>
            <a:ext cx="1730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39" name="Line 11"/>
          <p:cNvSpPr>
            <a:spLocks noChangeShapeType="1"/>
          </p:cNvSpPr>
          <p:nvPr/>
        </p:nvSpPr>
        <p:spPr bwMode="auto">
          <a:xfrm>
            <a:off x="3435350" y="2862263"/>
            <a:ext cx="0" cy="150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140" name="Line 12"/>
          <p:cNvSpPr>
            <a:spLocks noChangeShapeType="1"/>
          </p:cNvSpPr>
          <p:nvPr/>
        </p:nvSpPr>
        <p:spPr bwMode="auto">
          <a:xfrm>
            <a:off x="1871663" y="2862263"/>
            <a:ext cx="0" cy="150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141" name="Freeform 13"/>
          <p:cNvSpPr>
            <a:spLocks/>
          </p:cNvSpPr>
          <p:nvPr/>
        </p:nvSpPr>
        <p:spPr bwMode="auto">
          <a:xfrm>
            <a:off x="1873250" y="920750"/>
            <a:ext cx="1565275" cy="160338"/>
          </a:xfrm>
          <a:custGeom>
            <a:avLst/>
            <a:gdLst>
              <a:gd name="T0" fmla="*/ 0 w 980"/>
              <a:gd name="T1" fmla="*/ 2147483647 h 95"/>
              <a:gd name="T2" fmla="*/ 2147483647 w 980"/>
              <a:gd name="T3" fmla="*/ 2147483647 h 95"/>
              <a:gd name="T4" fmla="*/ 2147483647 w 980"/>
              <a:gd name="T5" fmla="*/ 2147483647 h 95"/>
              <a:gd name="T6" fmla="*/ 2147483647 w 980"/>
              <a:gd name="T7" fmla="*/ 2147483647 h 95"/>
              <a:gd name="T8" fmla="*/ 2147483647 w 980"/>
              <a:gd name="T9" fmla="*/ 2147483647 h 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80" h="95">
                <a:moveTo>
                  <a:pt x="0" y="95"/>
                </a:moveTo>
                <a:cubicBezTo>
                  <a:pt x="22" y="57"/>
                  <a:pt x="44" y="20"/>
                  <a:pt x="126" y="10"/>
                </a:cubicBezTo>
                <a:cubicBezTo>
                  <a:pt x="208" y="0"/>
                  <a:pt x="373" y="34"/>
                  <a:pt x="495" y="34"/>
                </a:cubicBezTo>
                <a:cubicBezTo>
                  <a:pt x="617" y="34"/>
                  <a:pt x="777" y="0"/>
                  <a:pt x="858" y="10"/>
                </a:cubicBezTo>
                <a:cubicBezTo>
                  <a:pt x="939" y="20"/>
                  <a:pt x="959" y="57"/>
                  <a:pt x="980" y="95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42" name="Freeform 14"/>
          <p:cNvSpPr>
            <a:spLocks/>
          </p:cNvSpPr>
          <p:nvPr/>
        </p:nvSpPr>
        <p:spPr bwMode="auto">
          <a:xfrm>
            <a:off x="1882775" y="2862263"/>
            <a:ext cx="1555750" cy="157162"/>
          </a:xfrm>
          <a:custGeom>
            <a:avLst/>
            <a:gdLst>
              <a:gd name="T0" fmla="*/ 0 w 980"/>
              <a:gd name="T1" fmla="*/ 0 h 99"/>
              <a:gd name="T2" fmla="*/ 2147483647 w 980"/>
              <a:gd name="T3" fmla="*/ 2147483647 h 99"/>
              <a:gd name="T4" fmla="*/ 2147483647 w 980"/>
              <a:gd name="T5" fmla="*/ 2147483647 h 99"/>
              <a:gd name="T6" fmla="*/ 2147483647 w 980"/>
              <a:gd name="T7" fmla="*/ 2147483647 h 99"/>
              <a:gd name="T8" fmla="*/ 2147483647 w 980"/>
              <a:gd name="T9" fmla="*/ 0 h 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80" h="99">
                <a:moveTo>
                  <a:pt x="0" y="0"/>
                </a:moveTo>
                <a:cubicBezTo>
                  <a:pt x="22" y="39"/>
                  <a:pt x="44" y="79"/>
                  <a:pt x="126" y="89"/>
                </a:cubicBezTo>
                <a:cubicBezTo>
                  <a:pt x="208" y="99"/>
                  <a:pt x="370" y="62"/>
                  <a:pt x="492" y="62"/>
                </a:cubicBezTo>
                <a:cubicBezTo>
                  <a:pt x="614" y="62"/>
                  <a:pt x="777" y="99"/>
                  <a:pt x="858" y="89"/>
                </a:cubicBezTo>
                <a:cubicBezTo>
                  <a:pt x="939" y="79"/>
                  <a:pt x="959" y="39"/>
                  <a:pt x="980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143" name="Freeform 15"/>
          <p:cNvSpPr>
            <a:spLocks/>
          </p:cNvSpPr>
          <p:nvPr/>
        </p:nvSpPr>
        <p:spPr bwMode="auto">
          <a:xfrm>
            <a:off x="1863725" y="1071563"/>
            <a:ext cx="192088" cy="1790700"/>
          </a:xfrm>
          <a:custGeom>
            <a:avLst/>
            <a:gdLst>
              <a:gd name="T0" fmla="*/ 0 w 112"/>
              <a:gd name="T1" fmla="*/ 0 h 1128"/>
              <a:gd name="T2" fmla="*/ 2147483647 w 112"/>
              <a:gd name="T3" fmla="*/ 2147483647 h 1128"/>
              <a:gd name="T4" fmla="*/ 2147483647 w 112"/>
              <a:gd name="T5" fmla="*/ 2147483647 h 1128"/>
              <a:gd name="T6" fmla="*/ 2147483647 w 112"/>
              <a:gd name="T7" fmla="*/ 2147483647 h 1128"/>
              <a:gd name="T8" fmla="*/ 2147483647 w 112"/>
              <a:gd name="T9" fmla="*/ 2147483647 h 1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1128">
                <a:moveTo>
                  <a:pt x="0" y="0"/>
                </a:moveTo>
                <a:cubicBezTo>
                  <a:pt x="17" y="42"/>
                  <a:pt x="35" y="85"/>
                  <a:pt x="54" y="179"/>
                </a:cubicBezTo>
                <a:cubicBezTo>
                  <a:pt x="73" y="273"/>
                  <a:pt x="112" y="439"/>
                  <a:pt x="112" y="566"/>
                </a:cubicBezTo>
                <a:cubicBezTo>
                  <a:pt x="112" y="693"/>
                  <a:pt x="72" y="845"/>
                  <a:pt x="54" y="939"/>
                </a:cubicBezTo>
                <a:cubicBezTo>
                  <a:pt x="36" y="1033"/>
                  <a:pt x="19" y="1080"/>
                  <a:pt x="3" y="112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44" name="Freeform 16"/>
          <p:cNvSpPr>
            <a:spLocks/>
          </p:cNvSpPr>
          <p:nvPr/>
        </p:nvSpPr>
        <p:spPr bwMode="auto">
          <a:xfrm>
            <a:off x="3270250" y="1071563"/>
            <a:ext cx="173038" cy="1790700"/>
          </a:xfrm>
          <a:custGeom>
            <a:avLst/>
            <a:gdLst>
              <a:gd name="T0" fmla="*/ 2147483647 w 109"/>
              <a:gd name="T1" fmla="*/ 0 h 1128"/>
              <a:gd name="T2" fmla="*/ 2147483647 w 109"/>
              <a:gd name="T3" fmla="*/ 2147483647 h 1128"/>
              <a:gd name="T4" fmla="*/ 2147483647 w 109"/>
              <a:gd name="T5" fmla="*/ 2147483647 h 1128"/>
              <a:gd name="T6" fmla="*/ 2147483647 w 109"/>
              <a:gd name="T7" fmla="*/ 2147483647 h 1128"/>
              <a:gd name="T8" fmla="*/ 2147483647 w 109"/>
              <a:gd name="T9" fmla="*/ 2147483647 h 1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" h="1128">
                <a:moveTo>
                  <a:pt x="109" y="0"/>
                </a:moveTo>
                <a:cubicBezTo>
                  <a:pt x="94" y="42"/>
                  <a:pt x="80" y="85"/>
                  <a:pt x="62" y="179"/>
                </a:cubicBezTo>
                <a:cubicBezTo>
                  <a:pt x="44" y="273"/>
                  <a:pt x="2" y="435"/>
                  <a:pt x="1" y="562"/>
                </a:cubicBezTo>
                <a:cubicBezTo>
                  <a:pt x="0" y="689"/>
                  <a:pt x="37" y="845"/>
                  <a:pt x="55" y="939"/>
                </a:cubicBezTo>
                <a:cubicBezTo>
                  <a:pt x="73" y="1033"/>
                  <a:pt x="91" y="1080"/>
                  <a:pt x="109" y="112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45" name="Line 17"/>
          <p:cNvSpPr>
            <a:spLocks noChangeShapeType="1"/>
          </p:cNvSpPr>
          <p:nvPr/>
        </p:nvSpPr>
        <p:spPr bwMode="auto">
          <a:xfrm flipV="1">
            <a:off x="2057400" y="1962150"/>
            <a:ext cx="0" cy="3911600"/>
          </a:xfrm>
          <a:prstGeom prst="line">
            <a:avLst/>
          </a:prstGeom>
          <a:noFill/>
          <a:ln w="31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46" name="Line 18"/>
          <p:cNvSpPr>
            <a:spLocks noChangeShapeType="1"/>
          </p:cNvSpPr>
          <p:nvPr/>
        </p:nvSpPr>
        <p:spPr bwMode="auto">
          <a:xfrm flipV="1">
            <a:off x="3263900" y="1968500"/>
            <a:ext cx="0" cy="3898900"/>
          </a:xfrm>
          <a:prstGeom prst="line">
            <a:avLst/>
          </a:prstGeom>
          <a:noFill/>
          <a:ln w="31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47" name="Line 19"/>
          <p:cNvSpPr>
            <a:spLocks noChangeShapeType="1"/>
          </p:cNvSpPr>
          <p:nvPr/>
        </p:nvSpPr>
        <p:spPr bwMode="auto">
          <a:xfrm>
            <a:off x="1873250" y="928688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48" name="Line 20"/>
          <p:cNvSpPr>
            <a:spLocks noChangeShapeType="1"/>
          </p:cNvSpPr>
          <p:nvPr/>
        </p:nvSpPr>
        <p:spPr bwMode="auto">
          <a:xfrm>
            <a:off x="3433763" y="928688"/>
            <a:ext cx="3175" cy="133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49" name="Line 21"/>
          <p:cNvSpPr>
            <a:spLocks noChangeShapeType="1"/>
          </p:cNvSpPr>
          <p:nvPr/>
        </p:nvSpPr>
        <p:spPr bwMode="auto">
          <a:xfrm>
            <a:off x="2663825" y="973138"/>
            <a:ext cx="3690938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50" name="Line 22"/>
          <p:cNvSpPr>
            <a:spLocks noChangeShapeType="1"/>
          </p:cNvSpPr>
          <p:nvPr/>
        </p:nvSpPr>
        <p:spPr bwMode="auto">
          <a:xfrm>
            <a:off x="2662238" y="2959100"/>
            <a:ext cx="3683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51" name="Line 23"/>
          <p:cNvSpPr>
            <a:spLocks noChangeShapeType="1"/>
          </p:cNvSpPr>
          <p:nvPr/>
        </p:nvSpPr>
        <p:spPr bwMode="auto">
          <a:xfrm>
            <a:off x="1874838" y="1069975"/>
            <a:ext cx="5262562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52" name="Line 24"/>
          <p:cNvSpPr>
            <a:spLocks noChangeShapeType="1"/>
          </p:cNvSpPr>
          <p:nvPr/>
        </p:nvSpPr>
        <p:spPr bwMode="auto">
          <a:xfrm>
            <a:off x="1962150" y="2549525"/>
            <a:ext cx="55086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53" name="Line 25"/>
          <p:cNvSpPr>
            <a:spLocks noChangeShapeType="1"/>
          </p:cNvSpPr>
          <p:nvPr/>
        </p:nvSpPr>
        <p:spPr bwMode="auto">
          <a:xfrm>
            <a:off x="1960563" y="1341438"/>
            <a:ext cx="550703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54" name="Line 26"/>
          <p:cNvSpPr>
            <a:spLocks noChangeShapeType="1"/>
          </p:cNvSpPr>
          <p:nvPr/>
        </p:nvSpPr>
        <p:spPr bwMode="auto">
          <a:xfrm>
            <a:off x="1871663" y="2863850"/>
            <a:ext cx="529113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55" name="Line 27"/>
          <p:cNvSpPr>
            <a:spLocks noChangeShapeType="1"/>
          </p:cNvSpPr>
          <p:nvPr/>
        </p:nvSpPr>
        <p:spPr bwMode="auto">
          <a:xfrm flipV="1">
            <a:off x="2082800" y="933450"/>
            <a:ext cx="0" cy="391953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56" name="Line 28"/>
          <p:cNvSpPr>
            <a:spLocks noChangeShapeType="1"/>
          </p:cNvSpPr>
          <p:nvPr/>
        </p:nvSpPr>
        <p:spPr bwMode="auto">
          <a:xfrm flipV="1">
            <a:off x="3246438" y="930275"/>
            <a:ext cx="0" cy="38989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76157" name="Group 29"/>
          <p:cNvGrpSpPr>
            <a:grpSpLocks/>
          </p:cNvGrpSpPr>
          <p:nvPr/>
        </p:nvGrpSpPr>
        <p:grpSpPr bwMode="auto">
          <a:xfrm>
            <a:off x="5492750" y="358775"/>
            <a:ext cx="2419350" cy="3200400"/>
            <a:chOff x="3460" y="226"/>
            <a:chExt cx="1524" cy="2016"/>
          </a:xfrm>
        </p:grpSpPr>
        <p:sp>
          <p:nvSpPr>
            <p:cNvPr id="15495" name="Line 30"/>
            <p:cNvSpPr>
              <a:spLocks noChangeShapeType="1"/>
            </p:cNvSpPr>
            <p:nvPr/>
          </p:nvSpPr>
          <p:spPr bwMode="auto">
            <a:xfrm>
              <a:off x="3460" y="1244"/>
              <a:ext cx="1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96" name="Line 31"/>
            <p:cNvSpPr>
              <a:spLocks noChangeShapeType="1"/>
            </p:cNvSpPr>
            <p:nvPr/>
          </p:nvSpPr>
          <p:spPr bwMode="auto">
            <a:xfrm>
              <a:off x="4165" y="522"/>
              <a:ext cx="0" cy="1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97" name="Oval 32"/>
            <p:cNvSpPr>
              <a:spLocks noChangeArrowheads="1"/>
            </p:cNvSpPr>
            <p:nvPr/>
          </p:nvSpPr>
          <p:spPr bwMode="auto">
            <a:xfrm>
              <a:off x="3522" y="589"/>
              <a:ext cx="1300" cy="13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5498" name="Line 33"/>
            <p:cNvSpPr>
              <a:spLocks noChangeShapeType="1"/>
            </p:cNvSpPr>
            <p:nvPr/>
          </p:nvSpPr>
          <p:spPr bwMode="auto">
            <a:xfrm>
              <a:off x="4496" y="22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99" name="Freeform 34"/>
            <p:cNvSpPr>
              <a:spLocks/>
            </p:cNvSpPr>
            <p:nvPr/>
          </p:nvSpPr>
          <p:spPr bwMode="auto">
            <a:xfrm>
              <a:off x="4000" y="296"/>
              <a:ext cx="984" cy="1864"/>
            </a:xfrm>
            <a:custGeom>
              <a:avLst/>
              <a:gdLst>
                <a:gd name="T0" fmla="*/ 0 w 984"/>
                <a:gd name="T1" fmla="*/ 320 h 1864"/>
                <a:gd name="T2" fmla="*/ 0 w 984"/>
                <a:gd name="T3" fmla="*/ 0 h 1864"/>
                <a:gd name="T4" fmla="*/ 984 w 984"/>
                <a:gd name="T5" fmla="*/ 0 h 1864"/>
                <a:gd name="T6" fmla="*/ 984 w 984"/>
                <a:gd name="T7" fmla="*/ 1864 h 1864"/>
                <a:gd name="T8" fmla="*/ 0 w 984"/>
                <a:gd name="T9" fmla="*/ 1864 h 1864"/>
                <a:gd name="T10" fmla="*/ 0 w 984"/>
                <a:gd name="T11" fmla="*/ 1568 h 18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4" h="1864">
                  <a:moveTo>
                    <a:pt x="0" y="320"/>
                  </a:moveTo>
                  <a:lnTo>
                    <a:pt x="0" y="0"/>
                  </a:lnTo>
                  <a:lnTo>
                    <a:pt x="984" y="0"/>
                  </a:lnTo>
                  <a:lnTo>
                    <a:pt x="984" y="1864"/>
                  </a:lnTo>
                  <a:lnTo>
                    <a:pt x="0" y="1864"/>
                  </a:lnTo>
                  <a:lnTo>
                    <a:pt x="0" y="15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391" name="Group 35"/>
          <p:cNvGrpSpPr>
            <a:grpSpLocks/>
          </p:cNvGrpSpPr>
          <p:nvPr/>
        </p:nvGrpSpPr>
        <p:grpSpPr bwMode="auto">
          <a:xfrm>
            <a:off x="876300" y="3810000"/>
            <a:ext cx="3708400" cy="2425700"/>
            <a:chOff x="552" y="2400"/>
            <a:chExt cx="2336" cy="1528"/>
          </a:xfrm>
        </p:grpSpPr>
        <p:sp>
          <p:nvSpPr>
            <p:cNvPr id="15490" name="Oval 36"/>
            <p:cNvSpPr>
              <a:spLocks noChangeArrowheads="1"/>
            </p:cNvSpPr>
            <p:nvPr/>
          </p:nvSpPr>
          <p:spPr bwMode="auto">
            <a:xfrm>
              <a:off x="1184" y="2880"/>
              <a:ext cx="984" cy="9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5491" name="Line 37"/>
            <p:cNvSpPr>
              <a:spLocks noChangeShapeType="1"/>
            </p:cNvSpPr>
            <p:nvPr/>
          </p:nvSpPr>
          <p:spPr bwMode="auto">
            <a:xfrm>
              <a:off x="552" y="3048"/>
              <a:ext cx="2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92" name="Line 38"/>
            <p:cNvSpPr>
              <a:spLocks noChangeShapeType="1"/>
            </p:cNvSpPr>
            <p:nvPr/>
          </p:nvSpPr>
          <p:spPr bwMode="auto">
            <a:xfrm>
              <a:off x="1128" y="3376"/>
              <a:ext cx="1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93" name="Line 39"/>
            <p:cNvSpPr>
              <a:spLocks noChangeShapeType="1"/>
            </p:cNvSpPr>
            <p:nvPr/>
          </p:nvSpPr>
          <p:spPr bwMode="auto">
            <a:xfrm>
              <a:off x="1671" y="2824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94" name="Freeform 40"/>
            <p:cNvSpPr>
              <a:spLocks/>
            </p:cNvSpPr>
            <p:nvPr/>
          </p:nvSpPr>
          <p:spPr bwMode="auto">
            <a:xfrm>
              <a:off x="624" y="2400"/>
              <a:ext cx="2224" cy="1296"/>
            </a:xfrm>
            <a:custGeom>
              <a:avLst/>
              <a:gdLst>
                <a:gd name="T0" fmla="*/ 680 w 2224"/>
                <a:gd name="T1" fmla="*/ 1296 h 1296"/>
                <a:gd name="T2" fmla="*/ 0 w 2224"/>
                <a:gd name="T3" fmla="*/ 1296 h 1296"/>
                <a:gd name="T4" fmla="*/ 0 w 2224"/>
                <a:gd name="T5" fmla="*/ 0 h 1296"/>
                <a:gd name="T6" fmla="*/ 2224 w 2224"/>
                <a:gd name="T7" fmla="*/ 0 h 1296"/>
                <a:gd name="T8" fmla="*/ 2224 w 2224"/>
                <a:gd name="T9" fmla="*/ 1296 h 1296"/>
                <a:gd name="T10" fmla="*/ 1432 w 2224"/>
                <a:gd name="T11" fmla="*/ 1296 h 1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24" h="1296">
                  <a:moveTo>
                    <a:pt x="680" y="1296"/>
                  </a:moveTo>
                  <a:lnTo>
                    <a:pt x="0" y="1296"/>
                  </a:lnTo>
                  <a:lnTo>
                    <a:pt x="0" y="0"/>
                  </a:lnTo>
                  <a:lnTo>
                    <a:pt x="2224" y="0"/>
                  </a:lnTo>
                  <a:lnTo>
                    <a:pt x="2224" y="1296"/>
                  </a:lnTo>
                  <a:lnTo>
                    <a:pt x="1432" y="129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6169" name="Group 41"/>
          <p:cNvGrpSpPr>
            <a:grpSpLocks/>
          </p:cNvGrpSpPr>
          <p:nvPr/>
        </p:nvGrpSpPr>
        <p:grpSpPr bwMode="auto">
          <a:xfrm>
            <a:off x="889000" y="381000"/>
            <a:ext cx="3746500" cy="3149600"/>
            <a:chOff x="560" y="240"/>
            <a:chExt cx="2360" cy="1984"/>
          </a:xfrm>
        </p:grpSpPr>
        <p:sp>
          <p:nvSpPr>
            <p:cNvPr id="15487" name="Line 42"/>
            <p:cNvSpPr>
              <a:spLocks noChangeShapeType="1"/>
            </p:cNvSpPr>
            <p:nvPr/>
          </p:nvSpPr>
          <p:spPr bwMode="auto">
            <a:xfrm>
              <a:off x="560" y="1240"/>
              <a:ext cx="2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88" name="Line 43"/>
            <p:cNvSpPr>
              <a:spLocks noChangeShapeType="1"/>
            </p:cNvSpPr>
            <p:nvPr/>
          </p:nvSpPr>
          <p:spPr bwMode="auto">
            <a:xfrm flipV="1">
              <a:off x="1680" y="240"/>
              <a:ext cx="0" cy="19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89" name="Freeform 44"/>
            <p:cNvSpPr>
              <a:spLocks/>
            </p:cNvSpPr>
            <p:nvPr/>
          </p:nvSpPr>
          <p:spPr bwMode="auto">
            <a:xfrm>
              <a:off x="624" y="294"/>
              <a:ext cx="2220" cy="1866"/>
            </a:xfrm>
            <a:custGeom>
              <a:avLst/>
              <a:gdLst>
                <a:gd name="T0" fmla="*/ 558 w 2220"/>
                <a:gd name="T1" fmla="*/ 1866 h 1866"/>
                <a:gd name="T2" fmla="*/ 558 w 2220"/>
                <a:gd name="T3" fmla="*/ 1596 h 1866"/>
                <a:gd name="T4" fmla="*/ 0 w 2220"/>
                <a:gd name="T5" fmla="*/ 1596 h 1866"/>
                <a:gd name="T6" fmla="*/ 0 w 2220"/>
                <a:gd name="T7" fmla="*/ 294 h 1866"/>
                <a:gd name="T8" fmla="*/ 558 w 2220"/>
                <a:gd name="T9" fmla="*/ 294 h 1866"/>
                <a:gd name="T10" fmla="*/ 558 w 2220"/>
                <a:gd name="T11" fmla="*/ 0 h 1866"/>
                <a:gd name="T12" fmla="*/ 1542 w 2220"/>
                <a:gd name="T13" fmla="*/ 0 h 1866"/>
                <a:gd name="T14" fmla="*/ 1542 w 2220"/>
                <a:gd name="T15" fmla="*/ 294 h 1866"/>
                <a:gd name="T16" fmla="*/ 2220 w 2220"/>
                <a:gd name="T17" fmla="*/ 294 h 1866"/>
                <a:gd name="T18" fmla="*/ 2220 w 2220"/>
                <a:gd name="T19" fmla="*/ 1596 h 1866"/>
                <a:gd name="T20" fmla="*/ 1542 w 2220"/>
                <a:gd name="T21" fmla="*/ 1596 h 1866"/>
                <a:gd name="T22" fmla="*/ 1542 w 2220"/>
                <a:gd name="T23" fmla="*/ 1866 h 1866"/>
                <a:gd name="T24" fmla="*/ 558 w 2220"/>
                <a:gd name="T25" fmla="*/ 1866 h 18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20" h="1866">
                  <a:moveTo>
                    <a:pt x="558" y="1866"/>
                  </a:moveTo>
                  <a:lnTo>
                    <a:pt x="558" y="1596"/>
                  </a:lnTo>
                  <a:lnTo>
                    <a:pt x="0" y="1596"/>
                  </a:lnTo>
                  <a:lnTo>
                    <a:pt x="0" y="294"/>
                  </a:lnTo>
                  <a:lnTo>
                    <a:pt x="558" y="294"/>
                  </a:lnTo>
                  <a:lnTo>
                    <a:pt x="558" y="0"/>
                  </a:lnTo>
                  <a:lnTo>
                    <a:pt x="1542" y="0"/>
                  </a:lnTo>
                  <a:lnTo>
                    <a:pt x="1542" y="294"/>
                  </a:lnTo>
                  <a:lnTo>
                    <a:pt x="2220" y="294"/>
                  </a:lnTo>
                  <a:lnTo>
                    <a:pt x="2220" y="1596"/>
                  </a:lnTo>
                  <a:lnTo>
                    <a:pt x="1542" y="1596"/>
                  </a:lnTo>
                  <a:lnTo>
                    <a:pt x="1542" y="1866"/>
                  </a:lnTo>
                  <a:lnTo>
                    <a:pt x="558" y="1866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6173" name="Line 45"/>
          <p:cNvSpPr>
            <a:spLocks noChangeShapeType="1"/>
          </p:cNvSpPr>
          <p:nvPr/>
        </p:nvSpPr>
        <p:spPr bwMode="auto">
          <a:xfrm flipV="1">
            <a:off x="1962150" y="1339850"/>
            <a:ext cx="0" cy="43322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6174" name="Line 46"/>
          <p:cNvSpPr>
            <a:spLocks noChangeShapeType="1"/>
          </p:cNvSpPr>
          <p:nvPr/>
        </p:nvSpPr>
        <p:spPr bwMode="auto">
          <a:xfrm flipV="1">
            <a:off x="3362325" y="1339850"/>
            <a:ext cx="0" cy="43338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76175" name="Group 47"/>
          <p:cNvGrpSpPr>
            <a:grpSpLocks/>
          </p:cNvGrpSpPr>
          <p:nvPr/>
        </p:nvGrpSpPr>
        <p:grpSpPr bwMode="auto">
          <a:xfrm>
            <a:off x="865188" y="5249863"/>
            <a:ext cx="4106862" cy="434975"/>
            <a:chOff x="545" y="3307"/>
            <a:chExt cx="2587" cy="274"/>
          </a:xfrm>
        </p:grpSpPr>
        <p:sp>
          <p:nvSpPr>
            <p:cNvPr id="15485" name="Line 48"/>
            <p:cNvSpPr>
              <a:spLocks noChangeShapeType="1"/>
            </p:cNvSpPr>
            <p:nvPr/>
          </p:nvSpPr>
          <p:spPr bwMode="auto">
            <a:xfrm>
              <a:off x="545" y="3581"/>
              <a:ext cx="24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86" name="Text Box 49"/>
            <p:cNvSpPr txBox="1">
              <a:spLocks noChangeArrowheads="1"/>
            </p:cNvSpPr>
            <p:nvPr/>
          </p:nvSpPr>
          <p:spPr bwMode="auto">
            <a:xfrm>
              <a:off x="2888" y="3307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latin typeface="ISOCPEUR" pitchFamily="34" charset="0"/>
                </a:rPr>
                <a:t>P</a:t>
              </a:r>
              <a:r>
                <a:rPr kumimoji="0" lang="en-US" altLang="zh-CN" sz="1800" baseline="-10000">
                  <a:latin typeface="ISOCPEUR" pitchFamily="34" charset="0"/>
                </a:rPr>
                <a:t>H</a:t>
              </a:r>
              <a:endParaRPr kumimoji="0" lang="en-US" altLang="zh-CN" sz="1800">
                <a:latin typeface="ISOCPEUR" pitchFamily="34" charset="0"/>
              </a:endParaRPr>
            </a:p>
          </p:txBody>
        </p:sp>
      </p:grpSp>
      <p:grpSp>
        <p:nvGrpSpPr>
          <p:cNvPr id="176178" name="Group 50"/>
          <p:cNvGrpSpPr>
            <a:grpSpLocks/>
          </p:cNvGrpSpPr>
          <p:nvPr/>
        </p:nvGrpSpPr>
        <p:grpSpPr bwMode="auto">
          <a:xfrm>
            <a:off x="7410450" y="303213"/>
            <a:ext cx="635000" cy="3654425"/>
            <a:chOff x="4668" y="191"/>
            <a:chExt cx="400" cy="2302"/>
          </a:xfrm>
        </p:grpSpPr>
        <p:sp>
          <p:nvSpPr>
            <p:cNvPr id="15483" name="Line 51"/>
            <p:cNvSpPr>
              <a:spLocks noChangeShapeType="1"/>
            </p:cNvSpPr>
            <p:nvPr/>
          </p:nvSpPr>
          <p:spPr bwMode="auto">
            <a:xfrm>
              <a:off x="4700" y="191"/>
              <a:ext cx="0" cy="2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84" name="Text Box 52"/>
            <p:cNvSpPr txBox="1">
              <a:spLocks noChangeArrowheads="1"/>
            </p:cNvSpPr>
            <p:nvPr/>
          </p:nvSpPr>
          <p:spPr bwMode="auto">
            <a:xfrm>
              <a:off x="4668" y="2262"/>
              <a:ext cx="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latin typeface="ISOCPEUR" pitchFamily="34" charset="0"/>
                </a:rPr>
                <a:t>P</a:t>
              </a:r>
              <a:r>
                <a:rPr kumimoji="0" lang="en-US" altLang="zh-CN" sz="1800" baseline="-10000">
                  <a:latin typeface="ISOCPEUR" pitchFamily="34" charset="0"/>
                </a:rPr>
                <a:t>W</a:t>
              </a:r>
              <a:endParaRPr kumimoji="0" lang="en-US" altLang="zh-CN" sz="1800">
                <a:latin typeface="ISOCPEUR" pitchFamily="34" charset="0"/>
              </a:endParaRPr>
            </a:p>
          </p:txBody>
        </p:sp>
      </p:grpSp>
      <p:sp>
        <p:nvSpPr>
          <p:cNvPr id="176181" name="AutoShape 53"/>
          <p:cNvSpPr>
            <a:spLocks noChangeArrowheads="1"/>
          </p:cNvSpPr>
          <p:nvPr/>
        </p:nvSpPr>
        <p:spPr bwMode="auto">
          <a:xfrm>
            <a:off x="2049463" y="4799013"/>
            <a:ext cx="71437" cy="71437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2" name="AutoShape 54"/>
          <p:cNvSpPr>
            <a:spLocks noChangeArrowheads="1"/>
          </p:cNvSpPr>
          <p:nvPr/>
        </p:nvSpPr>
        <p:spPr bwMode="auto">
          <a:xfrm>
            <a:off x="2611438" y="4540250"/>
            <a:ext cx="71437" cy="71438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3" name="AutoShape 55"/>
          <p:cNvSpPr>
            <a:spLocks noChangeAspect="1" noChangeArrowheads="1"/>
          </p:cNvSpPr>
          <p:nvPr/>
        </p:nvSpPr>
        <p:spPr bwMode="auto">
          <a:xfrm>
            <a:off x="2630488" y="2924175"/>
            <a:ext cx="71437" cy="71438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4" name="AutoShape 56"/>
          <p:cNvSpPr>
            <a:spLocks noChangeArrowheads="1"/>
          </p:cNvSpPr>
          <p:nvPr/>
        </p:nvSpPr>
        <p:spPr bwMode="auto">
          <a:xfrm>
            <a:off x="1839913" y="1039813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5" name="AutoShape 57"/>
          <p:cNvSpPr>
            <a:spLocks noChangeArrowheads="1"/>
          </p:cNvSpPr>
          <p:nvPr/>
        </p:nvSpPr>
        <p:spPr bwMode="auto">
          <a:xfrm>
            <a:off x="2047875" y="900113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6" name="AutoShape 58"/>
          <p:cNvSpPr>
            <a:spLocks noChangeArrowheads="1"/>
          </p:cNvSpPr>
          <p:nvPr/>
        </p:nvSpPr>
        <p:spPr bwMode="auto">
          <a:xfrm>
            <a:off x="2628900" y="935038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7" name="AutoShape 59"/>
          <p:cNvSpPr>
            <a:spLocks noChangeArrowheads="1"/>
          </p:cNvSpPr>
          <p:nvPr/>
        </p:nvSpPr>
        <p:spPr bwMode="auto">
          <a:xfrm>
            <a:off x="3205163" y="893763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8" name="AutoShape 60"/>
          <p:cNvSpPr>
            <a:spLocks noChangeArrowheads="1"/>
          </p:cNvSpPr>
          <p:nvPr/>
        </p:nvSpPr>
        <p:spPr bwMode="auto">
          <a:xfrm>
            <a:off x="3402013" y="103505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89" name="AutoShape 61"/>
          <p:cNvSpPr>
            <a:spLocks noChangeArrowheads="1"/>
          </p:cNvSpPr>
          <p:nvPr/>
        </p:nvSpPr>
        <p:spPr bwMode="auto">
          <a:xfrm>
            <a:off x="3324225" y="1308100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0" name="AutoShape 62"/>
          <p:cNvSpPr>
            <a:spLocks noChangeArrowheads="1"/>
          </p:cNvSpPr>
          <p:nvPr/>
        </p:nvSpPr>
        <p:spPr bwMode="auto">
          <a:xfrm>
            <a:off x="1925638" y="13081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1" name="AutoShape 63"/>
          <p:cNvSpPr>
            <a:spLocks noChangeArrowheads="1"/>
          </p:cNvSpPr>
          <p:nvPr/>
        </p:nvSpPr>
        <p:spPr bwMode="auto">
          <a:xfrm>
            <a:off x="2014538" y="19304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2" name="AutoShape 64"/>
          <p:cNvSpPr>
            <a:spLocks noChangeArrowheads="1"/>
          </p:cNvSpPr>
          <p:nvPr/>
        </p:nvSpPr>
        <p:spPr bwMode="auto">
          <a:xfrm>
            <a:off x="3233738" y="192722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3" name="AutoShape 65"/>
          <p:cNvSpPr>
            <a:spLocks noChangeArrowheads="1"/>
          </p:cNvSpPr>
          <p:nvPr/>
        </p:nvSpPr>
        <p:spPr bwMode="auto">
          <a:xfrm>
            <a:off x="1927225" y="2511425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4" name="AutoShape 66"/>
          <p:cNvSpPr>
            <a:spLocks noChangeArrowheads="1"/>
          </p:cNvSpPr>
          <p:nvPr/>
        </p:nvSpPr>
        <p:spPr bwMode="auto">
          <a:xfrm>
            <a:off x="3322638" y="251142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5" name="AutoShape 67"/>
          <p:cNvSpPr>
            <a:spLocks noChangeArrowheads="1"/>
          </p:cNvSpPr>
          <p:nvPr/>
        </p:nvSpPr>
        <p:spPr bwMode="auto">
          <a:xfrm>
            <a:off x="1839913" y="282575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6" name="AutoShape 68"/>
          <p:cNvSpPr>
            <a:spLocks noChangeArrowheads="1"/>
          </p:cNvSpPr>
          <p:nvPr/>
        </p:nvSpPr>
        <p:spPr bwMode="auto">
          <a:xfrm>
            <a:off x="2051050" y="2968625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7" name="AutoShape 69"/>
          <p:cNvSpPr>
            <a:spLocks noChangeArrowheads="1"/>
          </p:cNvSpPr>
          <p:nvPr/>
        </p:nvSpPr>
        <p:spPr bwMode="auto">
          <a:xfrm>
            <a:off x="6315075" y="935038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8" name="AutoShape 70"/>
          <p:cNvSpPr>
            <a:spLocks noChangeArrowheads="1"/>
          </p:cNvSpPr>
          <p:nvPr/>
        </p:nvSpPr>
        <p:spPr bwMode="auto">
          <a:xfrm>
            <a:off x="3206750" y="2970213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199" name="AutoShape 71"/>
          <p:cNvSpPr>
            <a:spLocks noChangeArrowheads="1"/>
          </p:cNvSpPr>
          <p:nvPr/>
        </p:nvSpPr>
        <p:spPr bwMode="auto">
          <a:xfrm>
            <a:off x="3402013" y="2827338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0" name="AutoShape 72"/>
          <p:cNvSpPr>
            <a:spLocks noChangeArrowheads="1"/>
          </p:cNvSpPr>
          <p:nvPr/>
        </p:nvSpPr>
        <p:spPr bwMode="auto">
          <a:xfrm>
            <a:off x="1833563" y="53213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1" name="AutoShape 73"/>
          <p:cNvSpPr>
            <a:spLocks noChangeArrowheads="1"/>
          </p:cNvSpPr>
          <p:nvPr/>
        </p:nvSpPr>
        <p:spPr bwMode="auto">
          <a:xfrm>
            <a:off x="3209925" y="4795838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2" name="AutoShape 74"/>
          <p:cNvSpPr>
            <a:spLocks noChangeArrowheads="1"/>
          </p:cNvSpPr>
          <p:nvPr/>
        </p:nvSpPr>
        <p:spPr bwMode="auto">
          <a:xfrm>
            <a:off x="3408363" y="5322888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3" name="AutoShape 75"/>
          <p:cNvSpPr>
            <a:spLocks noChangeArrowheads="1"/>
          </p:cNvSpPr>
          <p:nvPr/>
        </p:nvSpPr>
        <p:spPr bwMode="auto">
          <a:xfrm>
            <a:off x="1914525" y="5648325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4" name="AutoShape 76"/>
          <p:cNvSpPr>
            <a:spLocks noChangeArrowheads="1"/>
          </p:cNvSpPr>
          <p:nvPr/>
        </p:nvSpPr>
        <p:spPr bwMode="auto">
          <a:xfrm>
            <a:off x="3330575" y="5645150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5" name="AutoShape 77"/>
          <p:cNvSpPr>
            <a:spLocks noChangeArrowheads="1"/>
          </p:cNvSpPr>
          <p:nvPr/>
        </p:nvSpPr>
        <p:spPr bwMode="auto">
          <a:xfrm>
            <a:off x="2014538" y="583247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6" name="AutoShape 78"/>
          <p:cNvSpPr>
            <a:spLocks noChangeArrowheads="1"/>
          </p:cNvSpPr>
          <p:nvPr/>
        </p:nvSpPr>
        <p:spPr bwMode="auto">
          <a:xfrm>
            <a:off x="3227388" y="58293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7" name="AutoShape 79"/>
          <p:cNvSpPr>
            <a:spLocks noChangeArrowheads="1"/>
          </p:cNvSpPr>
          <p:nvPr/>
        </p:nvSpPr>
        <p:spPr bwMode="auto">
          <a:xfrm>
            <a:off x="6570663" y="89852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8" name="AutoShape 80"/>
          <p:cNvSpPr>
            <a:spLocks noChangeArrowheads="1"/>
          </p:cNvSpPr>
          <p:nvPr/>
        </p:nvSpPr>
        <p:spPr bwMode="auto">
          <a:xfrm>
            <a:off x="7099300" y="1027113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09" name="AutoShape 81"/>
          <p:cNvSpPr>
            <a:spLocks noChangeArrowheads="1"/>
          </p:cNvSpPr>
          <p:nvPr/>
        </p:nvSpPr>
        <p:spPr bwMode="auto">
          <a:xfrm>
            <a:off x="7416800" y="1316038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10" name="AutoShape 82"/>
          <p:cNvSpPr>
            <a:spLocks noChangeArrowheads="1"/>
          </p:cNvSpPr>
          <p:nvPr/>
        </p:nvSpPr>
        <p:spPr bwMode="auto">
          <a:xfrm>
            <a:off x="7613650" y="1930400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11" name="AutoShape 83"/>
          <p:cNvSpPr>
            <a:spLocks noChangeArrowheads="1"/>
          </p:cNvSpPr>
          <p:nvPr/>
        </p:nvSpPr>
        <p:spPr bwMode="auto">
          <a:xfrm>
            <a:off x="7421563" y="2541588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12" name="AutoShape 84"/>
          <p:cNvSpPr>
            <a:spLocks noChangeArrowheads="1"/>
          </p:cNvSpPr>
          <p:nvPr/>
        </p:nvSpPr>
        <p:spPr bwMode="auto">
          <a:xfrm>
            <a:off x="7091363" y="2824163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13" name="AutoShape 85"/>
          <p:cNvSpPr>
            <a:spLocks noChangeArrowheads="1"/>
          </p:cNvSpPr>
          <p:nvPr/>
        </p:nvSpPr>
        <p:spPr bwMode="auto">
          <a:xfrm>
            <a:off x="6570663" y="296545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14" name="AutoShape 86"/>
          <p:cNvSpPr>
            <a:spLocks noChangeArrowheads="1"/>
          </p:cNvSpPr>
          <p:nvPr/>
        </p:nvSpPr>
        <p:spPr bwMode="auto">
          <a:xfrm>
            <a:off x="6313488" y="292735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6215" name="Text Box 87"/>
          <p:cNvSpPr txBox="1">
            <a:spLocks noChangeArrowheads="1"/>
          </p:cNvSpPr>
          <p:nvPr/>
        </p:nvSpPr>
        <p:spPr bwMode="auto">
          <a:xfrm>
            <a:off x="1704975" y="5827713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1</a:t>
            </a:r>
          </a:p>
        </p:txBody>
      </p:sp>
      <p:sp>
        <p:nvSpPr>
          <p:cNvPr id="176216" name="Text Box 88"/>
          <p:cNvSpPr txBox="1">
            <a:spLocks noChangeArrowheads="1"/>
          </p:cNvSpPr>
          <p:nvPr/>
        </p:nvSpPr>
        <p:spPr bwMode="auto">
          <a:xfrm>
            <a:off x="1466850" y="5065713"/>
            <a:ext cx="4095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</a:t>
            </a:r>
          </a:p>
        </p:txBody>
      </p:sp>
      <p:sp>
        <p:nvSpPr>
          <p:cNvPr id="176217" name="Text Box 89"/>
          <p:cNvSpPr txBox="1">
            <a:spLocks noChangeArrowheads="1"/>
          </p:cNvSpPr>
          <p:nvPr/>
        </p:nvSpPr>
        <p:spPr bwMode="auto">
          <a:xfrm>
            <a:off x="1660525" y="4570413"/>
            <a:ext cx="357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</a:t>
            </a:r>
          </a:p>
        </p:txBody>
      </p:sp>
      <p:sp>
        <p:nvSpPr>
          <p:cNvPr id="176218" name="Text Box 90"/>
          <p:cNvSpPr txBox="1">
            <a:spLocks noChangeArrowheads="1"/>
          </p:cNvSpPr>
          <p:nvPr/>
        </p:nvSpPr>
        <p:spPr bwMode="auto">
          <a:xfrm>
            <a:off x="2328863" y="4256088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4</a:t>
            </a:r>
          </a:p>
        </p:txBody>
      </p:sp>
      <p:sp>
        <p:nvSpPr>
          <p:cNvPr id="176219" name="Text Box 91"/>
          <p:cNvSpPr txBox="1">
            <a:spLocks noChangeArrowheads="1"/>
          </p:cNvSpPr>
          <p:nvPr/>
        </p:nvSpPr>
        <p:spPr bwMode="auto">
          <a:xfrm>
            <a:off x="3184525" y="4522788"/>
            <a:ext cx="32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5</a:t>
            </a:r>
          </a:p>
        </p:txBody>
      </p:sp>
      <p:sp>
        <p:nvSpPr>
          <p:cNvPr id="176220" name="Text Box 92"/>
          <p:cNvSpPr txBox="1">
            <a:spLocks noChangeArrowheads="1"/>
          </p:cNvSpPr>
          <p:nvPr/>
        </p:nvSpPr>
        <p:spPr bwMode="auto">
          <a:xfrm>
            <a:off x="3479800" y="5103813"/>
            <a:ext cx="338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6</a:t>
            </a:r>
          </a:p>
        </p:txBody>
      </p:sp>
      <p:sp>
        <p:nvSpPr>
          <p:cNvPr id="176221" name="Text Box 93"/>
          <p:cNvSpPr txBox="1">
            <a:spLocks noChangeArrowheads="1"/>
          </p:cNvSpPr>
          <p:nvPr/>
        </p:nvSpPr>
        <p:spPr bwMode="auto">
          <a:xfrm>
            <a:off x="3165475" y="5846763"/>
            <a:ext cx="338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7</a:t>
            </a:r>
          </a:p>
        </p:txBody>
      </p:sp>
      <p:sp>
        <p:nvSpPr>
          <p:cNvPr id="176222" name="Text Box 94"/>
          <p:cNvSpPr txBox="1">
            <a:spLocks noChangeArrowheads="1"/>
          </p:cNvSpPr>
          <p:nvPr/>
        </p:nvSpPr>
        <p:spPr bwMode="auto">
          <a:xfrm>
            <a:off x="1663700" y="5418138"/>
            <a:ext cx="290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</a:t>
            </a:r>
          </a:p>
        </p:txBody>
      </p:sp>
      <p:sp>
        <p:nvSpPr>
          <p:cNvPr id="176223" name="Text Box 95"/>
          <p:cNvSpPr txBox="1">
            <a:spLocks noChangeArrowheads="1"/>
          </p:cNvSpPr>
          <p:nvPr/>
        </p:nvSpPr>
        <p:spPr bwMode="auto">
          <a:xfrm>
            <a:off x="7599363" y="1620838"/>
            <a:ext cx="604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1“,7"</a:t>
            </a:r>
          </a:p>
        </p:txBody>
      </p:sp>
      <p:sp>
        <p:nvSpPr>
          <p:cNvPr id="176224" name="Text Box 96"/>
          <p:cNvSpPr txBox="1">
            <a:spLocks noChangeArrowheads="1"/>
          </p:cNvSpPr>
          <p:nvPr/>
        </p:nvSpPr>
        <p:spPr bwMode="auto">
          <a:xfrm>
            <a:off x="7442200" y="1116013"/>
            <a:ext cx="382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a"</a:t>
            </a:r>
          </a:p>
        </p:txBody>
      </p:sp>
      <p:sp>
        <p:nvSpPr>
          <p:cNvPr id="176225" name="Text Box 97"/>
          <p:cNvSpPr txBox="1">
            <a:spLocks noChangeArrowheads="1"/>
          </p:cNvSpPr>
          <p:nvPr/>
        </p:nvSpPr>
        <p:spPr bwMode="auto">
          <a:xfrm>
            <a:off x="7042150" y="712788"/>
            <a:ext cx="63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2“,6"</a:t>
            </a:r>
          </a:p>
        </p:txBody>
      </p:sp>
      <p:sp>
        <p:nvSpPr>
          <p:cNvPr id="176226" name="Text Box 98"/>
          <p:cNvSpPr txBox="1">
            <a:spLocks noChangeArrowheads="1"/>
          </p:cNvSpPr>
          <p:nvPr/>
        </p:nvSpPr>
        <p:spPr bwMode="auto">
          <a:xfrm>
            <a:off x="6469063" y="554038"/>
            <a:ext cx="63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3“,5"</a:t>
            </a:r>
          </a:p>
        </p:txBody>
      </p:sp>
      <p:sp>
        <p:nvSpPr>
          <p:cNvPr id="176227" name="Text Box 99"/>
          <p:cNvSpPr txBox="1">
            <a:spLocks noChangeArrowheads="1"/>
          </p:cNvSpPr>
          <p:nvPr/>
        </p:nvSpPr>
        <p:spPr bwMode="auto">
          <a:xfrm>
            <a:off x="5981700" y="703263"/>
            <a:ext cx="3984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4"</a:t>
            </a:r>
          </a:p>
        </p:txBody>
      </p:sp>
      <p:sp>
        <p:nvSpPr>
          <p:cNvPr id="176228" name="Text Box 100"/>
          <p:cNvSpPr txBox="1">
            <a:spLocks noChangeArrowheads="1"/>
          </p:cNvSpPr>
          <p:nvPr/>
        </p:nvSpPr>
        <p:spPr bwMode="auto">
          <a:xfrm>
            <a:off x="1530350" y="1235075"/>
            <a:ext cx="344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a’</a:t>
            </a:r>
          </a:p>
        </p:txBody>
      </p:sp>
      <p:sp>
        <p:nvSpPr>
          <p:cNvPr id="176229" name="Text Box 101"/>
          <p:cNvSpPr txBox="1">
            <a:spLocks noChangeArrowheads="1"/>
          </p:cNvSpPr>
          <p:nvPr/>
        </p:nvSpPr>
        <p:spPr bwMode="auto">
          <a:xfrm>
            <a:off x="3371850" y="1233488"/>
            <a:ext cx="344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a’</a:t>
            </a:r>
          </a:p>
        </p:txBody>
      </p:sp>
      <p:sp>
        <p:nvSpPr>
          <p:cNvPr id="176230" name="Text Box 102"/>
          <p:cNvSpPr txBox="1">
            <a:spLocks noChangeArrowheads="1"/>
          </p:cNvSpPr>
          <p:nvPr/>
        </p:nvSpPr>
        <p:spPr bwMode="auto">
          <a:xfrm>
            <a:off x="1481138" y="1016000"/>
            <a:ext cx="3444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2’</a:t>
            </a:r>
          </a:p>
        </p:txBody>
      </p:sp>
      <p:sp>
        <p:nvSpPr>
          <p:cNvPr id="176231" name="Text Box 103"/>
          <p:cNvSpPr txBox="1">
            <a:spLocks noChangeArrowheads="1"/>
          </p:cNvSpPr>
          <p:nvPr/>
        </p:nvSpPr>
        <p:spPr bwMode="auto">
          <a:xfrm>
            <a:off x="1995488" y="619125"/>
            <a:ext cx="3444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3’</a:t>
            </a:r>
          </a:p>
        </p:txBody>
      </p:sp>
      <p:sp>
        <p:nvSpPr>
          <p:cNvPr id="176232" name="Text Box 104"/>
          <p:cNvSpPr txBox="1">
            <a:spLocks noChangeArrowheads="1"/>
          </p:cNvSpPr>
          <p:nvPr/>
        </p:nvSpPr>
        <p:spPr bwMode="auto">
          <a:xfrm>
            <a:off x="2571750" y="647700"/>
            <a:ext cx="360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4’</a:t>
            </a:r>
          </a:p>
        </p:txBody>
      </p:sp>
      <p:sp>
        <p:nvSpPr>
          <p:cNvPr id="176233" name="Text Box 105"/>
          <p:cNvSpPr txBox="1">
            <a:spLocks noChangeArrowheads="1"/>
          </p:cNvSpPr>
          <p:nvPr/>
        </p:nvSpPr>
        <p:spPr bwMode="auto">
          <a:xfrm>
            <a:off x="2955925" y="606425"/>
            <a:ext cx="6238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5’</a:t>
            </a:r>
          </a:p>
        </p:txBody>
      </p:sp>
      <p:sp>
        <p:nvSpPr>
          <p:cNvPr id="176234" name="Text Box 106"/>
          <p:cNvSpPr txBox="1">
            <a:spLocks noChangeArrowheads="1"/>
          </p:cNvSpPr>
          <p:nvPr/>
        </p:nvSpPr>
        <p:spPr bwMode="auto">
          <a:xfrm>
            <a:off x="3375025" y="992188"/>
            <a:ext cx="344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6’</a:t>
            </a:r>
          </a:p>
        </p:txBody>
      </p:sp>
      <p:sp>
        <p:nvSpPr>
          <p:cNvPr id="176235" name="Text Box 107"/>
          <p:cNvSpPr txBox="1">
            <a:spLocks noChangeArrowheads="1"/>
          </p:cNvSpPr>
          <p:nvPr/>
        </p:nvSpPr>
        <p:spPr bwMode="auto">
          <a:xfrm>
            <a:off x="1720850" y="1706563"/>
            <a:ext cx="314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1’</a:t>
            </a:r>
          </a:p>
        </p:txBody>
      </p:sp>
      <p:sp>
        <p:nvSpPr>
          <p:cNvPr id="176236" name="Text Box 108"/>
          <p:cNvSpPr txBox="1">
            <a:spLocks noChangeArrowheads="1"/>
          </p:cNvSpPr>
          <p:nvPr/>
        </p:nvSpPr>
        <p:spPr bwMode="auto">
          <a:xfrm>
            <a:off x="3198813" y="1671638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7’</a:t>
            </a:r>
          </a:p>
        </p:txBody>
      </p:sp>
      <p:sp>
        <p:nvSpPr>
          <p:cNvPr id="176237" name="Text Box 109"/>
          <p:cNvSpPr txBox="1">
            <a:spLocks noChangeArrowheads="1"/>
          </p:cNvSpPr>
          <p:nvPr/>
        </p:nvSpPr>
        <p:spPr bwMode="auto">
          <a:xfrm>
            <a:off x="7121525" y="2767013"/>
            <a:ext cx="63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2“,6"</a:t>
            </a:r>
          </a:p>
        </p:txBody>
      </p:sp>
      <p:sp>
        <p:nvSpPr>
          <p:cNvPr id="176238" name="Text Box 110"/>
          <p:cNvSpPr txBox="1">
            <a:spLocks noChangeArrowheads="1"/>
          </p:cNvSpPr>
          <p:nvPr/>
        </p:nvSpPr>
        <p:spPr bwMode="auto">
          <a:xfrm>
            <a:off x="6426200" y="2954338"/>
            <a:ext cx="63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3“,5"</a:t>
            </a:r>
          </a:p>
        </p:txBody>
      </p:sp>
      <p:sp>
        <p:nvSpPr>
          <p:cNvPr id="176239" name="Text Box 111"/>
          <p:cNvSpPr txBox="1">
            <a:spLocks noChangeArrowheads="1"/>
          </p:cNvSpPr>
          <p:nvPr/>
        </p:nvSpPr>
        <p:spPr bwMode="auto">
          <a:xfrm>
            <a:off x="5970588" y="2922588"/>
            <a:ext cx="398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4"</a:t>
            </a:r>
          </a:p>
        </p:txBody>
      </p:sp>
      <p:sp>
        <p:nvSpPr>
          <p:cNvPr id="176240" name="Text Box 112"/>
          <p:cNvSpPr txBox="1">
            <a:spLocks noChangeArrowheads="1"/>
          </p:cNvSpPr>
          <p:nvPr/>
        </p:nvSpPr>
        <p:spPr bwMode="auto">
          <a:xfrm>
            <a:off x="1541463" y="2579688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2’</a:t>
            </a:r>
          </a:p>
        </p:txBody>
      </p:sp>
      <p:sp>
        <p:nvSpPr>
          <p:cNvPr id="176241" name="Text Box 113"/>
          <p:cNvSpPr txBox="1">
            <a:spLocks noChangeArrowheads="1"/>
          </p:cNvSpPr>
          <p:nvPr/>
        </p:nvSpPr>
        <p:spPr bwMode="auto">
          <a:xfrm>
            <a:off x="1998663" y="2960688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3’</a:t>
            </a:r>
          </a:p>
        </p:txBody>
      </p:sp>
      <p:sp>
        <p:nvSpPr>
          <p:cNvPr id="176242" name="Text Box 114"/>
          <p:cNvSpPr txBox="1">
            <a:spLocks noChangeArrowheads="1"/>
          </p:cNvSpPr>
          <p:nvPr/>
        </p:nvSpPr>
        <p:spPr bwMode="auto">
          <a:xfrm>
            <a:off x="2438400" y="2922588"/>
            <a:ext cx="3603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4’</a:t>
            </a:r>
          </a:p>
        </p:txBody>
      </p:sp>
      <p:sp>
        <p:nvSpPr>
          <p:cNvPr id="176243" name="Text Box 115"/>
          <p:cNvSpPr txBox="1">
            <a:spLocks noChangeArrowheads="1"/>
          </p:cNvSpPr>
          <p:nvPr/>
        </p:nvSpPr>
        <p:spPr bwMode="auto">
          <a:xfrm>
            <a:off x="2865438" y="2951163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5’</a:t>
            </a:r>
          </a:p>
        </p:txBody>
      </p:sp>
      <p:sp>
        <p:nvSpPr>
          <p:cNvPr id="176244" name="Text Box 116"/>
          <p:cNvSpPr txBox="1">
            <a:spLocks noChangeArrowheads="1"/>
          </p:cNvSpPr>
          <p:nvPr/>
        </p:nvSpPr>
        <p:spPr bwMode="auto">
          <a:xfrm>
            <a:off x="3408363" y="2589213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6’</a:t>
            </a:r>
          </a:p>
        </p:txBody>
      </p:sp>
      <p:sp>
        <p:nvSpPr>
          <p:cNvPr id="176245" name="Text Box 117"/>
          <p:cNvSpPr txBox="1">
            <a:spLocks noChangeArrowheads="1"/>
          </p:cNvSpPr>
          <p:nvPr/>
        </p:nvSpPr>
        <p:spPr bwMode="auto">
          <a:xfrm>
            <a:off x="3333750" y="5383213"/>
            <a:ext cx="290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</a:t>
            </a:r>
          </a:p>
        </p:txBody>
      </p:sp>
      <p:sp>
        <p:nvSpPr>
          <p:cNvPr id="176246" name="Text Box 118"/>
          <p:cNvSpPr txBox="1">
            <a:spLocks noChangeArrowheads="1"/>
          </p:cNvSpPr>
          <p:nvPr/>
        </p:nvSpPr>
        <p:spPr bwMode="auto">
          <a:xfrm>
            <a:off x="7418388" y="2398713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a"</a:t>
            </a:r>
          </a:p>
        </p:txBody>
      </p:sp>
      <p:sp>
        <p:nvSpPr>
          <p:cNvPr id="176247" name="Text Box 119"/>
          <p:cNvSpPr txBox="1">
            <a:spLocks noChangeArrowheads="1"/>
          </p:cNvSpPr>
          <p:nvPr/>
        </p:nvSpPr>
        <p:spPr bwMode="auto">
          <a:xfrm>
            <a:off x="1606550" y="2284413"/>
            <a:ext cx="344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a’</a:t>
            </a:r>
          </a:p>
        </p:txBody>
      </p:sp>
      <p:sp>
        <p:nvSpPr>
          <p:cNvPr id="176248" name="Text Box 120"/>
          <p:cNvSpPr txBox="1">
            <a:spLocks noChangeArrowheads="1"/>
          </p:cNvSpPr>
          <p:nvPr/>
        </p:nvSpPr>
        <p:spPr bwMode="auto">
          <a:xfrm>
            <a:off x="3378200" y="2255838"/>
            <a:ext cx="344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FF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a’</a:t>
            </a:r>
          </a:p>
        </p:txBody>
      </p:sp>
      <p:sp>
        <p:nvSpPr>
          <p:cNvPr id="176249" name="Oval 121"/>
          <p:cNvSpPr>
            <a:spLocks noChangeArrowheads="1"/>
          </p:cNvSpPr>
          <p:nvPr/>
        </p:nvSpPr>
        <p:spPr bwMode="auto">
          <a:xfrm>
            <a:off x="1484313" y="617538"/>
            <a:ext cx="889000" cy="889000"/>
          </a:xfrm>
          <a:prstGeom prst="ellips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76250" name="Group 122"/>
          <p:cNvGrpSpPr>
            <a:grpSpLocks/>
          </p:cNvGrpSpPr>
          <p:nvPr/>
        </p:nvGrpSpPr>
        <p:grpSpPr bwMode="auto">
          <a:xfrm>
            <a:off x="5003800" y="3576638"/>
            <a:ext cx="4062413" cy="2994025"/>
            <a:chOff x="3152" y="2253"/>
            <a:chExt cx="2559" cy="1886"/>
          </a:xfrm>
        </p:grpSpPr>
        <p:sp>
          <p:nvSpPr>
            <p:cNvPr id="15469" name="Freeform 123"/>
            <p:cNvSpPr>
              <a:spLocks/>
            </p:cNvSpPr>
            <p:nvPr/>
          </p:nvSpPr>
          <p:spPr bwMode="auto">
            <a:xfrm>
              <a:off x="3152" y="2452"/>
              <a:ext cx="2559" cy="1687"/>
            </a:xfrm>
            <a:custGeom>
              <a:avLst/>
              <a:gdLst>
                <a:gd name="T0" fmla="*/ 16 w 2559"/>
                <a:gd name="T1" fmla="*/ 0 h 1687"/>
                <a:gd name="T2" fmla="*/ 2559 w 2559"/>
                <a:gd name="T3" fmla="*/ 0 h 1687"/>
                <a:gd name="T4" fmla="*/ 2559 w 2559"/>
                <a:gd name="T5" fmla="*/ 1374 h 1687"/>
                <a:gd name="T6" fmla="*/ 1604 w 2559"/>
                <a:gd name="T7" fmla="*/ 1374 h 1687"/>
                <a:gd name="T8" fmla="*/ 1604 w 2559"/>
                <a:gd name="T9" fmla="*/ 1687 h 1687"/>
                <a:gd name="T10" fmla="*/ 0 w 2559"/>
                <a:gd name="T11" fmla="*/ 1687 h 1687"/>
                <a:gd name="T12" fmla="*/ 0 w 2559"/>
                <a:gd name="T13" fmla="*/ 66 h 1687"/>
                <a:gd name="T14" fmla="*/ 16 w 2559"/>
                <a:gd name="T15" fmla="*/ 0 h 16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59" h="1687">
                  <a:moveTo>
                    <a:pt x="16" y="0"/>
                  </a:moveTo>
                  <a:lnTo>
                    <a:pt x="2559" y="0"/>
                  </a:lnTo>
                  <a:lnTo>
                    <a:pt x="2559" y="1374"/>
                  </a:lnTo>
                  <a:lnTo>
                    <a:pt x="1604" y="1374"/>
                  </a:lnTo>
                  <a:lnTo>
                    <a:pt x="1604" y="1687"/>
                  </a:lnTo>
                  <a:lnTo>
                    <a:pt x="0" y="1687"/>
                  </a:lnTo>
                  <a:lnTo>
                    <a:pt x="0" y="6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lg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5470" name="Group 124"/>
            <p:cNvGrpSpPr>
              <a:grpSpLocks/>
            </p:cNvGrpSpPr>
            <p:nvPr/>
          </p:nvGrpSpPr>
          <p:grpSpPr bwMode="auto">
            <a:xfrm>
              <a:off x="3227" y="2253"/>
              <a:ext cx="1280" cy="1280"/>
              <a:chOff x="3647" y="2632"/>
              <a:chExt cx="1280" cy="1280"/>
            </a:xfrm>
          </p:grpSpPr>
          <p:sp>
            <p:nvSpPr>
              <p:cNvPr id="15471" name="Line 125"/>
              <p:cNvSpPr>
                <a:spLocks noChangeShapeType="1"/>
              </p:cNvSpPr>
              <p:nvPr/>
            </p:nvSpPr>
            <p:spPr bwMode="auto">
              <a:xfrm>
                <a:off x="4141" y="3065"/>
                <a:ext cx="2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72" name="Line 126"/>
              <p:cNvSpPr>
                <a:spLocks noChangeShapeType="1"/>
              </p:cNvSpPr>
              <p:nvPr/>
            </p:nvSpPr>
            <p:spPr bwMode="auto">
              <a:xfrm>
                <a:off x="4103" y="2659"/>
                <a:ext cx="0" cy="55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73" name="Text Box 127"/>
              <p:cNvSpPr txBox="1">
                <a:spLocks noChangeArrowheads="1"/>
              </p:cNvSpPr>
              <p:nvPr/>
            </p:nvSpPr>
            <p:spPr bwMode="auto">
              <a:xfrm>
                <a:off x="3908" y="3472"/>
                <a:ext cx="21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3300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FFFFCC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800">
                    <a:latin typeface="ISOCPEUR" pitchFamily="34" charset="0"/>
                  </a:rPr>
                  <a:t>a’</a:t>
                </a:r>
              </a:p>
            </p:txBody>
          </p:sp>
          <p:sp>
            <p:nvSpPr>
              <p:cNvPr id="15474" name="Text Box 128"/>
              <p:cNvSpPr txBox="1">
                <a:spLocks noChangeArrowheads="1"/>
              </p:cNvSpPr>
              <p:nvPr/>
            </p:nvSpPr>
            <p:spPr bwMode="auto">
              <a:xfrm>
                <a:off x="3877" y="3115"/>
                <a:ext cx="21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3300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FFFFCC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800">
                    <a:latin typeface="ISOCPEUR" pitchFamily="34" charset="0"/>
                  </a:rPr>
                  <a:t>2’</a:t>
                </a:r>
              </a:p>
            </p:txBody>
          </p:sp>
          <p:sp>
            <p:nvSpPr>
              <p:cNvPr id="15475" name="Text Box 129"/>
              <p:cNvSpPr txBox="1">
                <a:spLocks noChangeArrowheads="1"/>
              </p:cNvSpPr>
              <p:nvPr/>
            </p:nvSpPr>
            <p:spPr bwMode="auto">
              <a:xfrm>
                <a:off x="4264" y="2865"/>
                <a:ext cx="21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3300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FFFFCC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800">
                    <a:latin typeface="ISOCPEUR" pitchFamily="34" charset="0"/>
                  </a:rPr>
                  <a:t>3’</a:t>
                </a:r>
              </a:p>
            </p:txBody>
          </p:sp>
          <p:sp>
            <p:nvSpPr>
              <p:cNvPr id="15476" name="Oval 130"/>
              <p:cNvSpPr>
                <a:spLocks noChangeArrowheads="1"/>
              </p:cNvSpPr>
              <p:nvPr/>
            </p:nvSpPr>
            <p:spPr bwMode="auto">
              <a:xfrm>
                <a:off x="3647" y="2632"/>
                <a:ext cx="1280" cy="1280"/>
              </a:xfrm>
              <a:prstGeom prst="ellips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5477" name="Line 131"/>
              <p:cNvSpPr>
                <a:spLocks noChangeShapeType="1"/>
              </p:cNvSpPr>
              <p:nvPr/>
            </p:nvSpPr>
            <p:spPr bwMode="auto">
              <a:xfrm flipH="1">
                <a:off x="3691" y="3064"/>
                <a:ext cx="4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78" name="Freeform 132"/>
              <p:cNvSpPr>
                <a:spLocks/>
              </p:cNvSpPr>
              <p:nvPr/>
            </p:nvSpPr>
            <p:spPr bwMode="auto">
              <a:xfrm>
                <a:off x="4102" y="3065"/>
                <a:ext cx="806" cy="153"/>
              </a:xfrm>
              <a:custGeom>
                <a:avLst/>
                <a:gdLst>
                  <a:gd name="T0" fmla="*/ 0 w 806"/>
                  <a:gd name="T1" fmla="*/ 153 h 153"/>
                  <a:gd name="T2" fmla="*/ 4 w 806"/>
                  <a:gd name="T3" fmla="*/ 125 h 153"/>
                  <a:gd name="T4" fmla="*/ 24 w 806"/>
                  <a:gd name="T5" fmla="*/ 85 h 153"/>
                  <a:gd name="T6" fmla="*/ 50 w 806"/>
                  <a:gd name="T7" fmla="*/ 53 h 153"/>
                  <a:gd name="T8" fmla="*/ 90 w 806"/>
                  <a:gd name="T9" fmla="*/ 27 h 153"/>
                  <a:gd name="T10" fmla="*/ 146 w 806"/>
                  <a:gd name="T11" fmla="*/ 15 h 153"/>
                  <a:gd name="T12" fmla="*/ 208 w 806"/>
                  <a:gd name="T13" fmla="*/ 7 h 153"/>
                  <a:gd name="T14" fmla="*/ 268 w 806"/>
                  <a:gd name="T15" fmla="*/ 1 h 153"/>
                  <a:gd name="T16" fmla="*/ 294 w 806"/>
                  <a:gd name="T17" fmla="*/ 1 h 153"/>
                  <a:gd name="T18" fmla="*/ 342 w 806"/>
                  <a:gd name="T19" fmla="*/ 3 h 153"/>
                  <a:gd name="T20" fmla="*/ 404 w 806"/>
                  <a:gd name="T21" fmla="*/ 7 h 153"/>
                  <a:gd name="T22" fmla="*/ 448 w 806"/>
                  <a:gd name="T23" fmla="*/ 15 h 153"/>
                  <a:gd name="T24" fmla="*/ 504 w 806"/>
                  <a:gd name="T25" fmla="*/ 19 h 153"/>
                  <a:gd name="T26" fmla="*/ 548 w 806"/>
                  <a:gd name="T27" fmla="*/ 23 h 153"/>
                  <a:gd name="T28" fmla="*/ 598 w 806"/>
                  <a:gd name="T29" fmla="*/ 27 h 153"/>
                  <a:gd name="T30" fmla="*/ 650 w 806"/>
                  <a:gd name="T31" fmla="*/ 31 h 153"/>
                  <a:gd name="T32" fmla="*/ 704 w 806"/>
                  <a:gd name="T33" fmla="*/ 33 h 153"/>
                  <a:gd name="T34" fmla="*/ 760 w 806"/>
                  <a:gd name="T35" fmla="*/ 37 h 153"/>
                  <a:gd name="T36" fmla="*/ 806 w 806"/>
                  <a:gd name="T37" fmla="*/ 37 h 1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06" h="153">
                    <a:moveTo>
                      <a:pt x="0" y="153"/>
                    </a:moveTo>
                    <a:cubicBezTo>
                      <a:pt x="0" y="144"/>
                      <a:pt x="0" y="136"/>
                      <a:pt x="4" y="125"/>
                    </a:cubicBezTo>
                    <a:cubicBezTo>
                      <a:pt x="8" y="114"/>
                      <a:pt x="16" y="97"/>
                      <a:pt x="24" y="85"/>
                    </a:cubicBezTo>
                    <a:cubicBezTo>
                      <a:pt x="32" y="73"/>
                      <a:pt x="39" y="63"/>
                      <a:pt x="50" y="53"/>
                    </a:cubicBezTo>
                    <a:cubicBezTo>
                      <a:pt x="61" y="43"/>
                      <a:pt x="74" y="33"/>
                      <a:pt x="90" y="27"/>
                    </a:cubicBezTo>
                    <a:cubicBezTo>
                      <a:pt x="106" y="21"/>
                      <a:pt x="126" y="18"/>
                      <a:pt x="146" y="15"/>
                    </a:cubicBezTo>
                    <a:cubicBezTo>
                      <a:pt x="166" y="12"/>
                      <a:pt x="188" y="9"/>
                      <a:pt x="208" y="7"/>
                    </a:cubicBezTo>
                    <a:cubicBezTo>
                      <a:pt x="228" y="5"/>
                      <a:pt x="254" y="2"/>
                      <a:pt x="268" y="1"/>
                    </a:cubicBezTo>
                    <a:cubicBezTo>
                      <a:pt x="282" y="0"/>
                      <a:pt x="282" y="1"/>
                      <a:pt x="294" y="1"/>
                    </a:cubicBezTo>
                    <a:cubicBezTo>
                      <a:pt x="306" y="1"/>
                      <a:pt x="324" y="2"/>
                      <a:pt x="342" y="3"/>
                    </a:cubicBezTo>
                    <a:cubicBezTo>
                      <a:pt x="360" y="4"/>
                      <a:pt x="386" y="5"/>
                      <a:pt x="404" y="7"/>
                    </a:cubicBezTo>
                    <a:cubicBezTo>
                      <a:pt x="422" y="9"/>
                      <a:pt x="431" y="13"/>
                      <a:pt x="448" y="15"/>
                    </a:cubicBezTo>
                    <a:cubicBezTo>
                      <a:pt x="465" y="17"/>
                      <a:pt x="487" y="18"/>
                      <a:pt x="504" y="19"/>
                    </a:cubicBezTo>
                    <a:cubicBezTo>
                      <a:pt x="521" y="20"/>
                      <a:pt x="532" y="22"/>
                      <a:pt x="548" y="23"/>
                    </a:cubicBezTo>
                    <a:cubicBezTo>
                      <a:pt x="564" y="24"/>
                      <a:pt x="581" y="26"/>
                      <a:pt x="598" y="27"/>
                    </a:cubicBezTo>
                    <a:cubicBezTo>
                      <a:pt x="615" y="28"/>
                      <a:pt x="632" y="30"/>
                      <a:pt x="650" y="31"/>
                    </a:cubicBezTo>
                    <a:cubicBezTo>
                      <a:pt x="668" y="32"/>
                      <a:pt x="686" y="32"/>
                      <a:pt x="704" y="33"/>
                    </a:cubicBezTo>
                    <a:cubicBezTo>
                      <a:pt x="722" y="34"/>
                      <a:pt x="743" y="36"/>
                      <a:pt x="760" y="37"/>
                    </a:cubicBezTo>
                    <a:cubicBezTo>
                      <a:pt x="777" y="38"/>
                      <a:pt x="791" y="37"/>
                      <a:pt x="806" y="37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79" name="Freeform 133"/>
              <p:cNvSpPr>
                <a:spLocks/>
              </p:cNvSpPr>
              <p:nvPr/>
            </p:nvSpPr>
            <p:spPr bwMode="auto">
              <a:xfrm>
                <a:off x="4103" y="3216"/>
                <a:ext cx="117" cy="696"/>
              </a:xfrm>
              <a:custGeom>
                <a:avLst/>
                <a:gdLst>
                  <a:gd name="T0" fmla="*/ 1 w 117"/>
                  <a:gd name="T1" fmla="*/ 0 h 696"/>
                  <a:gd name="T2" fmla="*/ 1 w 117"/>
                  <a:gd name="T3" fmla="*/ 16 h 696"/>
                  <a:gd name="T4" fmla="*/ 5 w 117"/>
                  <a:gd name="T5" fmla="*/ 66 h 696"/>
                  <a:gd name="T6" fmla="*/ 11 w 117"/>
                  <a:gd name="T7" fmla="*/ 100 h 696"/>
                  <a:gd name="T8" fmla="*/ 21 w 117"/>
                  <a:gd name="T9" fmla="*/ 164 h 696"/>
                  <a:gd name="T10" fmla="*/ 33 w 117"/>
                  <a:gd name="T11" fmla="*/ 216 h 696"/>
                  <a:gd name="T12" fmla="*/ 43 w 117"/>
                  <a:gd name="T13" fmla="*/ 268 h 696"/>
                  <a:gd name="T14" fmla="*/ 57 w 117"/>
                  <a:gd name="T15" fmla="*/ 326 h 696"/>
                  <a:gd name="T16" fmla="*/ 63 w 117"/>
                  <a:gd name="T17" fmla="*/ 354 h 696"/>
                  <a:gd name="T18" fmla="*/ 69 w 117"/>
                  <a:gd name="T19" fmla="*/ 392 h 696"/>
                  <a:gd name="T20" fmla="*/ 77 w 117"/>
                  <a:gd name="T21" fmla="*/ 450 h 696"/>
                  <a:gd name="T22" fmla="*/ 85 w 117"/>
                  <a:gd name="T23" fmla="*/ 500 h 696"/>
                  <a:gd name="T24" fmla="*/ 93 w 117"/>
                  <a:gd name="T25" fmla="*/ 548 h 696"/>
                  <a:gd name="T26" fmla="*/ 103 w 117"/>
                  <a:gd name="T27" fmla="*/ 614 h 696"/>
                  <a:gd name="T28" fmla="*/ 109 w 117"/>
                  <a:gd name="T29" fmla="*/ 646 h 696"/>
                  <a:gd name="T30" fmla="*/ 117 w 117"/>
                  <a:gd name="T31" fmla="*/ 696 h 6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17" h="696">
                    <a:moveTo>
                      <a:pt x="1" y="0"/>
                    </a:moveTo>
                    <a:cubicBezTo>
                      <a:pt x="0" y="2"/>
                      <a:pt x="0" y="5"/>
                      <a:pt x="1" y="16"/>
                    </a:cubicBezTo>
                    <a:cubicBezTo>
                      <a:pt x="2" y="27"/>
                      <a:pt x="3" y="52"/>
                      <a:pt x="5" y="66"/>
                    </a:cubicBezTo>
                    <a:cubicBezTo>
                      <a:pt x="7" y="80"/>
                      <a:pt x="8" y="84"/>
                      <a:pt x="11" y="100"/>
                    </a:cubicBezTo>
                    <a:cubicBezTo>
                      <a:pt x="14" y="116"/>
                      <a:pt x="17" y="145"/>
                      <a:pt x="21" y="164"/>
                    </a:cubicBezTo>
                    <a:cubicBezTo>
                      <a:pt x="25" y="183"/>
                      <a:pt x="29" y="199"/>
                      <a:pt x="33" y="216"/>
                    </a:cubicBezTo>
                    <a:cubicBezTo>
                      <a:pt x="37" y="233"/>
                      <a:pt x="39" y="250"/>
                      <a:pt x="43" y="268"/>
                    </a:cubicBezTo>
                    <a:cubicBezTo>
                      <a:pt x="47" y="286"/>
                      <a:pt x="54" y="312"/>
                      <a:pt x="57" y="326"/>
                    </a:cubicBezTo>
                    <a:cubicBezTo>
                      <a:pt x="60" y="340"/>
                      <a:pt x="61" y="343"/>
                      <a:pt x="63" y="354"/>
                    </a:cubicBezTo>
                    <a:cubicBezTo>
                      <a:pt x="65" y="365"/>
                      <a:pt x="67" y="376"/>
                      <a:pt x="69" y="392"/>
                    </a:cubicBezTo>
                    <a:cubicBezTo>
                      <a:pt x="71" y="408"/>
                      <a:pt x="74" y="432"/>
                      <a:pt x="77" y="450"/>
                    </a:cubicBezTo>
                    <a:cubicBezTo>
                      <a:pt x="80" y="468"/>
                      <a:pt x="82" y="484"/>
                      <a:pt x="85" y="500"/>
                    </a:cubicBezTo>
                    <a:cubicBezTo>
                      <a:pt x="88" y="516"/>
                      <a:pt x="90" y="529"/>
                      <a:pt x="93" y="548"/>
                    </a:cubicBezTo>
                    <a:cubicBezTo>
                      <a:pt x="96" y="567"/>
                      <a:pt x="100" y="598"/>
                      <a:pt x="103" y="614"/>
                    </a:cubicBezTo>
                    <a:cubicBezTo>
                      <a:pt x="106" y="630"/>
                      <a:pt x="107" y="632"/>
                      <a:pt x="109" y="646"/>
                    </a:cubicBezTo>
                    <a:cubicBezTo>
                      <a:pt x="111" y="660"/>
                      <a:pt x="114" y="678"/>
                      <a:pt x="117" y="6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80" name="AutoShape 134"/>
              <p:cNvSpPr>
                <a:spLocks noChangeArrowheads="1"/>
              </p:cNvSpPr>
              <p:nvPr/>
            </p:nvSpPr>
            <p:spPr bwMode="auto">
              <a:xfrm>
                <a:off x="4375" y="3042"/>
                <a:ext cx="47" cy="47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5481" name="AutoShape 135"/>
              <p:cNvSpPr>
                <a:spLocks noChangeArrowheads="1"/>
              </p:cNvSpPr>
              <p:nvPr/>
            </p:nvSpPr>
            <p:spPr bwMode="auto">
              <a:xfrm>
                <a:off x="4079" y="3196"/>
                <a:ext cx="47" cy="47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5482" name="AutoShape 136"/>
              <p:cNvSpPr>
                <a:spLocks noChangeArrowheads="1"/>
              </p:cNvSpPr>
              <p:nvPr/>
            </p:nvSpPr>
            <p:spPr bwMode="auto">
              <a:xfrm>
                <a:off x="4139" y="3542"/>
                <a:ext cx="47" cy="47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</p:grpSp>
      <p:sp>
        <p:nvSpPr>
          <p:cNvPr id="176265" name="Text Box 137"/>
          <p:cNvSpPr txBox="1">
            <a:spLocks noChangeArrowheads="1"/>
          </p:cNvSpPr>
          <p:nvPr/>
        </p:nvSpPr>
        <p:spPr bwMode="auto">
          <a:xfrm>
            <a:off x="4962525" y="180975"/>
            <a:ext cx="4027488" cy="62087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i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6266" name="Text Box 138"/>
          <p:cNvSpPr txBox="1">
            <a:spLocks noChangeArrowheads="1"/>
          </p:cNvSpPr>
          <p:nvPr/>
        </p:nvSpPr>
        <p:spPr bwMode="auto">
          <a:xfrm>
            <a:off x="5116513" y="22552"/>
            <a:ext cx="4027487" cy="664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dirty="0" smtClean="0">
                <a:latin typeface="黑体" pitchFamily="2" charset="-122"/>
                <a:ea typeface="黑体" pitchFamily="2" charset="-122"/>
              </a:rPr>
              <a:t>相贯线求解步骤</a:t>
            </a:r>
            <a:r>
              <a:rPr lang="en-US" altLang="zh-CN" i="0" dirty="0">
                <a:latin typeface="黑体" pitchFamily="2" charset="-122"/>
                <a:ea typeface="黑体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 i="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找出已知投影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 确定特殊点：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000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极限位置点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轮廓线上的点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    可见与不可见分界点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 选取中间点（辅助面）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（特殊点确定交线范围，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 中间点确定弯曲趋势）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 完成相贯线（可见性）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（注意最靠近观察者的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  轮廓线上的特殊点）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 补全轮廓线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（</a:t>
            </a:r>
            <a:r>
              <a:rPr lang="zh-CN" altLang="en-US" sz="2000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轮廓线与轮廓线上的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sz="2000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特殊点相连</a:t>
            </a: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）</a:t>
            </a:r>
            <a:endParaRPr lang="zh-CN" altLang="en-US" sz="2400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  检查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黑体" pitchFamily="2" charset="-122"/>
                <a:ea typeface="黑体" pitchFamily="2" charset="-122"/>
              </a:rPr>
              <a:t>     （轮廓线，可见性）</a:t>
            </a:r>
            <a:endParaRPr lang="zh-CN" altLang="en-US" sz="2400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 b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7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7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7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7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7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7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7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7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7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7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7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7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7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7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7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7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7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7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7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7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17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7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7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17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7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7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17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7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17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7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7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17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7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7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8" dur="500"/>
                                        <p:tgtEl>
                                          <p:spTgt spid="17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7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17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7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17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17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7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17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7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17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1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7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17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17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17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2" dur="500"/>
                                        <p:tgtEl>
                                          <p:spTgt spid="17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500"/>
                                        <p:tgtEl>
                                          <p:spTgt spid="17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500"/>
                                        <p:tgtEl>
                                          <p:spTgt spid="17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17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4" dur="500"/>
                                        <p:tgtEl>
                                          <p:spTgt spid="17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8" dur="500"/>
                                        <p:tgtEl>
                                          <p:spTgt spid="17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2" dur="500"/>
                                        <p:tgtEl>
                                          <p:spTgt spid="17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6" dur="500"/>
                                        <p:tgtEl>
                                          <p:spTgt spid="17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7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500"/>
                                        <p:tgtEl>
                                          <p:spTgt spid="17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9" dur="500"/>
                                        <p:tgtEl>
                                          <p:spTgt spid="17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3" dur="500"/>
                                        <p:tgtEl>
                                          <p:spTgt spid="17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500"/>
                                        <p:tgtEl>
                                          <p:spTgt spid="17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500"/>
                                        <p:tgtEl>
                                          <p:spTgt spid="17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5" dur="500"/>
                                        <p:tgtEl>
                                          <p:spTgt spid="17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500"/>
                                        <p:tgtEl>
                                          <p:spTgt spid="17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3" dur="500"/>
                                        <p:tgtEl>
                                          <p:spTgt spid="17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7" dur="500"/>
                                        <p:tgtEl>
                                          <p:spTgt spid="17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500"/>
                                        <p:tgtEl>
                                          <p:spTgt spid="17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5" dur="500"/>
                                        <p:tgtEl>
                                          <p:spTgt spid="17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9" dur="500"/>
                                        <p:tgtEl>
                                          <p:spTgt spid="17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4" dur="500"/>
                                        <p:tgtEl>
                                          <p:spTgt spid="17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8" dur="500"/>
                                        <p:tgtEl>
                                          <p:spTgt spid="17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17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17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17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6" dur="500"/>
                                        <p:tgtEl>
                                          <p:spTgt spid="17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1" dur="500"/>
                                        <p:tgtEl>
                                          <p:spTgt spid="17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5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 nodeType="clickPar">
                      <p:stCondLst>
                        <p:cond delay="indefinite"/>
                      </p:stCondLst>
                      <p:childTnLst>
                        <p:par>
                          <p:cTn id="4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0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4" dur="5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9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3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 nodeType="clickPar">
                      <p:stCondLst>
                        <p:cond delay="indefinite"/>
                      </p:stCondLst>
                      <p:childTnLst>
                        <p:par>
                          <p:cTn id="4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8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 nodeType="clickPar">
                      <p:stCondLst>
                        <p:cond delay="indefinite"/>
                      </p:stCondLst>
                      <p:childTnLst>
                        <p:par>
                          <p:cTn id="4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3" dur="500"/>
                                        <p:tgtEl>
                                          <p:spTgt spid="17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 nodeType="clickPar">
                      <p:stCondLst>
                        <p:cond delay="indefinite"/>
                      </p:stCondLst>
                      <p:childTnLst>
                        <p:par>
                          <p:cTn id="4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8" dur="500"/>
                                        <p:tgtEl>
                                          <p:spTgt spid="17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 nodeType="clickPar">
                      <p:stCondLst>
                        <p:cond delay="indefinite"/>
                      </p:stCondLst>
                      <p:childTnLst>
                        <p:par>
                          <p:cTn id="4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3" dur="2000"/>
                                        <p:tgtEl>
                                          <p:spTgt spid="17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 nodeType="clickPar">
                      <p:stCondLst>
                        <p:cond delay="indefinite"/>
                      </p:stCondLst>
                      <p:childTnLst>
                        <p:par>
                          <p:cTn id="4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8" dur="500"/>
                                        <p:tgtEl>
                                          <p:spTgt spid="176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 nodeType="clickPar">
                      <p:stCondLst>
                        <p:cond delay="indefinite"/>
                      </p:stCondLst>
                      <p:childTnLst>
                        <p:par>
                          <p:cTn id="4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3" dur="500"/>
                                        <p:tgtEl>
                                          <p:spTgt spid="176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 nodeType="clickPar">
                      <p:stCondLst>
                        <p:cond delay="indefinite"/>
                      </p:stCondLst>
                      <p:childTnLst>
                        <p:par>
                          <p:cTn id="4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8" dur="500"/>
                                        <p:tgtEl>
                                          <p:spTgt spid="176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 nodeType="clickPar">
                      <p:stCondLst>
                        <p:cond delay="indefinite"/>
                      </p:stCondLst>
                      <p:childTnLst>
                        <p:par>
                          <p:cTn id="4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3" dur="500"/>
                                        <p:tgtEl>
                                          <p:spTgt spid="176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 nodeType="clickPar">
                      <p:stCondLst>
                        <p:cond delay="indefinite"/>
                      </p:stCondLst>
                      <p:childTnLst>
                        <p:par>
                          <p:cTn id="4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8" dur="500"/>
                                        <p:tgtEl>
                                          <p:spTgt spid="176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 nodeType="clickPar">
                      <p:stCondLst>
                        <p:cond delay="indefinite"/>
                      </p:stCondLst>
                      <p:childTnLst>
                        <p:par>
                          <p:cTn id="4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3" dur="500"/>
                                        <p:tgtEl>
                                          <p:spTgt spid="176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 nodeType="clickPar">
                      <p:stCondLst>
                        <p:cond delay="indefinite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8" dur="500"/>
                                        <p:tgtEl>
                                          <p:spTgt spid="176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 nodeType="clickPar">
                      <p:stCondLst>
                        <p:cond delay="indefinite"/>
                      </p:stCondLst>
                      <p:childTnLst>
                        <p:par>
                          <p:cTn id="4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3" dur="500"/>
                                        <p:tgtEl>
                                          <p:spTgt spid="176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 nodeType="clickPar">
                      <p:stCondLst>
                        <p:cond delay="indefinite"/>
                      </p:stCondLst>
                      <p:childTnLst>
                        <p:par>
                          <p:cTn id="4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8" dur="500"/>
                                        <p:tgtEl>
                                          <p:spTgt spid="176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 nodeType="clickPar">
                      <p:stCondLst>
                        <p:cond delay="indefinite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3" dur="500"/>
                                        <p:tgtEl>
                                          <p:spTgt spid="176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 nodeType="clickPar">
                      <p:stCondLst>
                        <p:cond delay="indefinite"/>
                      </p:stCondLst>
                      <p:childTnLst>
                        <p:par>
                          <p:cTn id="4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8" dur="500"/>
                                        <p:tgtEl>
                                          <p:spTgt spid="1762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1" dur="500"/>
                                        <p:tgtEl>
                                          <p:spTgt spid="1762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 nodeType="clickPar">
                      <p:stCondLst>
                        <p:cond delay="indefinite"/>
                      </p:stCondLst>
                      <p:childTnLst>
                        <p:par>
                          <p:cTn id="5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6" dur="500"/>
                                        <p:tgtEl>
                                          <p:spTgt spid="1762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 nodeType="clickPar">
                      <p:stCondLst>
                        <p:cond delay="indefinite"/>
                      </p:stCondLst>
                      <p:childTnLst>
                        <p:par>
                          <p:cTn id="5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1" dur="500"/>
                                        <p:tgtEl>
                                          <p:spTgt spid="1762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4" dur="500"/>
                                        <p:tgtEl>
                                          <p:spTgt spid="17626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 nodeType="clickPar">
                      <p:stCondLst>
                        <p:cond delay="indefinite"/>
                      </p:stCondLst>
                      <p:childTnLst>
                        <p:par>
                          <p:cTn id="5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9" dur="500"/>
                                        <p:tgtEl>
                                          <p:spTgt spid="17626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 nodeType="clickPar">
                      <p:stCondLst>
                        <p:cond delay="indefinite"/>
                      </p:stCondLst>
                      <p:childTnLst>
                        <p:par>
                          <p:cTn id="5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4" dur="500"/>
                                        <p:tgtEl>
                                          <p:spTgt spid="17626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 animBg="1"/>
      <p:bldP spid="176131" grpId="0" animBg="1"/>
      <p:bldP spid="176132" grpId="0" animBg="1"/>
      <p:bldP spid="176133" grpId="0" animBg="1"/>
      <p:bldP spid="176134" grpId="0" animBg="1"/>
      <p:bldP spid="176135" grpId="0" animBg="1"/>
      <p:bldP spid="176136" grpId="0" animBg="1"/>
      <p:bldP spid="176137" grpId="0" animBg="1"/>
      <p:bldP spid="176138" grpId="0" animBg="1"/>
      <p:bldP spid="176139" grpId="0" animBg="1"/>
      <p:bldP spid="176140" grpId="0" animBg="1"/>
      <p:bldP spid="176141" grpId="0" animBg="1"/>
      <p:bldP spid="176142" grpId="0" animBg="1"/>
      <p:bldP spid="176143" grpId="0" animBg="1"/>
      <p:bldP spid="176144" grpId="0" animBg="1"/>
      <p:bldP spid="176145" grpId="0" animBg="1"/>
      <p:bldP spid="176146" grpId="0" animBg="1"/>
      <p:bldP spid="176147" grpId="0" animBg="1"/>
      <p:bldP spid="176148" grpId="0" animBg="1"/>
      <p:bldP spid="176149" grpId="0" animBg="1"/>
      <p:bldP spid="176150" grpId="0" animBg="1"/>
      <p:bldP spid="176151" grpId="0" animBg="1"/>
      <p:bldP spid="176152" grpId="0" animBg="1"/>
      <p:bldP spid="176153" grpId="0" animBg="1"/>
      <p:bldP spid="176154" grpId="0" animBg="1"/>
      <p:bldP spid="176155" grpId="0" animBg="1"/>
      <p:bldP spid="176156" grpId="0" animBg="1"/>
      <p:bldP spid="176173" grpId="0" animBg="1"/>
      <p:bldP spid="176174" grpId="0" animBg="1"/>
      <p:bldP spid="176181" grpId="0" animBg="1"/>
      <p:bldP spid="176182" grpId="0" animBg="1"/>
      <p:bldP spid="176183" grpId="0" animBg="1"/>
      <p:bldP spid="176184" grpId="0" animBg="1"/>
      <p:bldP spid="176185" grpId="0" animBg="1"/>
      <p:bldP spid="176186" grpId="0" animBg="1"/>
      <p:bldP spid="176187" grpId="0" animBg="1"/>
      <p:bldP spid="176188" grpId="0" animBg="1"/>
      <p:bldP spid="176189" grpId="0" animBg="1"/>
      <p:bldP spid="176190" grpId="0" animBg="1"/>
      <p:bldP spid="176191" grpId="0" animBg="1"/>
      <p:bldP spid="176192" grpId="0" animBg="1"/>
      <p:bldP spid="176193" grpId="0" animBg="1"/>
      <p:bldP spid="176194" grpId="0" animBg="1"/>
      <p:bldP spid="176195" grpId="0" animBg="1"/>
      <p:bldP spid="176196" grpId="0" animBg="1"/>
      <p:bldP spid="176197" grpId="0" animBg="1"/>
      <p:bldP spid="176198" grpId="0" animBg="1"/>
      <p:bldP spid="176199" grpId="0" animBg="1"/>
      <p:bldP spid="176200" grpId="0" animBg="1"/>
      <p:bldP spid="176201" grpId="0" animBg="1"/>
      <p:bldP spid="176202" grpId="0" animBg="1"/>
      <p:bldP spid="176203" grpId="0" animBg="1"/>
      <p:bldP spid="176204" grpId="0" animBg="1"/>
      <p:bldP spid="176205" grpId="0" animBg="1"/>
      <p:bldP spid="176206" grpId="0" animBg="1"/>
      <p:bldP spid="176207" grpId="0" animBg="1"/>
      <p:bldP spid="176208" grpId="0" animBg="1"/>
      <p:bldP spid="176209" grpId="0" animBg="1"/>
      <p:bldP spid="176210" grpId="0" animBg="1"/>
      <p:bldP spid="176211" grpId="0" animBg="1"/>
      <p:bldP spid="176212" grpId="0" animBg="1"/>
      <p:bldP spid="176213" grpId="0" animBg="1"/>
      <p:bldP spid="176214" grpId="0" animBg="1"/>
      <p:bldP spid="176215" grpId="0" autoUpdateAnimBg="0"/>
      <p:bldP spid="176216" grpId="0" autoUpdateAnimBg="0"/>
      <p:bldP spid="176217" grpId="0" autoUpdateAnimBg="0"/>
      <p:bldP spid="176218" grpId="0" autoUpdateAnimBg="0"/>
      <p:bldP spid="176219" grpId="0" autoUpdateAnimBg="0"/>
      <p:bldP spid="176220" grpId="0" autoUpdateAnimBg="0"/>
      <p:bldP spid="176221" grpId="0" autoUpdateAnimBg="0"/>
      <p:bldP spid="176222" grpId="0" autoUpdateAnimBg="0"/>
      <p:bldP spid="176223" grpId="0" autoUpdateAnimBg="0"/>
      <p:bldP spid="176224" grpId="0" autoUpdateAnimBg="0"/>
      <p:bldP spid="176225" grpId="0" autoUpdateAnimBg="0"/>
      <p:bldP spid="176226" grpId="0" autoUpdateAnimBg="0"/>
      <p:bldP spid="176227" grpId="0" autoUpdateAnimBg="0"/>
      <p:bldP spid="176228" grpId="0" autoUpdateAnimBg="0"/>
      <p:bldP spid="176229" grpId="0" autoUpdateAnimBg="0"/>
      <p:bldP spid="176230" grpId="0" autoUpdateAnimBg="0"/>
      <p:bldP spid="176231" grpId="0" autoUpdateAnimBg="0"/>
      <p:bldP spid="176232" grpId="0" autoUpdateAnimBg="0"/>
      <p:bldP spid="176233" grpId="0" autoUpdateAnimBg="0"/>
      <p:bldP spid="176234" grpId="0" autoUpdateAnimBg="0"/>
      <p:bldP spid="176235" grpId="0" autoUpdateAnimBg="0"/>
      <p:bldP spid="176236" grpId="0" autoUpdateAnimBg="0"/>
      <p:bldP spid="176237" grpId="0" autoUpdateAnimBg="0"/>
      <p:bldP spid="176238" grpId="0" autoUpdateAnimBg="0"/>
      <p:bldP spid="176239" grpId="0" autoUpdateAnimBg="0"/>
      <p:bldP spid="176240" grpId="0" autoUpdateAnimBg="0"/>
      <p:bldP spid="176241" grpId="0" autoUpdateAnimBg="0"/>
      <p:bldP spid="176242" grpId="0" autoUpdateAnimBg="0"/>
      <p:bldP spid="176243" grpId="0" autoUpdateAnimBg="0"/>
      <p:bldP spid="176244" grpId="0" autoUpdateAnimBg="0"/>
      <p:bldP spid="176245" grpId="0" autoUpdateAnimBg="0"/>
      <p:bldP spid="176246" grpId="0" autoUpdateAnimBg="0"/>
      <p:bldP spid="176247" grpId="0" autoUpdateAnimBg="0"/>
      <p:bldP spid="176248" grpId="0" autoUpdateAnimBg="0"/>
      <p:bldP spid="176249" grpId="0" animBg="1"/>
      <p:bldP spid="17626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61F3F70-9DE0-4D9A-A057-FF4DB1BA635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pic>
        <p:nvPicPr>
          <p:cNvPr id="177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1" t="23161" r="30885" b="27458"/>
          <a:stretch>
            <a:fillRect/>
          </a:stretch>
        </p:blipFill>
        <p:spPr bwMode="auto">
          <a:xfrm>
            <a:off x="4397375" y="2617788"/>
            <a:ext cx="4746625" cy="400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71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3" t="28450" r="23828" b="31218"/>
          <a:stretch>
            <a:fillRect/>
          </a:stretch>
        </p:blipFill>
        <p:spPr bwMode="auto">
          <a:xfrm>
            <a:off x="204788" y="247650"/>
            <a:ext cx="4618037" cy="3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96D65C4-8D1C-48A8-B931-6D5A1B1BEA6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78178" name="AutoShape 2"/>
          <p:cNvSpPr>
            <a:spLocks noChangeArrowheads="1"/>
          </p:cNvSpPr>
          <p:nvPr/>
        </p:nvSpPr>
        <p:spPr bwMode="auto">
          <a:xfrm>
            <a:off x="2009775" y="1060804"/>
            <a:ext cx="2114550" cy="2038350"/>
          </a:xfrm>
          <a:prstGeom prst="triangle">
            <a:avLst>
              <a:gd name="adj" fmla="val 50000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179" name="Line 3"/>
          <p:cNvSpPr>
            <a:spLocks noChangeShapeType="1"/>
          </p:cNvSpPr>
          <p:nvPr/>
        </p:nvSpPr>
        <p:spPr bwMode="auto">
          <a:xfrm>
            <a:off x="2076450" y="4142142"/>
            <a:ext cx="19526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180" name="Line 4"/>
          <p:cNvSpPr>
            <a:spLocks noChangeShapeType="1"/>
          </p:cNvSpPr>
          <p:nvPr/>
        </p:nvSpPr>
        <p:spPr bwMode="auto">
          <a:xfrm>
            <a:off x="1411288" y="2321279"/>
            <a:ext cx="5511800" cy="0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181" name="Line 5"/>
          <p:cNvSpPr>
            <a:spLocks noChangeShapeType="1"/>
          </p:cNvSpPr>
          <p:nvPr/>
        </p:nvSpPr>
        <p:spPr bwMode="auto">
          <a:xfrm>
            <a:off x="1470025" y="2562579"/>
            <a:ext cx="5276850" cy="0"/>
          </a:xfrm>
          <a:prstGeom prst="line">
            <a:avLst/>
          </a:prstGeom>
          <a:noFill/>
          <a:ln w="6350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78182" name="Group 6"/>
          <p:cNvGrpSpPr>
            <a:grpSpLocks/>
          </p:cNvGrpSpPr>
          <p:nvPr/>
        </p:nvGrpSpPr>
        <p:grpSpPr bwMode="auto">
          <a:xfrm>
            <a:off x="1562100" y="3394429"/>
            <a:ext cx="2984500" cy="2390775"/>
            <a:chOff x="1866" y="2124"/>
            <a:chExt cx="1880" cy="1506"/>
          </a:xfrm>
        </p:grpSpPr>
        <p:sp>
          <p:nvSpPr>
            <p:cNvPr id="17506" name="Line 7"/>
            <p:cNvSpPr>
              <a:spLocks noChangeShapeType="1"/>
            </p:cNvSpPr>
            <p:nvPr/>
          </p:nvSpPr>
          <p:spPr bwMode="auto">
            <a:xfrm>
              <a:off x="2814" y="2124"/>
              <a:ext cx="0" cy="15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07" name="Line 8"/>
            <p:cNvSpPr>
              <a:spLocks noChangeShapeType="1"/>
            </p:cNvSpPr>
            <p:nvPr/>
          </p:nvSpPr>
          <p:spPr bwMode="auto">
            <a:xfrm>
              <a:off x="1866" y="2880"/>
              <a:ext cx="1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08" name="Freeform 9"/>
            <p:cNvSpPr>
              <a:spLocks/>
            </p:cNvSpPr>
            <p:nvPr/>
          </p:nvSpPr>
          <p:spPr bwMode="auto">
            <a:xfrm>
              <a:off x="1904" y="2596"/>
              <a:ext cx="320" cy="572"/>
            </a:xfrm>
            <a:custGeom>
              <a:avLst/>
              <a:gdLst>
                <a:gd name="T0" fmla="*/ 316 w 320"/>
                <a:gd name="T1" fmla="*/ 572 h 572"/>
                <a:gd name="T2" fmla="*/ 0 w 320"/>
                <a:gd name="T3" fmla="*/ 572 h 572"/>
                <a:gd name="T4" fmla="*/ 0 w 320"/>
                <a:gd name="T5" fmla="*/ 0 h 572"/>
                <a:gd name="T6" fmla="*/ 320 w 320"/>
                <a:gd name="T7" fmla="*/ 0 h 5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0" h="572">
                  <a:moveTo>
                    <a:pt x="316" y="572"/>
                  </a:moveTo>
                  <a:lnTo>
                    <a:pt x="0" y="572"/>
                  </a:lnTo>
                  <a:lnTo>
                    <a:pt x="0" y="0"/>
                  </a:lnTo>
                  <a:lnTo>
                    <a:pt x="3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09" name="Freeform 10"/>
            <p:cNvSpPr>
              <a:spLocks/>
            </p:cNvSpPr>
            <p:nvPr/>
          </p:nvSpPr>
          <p:spPr bwMode="auto">
            <a:xfrm>
              <a:off x="3408" y="2596"/>
              <a:ext cx="312" cy="572"/>
            </a:xfrm>
            <a:custGeom>
              <a:avLst/>
              <a:gdLst>
                <a:gd name="T0" fmla="*/ 4 w 312"/>
                <a:gd name="T1" fmla="*/ 0 h 572"/>
                <a:gd name="T2" fmla="*/ 312 w 312"/>
                <a:gd name="T3" fmla="*/ 0 h 572"/>
                <a:gd name="T4" fmla="*/ 312 w 312"/>
                <a:gd name="T5" fmla="*/ 572 h 572"/>
                <a:gd name="T6" fmla="*/ 0 w 312"/>
                <a:gd name="T7" fmla="*/ 572 h 5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2" h="572">
                  <a:moveTo>
                    <a:pt x="4" y="0"/>
                  </a:moveTo>
                  <a:lnTo>
                    <a:pt x="312" y="0"/>
                  </a:lnTo>
                  <a:lnTo>
                    <a:pt x="312" y="572"/>
                  </a:lnTo>
                  <a:lnTo>
                    <a:pt x="0" y="5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10" name="Arc 11"/>
            <p:cNvSpPr>
              <a:spLocks/>
            </p:cNvSpPr>
            <p:nvPr/>
          </p:nvSpPr>
          <p:spPr bwMode="auto">
            <a:xfrm>
              <a:off x="2215" y="2212"/>
              <a:ext cx="1202" cy="664"/>
            </a:xfrm>
            <a:custGeom>
              <a:avLst/>
              <a:gdLst>
                <a:gd name="T0" fmla="*/ 0 w 39228"/>
                <a:gd name="T1" fmla="*/ 0 h 21600"/>
                <a:gd name="T2" fmla="*/ 0 w 39228"/>
                <a:gd name="T3" fmla="*/ 0 h 21600"/>
                <a:gd name="T4" fmla="*/ 0 w 39228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228" h="21600" fill="none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</a:path>
                <a:path w="39228" h="21600" stroke="0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  <a:lnTo>
                    <a:pt x="19555" y="21600"/>
                  </a:lnTo>
                  <a:lnTo>
                    <a:pt x="0" y="1242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11" name="Arc 12"/>
            <p:cNvSpPr>
              <a:spLocks/>
            </p:cNvSpPr>
            <p:nvPr/>
          </p:nvSpPr>
          <p:spPr bwMode="auto">
            <a:xfrm>
              <a:off x="2224" y="2877"/>
              <a:ext cx="1193" cy="664"/>
            </a:xfrm>
            <a:custGeom>
              <a:avLst/>
              <a:gdLst>
                <a:gd name="T0" fmla="*/ 0 w 38794"/>
                <a:gd name="T1" fmla="*/ 0 h 21600"/>
                <a:gd name="T2" fmla="*/ 0 w 38794"/>
                <a:gd name="T3" fmla="*/ 0 h 21600"/>
                <a:gd name="T4" fmla="*/ 0 w 3879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794" h="21600" fill="none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</a:path>
                <a:path w="38794" h="21600" stroke="0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  <a:lnTo>
                    <a:pt x="19398" y="0"/>
                  </a:lnTo>
                  <a:lnTo>
                    <a:pt x="38794" y="950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12" name="Arc 13"/>
            <p:cNvSpPr>
              <a:spLocks/>
            </p:cNvSpPr>
            <p:nvPr/>
          </p:nvSpPr>
          <p:spPr bwMode="auto">
            <a:xfrm>
              <a:off x="2816" y="2587"/>
              <a:ext cx="664" cy="583"/>
            </a:xfrm>
            <a:custGeom>
              <a:avLst/>
              <a:gdLst>
                <a:gd name="T0" fmla="*/ 0 w 21600"/>
                <a:gd name="T1" fmla="*/ 0 h 18952"/>
                <a:gd name="T2" fmla="*/ 0 w 21600"/>
                <a:gd name="T3" fmla="*/ 0 h 18952"/>
                <a:gd name="T4" fmla="*/ 0 w 21600"/>
                <a:gd name="T5" fmla="*/ 0 h 189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952" fill="none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</a:path>
                <a:path w="21600" h="18952" stroke="0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  <a:lnTo>
                    <a:pt x="0" y="9292"/>
                  </a:lnTo>
                  <a:lnTo>
                    <a:pt x="19499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13" name="Arc 14"/>
            <p:cNvSpPr>
              <a:spLocks/>
            </p:cNvSpPr>
            <p:nvPr/>
          </p:nvSpPr>
          <p:spPr bwMode="auto">
            <a:xfrm>
              <a:off x="2154" y="2593"/>
              <a:ext cx="664" cy="573"/>
            </a:xfrm>
            <a:custGeom>
              <a:avLst/>
              <a:gdLst>
                <a:gd name="T0" fmla="*/ 0 w 21600"/>
                <a:gd name="T1" fmla="*/ 0 h 18636"/>
                <a:gd name="T2" fmla="*/ 0 w 21600"/>
                <a:gd name="T3" fmla="*/ 0 h 18636"/>
                <a:gd name="T4" fmla="*/ 0 w 21600"/>
                <a:gd name="T5" fmla="*/ 0 h 186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636" fill="none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</a:path>
                <a:path w="21600" h="18636" stroke="0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  <a:lnTo>
                    <a:pt x="21600" y="9241"/>
                  </a:lnTo>
                  <a:lnTo>
                    <a:pt x="2150" y="18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8191" name="Group 15"/>
          <p:cNvGrpSpPr>
            <a:grpSpLocks/>
          </p:cNvGrpSpPr>
          <p:nvPr/>
        </p:nvGrpSpPr>
        <p:grpSpPr bwMode="auto">
          <a:xfrm>
            <a:off x="4648200" y="973492"/>
            <a:ext cx="2114550" cy="2181225"/>
            <a:chOff x="3810" y="599"/>
            <a:chExt cx="1332" cy="1374"/>
          </a:xfrm>
        </p:grpSpPr>
        <p:sp>
          <p:nvSpPr>
            <p:cNvPr id="17502" name="Line 16"/>
            <p:cNvSpPr>
              <a:spLocks noChangeShapeType="1"/>
            </p:cNvSpPr>
            <p:nvPr/>
          </p:nvSpPr>
          <p:spPr bwMode="auto">
            <a:xfrm>
              <a:off x="4478" y="599"/>
              <a:ext cx="0" cy="137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03" name="AutoShape 17"/>
            <p:cNvSpPr>
              <a:spLocks noChangeArrowheads="1"/>
            </p:cNvSpPr>
            <p:nvPr/>
          </p:nvSpPr>
          <p:spPr bwMode="auto">
            <a:xfrm>
              <a:off x="3810" y="654"/>
              <a:ext cx="1332" cy="1284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7504" name="Oval 18"/>
            <p:cNvSpPr>
              <a:spLocks noChangeArrowheads="1"/>
            </p:cNvSpPr>
            <p:nvPr/>
          </p:nvSpPr>
          <p:spPr bwMode="auto">
            <a:xfrm>
              <a:off x="4188" y="1160"/>
              <a:ext cx="570" cy="57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7505" name="Line 19"/>
            <p:cNvSpPr>
              <a:spLocks noChangeShapeType="1"/>
            </p:cNvSpPr>
            <p:nvPr/>
          </p:nvSpPr>
          <p:spPr bwMode="auto">
            <a:xfrm>
              <a:off x="4140" y="1448"/>
              <a:ext cx="6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8196" name="Line 20"/>
          <p:cNvSpPr>
            <a:spLocks noChangeShapeType="1"/>
          </p:cNvSpPr>
          <p:nvPr/>
        </p:nvSpPr>
        <p:spPr bwMode="auto">
          <a:xfrm>
            <a:off x="2413000" y="2327629"/>
            <a:ext cx="0" cy="22733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197" name="Oval 21"/>
          <p:cNvSpPr>
            <a:spLocks noChangeArrowheads="1"/>
          </p:cNvSpPr>
          <p:nvPr/>
        </p:nvSpPr>
        <p:spPr bwMode="auto">
          <a:xfrm>
            <a:off x="2413000" y="3940529"/>
            <a:ext cx="1295400" cy="12954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198" name="Line 22"/>
          <p:cNvSpPr>
            <a:spLocks noChangeShapeType="1"/>
          </p:cNvSpPr>
          <p:nvPr/>
        </p:nvSpPr>
        <p:spPr bwMode="auto">
          <a:xfrm>
            <a:off x="2124075" y="5056542"/>
            <a:ext cx="1905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199" name="Line 23"/>
          <p:cNvSpPr>
            <a:spLocks noChangeShapeType="1"/>
          </p:cNvSpPr>
          <p:nvPr/>
        </p:nvSpPr>
        <p:spPr bwMode="auto">
          <a:xfrm>
            <a:off x="2174875" y="2768954"/>
            <a:ext cx="0" cy="18256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0" name="Line 24"/>
          <p:cNvSpPr>
            <a:spLocks noChangeShapeType="1"/>
          </p:cNvSpPr>
          <p:nvPr/>
        </p:nvSpPr>
        <p:spPr bwMode="auto">
          <a:xfrm flipH="1">
            <a:off x="2652713" y="1870429"/>
            <a:ext cx="0" cy="27241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1" name="Line 25"/>
          <p:cNvSpPr>
            <a:spLocks noChangeShapeType="1"/>
          </p:cNvSpPr>
          <p:nvPr/>
        </p:nvSpPr>
        <p:spPr bwMode="auto">
          <a:xfrm flipV="1">
            <a:off x="3067050" y="2045054"/>
            <a:ext cx="508000" cy="2762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2" name="Line 26"/>
          <p:cNvSpPr>
            <a:spLocks noChangeShapeType="1"/>
          </p:cNvSpPr>
          <p:nvPr/>
        </p:nvSpPr>
        <p:spPr bwMode="auto">
          <a:xfrm>
            <a:off x="1457325" y="2048229"/>
            <a:ext cx="52578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03" name="Line 27"/>
          <p:cNvSpPr>
            <a:spLocks noChangeShapeType="1"/>
          </p:cNvSpPr>
          <p:nvPr/>
        </p:nvSpPr>
        <p:spPr bwMode="auto">
          <a:xfrm>
            <a:off x="3575050" y="2048229"/>
            <a:ext cx="0" cy="25463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4" name="Oval 28"/>
          <p:cNvSpPr>
            <a:spLocks noChangeArrowheads="1"/>
          </p:cNvSpPr>
          <p:nvPr/>
        </p:nvSpPr>
        <p:spPr bwMode="auto">
          <a:xfrm>
            <a:off x="2552700" y="4069117"/>
            <a:ext cx="1022350" cy="102235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05" name="Line 29"/>
          <p:cNvSpPr>
            <a:spLocks noChangeShapeType="1"/>
          </p:cNvSpPr>
          <p:nvPr/>
        </p:nvSpPr>
        <p:spPr bwMode="auto">
          <a:xfrm>
            <a:off x="2698750" y="4224692"/>
            <a:ext cx="18002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6" name="Line 30"/>
          <p:cNvSpPr>
            <a:spLocks noChangeShapeType="1"/>
          </p:cNvSpPr>
          <p:nvPr/>
        </p:nvSpPr>
        <p:spPr bwMode="auto">
          <a:xfrm>
            <a:off x="2705100" y="4954942"/>
            <a:ext cx="18002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7" name="Line 31"/>
          <p:cNvSpPr>
            <a:spLocks noChangeShapeType="1"/>
          </p:cNvSpPr>
          <p:nvPr/>
        </p:nvSpPr>
        <p:spPr bwMode="auto">
          <a:xfrm>
            <a:off x="2387600" y="4207229"/>
            <a:ext cx="2111375" cy="0"/>
          </a:xfrm>
          <a:prstGeom prst="line">
            <a:avLst/>
          </a:prstGeom>
          <a:noFill/>
          <a:ln w="6350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8" name="Line 32"/>
          <p:cNvSpPr>
            <a:spLocks noChangeShapeType="1"/>
          </p:cNvSpPr>
          <p:nvPr/>
        </p:nvSpPr>
        <p:spPr bwMode="auto">
          <a:xfrm>
            <a:off x="2384425" y="4975579"/>
            <a:ext cx="2120900" cy="0"/>
          </a:xfrm>
          <a:prstGeom prst="line">
            <a:avLst/>
          </a:prstGeom>
          <a:noFill/>
          <a:ln w="6350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09" name="Line 33"/>
          <p:cNvSpPr>
            <a:spLocks noChangeShapeType="1"/>
          </p:cNvSpPr>
          <p:nvPr/>
        </p:nvSpPr>
        <p:spPr bwMode="auto">
          <a:xfrm>
            <a:off x="2289175" y="2556229"/>
            <a:ext cx="0" cy="2038350"/>
          </a:xfrm>
          <a:prstGeom prst="line">
            <a:avLst/>
          </a:prstGeom>
          <a:noFill/>
          <a:ln w="6350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8210" name="Oval 34"/>
          <p:cNvSpPr>
            <a:spLocks noChangeArrowheads="1"/>
          </p:cNvSpPr>
          <p:nvPr/>
        </p:nvSpPr>
        <p:spPr bwMode="auto">
          <a:xfrm>
            <a:off x="2289175" y="3819879"/>
            <a:ext cx="1543050" cy="1543050"/>
          </a:xfrm>
          <a:prstGeom prst="ellipse">
            <a:avLst/>
          </a:prstGeom>
          <a:noFill/>
          <a:ln w="6350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78211" name="Group 35"/>
          <p:cNvGrpSpPr>
            <a:grpSpLocks/>
          </p:cNvGrpSpPr>
          <p:nvPr/>
        </p:nvGrpSpPr>
        <p:grpSpPr bwMode="auto">
          <a:xfrm>
            <a:off x="1511300" y="936979"/>
            <a:ext cx="3060700" cy="2257425"/>
            <a:chOff x="1834" y="576"/>
            <a:chExt cx="1928" cy="1422"/>
          </a:xfrm>
        </p:grpSpPr>
        <p:sp>
          <p:nvSpPr>
            <p:cNvPr id="17499" name="Line 36"/>
            <p:cNvSpPr>
              <a:spLocks noChangeShapeType="1"/>
            </p:cNvSpPr>
            <p:nvPr/>
          </p:nvSpPr>
          <p:spPr bwMode="auto">
            <a:xfrm flipV="1">
              <a:off x="2808" y="576"/>
              <a:ext cx="0" cy="142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00" name="Line 37"/>
            <p:cNvSpPr>
              <a:spLocks noChangeShapeType="1"/>
            </p:cNvSpPr>
            <p:nvPr/>
          </p:nvSpPr>
          <p:spPr bwMode="auto">
            <a:xfrm>
              <a:off x="1834" y="1448"/>
              <a:ext cx="1928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01" name="Freeform 38"/>
            <p:cNvSpPr>
              <a:spLocks/>
            </p:cNvSpPr>
            <p:nvPr/>
          </p:nvSpPr>
          <p:spPr bwMode="auto">
            <a:xfrm>
              <a:off x="1898" y="652"/>
              <a:ext cx="1816" cy="1284"/>
            </a:xfrm>
            <a:custGeom>
              <a:avLst/>
              <a:gdLst>
                <a:gd name="T0" fmla="*/ 244 w 1816"/>
                <a:gd name="T1" fmla="*/ 1284 h 1284"/>
                <a:gd name="T2" fmla="*/ 348 w 1816"/>
                <a:gd name="T3" fmla="*/ 1080 h 1284"/>
                <a:gd name="T4" fmla="*/ 0 w 1816"/>
                <a:gd name="T5" fmla="*/ 1080 h 1284"/>
                <a:gd name="T6" fmla="*/ 0 w 1816"/>
                <a:gd name="T7" fmla="*/ 508 h 1284"/>
                <a:gd name="T8" fmla="*/ 648 w 1816"/>
                <a:gd name="T9" fmla="*/ 508 h 1284"/>
                <a:gd name="T10" fmla="*/ 908 w 1816"/>
                <a:gd name="T11" fmla="*/ 0 h 1284"/>
                <a:gd name="T12" fmla="*/ 1172 w 1816"/>
                <a:gd name="T13" fmla="*/ 508 h 1284"/>
                <a:gd name="T14" fmla="*/ 1816 w 1816"/>
                <a:gd name="T15" fmla="*/ 508 h 1284"/>
                <a:gd name="T16" fmla="*/ 1816 w 1816"/>
                <a:gd name="T17" fmla="*/ 1080 h 1284"/>
                <a:gd name="T18" fmla="*/ 1468 w 1816"/>
                <a:gd name="T19" fmla="*/ 1080 h 1284"/>
                <a:gd name="T20" fmla="*/ 1576 w 1816"/>
                <a:gd name="T21" fmla="*/ 1284 h 1284"/>
                <a:gd name="T22" fmla="*/ 244 w 1816"/>
                <a:gd name="T23" fmla="*/ 1284 h 12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16" h="1284">
                  <a:moveTo>
                    <a:pt x="244" y="1284"/>
                  </a:moveTo>
                  <a:lnTo>
                    <a:pt x="348" y="1080"/>
                  </a:lnTo>
                  <a:lnTo>
                    <a:pt x="0" y="1080"/>
                  </a:lnTo>
                  <a:lnTo>
                    <a:pt x="0" y="508"/>
                  </a:lnTo>
                  <a:lnTo>
                    <a:pt x="648" y="508"/>
                  </a:lnTo>
                  <a:lnTo>
                    <a:pt x="908" y="0"/>
                  </a:lnTo>
                  <a:lnTo>
                    <a:pt x="1172" y="508"/>
                  </a:lnTo>
                  <a:lnTo>
                    <a:pt x="1816" y="508"/>
                  </a:lnTo>
                  <a:lnTo>
                    <a:pt x="1816" y="1080"/>
                  </a:lnTo>
                  <a:lnTo>
                    <a:pt x="1468" y="1080"/>
                  </a:lnTo>
                  <a:lnTo>
                    <a:pt x="1576" y="1284"/>
                  </a:lnTo>
                  <a:lnTo>
                    <a:pt x="244" y="128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8215" name="Line 39"/>
          <p:cNvSpPr>
            <a:spLocks noChangeShapeType="1"/>
          </p:cNvSpPr>
          <p:nvPr/>
        </p:nvSpPr>
        <p:spPr bwMode="auto">
          <a:xfrm flipV="1">
            <a:off x="2701925" y="2041879"/>
            <a:ext cx="0" cy="21844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16" name="Line 40"/>
          <p:cNvSpPr>
            <a:spLocks noChangeShapeType="1"/>
          </p:cNvSpPr>
          <p:nvPr/>
        </p:nvSpPr>
        <p:spPr bwMode="auto">
          <a:xfrm flipV="1">
            <a:off x="2593975" y="2314929"/>
            <a:ext cx="0" cy="1828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17" name="Line 41"/>
          <p:cNvSpPr>
            <a:spLocks noChangeShapeType="1"/>
          </p:cNvSpPr>
          <p:nvPr/>
        </p:nvSpPr>
        <p:spPr bwMode="auto">
          <a:xfrm flipV="1">
            <a:off x="2390775" y="2556229"/>
            <a:ext cx="0" cy="1651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18" name="Freeform 42"/>
          <p:cNvSpPr>
            <a:spLocks/>
          </p:cNvSpPr>
          <p:nvPr/>
        </p:nvSpPr>
        <p:spPr bwMode="auto">
          <a:xfrm>
            <a:off x="2593975" y="4143729"/>
            <a:ext cx="127000" cy="908050"/>
          </a:xfrm>
          <a:custGeom>
            <a:avLst/>
            <a:gdLst>
              <a:gd name="T0" fmla="*/ 0 w 80"/>
              <a:gd name="T1" fmla="*/ 0 h 572"/>
              <a:gd name="T2" fmla="*/ 2147483647 w 80"/>
              <a:gd name="T3" fmla="*/ 2147483647 h 572"/>
              <a:gd name="T4" fmla="*/ 2147483647 w 80"/>
              <a:gd name="T5" fmla="*/ 2147483647 h 572"/>
              <a:gd name="T6" fmla="*/ 2147483647 w 80"/>
              <a:gd name="T7" fmla="*/ 2147483647 h 572"/>
              <a:gd name="T8" fmla="*/ 2147483647 w 80"/>
              <a:gd name="T9" fmla="*/ 2147483647 h 5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" h="572">
                <a:moveTo>
                  <a:pt x="0" y="0"/>
                </a:moveTo>
                <a:cubicBezTo>
                  <a:pt x="31" y="2"/>
                  <a:pt x="63" y="5"/>
                  <a:pt x="68" y="52"/>
                </a:cubicBezTo>
                <a:cubicBezTo>
                  <a:pt x="73" y="99"/>
                  <a:pt x="31" y="207"/>
                  <a:pt x="32" y="284"/>
                </a:cubicBezTo>
                <a:cubicBezTo>
                  <a:pt x="33" y="361"/>
                  <a:pt x="80" y="468"/>
                  <a:pt x="76" y="516"/>
                </a:cubicBezTo>
                <a:cubicBezTo>
                  <a:pt x="72" y="564"/>
                  <a:pt x="40" y="568"/>
                  <a:pt x="8" y="5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19" name="Freeform 43"/>
          <p:cNvSpPr>
            <a:spLocks/>
          </p:cNvSpPr>
          <p:nvPr/>
        </p:nvSpPr>
        <p:spPr bwMode="auto">
          <a:xfrm>
            <a:off x="2174875" y="4132617"/>
            <a:ext cx="431800" cy="919162"/>
          </a:xfrm>
          <a:custGeom>
            <a:avLst/>
            <a:gdLst>
              <a:gd name="T0" fmla="*/ 2147483647 w 272"/>
              <a:gd name="T1" fmla="*/ 2147483647 h 579"/>
              <a:gd name="T2" fmla="*/ 2147483647 w 272"/>
              <a:gd name="T3" fmla="*/ 2147483647 h 579"/>
              <a:gd name="T4" fmla="*/ 0 w 272"/>
              <a:gd name="T5" fmla="*/ 2147483647 h 579"/>
              <a:gd name="T6" fmla="*/ 2147483647 w 272"/>
              <a:gd name="T7" fmla="*/ 2147483647 h 579"/>
              <a:gd name="T8" fmla="*/ 2147483647 w 272"/>
              <a:gd name="T9" fmla="*/ 2147483647 h 5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2" h="579">
                <a:moveTo>
                  <a:pt x="264" y="7"/>
                </a:moveTo>
                <a:cubicBezTo>
                  <a:pt x="222" y="3"/>
                  <a:pt x="180" y="0"/>
                  <a:pt x="136" y="47"/>
                </a:cubicBezTo>
                <a:cubicBezTo>
                  <a:pt x="92" y="94"/>
                  <a:pt x="0" y="210"/>
                  <a:pt x="0" y="291"/>
                </a:cubicBezTo>
                <a:cubicBezTo>
                  <a:pt x="0" y="372"/>
                  <a:pt x="91" y="483"/>
                  <a:pt x="136" y="531"/>
                </a:cubicBezTo>
                <a:cubicBezTo>
                  <a:pt x="181" y="579"/>
                  <a:pt x="249" y="571"/>
                  <a:pt x="272" y="579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0" name="Freeform 44"/>
          <p:cNvSpPr>
            <a:spLocks/>
          </p:cNvSpPr>
          <p:nvPr/>
        </p:nvSpPr>
        <p:spPr bwMode="auto">
          <a:xfrm flipH="1">
            <a:off x="3406775" y="4143729"/>
            <a:ext cx="127000" cy="908050"/>
          </a:xfrm>
          <a:custGeom>
            <a:avLst/>
            <a:gdLst>
              <a:gd name="T0" fmla="*/ 0 w 80"/>
              <a:gd name="T1" fmla="*/ 0 h 572"/>
              <a:gd name="T2" fmla="*/ 2147483647 w 80"/>
              <a:gd name="T3" fmla="*/ 2147483647 h 572"/>
              <a:gd name="T4" fmla="*/ 2147483647 w 80"/>
              <a:gd name="T5" fmla="*/ 2147483647 h 572"/>
              <a:gd name="T6" fmla="*/ 2147483647 w 80"/>
              <a:gd name="T7" fmla="*/ 2147483647 h 572"/>
              <a:gd name="T8" fmla="*/ 2147483647 w 80"/>
              <a:gd name="T9" fmla="*/ 2147483647 h 5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" h="572">
                <a:moveTo>
                  <a:pt x="0" y="0"/>
                </a:moveTo>
                <a:cubicBezTo>
                  <a:pt x="31" y="2"/>
                  <a:pt x="63" y="5"/>
                  <a:pt x="68" y="52"/>
                </a:cubicBezTo>
                <a:cubicBezTo>
                  <a:pt x="73" y="99"/>
                  <a:pt x="31" y="207"/>
                  <a:pt x="32" y="284"/>
                </a:cubicBezTo>
                <a:cubicBezTo>
                  <a:pt x="33" y="361"/>
                  <a:pt x="80" y="468"/>
                  <a:pt x="76" y="516"/>
                </a:cubicBezTo>
                <a:cubicBezTo>
                  <a:pt x="72" y="564"/>
                  <a:pt x="40" y="568"/>
                  <a:pt x="8" y="5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1" name="Freeform 45"/>
          <p:cNvSpPr>
            <a:spLocks/>
          </p:cNvSpPr>
          <p:nvPr/>
        </p:nvSpPr>
        <p:spPr bwMode="auto">
          <a:xfrm flipH="1">
            <a:off x="3521075" y="4138967"/>
            <a:ext cx="431800" cy="919162"/>
          </a:xfrm>
          <a:custGeom>
            <a:avLst/>
            <a:gdLst>
              <a:gd name="T0" fmla="*/ 2147483647 w 272"/>
              <a:gd name="T1" fmla="*/ 2147483647 h 579"/>
              <a:gd name="T2" fmla="*/ 2147483647 w 272"/>
              <a:gd name="T3" fmla="*/ 2147483647 h 579"/>
              <a:gd name="T4" fmla="*/ 0 w 272"/>
              <a:gd name="T5" fmla="*/ 2147483647 h 579"/>
              <a:gd name="T6" fmla="*/ 2147483647 w 272"/>
              <a:gd name="T7" fmla="*/ 2147483647 h 579"/>
              <a:gd name="T8" fmla="*/ 2147483647 w 272"/>
              <a:gd name="T9" fmla="*/ 2147483647 h 5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2" h="579">
                <a:moveTo>
                  <a:pt x="264" y="7"/>
                </a:moveTo>
                <a:cubicBezTo>
                  <a:pt x="222" y="3"/>
                  <a:pt x="180" y="0"/>
                  <a:pt x="136" y="47"/>
                </a:cubicBezTo>
                <a:cubicBezTo>
                  <a:pt x="92" y="94"/>
                  <a:pt x="0" y="210"/>
                  <a:pt x="0" y="291"/>
                </a:cubicBezTo>
                <a:cubicBezTo>
                  <a:pt x="0" y="372"/>
                  <a:pt x="91" y="483"/>
                  <a:pt x="136" y="531"/>
                </a:cubicBezTo>
                <a:cubicBezTo>
                  <a:pt x="181" y="579"/>
                  <a:pt x="249" y="571"/>
                  <a:pt x="272" y="579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2" name="Line 46"/>
          <p:cNvSpPr>
            <a:spLocks noChangeShapeType="1"/>
          </p:cNvSpPr>
          <p:nvPr/>
        </p:nvSpPr>
        <p:spPr bwMode="auto">
          <a:xfrm>
            <a:off x="3529013" y="4142142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3" name="Line 47"/>
          <p:cNvSpPr>
            <a:spLocks noChangeShapeType="1"/>
          </p:cNvSpPr>
          <p:nvPr/>
        </p:nvSpPr>
        <p:spPr bwMode="auto">
          <a:xfrm>
            <a:off x="3529013" y="5051779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4" name="Line 48"/>
          <p:cNvSpPr>
            <a:spLocks noChangeShapeType="1"/>
          </p:cNvSpPr>
          <p:nvPr/>
        </p:nvSpPr>
        <p:spPr bwMode="auto">
          <a:xfrm>
            <a:off x="2124075" y="4142142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5" name="Line 49"/>
          <p:cNvSpPr>
            <a:spLocks noChangeShapeType="1"/>
          </p:cNvSpPr>
          <p:nvPr/>
        </p:nvSpPr>
        <p:spPr bwMode="auto">
          <a:xfrm>
            <a:off x="2114550" y="5051779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6" name="Freeform 50"/>
          <p:cNvSpPr>
            <a:spLocks/>
          </p:cNvSpPr>
          <p:nvPr/>
        </p:nvSpPr>
        <p:spPr bwMode="auto">
          <a:xfrm>
            <a:off x="2176463" y="1865667"/>
            <a:ext cx="533400" cy="904875"/>
          </a:xfrm>
          <a:custGeom>
            <a:avLst/>
            <a:gdLst>
              <a:gd name="T0" fmla="*/ 2147483647 w 336"/>
              <a:gd name="T1" fmla="*/ 0 h 570"/>
              <a:gd name="T2" fmla="*/ 2147483647 w 336"/>
              <a:gd name="T3" fmla="*/ 2147483647 h 570"/>
              <a:gd name="T4" fmla="*/ 2147483647 w 336"/>
              <a:gd name="T5" fmla="*/ 2147483647 h 570"/>
              <a:gd name="T6" fmla="*/ 2147483647 w 336"/>
              <a:gd name="T7" fmla="*/ 2147483647 h 570"/>
              <a:gd name="T8" fmla="*/ 0 w 336"/>
              <a:gd name="T9" fmla="*/ 2147483647 h 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6" h="570">
                <a:moveTo>
                  <a:pt x="300" y="0"/>
                </a:moveTo>
                <a:cubicBezTo>
                  <a:pt x="318" y="34"/>
                  <a:pt x="336" y="69"/>
                  <a:pt x="330" y="117"/>
                </a:cubicBezTo>
                <a:cubicBezTo>
                  <a:pt x="324" y="165"/>
                  <a:pt x="296" y="235"/>
                  <a:pt x="264" y="288"/>
                </a:cubicBezTo>
                <a:cubicBezTo>
                  <a:pt x="232" y="341"/>
                  <a:pt x="179" y="391"/>
                  <a:pt x="135" y="438"/>
                </a:cubicBezTo>
                <a:cubicBezTo>
                  <a:pt x="91" y="485"/>
                  <a:pt x="23" y="548"/>
                  <a:pt x="0" y="57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7" name="Freeform 51"/>
          <p:cNvSpPr>
            <a:spLocks/>
          </p:cNvSpPr>
          <p:nvPr/>
        </p:nvSpPr>
        <p:spPr bwMode="auto">
          <a:xfrm flipH="1">
            <a:off x="3414713" y="1865667"/>
            <a:ext cx="533400" cy="904875"/>
          </a:xfrm>
          <a:custGeom>
            <a:avLst/>
            <a:gdLst>
              <a:gd name="T0" fmla="*/ 2147483647 w 336"/>
              <a:gd name="T1" fmla="*/ 0 h 570"/>
              <a:gd name="T2" fmla="*/ 2147483647 w 336"/>
              <a:gd name="T3" fmla="*/ 2147483647 h 570"/>
              <a:gd name="T4" fmla="*/ 2147483647 w 336"/>
              <a:gd name="T5" fmla="*/ 2147483647 h 570"/>
              <a:gd name="T6" fmla="*/ 2147483647 w 336"/>
              <a:gd name="T7" fmla="*/ 2147483647 h 570"/>
              <a:gd name="T8" fmla="*/ 0 w 336"/>
              <a:gd name="T9" fmla="*/ 2147483647 h 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6" h="570">
                <a:moveTo>
                  <a:pt x="300" y="0"/>
                </a:moveTo>
                <a:cubicBezTo>
                  <a:pt x="318" y="34"/>
                  <a:pt x="336" y="69"/>
                  <a:pt x="330" y="117"/>
                </a:cubicBezTo>
                <a:cubicBezTo>
                  <a:pt x="324" y="165"/>
                  <a:pt x="296" y="235"/>
                  <a:pt x="264" y="288"/>
                </a:cubicBezTo>
                <a:cubicBezTo>
                  <a:pt x="232" y="341"/>
                  <a:pt x="179" y="391"/>
                  <a:pt x="135" y="438"/>
                </a:cubicBezTo>
                <a:cubicBezTo>
                  <a:pt x="91" y="485"/>
                  <a:pt x="23" y="548"/>
                  <a:pt x="0" y="57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228" name="AutoShape 52"/>
          <p:cNvSpPr>
            <a:spLocks noChangeArrowheads="1"/>
          </p:cNvSpPr>
          <p:nvPr/>
        </p:nvSpPr>
        <p:spPr bwMode="auto">
          <a:xfrm>
            <a:off x="2614613" y="1825979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29" name="AutoShape 53"/>
          <p:cNvSpPr>
            <a:spLocks noChangeArrowheads="1"/>
          </p:cNvSpPr>
          <p:nvPr/>
        </p:nvSpPr>
        <p:spPr bwMode="auto">
          <a:xfrm>
            <a:off x="2662238" y="2011717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0" name="AutoShape 54"/>
          <p:cNvSpPr>
            <a:spLocks noChangeArrowheads="1"/>
          </p:cNvSpPr>
          <p:nvPr/>
        </p:nvSpPr>
        <p:spPr bwMode="auto">
          <a:xfrm>
            <a:off x="2557463" y="2283179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1" name="AutoShape 55"/>
          <p:cNvSpPr>
            <a:spLocks noChangeArrowheads="1"/>
          </p:cNvSpPr>
          <p:nvPr/>
        </p:nvSpPr>
        <p:spPr bwMode="auto">
          <a:xfrm>
            <a:off x="2352675" y="2521304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2" name="AutoShape 56"/>
          <p:cNvSpPr>
            <a:spLocks noChangeArrowheads="1"/>
          </p:cNvSpPr>
          <p:nvPr/>
        </p:nvSpPr>
        <p:spPr bwMode="auto">
          <a:xfrm>
            <a:off x="2133600" y="2740379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3" name="AutoShape 57"/>
          <p:cNvSpPr>
            <a:spLocks noChangeArrowheads="1"/>
          </p:cNvSpPr>
          <p:nvPr/>
        </p:nvSpPr>
        <p:spPr bwMode="auto">
          <a:xfrm>
            <a:off x="5668963" y="1825979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4" name="AutoShape 58"/>
          <p:cNvSpPr>
            <a:spLocks noChangeArrowheads="1"/>
          </p:cNvSpPr>
          <p:nvPr/>
        </p:nvSpPr>
        <p:spPr bwMode="auto">
          <a:xfrm>
            <a:off x="5203825" y="2286354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5" name="AutoShape 59"/>
          <p:cNvSpPr>
            <a:spLocks noChangeArrowheads="1"/>
          </p:cNvSpPr>
          <p:nvPr/>
        </p:nvSpPr>
        <p:spPr bwMode="auto">
          <a:xfrm>
            <a:off x="6116638" y="2286354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6" name="AutoShape 60"/>
          <p:cNvSpPr>
            <a:spLocks noChangeArrowheads="1"/>
          </p:cNvSpPr>
          <p:nvPr/>
        </p:nvSpPr>
        <p:spPr bwMode="auto">
          <a:xfrm>
            <a:off x="5668963" y="2738792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7" name="AutoShape 61"/>
          <p:cNvSpPr>
            <a:spLocks noChangeArrowheads="1"/>
          </p:cNvSpPr>
          <p:nvPr/>
        </p:nvSpPr>
        <p:spPr bwMode="auto">
          <a:xfrm>
            <a:off x="5292725" y="2014892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8" name="AutoShape 62"/>
          <p:cNvSpPr>
            <a:spLocks noChangeArrowheads="1"/>
          </p:cNvSpPr>
          <p:nvPr/>
        </p:nvSpPr>
        <p:spPr bwMode="auto">
          <a:xfrm>
            <a:off x="6026150" y="2014892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39" name="AutoShape 63"/>
          <p:cNvSpPr>
            <a:spLocks noChangeArrowheads="1"/>
          </p:cNvSpPr>
          <p:nvPr/>
        </p:nvSpPr>
        <p:spPr bwMode="auto">
          <a:xfrm>
            <a:off x="5278438" y="2524479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0" name="AutoShape 64"/>
          <p:cNvSpPr>
            <a:spLocks noChangeArrowheads="1"/>
          </p:cNvSpPr>
          <p:nvPr/>
        </p:nvSpPr>
        <p:spPr bwMode="auto">
          <a:xfrm>
            <a:off x="6045200" y="2529242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1" name="AutoShape 65"/>
          <p:cNvSpPr>
            <a:spLocks noChangeArrowheads="1"/>
          </p:cNvSpPr>
          <p:nvPr/>
        </p:nvSpPr>
        <p:spPr bwMode="auto">
          <a:xfrm>
            <a:off x="2136775" y="4559654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2" name="AutoShape 66"/>
          <p:cNvSpPr>
            <a:spLocks noChangeArrowheads="1"/>
          </p:cNvSpPr>
          <p:nvPr/>
        </p:nvSpPr>
        <p:spPr bwMode="auto">
          <a:xfrm>
            <a:off x="2351088" y="4940654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3" name="AutoShape 67"/>
          <p:cNvSpPr>
            <a:spLocks noChangeArrowheads="1"/>
          </p:cNvSpPr>
          <p:nvPr/>
        </p:nvSpPr>
        <p:spPr bwMode="auto">
          <a:xfrm>
            <a:off x="2351088" y="4173892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4" name="AutoShape 68"/>
          <p:cNvSpPr>
            <a:spLocks noChangeArrowheads="1"/>
          </p:cNvSpPr>
          <p:nvPr/>
        </p:nvSpPr>
        <p:spPr bwMode="auto">
          <a:xfrm>
            <a:off x="2555875" y="4107217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5" name="AutoShape 69"/>
          <p:cNvSpPr>
            <a:spLocks noChangeArrowheads="1"/>
          </p:cNvSpPr>
          <p:nvPr/>
        </p:nvSpPr>
        <p:spPr bwMode="auto">
          <a:xfrm>
            <a:off x="2670175" y="4192942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6" name="AutoShape 70"/>
          <p:cNvSpPr>
            <a:spLocks noChangeArrowheads="1"/>
          </p:cNvSpPr>
          <p:nvPr/>
        </p:nvSpPr>
        <p:spPr bwMode="auto">
          <a:xfrm>
            <a:off x="2603500" y="4554892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7" name="AutoShape 71"/>
          <p:cNvSpPr>
            <a:spLocks noChangeArrowheads="1"/>
          </p:cNvSpPr>
          <p:nvPr/>
        </p:nvSpPr>
        <p:spPr bwMode="auto">
          <a:xfrm>
            <a:off x="2674938" y="4921604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8" name="AutoShape 72"/>
          <p:cNvSpPr>
            <a:spLocks noChangeArrowheads="1"/>
          </p:cNvSpPr>
          <p:nvPr/>
        </p:nvSpPr>
        <p:spPr bwMode="auto">
          <a:xfrm>
            <a:off x="2574925" y="5016854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8249" name="Text Box 73"/>
          <p:cNvSpPr txBox="1">
            <a:spLocks noChangeArrowheads="1"/>
          </p:cNvSpPr>
          <p:nvPr/>
        </p:nvSpPr>
        <p:spPr bwMode="auto">
          <a:xfrm>
            <a:off x="5688013" y="1567217"/>
            <a:ext cx="352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1"</a:t>
            </a:r>
          </a:p>
        </p:txBody>
      </p:sp>
      <p:sp>
        <p:nvSpPr>
          <p:cNvPr id="178250" name="Text Box 74"/>
          <p:cNvSpPr txBox="1">
            <a:spLocks noChangeArrowheads="1"/>
          </p:cNvSpPr>
          <p:nvPr/>
        </p:nvSpPr>
        <p:spPr bwMode="auto">
          <a:xfrm>
            <a:off x="5907088" y="1710092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b"</a:t>
            </a:r>
          </a:p>
        </p:txBody>
      </p:sp>
      <p:sp>
        <p:nvSpPr>
          <p:cNvPr id="178251" name="Text Box 75"/>
          <p:cNvSpPr txBox="1">
            <a:spLocks noChangeArrowheads="1"/>
          </p:cNvSpPr>
          <p:nvPr/>
        </p:nvSpPr>
        <p:spPr bwMode="auto">
          <a:xfrm>
            <a:off x="6084888" y="2126017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2"</a:t>
            </a:r>
          </a:p>
        </p:txBody>
      </p:sp>
      <p:sp>
        <p:nvSpPr>
          <p:cNvPr id="178252" name="Text Box 76"/>
          <p:cNvSpPr txBox="1">
            <a:spLocks noChangeArrowheads="1"/>
          </p:cNvSpPr>
          <p:nvPr/>
        </p:nvSpPr>
        <p:spPr bwMode="auto">
          <a:xfrm>
            <a:off x="5651500" y="2710217"/>
            <a:ext cx="382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3"</a:t>
            </a:r>
          </a:p>
        </p:txBody>
      </p:sp>
      <p:sp>
        <p:nvSpPr>
          <p:cNvPr id="178253" name="Text Box 77"/>
          <p:cNvSpPr txBox="1">
            <a:spLocks noChangeArrowheads="1"/>
          </p:cNvSpPr>
          <p:nvPr/>
        </p:nvSpPr>
        <p:spPr bwMode="auto">
          <a:xfrm>
            <a:off x="6016625" y="2507017"/>
            <a:ext cx="382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a"</a:t>
            </a:r>
          </a:p>
        </p:txBody>
      </p:sp>
      <p:sp>
        <p:nvSpPr>
          <p:cNvPr id="178254" name="Text Box 78"/>
          <p:cNvSpPr txBox="1">
            <a:spLocks noChangeArrowheads="1"/>
          </p:cNvSpPr>
          <p:nvPr/>
        </p:nvSpPr>
        <p:spPr bwMode="auto">
          <a:xfrm>
            <a:off x="4959350" y="2510192"/>
            <a:ext cx="382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a"</a:t>
            </a:r>
          </a:p>
        </p:txBody>
      </p:sp>
      <p:sp>
        <p:nvSpPr>
          <p:cNvPr id="178255" name="Text Box 79"/>
          <p:cNvSpPr txBox="1">
            <a:spLocks noChangeArrowheads="1"/>
          </p:cNvSpPr>
          <p:nvPr/>
        </p:nvSpPr>
        <p:spPr bwMode="auto">
          <a:xfrm>
            <a:off x="5213350" y="2151417"/>
            <a:ext cx="3984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4"</a:t>
            </a:r>
          </a:p>
        </p:txBody>
      </p:sp>
      <p:sp>
        <p:nvSpPr>
          <p:cNvPr id="178256" name="Text Box 80"/>
          <p:cNvSpPr txBox="1">
            <a:spLocks noChangeArrowheads="1"/>
          </p:cNvSpPr>
          <p:nvPr/>
        </p:nvSpPr>
        <p:spPr bwMode="auto">
          <a:xfrm>
            <a:off x="5195888" y="1719617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b"</a:t>
            </a:r>
          </a:p>
        </p:txBody>
      </p:sp>
      <p:sp>
        <p:nvSpPr>
          <p:cNvPr id="178257" name="Text Box 81"/>
          <p:cNvSpPr txBox="1">
            <a:spLocks noChangeArrowheads="1"/>
          </p:cNvSpPr>
          <p:nvPr/>
        </p:nvSpPr>
        <p:spPr bwMode="auto">
          <a:xfrm>
            <a:off x="2449513" y="1548167"/>
            <a:ext cx="314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1’</a:t>
            </a:r>
          </a:p>
        </p:txBody>
      </p:sp>
      <p:sp>
        <p:nvSpPr>
          <p:cNvPr id="178258" name="Text Box 82"/>
          <p:cNvSpPr txBox="1">
            <a:spLocks noChangeArrowheads="1"/>
          </p:cNvSpPr>
          <p:nvPr/>
        </p:nvSpPr>
        <p:spPr bwMode="auto">
          <a:xfrm>
            <a:off x="2574925" y="2045054"/>
            <a:ext cx="574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2’,4’</a:t>
            </a:r>
          </a:p>
        </p:txBody>
      </p:sp>
      <p:sp>
        <p:nvSpPr>
          <p:cNvPr id="178259" name="Text Box 83"/>
          <p:cNvSpPr txBox="1">
            <a:spLocks noChangeArrowheads="1"/>
          </p:cNvSpPr>
          <p:nvPr/>
        </p:nvSpPr>
        <p:spPr bwMode="auto">
          <a:xfrm>
            <a:off x="2400300" y="1852967"/>
            <a:ext cx="344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b’</a:t>
            </a:r>
          </a:p>
        </p:txBody>
      </p:sp>
      <p:sp>
        <p:nvSpPr>
          <p:cNvPr id="178260" name="Text Box 84"/>
          <p:cNvSpPr txBox="1">
            <a:spLocks noChangeArrowheads="1"/>
          </p:cNvSpPr>
          <p:nvPr/>
        </p:nvSpPr>
        <p:spPr bwMode="auto">
          <a:xfrm>
            <a:off x="2071688" y="2338742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a’</a:t>
            </a:r>
          </a:p>
        </p:txBody>
      </p:sp>
      <p:sp>
        <p:nvSpPr>
          <p:cNvPr id="178261" name="Text Box 85"/>
          <p:cNvSpPr txBox="1">
            <a:spLocks noChangeArrowheads="1"/>
          </p:cNvSpPr>
          <p:nvPr/>
        </p:nvSpPr>
        <p:spPr bwMode="auto">
          <a:xfrm>
            <a:off x="1801813" y="2699104"/>
            <a:ext cx="3444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3’</a:t>
            </a:r>
          </a:p>
        </p:txBody>
      </p:sp>
      <p:sp>
        <p:nvSpPr>
          <p:cNvPr id="178262" name="Text Box 86"/>
          <p:cNvSpPr txBox="1">
            <a:spLocks noChangeArrowheads="1"/>
          </p:cNvSpPr>
          <p:nvPr/>
        </p:nvSpPr>
        <p:spPr bwMode="auto">
          <a:xfrm>
            <a:off x="2678113" y="4031017"/>
            <a:ext cx="290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b</a:t>
            </a:r>
          </a:p>
        </p:txBody>
      </p:sp>
      <p:sp>
        <p:nvSpPr>
          <p:cNvPr id="178263" name="Text Box 87"/>
          <p:cNvSpPr txBox="1">
            <a:spLocks noChangeArrowheads="1"/>
          </p:cNvSpPr>
          <p:nvPr/>
        </p:nvSpPr>
        <p:spPr bwMode="auto">
          <a:xfrm>
            <a:off x="2347913" y="3850042"/>
            <a:ext cx="306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4</a:t>
            </a:r>
          </a:p>
        </p:txBody>
      </p:sp>
      <p:sp>
        <p:nvSpPr>
          <p:cNvPr id="178264" name="Text Box 88"/>
          <p:cNvSpPr txBox="1">
            <a:spLocks noChangeArrowheads="1"/>
          </p:cNvSpPr>
          <p:nvPr/>
        </p:nvSpPr>
        <p:spPr bwMode="auto">
          <a:xfrm>
            <a:off x="2078038" y="4746979"/>
            <a:ext cx="2905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</a:t>
            </a:r>
          </a:p>
        </p:txBody>
      </p:sp>
      <p:sp>
        <p:nvSpPr>
          <p:cNvPr id="178265" name="Text Box 89"/>
          <p:cNvSpPr txBox="1">
            <a:spLocks noChangeArrowheads="1"/>
          </p:cNvSpPr>
          <p:nvPr/>
        </p:nvSpPr>
        <p:spPr bwMode="auto">
          <a:xfrm>
            <a:off x="2584450" y="4408842"/>
            <a:ext cx="279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1</a:t>
            </a:r>
          </a:p>
        </p:txBody>
      </p:sp>
      <p:sp>
        <p:nvSpPr>
          <p:cNvPr id="178266" name="Text Box 90"/>
          <p:cNvSpPr txBox="1">
            <a:spLocks noChangeArrowheads="1"/>
          </p:cNvSpPr>
          <p:nvPr/>
        </p:nvSpPr>
        <p:spPr bwMode="auto">
          <a:xfrm>
            <a:off x="2644775" y="4689829"/>
            <a:ext cx="338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b</a:t>
            </a:r>
          </a:p>
        </p:txBody>
      </p:sp>
      <p:sp>
        <p:nvSpPr>
          <p:cNvPr id="178267" name="Text Box 91"/>
          <p:cNvSpPr txBox="1">
            <a:spLocks noChangeArrowheads="1"/>
          </p:cNvSpPr>
          <p:nvPr/>
        </p:nvSpPr>
        <p:spPr bwMode="auto">
          <a:xfrm>
            <a:off x="2459038" y="5021617"/>
            <a:ext cx="290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2</a:t>
            </a:r>
          </a:p>
        </p:txBody>
      </p:sp>
      <p:sp>
        <p:nvSpPr>
          <p:cNvPr id="178268" name="Text Box 92"/>
          <p:cNvSpPr txBox="1">
            <a:spLocks noChangeArrowheads="1"/>
          </p:cNvSpPr>
          <p:nvPr/>
        </p:nvSpPr>
        <p:spPr bwMode="auto">
          <a:xfrm>
            <a:off x="1936750" y="4551717"/>
            <a:ext cx="290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3</a:t>
            </a:r>
          </a:p>
        </p:txBody>
      </p:sp>
      <p:sp>
        <p:nvSpPr>
          <p:cNvPr id="178269" name="Text Box 93"/>
          <p:cNvSpPr txBox="1">
            <a:spLocks noChangeArrowheads="1"/>
          </p:cNvSpPr>
          <p:nvPr/>
        </p:nvSpPr>
        <p:spPr bwMode="auto">
          <a:xfrm>
            <a:off x="6805613" y="1786292"/>
            <a:ext cx="419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Q</a:t>
            </a:r>
            <a:r>
              <a:rPr kumimoji="0" lang="en-US" altLang="zh-CN" sz="1800" baseline="-10000">
                <a:latin typeface="ISOCPEUR" pitchFamily="34" charset="0"/>
              </a:rPr>
              <a:t>W</a:t>
            </a:r>
            <a:endParaRPr kumimoji="0" lang="en-US" altLang="zh-CN" sz="1800">
              <a:solidFill>
                <a:srgbClr val="669900"/>
              </a:solidFill>
              <a:latin typeface="ISOCPEUR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>
              <a:latin typeface="ISOCPEUR" pitchFamily="34" charset="0"/>
            </a:endParaRPr>
          </a:p>
        </p:txBody>
      </p:sp>
      <p:sp>
        <p:nvSpPr>
          <p:cNvPr id="178270" name="Text Box 94"/>
          <p:cNvSpPr txBox="1">
            <a:spLocks noChangeArrowheads="1"/>
          </p:cNvSpPr>
          <p:nvPr/>
        </p:nvSpPr>
        <p:spPr bwMode="auto">
          <a:xfrm>
            <a:off x="6813550" y="2481617"/>
            <a:ext cx="419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solidFill>
                  <a:srgbClr val="3333FF"/>
                </a:solidFill>
                <a:latin typeface="ISOCPEUR" pitchFamily="34" charset="0"/>
              </a:rPr>
              <a:t>R</a:t>
            </a:r>
            <a:r>
              <a:rPr kumimoji="0" lang="en-US" altLang="zh-CN" sz="1800" baseline="-10000">
                <a:solidFill>
                  <a:srgbClr val="3333FF"/>
                </a:solidFill>
                <a:latin typeface="ISOCPEUR" pitchFamily="34" charset="0"/>
              </a:rPr>
              <a:t>W</a:t>
            </a:r>
            <a:endParaRPr kumimoji="0" lang="en-US" altLang="zh-CN" sz="1800">
              <a:latin typeface="ISOCPEUR" pitchFamily="34" charset="0"/>
            </a:endParaRPr>
          </a:p>
        </p:txBody>
      </p:sp>
      <p:sp>
        <p:nvSpPr>
          <p:cNvPr id="178271" name="Text Box 95"/>
          <p:cNvSpPr txBox="1">
            <a:spLocks noChangeArrowheads="1"/>
          </p:cNvSpPr>
          <p:nvPr/>
        </p:nvSpPr>
        <p:spPr bwMode="auto">
          <a:xfrm>
            <a:off x="6910388" y="2049817"/>
            <a:ext cx="419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solidFill>
                  <a:srgbClr val="FF3300"/>
                </a:solidFill>
                <a:latin typeface="ISOCPEUR" pitchFamily="34" charset="0"/>
              </a:rPr>
              <a:t>P</a:t>
            </a:r>
            <a:r>
              <a:rPr kumimoji="0" lang="en-US" altLang="zh-CN" sz="1800" baseline="-10000">
                <a:solidFill>
                  <a:srgbClr val="FF3300"/>
                </a:solidFill>
                <a:latin typeface="ISOCPEUR" pitchFamily="34" charset="0"/>
              </a:rPr>
              <a:t>W</a:t>
            </a:r>
            <a:endParaRPr kumimoji="0" lang="en-US" altLang="zh-CN" sz="1800">
              <a:latin typeface="ISOCPEUR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>
              <a:latin typeface="ISOCPEUR" pitchFamily="34" charset="0"/>
            </a:endParaRPr>
          </a:p>
        </p:txBody>
      </p:sp>
      <p:sp>
        <p:nvSpPr>
          <p:cNvPr id="178272" name="Text Box 96"/>
          <p:cNvSpPr txBox="1">
            <a:spLocks noChangeArrowheads="1"/>
          </p:cNvSpPr>
          <p:nvPr/>
        </p:nvSpPr>
        <p:spPr bwMode="auto">
          <a:xfrm>
            <a:off x="2076450" y="4046892"/>
            <a:ext cx="290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ISOCPEUR" pitchFamily="34" charset="0"/>
              </a:rPr>
              <a:t>a</a:t>
            </a:r>
          </a:p>
        </p:txBody>
      </p:sp>
      <p:grpSp>
        <p:nvGrpSpPr>
          <p:cNvPr id="178273" name="Group 97"/>
          <p:cNvGrpSpPr>
            <a:grpSpLocks/>
          </p:cNvGrpSpPr>
          <p:nvPr/>
        </p:nvGrpSpPr>
        <p:grpSpPr bwMode="auto">
          <a:xfrm>
            <a:off x="2774950" y="940155"/>
            <a:ext cx="2516188" cy="1093788"/>
            <a:chOff x="2745" y="169"/>
            <a:chExt cx="1585" cy="689"/>
          </a:xfrm>
        </p:grpSpPr>
        <p:sp>
          <p:nvSpPr>
            <p:cNvPr id="17496" name="Text Box 98"/>
            <p:cNvSpPr txBox="1">
              <a:spLocks noChangeArrowheads="1"/>
            </p:cNvSpPr>
            <p:nvPr/>
          </p:nvSpPr>
          <p:spPr bwMode="auto">
            <a:xfrm>
              <a:off x="3250" y="169"/>
              <a:ext cx="767" cy="25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ea typeface="黑体" pitchFamily="2" charset="-122"/>
                </a:rPr>
                <a:t>最</a:t>
              </a:r>
              <a:r>
                <a:rPr kumimoji="0" lang="zh-CN" altLang="en-US" sz="2000" dirty="0" smtClean="0">
                  <a:ea typeface="黑体" pitchFamily="2" charset="-122"/>
                </a:rPr>
                <a:t>内点？</a:t>
              </a:r>
              <a:endParaRPr kumimoji="0" lang="zh-CN" altLang="en-US" sz="1800" b="0" dirty="0">
                <a:ea typeface="黑体" pitchFamily="2" charset="-122"/>
              </a:endParaRPr>
            </a:p>
          </p:txBody>
        </p:sp>
        <p:sp>
          <p:nvSpPr>
            <p:cNvPr id="17497" name="Line 99"/>
            <p:cNvSpPr>
              <a:spLocks noChangeShapeType="1"/>
            </p:cNvSpPr>
            <p:nvPr/>
          </p:nvSpPr>
          <p:spPr bwMode="auto">
            <a:xfrm flipH="1">
              <a:off x="2745" y="411"/>
              <a:ext cx="511" cy="4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98" name="Line 100"/>
            <p:cNvSpPr>
              <a:spLocks noChangeShapeType="1"/>
            </p:cNvSpPr>
            <p:nvPr/>
          </p:nvSpPr>
          <p:spPr bwMode="auto">
            <a:xfrm>
              <a:off x="3985" y="414"/>
              <a:ext cx="345" cy="4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8277" name="Group 101"/>
          <p:cNvGrpSpPr>
            <a:grpSpLocks/>
          </p:cNvGrpSpPr>
          <p:nvPr/>
        </p:nvGrpSpPr>
        <p:grpSpPr bwMode="auto">
          <a:xfrm>
            <a:off x="3475038" y="1957742"/>
            <a:ext cx="101600" cy="134937"/>
            <a:chOff x="3186" y="808"/>
            <a:chExt cx="64" cy="85"/>
          </a:xfrm>
        </p:grpSpPr>
        <p:sp>
          <p:nvSpPr>
            <p:cNvPr id="17494" name="Arc 102"/>
            <p:cNvSpPr>
              <a:spLocks/>
            </p:cNvSpPr>
            <p:nvPr/>
          </p:nvSpPr>
          <p:spPr bwMode="auto">
            <a:xfrm flipH="1">
              <a:off x="3186" y="808"/>
              <a:ext cx="64" cy="85"/>
            </a:xfrm>
            <a:custGeom>
              <a:avLst/>
              <a:gdLst>
                <a:gd name="T0" fmla="*/ 0 w 21600"/>
                <a:gd name="T1" fmla="*/ 0 h 27296"/>
                <a:gd name="T2" fmla="*/ 0 w 21600"/>
                <a:gd name="T3" fmla="*/ 0 h 27296"/>
                <a:gd name="T4" fmla="*/ 0 w 21600"/>
                <a:gd name="T5" fmla="*/ 0 h 272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7296" fill="none" extrusionOk="0">
                  <a:moveTo>
                    <a:pt x="10214" y="-1"/>
                  </a:moveTo>
                  <a:cubicBezTo>
                    <a:pt x="17225" y="3762"/>
                    <a:pt x="21600" y="11074"/>
                    <a:pt x="21600" y="19032"/>
                  </a:cubicBezTo>
                  <a:cubicBezTo>
                    <a:pt x="21600" y="21867"/>
                    <a:pt x="21041" y="24676"/>
                    <a:pt x="19956" y="27296"/>
                  </a:cubicBezTo>
                </a:path>
                <a:path w="21600" h="27296" stroke="0" extrusionOk="0">
                  <a:moveTo>
                    <a:pt x="10214" y="-1"/>
                  </a:moveTo>
                  <a:cubicBezTo>
                    <a:pt x="17225" y="3762"/>
                    <a:pt x="21600" y="11074"/>
                    <a:pt x="21600" y="19032"/>
                  </a:cubicBezTo>
                  <a:cubicBezTo>
                    <a:pt x="21600" y="21867"/>
                    <a:pt x="21041" y="24676"/>
                    <a:pt x="19956" y="27296"/>
                  </a:cubicBezTo>
                  <a:lnTo>
                    <a:pt x="0" y="19032"/>
                  </a:lnTo>
                  <a:lnTo>
                    <a:pt x="10214" y="-1"/>
                  </a:lnTo>
                  <a:close/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95" name="Oval 103"/>
            <p:cNvSpPr>
              <a:spLocks noChangeArrowheads="1"/>
            </p:cNvSpPr>
            <p:nvPr/>
          </p:nvSpPr>
          <p:spPr bwMode="auto">
            <a:xfrm flipV="1">
              <a:off x="3216" y="853"/>
              <a:ext cx="2" cy="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178280" name="Text Box 104"/>
          <p:cNvSpPr txBox="1">
            <a:spLocks noChangeArrowheads="1"/>
          </p:cNvSpPr>
          <p:nvPr/>
        </p:nvSpPr>
        <p:spPr bwMode="auto">
          <a:xfrm>
            <a:off x="205841" y="6222828"/>
            <a:ext cx="8256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问题</a:t>
            </a:r>
            <a:r>
              <a:rPr lang="zh-CN" altLang="en-US" sz="2400" i="0" dirty="0">
                <a:latin typeface="黑体" pitchFamily="2" charset="-122"/>
                <a:ea typeface="黑体" pitchFamily="2" charset="-122"/>
              </a:rPr>
              <a:t>：如果利用辅助平面法无法确定某些极限点，怎么办？</a:t>
            </a:r>
          </a:p>
        </p:txBody>
      </p:sp>
      <p:sp>
        <p:nvSpPr>
          <p:cNvPr id="106" name="Text Box 79"/>
          <p:cNvSpPr txBox="1">
            <a:spLocks noChangeArrowheads="1"/>
          </p:cNvSpPr>
          <p:nvPr/>
        </p:nvSpPr>
        <p:spPr bwMode="auto">
          <a:xfrm>
            <a:off x="35629" y="55736"/>
            <a:ext cx="5330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 dirty="0" smtClean="0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3600" i="0" dirty="0" smtClean="0">
                <a:latin typeface="黑体" pitchFamily="2" charset="-122"/>
                <a:ea typeface="黑体" pitchFamily="2" charset="-122"/>
              </a:rPr>
              <a:t>辅助平面法</a:t>
            </a:r>
            <a:endParaRPr lang="zh-CN" altLang="en-US" sz="3600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7" name="Text Box 104"/>
          <p:cNvSpPr txBox="1">
            <a:spLocks noChangeArrowheads="1"/>
          </p:cNvSpPr>
          <p:nvPr/>
        </p:nvSpPr>
        <p:spPr bwMode="auto">
          <a:xfrm>
            <a:off x="5150644" y="4192942"/>
            <a:ext cx="33647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特殊</a:t>
            </a:r>
            <a:r>
              <a:rPr lang="zh-CN" altLang="en-US" sz="2400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点完全找到了吗？</a:t>
            </a:r>
            <a:endParaRPr lang="zh-CN" altLang="en-US" sz="2400" i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7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7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7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7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78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7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7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7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7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7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7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7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7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7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7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7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78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7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7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7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7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7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500"/>
                                        <p:tgtEl>
                                          <p:spTgt spid="17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7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17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7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7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7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7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17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500"/>
                            </p:stCondLst>
                            <p:childTnLst>
                              <p:par>
                                <p:cTn id="2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7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500"/>
                                        <p:tgtEl>
                                          <p:spTgt spid="17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17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00"/>
                            </p:stCondLst>
                            <p:childTnLst>
                              <p:par>
                                <p:cTn id="2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17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000"/>
                            </p:stCondLst>
                            <p:childTnLst>
                              <p:par>
                                <p:cTn id="2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17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500"/>
                            </p:stCondLst>
                            <p:childTnLst>
                              <p:par>
                                <p:cTn id="2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7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7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1" dur="500"/>
                                        <p:tgtEl>
                                          <p:spTgt spid="17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6" dur="500"/>
                                        <p:tgtEl>
                                          <p:spTgt spid="17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0" dur="500"/>
                                        <p:tgtEl>
                                          <p:spTgt spid="17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000"/>
                            </p:stCondLst>
                            <p:childTnLst>
                              <p:par>
                                <p:cTn id="2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7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1500"/>
                            </p:stCondLst>
                            <p:childTnLst>
                              <p:par>
                                <p:cTn id="2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8" dur="500"/>
                                        <p:tgtEl>
                                          <p:spTgt spid="17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2000"/>
                            </p:stCondLst>
                            <p:childTnLst>
                              <p:par>
                                <p:cTn id="2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2" dur="500"/>
                                        <p:tgtEl>
                                          <p:spTgt spid="17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2500"/>
                            </p:stCondLst>
                            <p:childTnLst>
                              <p:par>
                                <p:cTn id="2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17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17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500"/>
                            </p:stCondLst>
                            <p:childTnLst>
                              <p:par>
                                <p:cTn id="3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5" dur="500"/>
                                        <p:tgtEl>
                                          <p:spTgt spid="17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1000"/>
                            </p:stCondLst>
                            <p:childTnLst>
                              <p:par>
                                <p:cTn id="3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17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4" dur="500"/>
                                        <p:tgtEl>
                                          <p:spTgt spid="17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9" dur="500"/>
                                        <p:tgtEl>
                                          <p:spTgt spid="17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4" dur="500"/>
                                        <p:tgtEl>
                                          <p:spTgt spid="17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1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4" dur="500"/>
                                        <p:tgtEl>
                                          <p:spTgt spid="17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17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00"/>
                            </p:stCondLst>
                            <p:childTnLst>
                              <p:par>
                                <p:cTn id="3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17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8" dur="500"/>
                                        <p:tgtEl>
                                          <p:spTgt spid="17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00"/>
                            </p:stCondLst>
                            <p:childTnLst>
                              <p:par>
                                <p:cTn id="3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2" dur="500"/>
                                        <p:tgtEl>
                                          <p:spTgt spid="17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7" dur="500"/>
                                        <p:tgtEl>
                                          <p:spTgt spid="17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1" dur="500"/>
                                        <p:tgtEl>
                                          <p:spTgt spid="17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1000"/>
                                        <p:tgtEl>
                                          <p:spTgt spid="17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 animBg="1"/>
      <p:bldP spid="178179" grpId="0" animBg="1"/>
      <p:bldP spid="178180" grpId="0" animBg="1"/>
      <p:bldP spid="178181" grpId="0" animBg="1"/>
      <p:bldP spid="178196" grpId="0" animBg="1"/>
      <p:bldP spid="178197" grpId="0" animBg="1"/>
      <p:bldP spid="178198" grpId="0" animBg="1"/>
      <p:bldP spid="178199" grpId="0" animBg="1"/>
      <p:bldP spid="178200" grpId="0" animBg="1"/>
      <p:bldP spid="178201" grpId="0" animBg="1"/>
      <p:bldP spid="178202" grpId="0" animBg="1"/>
      <p:bldP spid="178203" grpId="0" animBg="1"/>
      <p:bldP spid="178204" grpId="0" animBg="1"/>
      <p:bldP spid="178205" grpId="0" animBg="1"/>
      <p:bldP spid="178206" grpId="0" animBg="1"/>
      <p:bldP spid="178207" grpId="0" animBg="1"/>
      <p:bldP spid="178208" grpId="0" animBg="1"/>
      <p:bldP spid="178209" grpId="0" animBg="1"/>
      <p:bldP spid="178210" grpId="0" animBg="1"/>
      <p:bldP spid="178215" grpId="0" animBg="1"/>
      <p:bldP spid="178216" grpId="0" animBg="1"/>
      <p:bldP spid="178217" grpId="0" animBg="1"/>
      <p:bldP spid="178218" grpId="0" animBg="1"/>
      <p:bldP spid="178219" grpId="0" animBg="1"/>
      <p:bldP spid="178220" grpId="0" animBg="1"/>
      <p:bldP spid="178221" grpId="0" animBg="1"/>
      <p:bldP spid="178222" grpId="0" animBg="1"/>
      <p:bldP spid="178223" grpId="0" animBg="1"/>
      <p:bldP spid="178224" grpId="0" animBg="1"/>
      <p:bldP spid="178225" grpId="0" animBg="1"/>
      <p:bldP spid="178226" grpId="0" animBg="1"/>
      <p:bldP spid="178227" grpId="0" animBg="1"/>
      <p:bldP spid="178228" grpId="0" animBg="1"/>
      <p:bldP spid="178229" grpId="0" animBg="1"/>
      <p:bldP spid="178230" grpId="0" animBg="1"/>
      <p:bldP spid="178231" grpId="0" animBg="1"/>
      <p:bldP spid="178232" grpId="0" animBg="1"/>
      <p:bldP spid="178233" grpId="0" animBg="1"/>
      <p:bldP spid="178234" grpId="0" animBg="1"/>
      <p:bldP spid="178235" grpId="0" animBg="1"/>
      <p:bldP spid="178236" grpId="0" animBg="1"/>
      <p:bldP spid="178237" grpId="0" animBg="1"/>
      <p:bldP spid="178238" grpId="0" animBg="1"/>
      <p:bldP spid="178239" grpId="0" animBg="1"/>
      <p:bldP spid="178240" grpId="0" animBg="1"/>
      <p:bldP spid="178241" grpId="0" animBg="1"/>
      <p:bldP spid="178242" grpId="0" animBg="1"/>
      <p:bldP spid="178243" grpId="0" animBg="1"/>
      <p:bldP spid="178244" grpId="0" animBg="1"/>
      <p:bldP spid="178245" grpId="0" animBg="1"/>
      <p:bldP spid="178246" grpId="0" animBg="1"/>
      <p:bldP spid="178247" grpId="0" animBg="1"/>
      <p:bldP spid="178248" grpId="0" animBg="1"/>
      <p:bldP spid="178249" grpId="0" autoUpdateAnimBg="0"/>
      <p:bldP spid="178250" grpId="0" autoUpdateAnimBg="0"/>
      <p:bldP spid="178251" grpId="0" autoUpdateAnimBg="0"/>
      <p:bldP spid="178252" grpId="0" autoUpdateAnimBg="0"/>
      <p:bldP spid="178253" grpId="0" autoUpdateAnimBg="0"/>
      <p:bldP spid="178254" grpId="0" autoUpdateAnimBg="0"/>
      <p:bldP spid="178255" grpId="0" autoUpdateAnimBg="0"/>
      <p:bldP spid="178256" grpId="0" autoUpdateAnimBg="0"/>
      <p:bldP spid="178257" grpId="0" autoUpdateAnimBg="0"/>
      <p:bldP spid="178258" grpId="0" autoUpdateAnimBg="0"/>
      <p:bldP spid="178259" grpId="0" autoUpdateAnimBg="0"/>
      <p:bldP spid="178260" grpId="0" autoUpdateAnimBg="0"/>
      <p:bldP spid="178261" grpId="0" autoUpdateAnimBg="0"/>
      <p:bldP spid="178262" grpId="0" autoUpdateAnimBg="0"/>
      <p:bldP spid="178263" grpId="0" autoUpdateAnimBg="0"/>
      <p:bldP spid="178264" grpId="0" autoUpdateAnimBg="0"/>
      <p:bldP spid="178265" grpId="0" autoUpdateAnimBg="0"/>
      <p:bldP spid="178266" grpId="0" autoUpdateAnimBg="0"/>
      <p:bldP spid="178267" grpId="0" autoUpdateAnimBg="0"/>
      <p:bldP spid="178268" grpId="0" autoUpdateAnimBg="0"/>
      <p:bldP spid="178269" grpId="0" autoUpdateAnimBg="0"/>
      <p:bldP spid="178270" grpId="0" autoUpdateAnimBg="0"/>
      <p:bldP spid="178271" grpId="0" autoUpdateAnimBg="0"/>
      <p:bldP spid="178272" grpId="0" autoUpdateAnimBg="0"/>
      <p:bldP spid="178280" grpId="0"/>
      <p:bldP spid="1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DB23181-D4E0-4422-9213-D632A3F0EF1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pic>
        <p:nvPicPr>
          <p:cNvPr id="179202" name="Picture 2" descr="实例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128713"/>
            <a:ext cx="2141538" cy="430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9203" name="Picture 3" descr="实例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5" y="4119563"/>
            <a:ext cx="12382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9204" name="Picture 4" descr="showim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8"/>
          <a:stretch>
            <a:fillRect/>
          </a:stretch>
        </p:blipFill>
        <p:spPr bwMode="auto">
          <a:xfrm>
            <a:off x="6208713" y="1420813"/>
            <a:ext cx="2795587" cy="268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0" y="209550"/>
            <a:ext cx="5330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i="0" dirty="0" smtClean="0">
                <a:latin typeface="黑体" pitchFamily="2" charset="-122"/>
                <a:ea typeface="黑体" pitchFamily="2" charset="-122"/>
              </a:rPr>
              <a:t>．</a:t>
            </a:r>
            <a:r>
              <a:rPr lang="zh-CN" altLang="en-US" i="0" dirty="0">
                <a:latin typeface="黑体" pitchFamily="2" charset="-122"/>
                <a:ea typeface="黑体" pitchFamily="2" charset="-122"/>
              </a:rPr>
              <a:t>辅助球面法</a:t>
            </a:r>
            <a:endParaRPr lang="zh-CN" altLang="en-US" sz="1400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9206" name="Text Box 6"/>
          <p:cNvSpPr txBox="1">
            <a:spLocks noChangeArrowheads="1"/>
          </p:cNvSpPr>
          <p:nvPr/>
        </p:nvSpPr>
        <p:spPr bwMode="auto">
          <a:xfrm>
            <a:off x="2811463" y="554038"/>
            <a:ext cx="53387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i="0">
                <a:latin typeface="黑体" pitchFamily="2" charset="-122"/>
                <a:ea typeface="黑体" pitchFamily="2" charset="-122"/>
              </a:rPr>
              <a:t>原理：在适当的位置，一个球面与圆柱面、圆锥面和球面的交线都是圆。</a:t>
            </a:r>
          </a:p>
        </p:txBody>
      </p:sp>
      <p:sp>
        <p:nvSpPr>
          <p:cNvPr id="179207" name="Oval 7"/>
          <p:cNvSpPr>
            <a:spLocks noChangeArrowheads="1"/>
          </p:cNvSpPr>
          <p:nvPr/>
        </p:nvSpPr>
        <p:spPr bwMode="auto">
          <a:xfrm>
            <a:off x="3703638" y="1473200"/>
            <a:ext cx="1233487" cy="12334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79208" name="Group 8"/>
          <p:cNvGrpSpPr>
            <a:grpSpLocks/>
          </p:cNvGrpSpPr>
          <p:nvPr/>
        </p:nvGrpSpPr>
        <p:grpSpPr bwMode="auto">
          <a:xfrm>
            <a:off x="2981325" y="1657350"/>
            <a:ext cx="2503488" cy="865188"/>
            <a:chOff x="224" y="1769"/>
            <a:chExt cx="1577" cy="545"/>
          </a:xfrm>
        </p:grpSpPr>
        <p:sp>
          <p:nvSpPr>
            <p:cNvPr id="18461" name="Rectangle 9"/>
            <p:cNvSpPr>
              <a:spLocks noChangeArrowheads="1"/>
            </p:cNvSpPr>
            <p:nvPr/>
          </p:nvSpPr>
          <p:spPr bwMode="auto">
            <a:xfrm rot="5400000">
              <a:off x="721" y="1342"/>
              <a:ext cx="545" cy="14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8462" name="Line 10"/>
            <p:cNvSpPr>
              <a:spLocks noChangeShapeType="1"/>
            </p:cNvSpPr>
            <p:nvPr/>
          </p:nvSpPr>
          <p:spPr bwMode="auto">
            <a:xfrm rot="5400000">
              <a:off x="1013" y="1252"/>
              <a:ext cx="0" cy="15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9211" name="Group 11"/>
          <p:cNvGrpSpPr>
            <a:grpSpLocks/>
          </p:cNvGrpSpPr>
          <p:nvPr/>
        </p:nvGrpSpPr>
        <p:grpSpPr bwMode="auto">
          <a:xfrm>
            <a:off x="3409950" y="4510088"/>
            <a:ext cx="1852613" cy="1711325"/>
            <a:chOff x="4078" y="1532"/>
            <a:chExt cx="1167" cy="1078"/>
          </a:xfrm>
        </p:grpSpPr>
        <p:sp>
          <p:nvSpPr>
            <p:cNvPr id="18458" name="Oval 12"/>
            <p:cNvSpPr>
              <a:spLocks noChangeArrowheads="1"/>
            </p:cNvSpPr>
            <p:nvPr/>
          </p:nvSpPr>
          <p:spPr bwMode="auto">
            <a:xfrm>
              <a:off x="4174" y="1581"/>
              <a:ext cx="955" cy="95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8459" name="Line 13"/>
            <p:cNvSpPr>
              <a:spLocks noChangeShapeType="1"/>
            </p:cNvSpPr>
            <p:nvPr/>
          </p:nvSpPr>
          <p:spPr bwMode="auto">
            <a:xfrm rot="5400000">
              <a:off x="4662" y="1479"/>
              <a:ext cx="0" cy="11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60" name="Line 14"/>
            <p:cNvSpPr>
              <a:spLocks noChangeShapeType="1"/>
            </p:cNvSpPr>
            <p:nvPr/>
          </p:nvSpPr>
          <p:spPr bwMode="auto">
            <a:xfrm rot="5400000">
              <a:off x="4112" y="2071"/>
              <a:ext cx="10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9215" name="Oval 15"/>
          <p:cNvSpPr>
            <a:spLocks noChangeArrowheads="1"/>
          </p:cNvSpPr>
          <p:nvPr/>
        </p:nvSpPr>
        <p:spPr bwMode="auto">
          <a:xfrm>
            <a:off x="3686175" y="3019425"/>
            <a:ext cx="1233488" cy="12334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79216" name="Line 16"/>
          <p:cNvSpPr>
            <a:spLocks noChangeShapeType="1"/>
          </p:cNvSpPr>
          <p:nvPr/>
        </p:nvSpPr>
        <p:spPr bwMode="auto">
          <a:xfrm>
            <a:off x="3892550" y="1654175"/>
            <a:ext cx="0" cy="869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9217" name="Line 17"/>
          <p:cNvSpPr>
            <a:spLocks noChangeShapeType="1"/>
          </p:cNvSpPr>
          <p:nvPr/>
        </p:nvSpPr>
        <p:spPr bwMode="auto">
          <a:xfrm>
            <a:off x="4759325" y="1658938"/>
            <a:ext cx="0" cy="869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79218" name="Group 18"/>
          <p:cNvGrpSpPr>
            <a:grpSpLocks/>
          </p:cNvGrpSpPr>
          <p:nvPr/>
        </p:nvGrpSpPr>
        <p:grpSpPr bwMode="auto">
          <a:xfrm>
            <a:off x="2928938" y="3119438"/>
            <a:ext cx="2909887" cy="1028700"/>
            <a:chOff x="2028" y="1720"/>
            <a:chExt cx="1833" cy="648"/>
          </a:xfrm>
        </p:grpSpPr>
        <p:sp>
          <p:nvSpPr>
            <p:cNvPr id="18456" name="Line 19"/>
            <p:cNvSpPr>
              <a:spLocks noChangeShapeType="1"/>
            </p:cNvSpPr>
            <p:nvPr/>
          </p:nvSpPr>
          <p:spPr bwMode="auto">
            <a:xfrm rot="5400000">
              <a:off x="2945" y="1127"/>
              <a:ext cx="0" cy="18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7" name="AutoShape 20"/>
            <p:cNvSpPr>
              <a:spLocks noChangeArrowheads="1"/>
            </p:cNvSpPr>
            <p:nvPr/>
          </p:nvSpPr>
          <p:spPr bwMode="auto">
            <a:xfrm rot="5400000">
              <a:off x="2601" y="1357"/>
              <a:ext cx="648" cy="1374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179221" name="Line 21"/>
          <p:cNvSpPr>
            <a:spLocks noChangeShapeType="1"/>
          </p:cNvSpPr>
          <p:nvPr/>
        </p:nvSpPr>
        <p:spPr bwMode="auto">
          <a:xfrm>
            <a:off x="3824288" y="3252788"/>
            <a:ext cx="0" cy="7667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9222" name="Line 22"/>
          <p:cNvSpPr>
            <a:spLocks noChangeShapeType="1"/>
          </p:cNvSpPr>
          <p:nvPr/>
        </p:nvSpPr>
        <p:spPr bwMode="auto">
          <a:xfrm>
            <a:off x="4900613" y="3505200"/>
            <a:ext cx="0" cy="2619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79223" name="Group 23"/>
          <p:cNvGrpSpPr>
            <a:grpSpLocks/>
          </p:cNvGrpSpPr>
          <p:nvPr/>
        </p:nvGrpSpPr>
        <p:grpSpPr bwMode="auto">
          <a:xfrm>
            <a:off x="3894138" y="5097463"/>
            <a:ext cx="1381125" cy="1352550"/>
            <a:chOff x="4350" y="1890"/>
            <a:chExt cx="870" cy="852"/>
          </a:xfrm>
        </p:grpSpPr>
        <p:sp>
          <p:nvSpPr>
            <p:cNvPr id="18453" name="Oval 24"/>
            <p:cNvSpPr>
              <a:spLocks noChangeArrowheads="1"/>
            </p:cNvSpPr>
            <p:nvPr/>
          </p:nvSpPr>
          <p:spPr bwMode="auto">
            <a:xfrm>
              <a:off x="4393" y="1926"/>
              <a:ext cx="777" cy="77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8454" name="Line 25"/>
            <p:cNvSpPr>
              <a:spLocks noChangeShapeType="1"/>
            </p:cNvSpPr>
            <p:nvPr/>
          </p:nvSpPr>
          <p:spPr bwMode="auto">
            <a:xfrm>
              <a:off x="4350" y="2316"/>
              <a:ext cx="8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5" name="Line 26"/>
            <p:cNvSpPr>
              <a:spLocks noChangeShapeType="1"/>
            </p:cNvSpPr>
            <p:nvPr/>
          </p:nvSpPr>
          <p:spPr bwMode="auto">
            <a:xfrm>
              <a:off x="4782" y="1890"/>
              <a:ext cx="0" cy="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9227" name="Line 27"/>
          <p:cNvSpPr>
            <a:spLocks noChangeShapeType="1"/>
          </p:cNvSpPr>
          <p:nvPr/>
        </p:nvSpPr>
        <p:spPr bwMode="auto">
          <a:xfrm flipH="1">
            <a:off x="4025900" y="5397500"/>
            <a:ext cx="1052513" cy="6492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9228" name="Line 28"/>
          <p:cNvSpPr>
            <a:spLocks noChangeShapeType="1"/>
          </p:cNvSpPr>
          <p:nvPr/>
        </p:nvSpPr>
        <p:spPr bwMode="auto">
          <a:xfrm>
            <a:off x="4316413" y="13541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9229" name="Line 29"/>
          <p:cNvSpPr>
            <a:spLocks noChangeShapeType="1"/>
          </p:cNvSpPr>
          <p:nvPr/>
        </p:nvSpPr>
        <p:spPr bwMode="auto">
          <a:xfrm>
            <a:off x="4306888" y="2957513"/>
            <a:ext cx="0" cy="137636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7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7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7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6" grpId="0"/>
      <p:bldP spid="179207" grpId="0" animBg="1"/>
      <p:bldP spid="179215" grpId="0" animBg="1"/>
      <p:bldP spid="179216" grpId="0" animBg="1"/>
      <p:bldP spid="179217" grpId="0" animBg="1"/>
      <p:bldP spid="179221" grpId="0" animBg="1"/>
      <p:bldP spid="179222" grpId="0" animBg="1"/>
      <p:bldP spid="179227" grpId="0" animBg="1"/>
      <p:bldP spid="179228" grpId="0" animBg="1"/>
      <p:bldP spid="1792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B690889-DE37-4037-868D-72899318340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161925" y="344488"/>
            <a:ext cx="8477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dirty="0" smtClean="0">
                <a:latin typeface="黑体" pitchFamily="2" charset="-122"/>
                <a:ea typeface="黑体" pitchFamily="2" charset="-122"/>
              </a:rPr>
              <a:t>3.1 </a:t>
            </a:r>
            <a:r>
              <a:rPr lang="zh-CN" altLang="en-US" i="0" dirty="0">
                <a:latin typeface="黑体" pitchFamily="2" charset="-122"/>
                <a:ea typeface="黑体" pitchFamily="2" charset="-122"/>
              </a:rPr>
              <a:t>同心球面法</a:t>
            </a:r>
            <a:endParaRPr lang="zh-CN" altLang="en-US" sz="1200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0227" name="Text Box 3"/>
          <p:cNvSpPr txBox="1">
            <a:spLocks noChangeArrowheads="1"/>
          </p:cNvSpPr>
          <p:nvPr/>
        </p:nvSpPr>
        <p:spPr bwMode="auto">
          <a:xfrm>
            <a:off x="2613025" y="2860675"/>
            <a:ext cx="357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o</a:t>
            </a:r>
            <a:r>
              <a:rPr kumimoji="0" lang="en-US" altLang="zh-CN" sz="1800">
                <a:latin typeface="ISOCPEUR" pitchFamily="34" charset="0"/>
              </a:rPr>
              <a:t>’</a:t>
            </a:r>
          </a:p>
        </p:txBody>
      </p:sp>
      <p:sp>
        <p:nvSpPr>
          <p:cNvPr id="180228" name="Oval 4"/>
          <p:cNvSpPr>
            <a:spLocks noChangeArrowheads="1"/>
          </p:cNvSpPr>
          <p:nvPr/>
        </p:nvSpPr>
        <p:spPr bwMode="auto">
          <a:xfrm>
            <a:off x="1974850" y="2333625"/>
            <a:ext cx="1303338" cy="13033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>
            <a:off x="2252663" y="2449513"/>
            <a:ext cx="765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80230" name="Group 6"/>
          <p:cNvGrpSpPr>
            <a:grpSpLocks/>
          </p:cNvGrpSpPr>
          <p:nvPr/>
        </p:nvGrpSpPr>
        <p:grpSpPr bwMode="auto">
          <a:xfrm>
            <a:off x="2298700" y="1622425"/>
            <a:ext cx="2609850" cy="1079500"/>
            <a:chOff x="2851" y="331"/>
            <a:chExt cx="1644" cy="680"/>
          </a:xfrm>
        </p:grpSpPr>
        <p:sp>
          <p:nvSpPr>
            <p:cNvPr id="19540" name="Text Box 7"/>
            <p:cNvSpPr txBox="1">
              <a:spLocks noChangeArrowheads="1"/>
            </p:cNvSpPr>
            <p:nvPr/>
          </p:nvSpPr>
          <p:spPr bwMode="auto">
            <a:xfrm>
              <a:off x="3398" y="331"/>
              <a:ext cx="678" cy="252"/>
            </a:xfrm>
            <a:prstGeom prst="rect">
              <a:avLst/>
            </a:prstGeom>
            <a:solidFill>
              <a:schemeClr val="hlink"/>
            </a:solidFill>
            <a:ln w="3175">
              <a:solidFill>
                <a:srgbClr val="000000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黑体" pitchFamily="2" charset="-122"/>
                  <a:ea typeface="黑体" pitchFamily="2" charset="-122"/>
                </a:rPr>
                <a:t>最内点 </a:t>
              </a:r>
              <a:endParaRPr kumimoji="0" lang="zh-CN" altLang="en-US" sz="1800" b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9541" name="Line 8"/>
            <p:cNvSpPr>
              <a:spLocks noChangeShapeType="1"/>
            </p:cNvSpPr>
            <p:nvPr/>
          </p:nvSpPr>
          <p:spPr bwMode="auto">
            <a:xfrm flipH="1">
              <a:off x="2851" y="578"/>
              <a:ext cx="511" cy="4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2" name="Line 9"/>
            <p:cNvSpPr>
              <a:spLocks noChangeShapeType="1"/>
            </p:cNvSpPr>
            <p:nvPr/>
          </p:nvSpPr>
          <p:spPr bwMode="auto">
            <a:xfrm>
              <a:off x="4111" y="573"/>
              <a:ext cx="384" cy="4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0234" name="AutoShape 10"/>
          <p:cNvSpPr>
            <a:spLocks noChangeArrowheads="1"/>
          </p:cNvSpPr>
          <p:nvPr/>
        </p:nvSpPr>
        <p:spPr bwMode="auto">
          <a:xfrm>
            <a:off x="1571625" y="1727200"/>
            <a:ext cx="2114550" cy="2038350"/>
          </a:xfrm>
          <a:prstGeom prst="triangle">
            <a:avLst>
              <a:gd name="adj" fmla="val 50000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35" name="Line 11"/>
          <p:cNvSpPr>
            <a:spLocks noChangeShapeType="1"/>
          </p:cNvSpPr>
          <p:nvPr/>
        </p:nvSpPr>
        <p:spPr bwMode="auto">
          <a:xfrm>
            <a:off x="1652588" y="4808538"/>
            <a:ext cx="19526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36" name="Line 12"/>
          <p:cNvSpPr>
            <a:spLocks noChangeShapeType="1"/>
          </p:cNvSpPr>
          <p:nvPr/>
        </p:nvSpPr>
        <p:spPr bwMode="auto">
          <a:xfrm>
            <a:off x="1700213" y="5722938"/>
            <a:ext cx="1905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37" name="Line 13"/>
          <p:cNvSpPr>
            <a:spLocks noChangeShapeType="1"/>
          </p:cNvSpPr>
          <p:nvPr/>
        </p:nvSpPr>
        <p:spPr bwMode="auto">
          <a:xfrm flipV="1">
            <a:off x="2633663" y="2714625"/>
            <a:ext cx="511175" cy="2762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0238" name="Line 14"/>
          <p:cNvSpPr>
            <a:spLocks noChangeShapeType="1"/>
          </p:cNvSpPr>
          <p:nvPr/>
        </p:nvSpPr>
        <p:spPr bwMode="auto">
          <a:xfrm>
            <a:off x="1033463" y="2717800"/>
            <a:ext cx="5257800" cy="0"/>
          </a:xfrm>
          <a:prstGeom prst="line">
            <a:avLst/>
          </a:prstGeom>
          <a:noFill/>
          <a:ln w="3175">
            <a:solidFill>
              <a:schemeClr val="tx2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80239" name="Group 15"/>
          <p:cNvGrpSpPr>
            <a:grpSpLocks/>
          </p:cNvGrpSpPr>
          <p:nvPr/>
        </p:nvGrpSpPr>
        <p:grpSpPr bwMode="auto">
          <a:xfrm>
            <a:off x="1192213" y="4887913"/>
            <a:ext cx="2889250" cy="736600"/>
            <a:chOff x="2154" y="2388"/>
            <a:chExt cx="1820" cy="464"/>
          </a:xfrm>
        </p:grpSpPr>
        <p:sp>
          <p:nvSpPr>
            <p:cNvPr id="19538" name="Line 16"/>
            <p:cNvSpPr>
              <a:spLocks noChangeShapeType="1"/>
            </p:cNvSpPr>
            <p:nvPr/>
          </p:nvSpPr>
          <p:spPr bwMode="auto">
            <a:xfrm>
              <a:off x="2158" y="2388"/>
              <a:ext cx="1812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9" name="Line 17"/>
            <p:cNvSpPr>
              <a:spLocks noChangeShapeType="1"/>
            </p:cNvSpPr>
            <p:nvPr/>
          </p:nvSpPr>
          <p:spPr bwMode="auto">
            <a:xfrm>
              <a:off x="2154" y="2852"/>
              <a:ext cx="1820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0242" name="Group 18"/>
          <p:cNvGrpSpPr>
            <a:grpSpLocks/>
          </p:cNvGrpSpPr>
          <p:nvPr/>
        </p:nvGrpSpPr>
        <p:grpSpPr bwMode="auto">
          <a:xfrm>
            <a:off x="1087438" y="1603375"/>
            <a:ext cx="5251450" cy="4848225"/>
            <a:chOff x="2088" y="319"/>
            <a:chExt cx="3308" cy="3054"/>
          </a:xfrm>
        </p:grpSpPr>
        <p:sp>
          <p:nvSpPr>
            <p:cNvPr id="19523" name="Line 19"/>
            <p:cNvSpPr>
              <a:spLocks noChangeShapeType="1"/>
            </p:cNvSpPr>
            <p:nvPr/>
          </p:nvSpPr>
          <p:spPr bwMode="auto">
            <a:xfrm>
              <a:off x="3068" y="1867"/>
              <a:ext cx="0" cy="15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4" name="Line 20"/>
            <p:cNvSpPr>
              <a:spLocks noChangeShapeType="1"/>
            </p:cNvSpPr>
            <p:nvPr/>
          </p:nvSpPr>
          <p:spPr bwMode="auto">
            <a:xfrm>
              <a:off x="2120" y="2623"/>
              <a:ext cx="1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5" name="Freeform 21"/>
            <p:cNvSpPr>
              <a:spLocks/>
            </p:cNvSpPr>
            <p:nvPr/>
          </p:nvSpPr>
          <p:spPr bwMode="auto">
            <a:xfrm>
              <a:off x="2158" y="2339"/>
              <a:ext cx="320" cy="572"/>
            </a:xfrm>
            <a:custGeom>
              <a:avLst/>
              <a:gdLst>
                <a:gd name="T0" fmla="*/ 316 w 320"/>
                <a:gd name="T1" fmla="*/ 572 h 572"/>
                <a:gd name="T2" fmla="*/ 0 w 320"/>
                <a:gd name="T3" fmla="*/ 572 h 572"/>
                <a:gd name="T4" fmla="*/ 0 w 320"/>
                <a:gd name="T5" fmla="*/ 0 h 572"/>
                <a:gd name="T6" fmla="*/ 320 w 320"/>
                <a:gd name="T7" fmla="*/ 0 h 5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0" h="572">
                  <a:moveTo>
                    <a:pt x="316" y="572"/>
                  </a:moveTo>
                  <a:lnTo>
                    <a:pt x="0" y="572"/>
                  </a:lnTo>
                  <a:lnTo>
                    <a:pt x="0" y="0"/>
                  </a:lnTo>
                  <a:lnTo>
                    <a:pt x="3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6" name="Freeform 22"/>
            <p:cNvSpPr>
              <a:spLocks/>
            </p:cNvSpPr>
            <p:nvPr/>
          </p:nvSpPr>
          <p:spPr bwMode="auto">
            <a:xfrm>
              <a:off x="3662" y="2339"/>
              <a:ext cx="312" cy="572"/>
            </a:xfrm>
            <a:custGeom>
              <a:avLst/>
              <a:gdLst>
                <a:gd name="T0" fmla="*/ 4 w 312"/>
                <a:gd name="T1" fmla="*/ 0 h 572"/>
                <a:gd name="T2" fmla="*/ 312 w 312"/>
                <a:gd name="T3" fmla="*/ 0 h 572"/>
                <a:gd name="T4" fmla="*/ 312 w 312"/>
                <a:gd name="T5" fmla="*/ 572 h 572"/>
                <a:gd name="T6" fmla="*/ 0 w 312"/>
                <a:gd name="T7" fmla="*/ 572 h 5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2" h="572">
                  <a:moveTo>
                    <a:pt x="4" y="0"/>
                  </a:moveTo>
                  <a:lnTo>
                    <a:pt x="312" y="0"/>
                  </a:lnTo>
                  <a:lnTo>
                    <a:pt x="312" y="572"/>
                  </a:lnTo>
                  <a:lnTo>
                    <a:pt x="0" y="5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7" name="Arc 23"/>
            <p:cNvSpPr>
              <a:spLocks/>
            </p:cNvSpPr>
            <p:nvPr/>
          </p:nvSpPr>
          <p:spPr bwMode="auto">
            <a:xfrm>
              <a:off x="2469" y="1955"/>
              <a:ext cx="1202" cy="664"/>
            </a:xfrm>
            <a:custGeom>
              <a:avLst/>
              <a:gdLst>
                <a:gd name="T0" fmla="*/ 0 w 39228"/>
                <a:gd name="T1" fmla="*/ 0 h 21600"/>
                <a:gd name="T2" fmla="*/ 0 w 39228"/>
                <a:gd name="T3" fmla="*/ 0 h 21600"/>
                <a:gd name="T4" fmla="*/ 0 w 39228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228" h="21600" fill="none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</a:path>
                <a:path w="39228" h="21600" stroke="0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  <a:lnTo>
                    <a:pt x="19555" y="21600"/>
                  </a:lnTo>
                  <a:lnTo>
                    <a:pt x="0" y="1242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8" name="Arc 24"/>
            <p:cNvSpPr>
              <a:spLocks/>
            </p:cNvSpPr>
            <p:nvPr/>
          </p:nvSpPr>
          <p:spPr bwMode="auto">
            <a:xfrm>
              <a:off x="2478" y="2620"/>
              <a:ext cx="1193" cy="664"/>
            </a:xfrm>
            <a:custGeom>
              <a:avLst/>
              <a:gdLst>
                <a:gd name="T0" fmla="*/ 0 w 38794"/>
                <a:gd name="T1" fmla="*/ 0 h 21600"/>
                <a:gd name="T2" fmla="*/ 0 w 38794"/>
                <a:gd name="T3" fmla="*/ 0 h 21600"/>
                <a:gd name="T4" fmla="*/ 0 w 3879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794" h="21600" fill="none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</a:path>
                <a:path w="38794" h="21600" stroke="0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  <a:lnTo>
                    <a:pt x="19398" y="0"/>
                  </a:lnTo>
                  <a:lnTo>
                    <a:pt x="38794" y="950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9" name="Arc 25"/>
            <p:cNvSpPr>
              <a:spLocks/>
            </p:cNvSpPr>
            <p:nvPr/>
          </p:nvSpPr>
          <p:spPr bwMode="auto">
            <a:xfrm>
              <a:off x="3070" y="2330"/>
              <a:ext cx="664" cy="583"/>
            </a:xfrm>
            <a:custGeom>
              <a:avLst/>
              <a:gdLst>
                <a:gd name="T0" fmla="*/ 0 w 21600"/>
                <a:gd name="T1" fmla="*/ 0 h 18952"/>
                <a:gd name="T2" fmla="*/ 0 w 21600"/>
                <a:gd name="T3" fmla="*/ 0 h 18952"/>
                <a:gd name="T4" fmla="*/ 0 w 21600"/>
                <a:gd name="T5" fmla="*/ 0 h 189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952" fill="none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</a:path>
                <a:path w="21600" h="18952" stroke="0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  <a:lnTo>
                    <a:pt x="0" y="9292"/>
                  </a:lnTo>
                  <a:lnTo>
                    <a:pt x="19499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0" name="Arc 26"/>
            <p:cNvSpPr>
              <a:spLocks/>
            </p:cNvSpPr>
            <p:nvPr/>
          </p:nvSpPr>
          <p:spPr bwMode="auto">
            <a:xfrm>
              <a:off x="2408" y="2336"/>
              <a:ext cx="664" cy="573"/>
            </a:xfrm>
            <a:custGeom>
              <a:avLst/>
              <a:gdLst>
                <a:gd name="T0" fmla="*/ 0 w 21600"/>
                <a:gd name="T1" fmla="*/ 0 h 18636"/>
                <a:gd name="T2" fmla="*/ 0 w 21600"/>
                <a:gd name="T3" fmla="*/ 0 h 18636"/>
                <a:gd name="T4" fmla="*/ 0 w 21600"/>
                <a:gd name="T5" fmla="*/ 0 h 186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636" fill="none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</a:path>
                <a:path w="21600" h="18636" stroke="0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  <a:lnTo>
                    <a:pt x="21600" y="9241"/>
                  </a:lnTo>
                  <a:lnTo>
                    <a:pt x="2150" y="18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1" name="Line 27"/>
            <p:cNvSpPr>
              <a:spLocks noChangeShapeType="1"/>
            </p:cNvSpPr>
            <p:nvPr/>
          </p:nvSpPr>
          <p:spPr bwMode="auto">
            <a:xfrm>
              <a:off x="4732" y="342"/>
              <a:ext cx="0" cy="137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2" name="AutoShape 28"/>
            <p:cNvSpPr>
              <a:spLocks noChangeArrowheads="1"/>
            </p:cNvSpPr>
            <p:nvPr/>
          </p:nvSpPr>
          <p:spPr bwMode="auto">
            <a:xfrm>
              <a:off x="4064" y="397"/>
              <a:ext cx="1332" cy="1284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9533" name="Oval 29"/>
            <p:cNvSpPr>
              <a:spLocks noChangeArrowheads="1"/>
            </p:cNvSpPr>
            <p:nvPr/>
          </p:nvSpPr>
          <p:spPr bwMode="auto">
            <a:xfrm>
              <a:off x="4442" y="903"/>
              <a:ext cx="570" cy="57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9534" name="Line 30"/>
            <p:cNvSpPr>
              <a:spLocks noChangeShapeType="1"/>
            </p:cNvSpPr>
            <p:nvPr/>
          </p:nvSpPr>
          <p:spPr bwMode="auto">
            <a:xfrm>
              <a:off x="4394" y="1191"/>
              <a:ext cx="6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5" name="Line 31"/>
            <p:cNvSpPr>
              <a:spLocks noChangeShapeType="1"/>
            </p:cNvSpPr>
            <p:nvPr/>
          </p:nvSpPr>
          <p:spPr bwMode="auto">
            <a:xfrm flipV="1">
              <a:off x="3062" y="319"/>
              <a:ext cx="0" cy="142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6" name="Line 32"/>
            <p:cNvSpPr>
              <a:spLocks noChangeShapeType="1"/>
            </p:cNvSpPr>
            <p:nvPr/>
          </p:nvSpPr>
          <p:spPr bwMode="auto">
            <a:xfrm>
              <a:off x="2088" y="1191"/>
              <a:ext cx="1928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7" name="Freeform 33"/>
            <p:cNvSpPr>
              <a:spLocks/>
            </p:cNvSpPr>
            <p:nvPr/>
          </p:nvSpPr>
          <p:spPr bwMode="auto">
            <a:xfrm>
              <a:off x="2155" y="395"/>
              <a:ext cx="1816" cy="1284"/>
            </a:xfrm>
            <a:custGeom>
              <a:avLst/>
              <a:gdLst>
                <a:gd name="T0" fmla="*/ 244 w 1816"/>
                <a:gd name="T1" fmla="*/ 1284 h 1284"/>
                <a:gd name="T2" fmla="*/ 348 w 1816"/>
                <a:gd name="T3" fmla="*/ 1080 h 1284"/>
                <a:gd name="T4" fmla="*/ 0 w 1816"/>
                <a:gd name="T5" fmla="*/ 1080 h 1284"/>
                <a:gd name="T6" fmla="*/ 0 w 1816"/>
                <a:gd name="T7" fmla="*/ 508 h 1284"/>
                <a:gd name="T8" fmla="*/ 648 w 1816"/>
                <a:gd name="T9" fmla="*/ 508 h 1284"/>
                <a:gd name="T10" fmla="*/ 908 w 1816"/>
                <a:gd name="T11" fmla="*/ 0 h 1284"/>
                <a:gd name="T12" fmla="*/ 1172 w 1816"/>
                <a:gd name="T13" fmla="*/ 508 h 1284"/>
                <a:gd name="T14" fmla="*/ 1816 w 1816"/>
                <a:gd name="T15" fmla="*/ 508 h 1284"/>
                <a:gd name="T16" fmla="*/ 1816 w 1816"/>
                <a:gd name="T17" fmla="*/ 1080 h 1284"/>
                <a:gd name="T18" fmla="*/ 1468 w 1816"/>
                <a:gd name="T19" fmla="*/ 1080 h 1284"/>
                <a:gd name="T20" fmla="*/ 1576 w 1816"/>
                <a:gd name="T21" fmla="*/ 1284 h 1284"/>
                <a:gd name="T22" fmla="*/ 244 w 1816"/>
                <a:gd name="T23" fmla="*/ 1284 h 12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16" h="1284">
                  <a:moveTo>
                    <a:pt x="244" y="1284"/>
                  </a:moveTo>
                  <a:lnTo>
                    <a:pt x="348" y="1080"/>
                  </a:lnTo>
                  <a:lnTo>
                    <a:pt x="0" y="1080"/>
                  </a:lnTo>
                  <a:lnTo>
                    <a:pt x="0" y="508"/>
                  </a:lnTo>
                  <a:lnTo>
                    <a:pt x="648" y="508"/>
                  </a:lnTo>
                  <a:lnTo>
                    <a:pt x="908" y="0"/>
                  </a:lnTo>
                  <a:lnTo>
                    <a:pt x="1172" y="508"/>
                  </a:lnTo>
                  <a:lnTo>
                    <a:pt x="1816" y="508"/>
                  </a:lnTo>
                  <a:lnTo>
                    <a:pt x="1816" y="1080"/>
                  </a:lnTo>
                  <a:lnTo>
                    <a:pt x="1468" y="1080"/>
                  </a:lnTo>
                  <a:lnTo>
                    <a:pt x="1576" y="1284"/>
                  </a:lnTo>
                  <a:lnTo>
                    <a:pt x="244" y="128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0258" name="Freeform 34"/>
          <p:cNvSpPr>
            <a:spLocks/>
          </p:cNvSpPr>
          <p:nvPr/>
        </p:nvSpPr>
        <p:spPr bwMode="auto">
          <a:xfrm>
            <a:off x="2170113" y="4810125"/>
            <a:ext cx="127000" cy="908050"/>
          </a:xfrm>
          <a:custGeom>
            <a:avLst/>
            <a:gdLst>
              <a:gd name="T0" fmla="*/ 0 w 80"/>
              <a:gd name="T1" fmla="*/ 0 h 572"/>
              <a:gd name="T2" fmla="*/ 2147483647 w 80"/>
              <a:gd name="T3" fmla="*/ 2147483647 h 572"/>
              <a:gd name="T4" fmla="*/ 2147483647 w 80"/>
              <a:gd name="T5" fmla="*/ 2147483647 h 572"/>
              <a:gd name="T6" fmla="*/ 2147483647 w 80"/>
              <a:gd name="T7" fmla="*/ 2147483647 h 572"/>
              <a:gd name="T8" fmla="*/ 2147483647 w 80"/>
              <a:gd name="T9" fmla="*/ 2147483647 h 5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" h="572">
                <a:moveTo>
                  <a:pt x="0" y="0"/>
                </a:moveTo>
                <a:cubicBezTo>
                  <a:pt x="31" y="2"/>
                  <a:pt x="63" y="5"/>
                  <a:pt x="68" y="52"/>
                </a:cubicBezTo>
                <a:cubicBezTo>
                  <a:pt x="73" y="99"/>
                  <a:pt x="31" y="207"/>
                  <a:pt x="32" y="284"/>
                </a:cubicBezTo>
                <a:cubicBezTo>
                  <a:pt x="33" y="361"/>
                  <a:pt x="80" y="468"/>
                  <a:pt x="76" y="516"/>
                </a:cubicBezTo>
                <a:cubicBezTo>
                  <a:pt x="72" y="564"/>
                  <a:pt x="40" y="568"/>
                  <a:pt x="8" y="5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59" name="Freeform 35"/>
          <p:cNvSpPr>
            <a:spLocks/>
          </p:cNvSpPr>
          <p:nvPr/>
        </p:nvSpPr>
        <p:spPr bwMode="auto">
          <a:xfrm>
            <a:off x="1751013" y="4799013"/>
            <a:ext cx="431800" cy="919162"/>
          </a:xfrm>
          <a:custGeom>
            <a:avLst/>
            <a:gdLst>
              <a:gd name="T0" fmla="*/ 2147483647 w 272"/>
              <a:gd name="T1" fmla="*/ 2147483647 h 579"/>
              <a:gd name="T2" fmla="*/ 2147483647 w 272"/>
              <a:gd name="T3" fmla="*/ 2147483647 h 579"/>
              <a:gd name="T4" fmla="*/ 0 w 272"/>
              <a:gd name="T5" fmla="*/ 2147483647 h 579"/>
              <a:gd name="T6" fmla="*/ 2147483647 w 272"/>
              <a:gd name="T7" fmla="*/ 2147483647 h 579"/>
              <a:gd name="T8" fmla="*/ 2147483647 w 272"/>
              <a:gd name="T9" fmla="*/ 2147483647 h 5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2" h="579">
                <a:moveTo>
                  <a:pt x="264" y="7"/>
                </a:moveTo>
                <a:cubicBezTo>
                  <a:pt x="222" y="3"/>
                  <a:pt x="180" y="0"/>
                  <a:pt x="136" y="47"/>
                </a:cubicBezTo>
                <a:cubicBezTo>
                  <a:pt x="92" y="94"/>
                  <a:pt x="0" y="210"/>
                  <a:pt x="0" y="291"/>
                </a:cubicBezTo>
                <a:cubicBezTo>
                  <a:pt x="0" y="372"/>
                  <a:pt x="91" y="483"/>
                  <a:pt x="136" y="531"/>
                </a:cubicBezTo>
                <a:cubicBezTo>
                  <a:pt x="181" y="579"/>
                  <a:pt x="249" y="571"/>
                  <a:pt x="272" y="579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0" name="Freeform 36"/>
          <p:cNvSpPr>
            <a:spLocks/>
          </p:cNvSpPr>
          <p:nvPr/>
        </p:nvSpPr>
        <p:spPr bwMode="auto">
          <a:xfrm flipH="1">
            <a:off x="2982913" y="4810125"/>
            <a:ext cx="127000" cy="908050"/>
          </a:xfrm>
          <a:custGeom>
            <a:avLst/>
            <a:gdLst>
              <a:gd name="T0" fmla="*/ 0 w 80"/>
              <a:gd name="T1" fmla="*/ 0 h 572"/>
              <a:gd name="T2" fmla="*/ 2147483647 w 80"/>
              <a:gd name="T3" fmla="*/ 2147483647 h 572"/>
              <a:gd name="T4" fmla="*/ 2147483647 w 80"/>
              <a:gd name="T5" fmla="*/ 2147483647 h 572"/>
              <a:gd name="T6" fmla="*/ 2147483647 w 80"/>
              <a:gd name="T7" fmla="*/ 2147483647 h 572"/>
              <a:gd name="T8" fmla="*/ 2147483647 w 80"/>
              <a:gd name="T9" fmla="*/ 2147483647 h 5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" h="572">
                <a:moveTo>
                  <a:pt x="0" y="0"/>
                </a:moveTo>
                <a:cubicBezTo>
                  <a:pt x="31" y="2"/>
                  <a:pt x="63" y="5"/>
                  <a:pt x="68" y="52"/>
                </a:cubicBezTo>
                <a:cubicBezTo>
                  <a:pt x="73" y="99"/>
                  <a:pt x="31" y="207"/>
                  <a:pt x="32" y="284"/>
                </a:cubicBezTo>
                <a:cubicBezTo>
                  <a:pt x="33" y="361"/>
                  <a:pt x="80" y="468"/>
                  <a:pt x="76" y="516"/>
                </a:cubicBezTo>
                <a:cubicBezTo>
                  <a:pt x="72" y="564"/>
                  <a:pt x="40" y="568"/>
                  <a:pt x="8" y="5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1" name="Freeform 37"/>
          <p:cNvSpPr>
            <a:spLocks/>
          </p:cNvSpPr>
          <p:nvPr/>
        </p:nvSpPr>
        <p:spPr bwMode="auto">
          <a:xfrm flipH="1">
            <a:off x="3097213" y="4805363"/>
            <a:ext cx="431800" cy="919162"/>
          </a:xfrm>
          <a:custGeom>
            <a:avLst/>
            <a:gdLst>
              <a:gd name="T0" fmla="*/ 2147483647 w 272"/>
              <a:gd name="T1" fmla="*/ 2147483647 h 579"/>
              <a:gd name="T2" fmla="*/ 2147483647 w 272"/>
              <a:gd name="T3" fmla="*/ 2147483647 h 579"/>
              <a:gd name="T4" fmla="*/ 0 w 272"/>
              <a:gd name="T5" fmla="*/ 2147483647 h 579"/>
              <a:gd name="T6" fmla="*/ 2147483647 w 272"/>
              <a:gd name="T7" fmla="*/ 2147483647 h 579"/>
              <a:gd name="T8" fmla="*/ 2147483647 w 272"/>
              <a:gd name="T9" fmla="*/ 2147483647 h 5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2" h="579">
                <a:moveTo>
                  <a:pt x="264" y="7"/>
                </a:moveTo>
                <a:cubicBezTo>
                  <a:pt x="222" y="3"/>
                  <a:pt x="180" y="0"/>
                  <a:pt x="136" y="47"/>
                </a:cubicBezTo>
                <a:cubicBezTo>
                  <a:pt x="92" y="94"/>
                  <a:pt x="0" y="210"/>
                  <a:pt x="0" y="291"/>
                </a:cubicBezTo>
                <a:cubicBezTo>
                  <a:pt x="0" y="372"/>
                  <a:pt x="91" y="483"/>
                  <a:pt x="136" y="531"/>
                </a:cubicBezTo>
                <a:cubicBezTo>
                  <a:pt x="181" y="579"/>
                  <a:pt x="249" y="571"/>
                  <a:pt x="272" y="579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2" name="Line 38"/>
          <p:cNvSpPr>
            <a:spLocks noChangeShapeType="1"/>
          </p:cNvSpPr>
          <p:nvPr/>
        </p:nvSpPr>
        <p:spPr bwMode="auto">
          <a:xfrm>
            <a:off x="3105150" y="4808538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3" name="Line 39"/>
          <p:cNvSpPr>
            <a:spLocks noChangeShapeType="1"/>
          </p:cNvSpPr>
          <p:nvPr/>
        </p:nvSpPr>
        <p:spPr bwMode="auto">
          <a:xfrm>
            <a:off x="3105150" y="5718175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4" name="Line 40"/>
          <p:cNvSpPr>
            <a:spLocks noChangeShapeType="1"/>
          </p:cNvSpPr>
          <p:nvPr/>
        </p:nvSpPr>
        <p:spPr bwMode="auto">
          <a:xfrm>
            <a:off x="1700213" y="4808538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5" name="Line 41"/>
          <p:cNvSpPr>
            <a:spLocks noChangeShapeType="1"/>
          </p:cNvSpPr>
          <p:nvPr/>
        </p:nvSpPr>
        <p:spPr bwMode="auto">
          <a:xfrm>
            <a:off x="1690688" y="5718175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6" name="Freeform 42"/>
          <p:cNvSpPr>
            <a:spLocks/>
          </p:cNvSpPr>
          <p:nvPr/>
        </p:nvSpPr>
        <p:spPr bwMode="auto">
          <a:xfrm>
            <a:off x="1747838" y="2532063"/>
            <a:ext cx="533400" cy="904875"/>
          </a:xfrm>
          <a:custGeom>
            <a:avLst/>
            <a:gdLst>
              <a:gd name="T0" fmla="*/ 2147483647 w 336"/>
              <a:gd name="T1" fmla="*/ 0 h 570"/>
              <a:gd name="T2" fmla="*/ 2147483647 w 336"/>
              <a:gd name="T3" fmla="*/ 2147483647 h 570"/>
              <a:gd name="T4" fmla="*/ 2147483647 w 336"/>
              <a:gd name="T5" fmla="*/ 2147483647 h 570"/>
              <a:gd name="T6" fmla="*/ 2147483647 w 336"/>
              <a:gd name="T7" fmla="*/ 2147483647 h 570"/>
              <a:gd name="T8" fmla="*/ 0 w 336"/>
              <a:gd name="T9" fmla="*/ 2147483647 h 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6" h="570">
                <a:moveTo>
                  <a:pt x="300" y="0"/>
                </a:moveTo>
                <a:cubicBezTo>
                  <a:pt x="318" y="34"/>
                  <a:pt x="336" y="69"/>
                  <a:pt x="330" y="117"/>
                </a:cubicBezTo>
                <a:cubicBezTo>
                  <a:pt x="324" y="165"/>
                  <a:pt x="296" y="235"/>
                  <a:pt x="264" y="288"/>
                </a:cubicBezTo>
                <a:cubicBezTo>
                  <a:pt x="232" y="341"/>
                  <a:pt x="179" y="391"/>
                  <a:pt x="135" y="438"/>
                </a:cubicBezTo>
                <a:cubicBezTo>
                  <a:pt x="91" y="485"/>
                  <a:pt x="23" y="548"/>
                  <a:pt x="0" y="57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7" name="Freeform 43"/>
          <p:cNvSpPr>
            <a:spLocks/>
          </p:cNvSpPr>
          <p:nvPr/>
        </p:nvSpPr>
        <p:spPr bwMode="auto">
          <a:xfrm flipH="1">
            <a:off x="2990850" y="2532063"/>
            <a:ext cx="533400" cy="904875"/>
          </a:xfrm>
          <a:custGeom>
            <a:avLst/>
            <a:gdLst>
              <a:gd name="T0" fmla="*/ 2147483647 w 336"/>
              <a:gd name="T1" fmla="*/ 0 h 570"/>
              <a:gd name="T2" fmla="*/ 2147483647 w 336"/>
              <a:gd name="T3" fmla="*/ 2147483647 h 570"/>
              <a:gd name="T4" fmla="*/ 2147483647 w 336"/>
              <a:gd name="T5" fmla="*/ 2147483647 h 570"/>
              <a:gd name="T6" fmla="*/ 2147483647 w 336"/>
              <a:gd name="T7" fmla="*/ 2147483647 h 570"/>
              <a:gd name="T8" fmla="*/ 0 w 336"/>
              <a:gd name="T9" fmla="*/ 2147483647 h 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6" h="570">
                <a:moveTo>
                  <a:pt x="300" y="0"/>
                </a:moveTo>
                <a:cubicBezTo>
                  <a:pt x="318" y="34"/>
                  <a:pt x="336" y="69"/>
                  <a:pt x="330" y="117"/>
                </a:cubicBezTo>
                <a:cubicBezTo>
                  <a:pt x="324" y="165"/>
                  <a:pt x="296" y="235"/>
                  <a:pt x="264" y="288"/>
                </a:cubicBezTo>
                <a:cubicBezTo>
                  <a:pt x="232" y="341"/>
                  <a:pt x="179" y="391"/>
                  <a:pt x="135" y="438"/>
                </a:cubicBezTo>
                <a:cubicBezTo>
                  <a:pt x="91" y="485"/>
                  <a:pt x="23" y="548"/>
                  <a:pt x="0" y="57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8" name="Line 44"/>
          <p:cNvSpPr>
            <a:spLocks noChangeShapeType="1"/>
          </p:cNvSpPr>
          <p:nvPr/>
        </p:nvSpPr>
        <p:spPr bwMode="auto">
          <a:xfrm>
            <a:off x="1730375" y="3444875"/>
            <a:ext cx="18192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69" name="Line 45"/>
          <p:cNvSpPr>
            <a:spLocks noChangeShapeType="1"/>
          </p:cNvSpPr>
          <p:nvPr/>
        </p:nvSpPr>
        <p:spPr bwMode="auto">
          <a:xfrm>
            <a:off x="2211388" y="2525713"/>
            <a:ext cx="8477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70" name="Line 46"/>
          <p:cNvSpPr>
            <a:spLocks noChangeShapeType="1"/>
          </p:cNvSpPr>
          <p:nvPr/>
        </p:nvSpPr>
        <p:spPr bwMode="auto">
          <a:xfrm flipV="1">
            <a:off x="2165350" y="2525713"/>
            <a:ext cx="0" cy="923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71" name="Line 47"/>
          <p:cNvSpPr>
            <a:spLocks noChangeShapeType="1"/>
          </p:cNvSpPr>
          <p:nvPr/>
        </p:nvSpPr>
        <p:spPr bwMode="auto">
          <a:xfrm flipV="1">
            <a:off x="3101975" y="2525713"/>
            <a:ext cx="0" cy="9191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72" name="Line 48"/>
          <p:cNvSpPr>
            <a:spLocks noChangeShapeType="1"/>
          </p:cNvSpPr>
          <p:nvPr/>
        </p:nvSpPr>
        <p:spPr bwMode="auto">
          <a:xfrm>
            <a:off x="1978025" y="2987675"/>
            <a:ext cx="1300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0273" name="Oval 49"/>
          <p:cNvSpPr>
            <a:spLocks noChangeArrowheads="1"/>
          </p:cNvSpPr>
          <p:nvPr/>
        </p:nvSpPr>
        <p:spPr bwMode="auto">
          <a:xfrm>
            <a:off x="2049463" y="2405063"/>
            <a:ext cx="1162050" cy="11620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74" name="Line 50"/>
          <p:cNvSpPr>
            <a:spLocks noChangeShapeType="1"/>
          </p:cNvSpPr>
          <p:nvPr/>
        </p:nvSpPr>
        <p:spPr bwMode="auto">
          <a:xfrm>
            <a:off x="2120900" y="2716213"/>
            <a:ext cx="101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75" name="Line 51"/>
          <p:cNvSpPr>
            <a:spLocks noChangeShapeType="1"/>
          </p:cNvSpPr>
          <p:nvPr/>
        </p:nvSpPr>
        <p:spPr bwMode="auto">
          <a:xfrm>
            <a:off x="2995613" y="2528888"/>
            <a:ext cx="0" cy="919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76" name="Line 52"/>
          <p:cNvSpPr>
            <a:spLocks noChangeShapeType="1"/>
          </p:cNvSpPr>
          <p:nvPr/>
        </p:nvSpPr>
        <p:spPr bwMode="auto">
          <a:xfrm>
            <a:off x="2273300" y="2525713"/>
            <a:ext cx="0" cy="919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77" name="Line 53"/>
          <p:cNvSpPr>
            <a:spLocks noChangeShapeType="1"/>
          </p:cNvSpPr>
          <p:nvPr/>
        </p:nvSpPr>
        <p:spPr bwMode="auto">
          <a:xfrm>
            <a:off x="1976438" y="2989263"/>
            <a:ext cx="0" cy="2274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0278" name="Oval 54"/>
          <p:cNvSpPr>
            <a:spLocks noChangeArrowheads="1"/>
          </p:cNvSpPr>
          <p:nvPr/>
        </p:nvSpPr>
        <p:spPr bwMode="auto">
          <a:xfrm>
            <a:off x="1982788" y="4602163"/>
            <a:ext cx="1309687" cy="13096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79" name="Line 55"/>
          <p:cNvSpPr>
            <a:spLocks noChangeShapeType="1"/>
          </p:cNvSpPr>
          <p:nvPr/>
        </p:nvSpPr>
        <p:spPr bwMode="auto">
          <a:xfrm>
            <a:off x="2170113" y="3421063"/>
            <a:ext cx="0" cy="2297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0280" name="Oval 56"/>
          <p:cNvSpPr>
            <a:spLocks noChangeArrowheads="1"/>
          </p:cNvSpPr>
          <p:nvPr/>
        </p:nvSpPr>
        <p:spPr bwMode="auto">
          <a:xfrm>
            <a:off x="2598738" y="2949575"/>
            <a:ext cx="71437" cy="714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1" name="Oval 57"/>
          <p:cNvSpPr>
            <a:spLocks noChangeArrowheads="1"/>
          </p:cNvSpPr>
          <p:nvPr/>
        </p:nvSpPr>
        <p:spPr bwMode="auto">
          <a:xfrm>
            <a:off x="2128838" y="2955925"/>
            <a:ext cx="71437" cy="714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2" name="Oval 58"/>
          <p:cNvSpPr>
            <a:spLocks noChangeArrowheads="1"/>
          </p:cNvSpPr>
          <p:nvPr/>
        </p:nvSpPr>
        <p:spPr bwMode="auto">
          <a:xfrm>
            <a:off x="3065463" y="2949575"/>
            <a:ext cx="71437" cy="714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3" name="Oval 59"/>
          <p:cNvSpPr>
            <a:spLocks noChangeArrowheads="1"/>
          </p:cNvSpPr>
          <p:nvPr/>
        </p:nvSpPr>
        <p:spPr bwMode="auto">
          <a:xfrm>
            <a:off x="2236788" y="2682875"/>
            <a:ext cx="71437" cy="714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4" name="Oval 60"/>
          <p:cNvSpPr>
            <a:spLocks noChangeArrowheads="1"/>
          </p:cNvSpPr>
          <p:nvPr/>
        </p:nvSpPr>
        <p:spPr bwMode="auto">
          <a:xfrm>
            <a:off x="2960688" y="2678113"/>
            <a:ext cx="71437" cy="714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5" name="Oval 61"/>
          <p:cNvSpPr>
            <a:spLocks noChangeArrowheads="1"/>
          </p:cNvSpPr>
          <p:nvPr/>
        </p:nvSpPr>
        <p:spPr bwMode="auto">
          <a:xfrm>
            <a:off x="2141538" y="5681663"/>
            <a:ext cx="71437" cy="714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6" name="Oval 62"/>
          <p:cNvSpPr>
            <a:spLocks noChangeArrowheads="1"/>
          </p:cNvSpPr>
          <p:nvPr/>
        </p:nvSpPr>
        <p:spPr bwMode="auto">
          <a:xfrm>
            <a:off x="2128838" y="4773613"/>
            <a:ext cx="71437" cy="714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7" name="Line 63"/>
          <p:cNvSpPr>
            <a:spLocks noChangeShapeType="1"/>
          </p:cNvSpPr>
          <p:nvPr/>
        </p:nvSpPr>
        <p:spPr bwMode="auto">
          <a:xfrm>
            <a:off x="2125663" y="2716213"/>
            <a:ext cx="0" cy="254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88" name="Oval 64"/>
          <p:cNvSpPr>
            <a:spLocks noChangeArrowheads="1"/>
          </p:cNvSpPr>
          <p:nvPr/>
        </p:nvSpPr>
        <p:spPr bwMode="auto">
          <a:xfrm>
            <a:off x="2125663" y="4740275"/>
            <a:ext cx="1023937" cy="10239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89" name="Line 65"/>
          <p:cNvSpPr>
            <a:spLocks noChangeShapeType="1"/>
          </p:cNvSpPr>
          <p:nvPr/>
        </p:nvSpPr>
        <p:spPr bwMode="auto">
          <a:xfrm>
            <a:off x="2278063" y="3440113"/>
            <a:ext cx="0" cy="2185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0290" name="Oval 66"/>
          <p:cNvSpPr>
            <a:spLocks noChangeArrowheads="1"/>
          </p:cNvSpPr>
          <p:nvPr/>
        </p:nvSpPr>
        <p:spPr bwMode="auto">
          <a:xfrm>
            <a:off x="2241550" y="4854575"/>
            <a:ext cx="71438" cy="714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91" name="Oval 67"/>
          <p:cNvSpPr>
            <a:spLocks noChangeArrowheads="1"/>
          </p:cNvSpPr>
          <p:nvPr/>
        </p:nvSpPr>
        <p:spPr bwMode="auto">
          <a:xfrm>
            <a:off x="2246313" y="5588000"/>
            <a:ext cx="71437" cy="714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92" name="Oval 68"/>
          <p:cNvSpPr>
            <a:spLocks noChangeArrowheads="1"/>
          </p:cNvSpPr>
          <p:nvPr/>
        </p:nvSpPr>
        <p:spPr bwMode="auto">
          <a:xfrm>
            <a:off x="1624013" y="1965325"/>
            <a:ext cx="2008187" cy="2008188"/>
          </a:xfrm>
          <a:prstGeom prst="ellips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80293" name="Group 69"/>
          <p:cNvGrpSpPr>
            <a:grpSpLocks/>
          </p:cNvGrpSpPr>
          <p:nvPr/>
        </p:nvGrpSpPr>
        <p:grpSpPr bwMode="auto">
          <a:xfrm>
            <a:off x="1003300" y="1336675"/>
            <a:ext cx="1350963" cy="682625"/>
            <a:chOff x="1825" y="229"/>
            <a:chExt cx="851" cy="430"/>
          </a:xfrm>
        </p:grpSpPr>
        <p:sp>
          <p:nvSpPr>
            <p:cNvPr id="19521" name="Text Box 70"/>
            <p:cNvSpPr txBox="1">
              <a:spLocks noChangeArrowheads="1"/>
            </p:cNvSpPr>
            <p:nvPr/>
          </p:nvSpPr>
          <p:spPr bwMode="auto">
            <a:xfrm>
              <a:off x="1825" y="229"/>
              <a:ext cx="695" cy="250"/>
            </a:xfrm>
            <a:prstGeom prst="rect">
              <a:avLst/>
            </a:prstGeom>
            <a:solidFill>
              <a:schemeClr val="hlink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黑体" pitchFamily="2" charset="-122"/>
                  <a:ea typeface="黑体" pitchFamily="2" charset="-122"/>
                </a:rPr>
                <a:t>最大球 </a:t>
              </a:r>
            </a:p>
          </p:txBody>
        </p:sp>
        <p:sp>
          <p:nvSpPr>
            <p:cNvPr id="19522" name="Line 71"/>
            <p:cNvSpPr>
              <a:spLocks noChangeShapeType="1"/>
            </p:cNvSpPr>
            <p:nvPr/>
          </p:nvSpPr>
          <p:spPr bwMode="auto">
            <a:xfrm>
              <a:off x="2514" y="473"/>
              <a:ext cx="162" cy="1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0296" name="Line 72"/>
          <p:cNvSpPr>
            <a:spLocks noChangeShapeType="1"/>
          </p:cNvSpPr>
          <p:nvPr/>
        </p:nvSpPr>
        <p:spPr bwMode="auto">
          <a:xfrm>
            <a:off x="1935163" y="2112963"/>
            <a:ext cx="428625" cy="352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97" name="Oval 73"/>
          <p:cNvSpPr>
            <a:spLocks noChangeArrowheads="1"/>
          </p:cNvSpPr>
          <p:nvPr/>
        </p:nvSpPr>
        <p:spPr bwMode="auto">
          <a:xfrm>
            <a:off x="4875213" y="2678113"/>
            <a:ext cx="71437" cy="714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298" name="Text Box 74"/>
          <p:cNvSpPr txBox="1">
            <a:spLocks noChangeArrowheads="1"/>
          </p:cNvSpPr>
          <p:nvPr/>
        </p:nvSpPr>
        <p:spPr bwMode="auto">
          <a:xfrm>
            <a:off x="3992563" y="2403475"/>
            <a:ext cx="525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Pv</a:t>
            </a:r>
          </a:p>
        </p:txBody>
      </p:sp>
      <p:grpSp>
        <p:nvGrpSpPr>
          <p:cNvPr id="180299" name="Group 75"/>
          <p:cNvGrpSpPr>
            <a:grpSpLocks/>
          </p:cNvGrpSpPr>
          <p:nvPr/>
        </p:nvGrpSpPr>
        <p:grpSpPr bwMode="auto">
          <a:xfrm>
            <a:off x="231775" y="3030538"/>
            <a:ext cx="2360613" cy="1365250"/>
            <a:chOff x="1549" y="1218"/>
            <a:chExt cx="1487" cy="860"/>
          </a:xfrm>
        </p:grpSpPr>
        <p:sp>
          <p:nvSpPr>
            <p:cNvPr id="19519" name="Text Box 76"/>
            <p:cNvSpPr txBox="1">
              <a:spLocks noChangeArrowheads="1"/>
            </p:cNvSpPr>
            <p:nvPr/>
          </p:nvSpPr>
          <p:spPr bwMode="auto">
            <a:xfrm>
              <a:off x="1549" y="1822"/>
              <a:ext cx="922" cy="256"/>
            </a:xfrm>
            <a:prstGeom prst="rect">
              <a:avLst/>
            </a:prstGeom>
            <a:solidFill>
              <a:srgbClr val="EDD3D3"/>
            </a:solidFill>
            <a:ln w="952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黑体" pitchFamily="2" charset="-122"/>
                  <a:ea typeface="黑体" pitchFamily="2" charset="-122"/>
                </a:rPr>
                <a:t>辅助球球心</a:t>
              </a:r>
            </a:p>
          </p:txBody>
        </p:sp>
        <p:sp>
          <p:nvSpPr>
            <p:cNvPr id="19520" name="Line 77"/>
            <p:cNvSpPr>
              <a:spLocks noChangeShapeType="1"/>
            </p:cNvSpPr>
            <p:nvPr/>
          </p:nvSpPr>
          <p:spPr bwMode="auto">
            <a:xfrm flipV="1">
              <a:off x="2466" y="1218"/>
              <a:ext cx="570" cy="6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0302" name="Line 78"/>
          <p:cNvSpPr>
            <a:spLocks noChangeShapeType="1"/>
          </p:cNvSpPr>
          <p:nvPr/>
        </p:nvSpPr>
        <p:spPr bwMode="auto">
          <a:xfrm>
            <a:off x="4116388" y="4221163"/>
            <a:ext cx="838200" cy="5715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303" name="Line 79"/>
          <p:cNvSpPr>
            <a:spLocks noChangeShapeType="1"/>
          </p:cNvSpPr>
          <p:nvPr/>
        </p:nvSpPr>
        <p:spPr bwMode="auto">
          <a:xfrm>
            <a:off x="6591300" y="3162300"/>
            <a:ext cx="0" cy="8858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304" name="Line 80"/>
          <p:cNvSpPr>
            <a:spLocks noChangeShapeType="1"/>
          </p:cNvSpPr>
          <p:nvPr/>
        </p:nvSpPr>
        <p:spPr bwMode="auto">
          <a:xfrm>
            <a:off x="2220913" y="2535238"/>
            <a:ext cx="0" cy="272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305" name="Line 81"/>
          <p:cNvSpPr>
            <a:spLocks noChangeShapeType="1"/>
          </p:cNvSpPr>
          <p:nvPr/>
        </p:nvSpPr>
        <p:spPr bwMode="auto">
          <a:xfrm>
            <a:off x="1744663" y="3440113"/>
            <a:ext cx="0" cy="181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306" name="Oval 82"/>
          <p:cNvSpPr>
            <a:spLocks noChangeArrowheads="1"/>
          </p:cNvSpPr>
          <p:nvPr/>
        </p:nvSpPr>
        <p:spPr bwMode="auto">
          <a:xfrm>
            <a:off x="1703388" y="5233988"/>
            <a:ext cx="71437" cy="714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307" name="Oval 83"/>
          <p:cNvSpPr>
            <a:spLocks noChangeArrowheads="1"/>
          </p:cNvSpPr>
          <p:nvPr/>
        </p:nvSpPr>
        <p:spPr bwMode="auto">
          <a:xfrm>
            <a:off x="2179638" y="5224463"/>
            <a:ext cx="71437" cy="714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0308" name="Text Box 84"/>
          <p:cNvSpPr txBox="1">
            <a:spLocks noChangeArrowheads="1"/>
          </p:cNvSpPr>
          <p:nvPr/>
        </p:nvSpPr>
        <p:spPr bwMode="auto">
          <a:xfrm>
            <a:off x="812800" y="1724025"/>
            <a:ext cx="1085850" cy="409575"/>
          </a:xfrm>
          <a:prstGeom prst="rect">
            <a:avLst/>
          </a:prstGeom>
          <a:solidFill>
            <a:schemeClr val="hlink"/>
          </a:solidFill>
          <a:ln w="12700">
            <a:solidFill>
              <a:srgbClr val="000000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latin typeface="黑体" pitchFamily="2" charset="-122"/>
                <a:ea typeface="黑体" pitchFamily="2" charset="-122"/>
              </a:rPr>
              <a:t>最小球 </a:t>
            </a:r>
          </a:p>
        </p:txBody>
      </p:sp>
      <p:sp>
        <p:nvSpPr>
          <p:cNvPr id="180309" name="Text Box 85"/>
          <p:cNvSpPr txBox="1">
            <a:spLocks noChangeArrowheads="1"/>
          </p:cNvSpPr>
          <p:nvPr/>
        </p:nvSpPr>
        <p:spPr bwMode="auto">
          <a:xfrm>
            <a:off x="4900613" y="4649788"/>
            <a:ext cx="4044950" cy="124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kumimoji="0" lang="zh-CN" altLang="en-US" sz="2800" i="0">
                <a:latin typeface="黑体" pitchFamily="2" charset="-122"/>
                <a:ea typeface="黑体" pitchFamily="2" charset="-122"/>
              </a:rPr>
              <a:t>使用条件：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两立体均为回转体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两回转体的轴线相交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0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0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0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8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8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8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8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8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8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8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8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8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8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8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8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8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8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8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80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80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18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8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8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18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8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8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8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8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8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18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8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8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18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18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8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18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18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18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1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7" dur="500"/>
                                        <p:tgtEl>
                                          <p:spTgt spid="1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1" dur="500"/>
                                        <p:tgtEl>
                                          <p:spTgt spid="18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20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1" dur="500"/>
                                        <p:tgtEl>
                                          <p:spTgt spid="18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/>
      <p:bldP spid="180227" grpId="0" autoUpdateAnimBg="0"/>
      <p:bldP spid="180228" grpId="0" animBg="1"/>
      <p:bldP spid="180229" grpId="0" animBg="1"/>
      <p:bldP spid="180234" grpId="0" animBg="1"/>
      <p:bldP spid="180235" grpId="0" animBg="1"/>
      <p:bldP spid="180236" grpId="0" animBg="1"/>
      <p:bldP spid="180237" grpId="0" animBg="1"/>
      <p:bldP spid="180238" grpId="0" animBg="1"/>
      <p:bldP spid="180258" grpId="0" animBg="1"/>
      <p:bldP spid="180259" grpId="0" animBg="1"/>
      <p:bldP spid="180260" grpId="0" animBg="1"/>
      <p:bldP spid="180261" grpId="0" animBg="1"/>
      <p:bldP spid="180262" grpId="0" animBg="1"/>
      <p:bldP spid="180263" grpId="0" animBg="1"/>
      <p:bldP spid="180264" grpId="0" animBg="1"/>
      <p:bldP spid="180265" grpId="0" animBg="1"/>
      <p:bldP spid="180266" grpId="0" animBg="1"/>
      <p:bldP spid="180267" grpId="0" animBg="1"/>
      <p:bldP spid="180268" grpId="0" animBg="1"/>
      <p:bldP spid="180269" grpId="0" animBg="1"/>
      <p:bldP spid="180270" grpId="0" animBg="1"/>
      <p:bldP spid="180271" grpId="0" animBg="1"/>
      <p:bldP spid="180272" grpId="0" animBg="1"/>
      <p:bldP spid="180273" grpId="0" animBg="1"/>
      <p:bldP spid="180274" grpId="0" animBg="1"/>
      <p:bldP spid="180275" grpId="0" animBg="1"/>
      <p:bldP spid="180276" grpId="0" animBg="1"/>
      <p:bldP spid="180277" grpId="0" animBg="1"/>
      <p:bldP spid="180278" grpId="0" animBg="1"/>
      <p:bldP spid="180279" grpId="0" animBg="1"/>
      <p:bldP spid="180280" grpId="0" animBg="1"/>
      <p:bldP spid="180281" grpId="0" animBg="1"/>
      <p:bldP spid="180282" grpId="0" animBg="1"/>
      <p:bldP spid="180283" grpId="0" animBg="1"/>
      <p:bldP spid="180284" grpId="0" animBg="1"/>
      <p:bldP spid="180285" grpId="0" animBg="1"/>
      <p:bldP spid="180286" grpId="0" animBg="1"/>
      <p:bldP spid="180287" grpId="0" animBg="1"/>
      <p:bldP spid="180288" grpId="0" animBg="1"/>
      <p:bldP spid="180289" grpId="0" animBg="1"/>
      <p:bldP spid="180290" grpId="0" animBg="1"/>
      <p:bldP spid="180291" grpId="0" animBg="1"/>
      <p:bldP spid="180292" grpId="0" animBg="1"/>
      <p:bldP spid="180296" grpId="0" animBg="1"/>
      <p:bldP spid="180297" grpId="0" animBg="1"/>
      <p:bldP spid="180298" grpId="0" autoUpdateAnimBg="0"/>
      <p:bldP spid="180302" grpId="0" animBg="1"/>
      <p:bldP spid="180303" grpId="0" animBg="1"/>
      <p:bldP spid="180304" grpId="0" animBg="1"/>
      <p:bldP spid="180305" grpId="0" animBg="1"/>
      <p:bldP spid="180306" grpId="0" animBg="1"/>
      <p:bldP spid="180307" grpId="0" animBg="1"/>
      <p:bldP spid="180308" grpId="0" animBg="1" autoUpdateAnimBg="0"/>
      <p:bldP spid="18030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A91A0A6-07BF-4B26-997B-681BD0380CA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81250" name="Line 2"/>
          <p:cNvSpPr>
            <a:spLocks noChangeShapeType="1"/>
          </p:cNvSpPr>
          <p:nvPr/>
        </p:nvSpPr>
        <p:spPr bwMode="auto">
          <a:xfrm>
            <a:off x="6278563" y="1751013"/>
            <a:ext cx="217487" cy="889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51" name="Line 3"/>
          <p:cNvSpPr>
            <a:spLocks noChangeShapeType="1"/>
          </p:cNvSpPr>
          <p:nvPr/>
        </p:nvSpPr>
        <p:spPr bwMode="auto">
          <a:xfrm>
            <a:off x="6167438" y="2243138"/>
            <a:ext cx="0" cy="26574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52" name="Line 4"/>
          <p:cNvSpPr>
            <a:spLocks noChangeShapeType="1"/>
          </p:cNvSpPr>
          <p:nvPr/>
        </p:nvSpPr>
        <p:spPr bwMode="auto">
          <a:xfrm>
            <a:off x="6318250" y="1909763"/>
            <a:ext cx="0" cy="284638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53" name="Line 5"/>
          <p:cNvSpPr>
            <a:spLocks noChangeShapeType="1"/>
          </p:cNvSpPr>
          <p:nvPr/>
        </p:nvSpPr>
        <p:spPr bwMode="auto">
          <a:xfrm>
            <a:off x="5967413" y="2498725"/>
            <a:ext cx="0" cy="23526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54" name="Oval 6"/>
          <p:cNvSpPr>
            <a:spLocks noChangeArrowheads="1"/>
          </p:cNvSpPr>
          <p:nvPr/>
        </p:nvSpPr>
        <p:spPr bwMode="auto">
          <a:xfrm>
            <a:off x="6126163" y="1560513"/>
            <a:ext cx="1111250" cy="111125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255" name="Line 7"/>
          <p:cNvSpPr>
            <a:spLocks noChangeShapeType="1"/>
          </p:cNvSpPr>
          <p:nvPr/>
        </p:nvSpPr>
        <p:spPr bwMode="auto">
          <a:xfrm>
            <a:off x="6183313" y="1858963"/>
            <a:ext cx="10064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56" name="Line 8"/>
          <p:cNvSpPr>
            <a:spLocks noChangeShapeType="1"/>
          </p:cNvSpPr>
          <p:nvPr/>
        </p:nvSpPr>
        <p:spPr bwMode="auto">
          <a:xfrm>
            <a:off x="5862638" y="2495550"/>
            <a:ext cx="16446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57" name="Line 9"/>
          <p:cNvSpPr>
            <a:spLocks noChangeShapeType="1"/>
          </p:cNvSpPr>
          <p:nvPr/>
        </p:nvSpPr>
        <p:spPr bwMode="auto">
          <a:xfrm>
            <a:off x="5808663" y="1857375"/>
            <a:ext cx="217487" cy="889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58" name="Line 10"/>
          <p:cNvSpPr>
            <a:spLocks noChangeShapeType="1"/>
          </p:cNvSpPr>
          <p:nvPr/>
        </p:nvSpPr>
        <p:spPr bwMode="auto">
          <a:xfrm>
            <a:off x="6167438" y="1779588"/>
            <a:ext cx="217487" cy="889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59" name="Freeform 11"/>
          <p:cNvSpPr>
            <a:spLocks/>
          </p:cNvSpPr>
          <p:nvPr/>
        </p:nvSpPr>
        <p:spPr bwMode="auto">
          <a:xfrm>
            <a:off x="5681663" y="1757363"/>
            <a:ext cx="646112" cy="1085850"/>
          </a:xfrm>
          <a:custGeom>
            <a:avLst/>
            <a:gdLst>
              <a:gd name="T0" fmla="*/ 2147483647 w 407"/>
              <a:gd name="T1" fmla="*/ 0 h 684"/>
              <a:gd name="T2" fmla="*/ 2147483647 w 407"/>
              <a:gd name="T3" fmla="*/ 2147483647 h 684"/>
              <a:gd name="T4" fmla="*/ 2147483647 w 407"/>
              <a:gd name="T5" fmla="*/ 2147483647 h 684"/>
              <a:gd name="T6" fmla="*/ 2147483647 w 407"/>
              <a:gd name="T7" fmla="*/ 2147483647 h 684"/>
              <a:gd name="T8" fmla="*/ 2147483647 w 407"/>
              <a:gd name="T9" fmla="*/ 2147483647 h 684"/>
              <a:gd name="T10" fmla="*/ 0 w 407"/>
              <a:gd name="T11" fmla="*/ 2147483647 h 6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7" h="684">
                <a:moveTo>
                  <a:pt x="354" y="0"/>
                </a:moveTo>
                <a:cubicBezTo>
                  <a:pt x="369" y="21"/>
                  <a:pt x="385" y="43"/>
                  <a:pt x="393" y="63"/>
                </a:cubicBezTo>
                <a:cubicBezTo>
                  <a:pt x="401" y="83"/>
                  <a:pt x="407" y="98"/>
                  <a:pt x="402" y="123"/>
                </a:cubicBezTo>
                <a:cubicBezTo>
                  <a:pt x="397" y="148"/>
                  <a:pt x="397" y="159"/>
                  <a:pt x="360" y="216"/>
                </a:cubicBezTo>
                <a:cubicBezTo>
                  <a:pt x="323" y="273"/>
                  <a:pt x="240" y="387"/>
                  <a:pt x="180" y="465"/>
                </a:cubicBezTo>
                <a:cubicBezTo>
                  <a:pt x="120" y="543"/>
                  <a:pt x="30" y="647"/>
                  <a:pt x="0" y="68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60" name="Line 12"/>
          <p:cNvSpPr>
            <a:spLocks noChangeShapeType="1"/>
          </p:cNvSpPr>
          <p:nvPr/>
        </p:nvSpPr>
        <p:spPr bwMode="auto">
          <a:xfrm>
            <a:off x="6243638" y="1755775"/>
            <a:ext cx="0" cy="26765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61" name="Line 13"/>
          <p:cNvSpPr>
            <a:spLocks noChangeShapeType="1"/>
          </p:cNvSpPr>
          <p:nvPr/>
        </p:nvSpPr>
        <p:spPr bwMode="auto">
          <a:xfrm>
            <a:off x="7019925" y="1560513"/>
            <a:ext cx="0" cy="28860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62" name="Line 14"/>
          <p:cNvSpPr>
            <a:spLocks noChangeShapeType="1"/>
          </p:cNvSpPr>
          <p:nvPr/>
        </p:nvSpPr>
        <p:spPr bwMode="auto">
          <a:xfrm>
            <a:off x="6921500" y="1804988"/>
            <a:ext cx="0" cy="300513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63" name="Line 15"/>
          <p:cNvSpPr>
            <a:spLocks noChangeShapeType="1"/>
          </p:cNvSpPr>
          <p:nvPr/>
        </p:nvSpPr>
        <p:spPr bwMode="auto">
          <a:xfrm>
            <a:off x="7034213" y="2027238"/>
            <a:ext cx="0" cy="28702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64" name="AutoShape 16"/>
          <p:cNvSpPr>
            <a:spLocks noChangeArrowheads="1"/>
          </p:cNvSpPr>
          <p:nvPr/>
        </p:nvSpPr>
        <p:spPr bwMode="auto">
          <a:xfrm>
            <a:off x="5624513" y="901700"/>
            <a:ext cx="2114550" cy="2038350"/>
          </a:xfrm>
          <a:prstGeom prst="triangle">
            <a:avLst>
              <a:gd name="adj" fmla="val 50000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265" name="Line 17"/>
          <p:cNvSpPr>
            <a:spLocks noChangeShapeType="1"/>
          </p:cNvSpPr>
          <p:nvPr/>
        </p:nvSpPr>
        <p:spPr bwMode="auto">
          <a:xfrm>
            <a:off x="5378450" y="3983038"/>
            <a:ext cx="25431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66" name="Line 18"/>
          <p:cNvSpPr>
            <a:spLocks noChangeShapeType="1"/>
          </p:cNvSpPr>
          <p:nvPr/>
        </p:nvSpPr>
        <p:spPr bwMode="auto">
          <a:xfrm>
            <a:off x="5383213" y="4897438"/>
            <a:ext cx="25336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67" name="Rectangle 19"/>
          <p:cNvSpPr>
            <a:spLocks noChangeArrowheads="1"/>
          </p:cNvSpPr>
          <p:nvPr/>
        </p:nvSpPr>
        <p:spPr bwMode="auto">
          <a:xfrm rot="-846411">
            <a:off x="5345113" y="1668463"/>
            <a:ext cx="2603500" cy="9144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268" name="Text Box 20"/>
          <p:cNvSpPr txBox="1">
            <a:spLocks noChangeArrowheads="1"/>
          </p:cNvSpPr>
          <p:nvPr/>
        </p:nvSpPr>
        <p:spPr bwMode="auto">
          <a:xfrm>
            <a:off x="6545263" y="1798638"/>
            <a:ext cx="357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99FF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o</a:t>
            </a:r>
            <a:r>
              <a:rPr kumimoji="0" lang="en-US" altLang="zh-CN" sz="1800">
                <a:latin typeface="ISOCPEUR" pitchFamily="34" charset="0"/>
              </a:rPr>
              <a:t>’</a:t>
            </a:r>
          </a:p>
        </p:txBody>
      </p:sp>
      <p:sp>
        <p:nvSpPr>
          <p:cNvPr id="181269" name="Oval 21"/>
          <p:cNvSpPr>
            <a:spLocks noChangeArrowheads="1"/>
          </p:cNvSpPr>
          <p:nvPr/>
        </p:nvSpPr>
        <p:spPr bwMode="auto">
          <a:xfrm>
            <a:off x="5773738" y="1208088"/>
            <a:ext cx="1816100" cy="18161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270" name="Oval 22"/>
          <p:cNvSpPr>
            <a:spLocks noChangeArrowheads="1"/>
          </p:cNvSpPr>
          <p:nvPr/>
        </p:nvSpPr>
        <p:spPr bwMode="auto">
          <a:xfrm>
            <a:off x="6062663" y="1500188"/>
            <a:ext cx="1238250" cy="123825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271" name="Line 23"/>
          <p:cNvSpPr>
            <a:spLocks noChangeShapeType="1"/>
          </p:cNvSpPr>
          <p:nvPr/>
        </p:nvSpPr>
        <p:spPr bwMode="auto">
          <a:xfrm flipV="1">
            <a:off x="6688138" y="1857375"/>
            <a:ext cx="495300" cy="254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72" name="Line 24"/>
          <p:cNvSpPr>
            <a:spLocks noChangeShapeType="1"/>
          </p:cNvSpPr>
          <p:nvPr/>
        </p:nvSpPr>
        <p:spPr bwMode="auto">
          <a:xfrm>
            <a:off x="6878638" y="1604963"/>
            <a:ext cx="217487" cy="889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73" name="Line 25"/>
          <p:cNvSpPr>
            <a:spLocks noChangeShapeType="1"/>
          </p:cNvSpPr>
          <p:nvPr/>
        </p:nvSpPr>
        <p:spPr bwMode="auto">
          <a:xfrm>
            <a:off x="7335838" y="1484313"/>
            <a:ext cx="217487" cy="889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274" name="Line 26"/>
          <p:cNvSpPr>
            <a:spLocks noChangeShapeType="1"/>
          </p:cNvSpPr>
          <p:nvPr/>
        </p:nvSpPr>
        <p:spPr bwMode="auto">
          <a:xfrm>
            <a:off x="6307138" y="1627188"/>
            <a:ext cx="7493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75" name="Line 27"/>
          <p:cNvSpPr>
            <a:spLocks noChangeShapeType="1"/>
          </p:cNvSpPr>
          <p:nvPr/>
        </p:nvSpPr>
        <p:spPr bwMode="auto">
          <a:xfrm>
            <a:off x="6059488" y="2097088"/>
            <a:ext cx="12382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76" name="Line 28"/>
          <p:cNvSpPr>
            <a:spLocks noChangeShapeType="1"/>
          </p:cNvSpPr>
          <p:nvPr/>
        </p:nvSpPr>
        <p:spPr bwMode="auto">
          <a:xfrm>
            <a:off x="6970713" y="1570038"/>
            <a:ext cx="217487" cy="889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81277" name="Group 29"/>
          <p:cNvGrpSpPr>
            <a:grpSpLocks/>
          </p:cNvGrpSpPr>
          <p:nvPr/>
        </p:nvGrpSpPr>
        <p:grpSpPr bwMode="auto">
          <a:xfrm>
            <a:off x="5183188" y="777875"/>
            <a:ext cx="2984500" cy="4848225"/>
            <a:chOff x="3265" y="490"/>
            <a:chExt cx="1880" cy="3054"/>
          </a:xfrm>
        </p:grpSpPr>
        <p:sp>
          <p:nvSpPr>
            <p:cNvPr id="20572" name="Line 30"/>
            <p:cNvSpPr>
              <a:spLocks noChangeShapeType="1"/>
            </p:cNvSpPr>
            <p:nvPr/>
          </p:nvSpPr>
          <p:spPr bwMode="auto">
            <a:xfrm>
              <a:off x="3391" y="3089"/>
              <a:ext cx="2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3" name="Line 31"/>
            <p:cNvSpPr>
              <a:spLocks noChangeShapeType="1"/>
            </p:cNvSpPr>
            <p:nvPr/>
          </p:nvSpPr>
          <p:spPr bwMode="auto">
            <a:xfrm flipV="1">
              <a:off x="4210" y="490"/>
              <a:ext cx="0" cy="141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4" name="Line 32"/>
            <p:cNvSpPr>
              <a:spLocks noChangeShapeType="1"/>
            </p:cNvSpPr>
            <p:nvPr/>
          </p:nvSpPr>
          <p:spPr bwMode="auto">
            <a:xfrm>
              <a:off x="4213" y="2038"/>
              <a:ext cx="0" cy="15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5" name="Line 33"/>
            <p:cNvSpPr>
              <a:spLocks noChangeShapeType="1"/>
            </p:cNvSpPr>
            <p:nvPr/>
          </p:nvSpPr>
          <p:spPr bwMode="auto">
            <a:xfrm>
              <a:off x="3265" y="2794"/>
              <a:ext cx="18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6" name="Arc 34"/>
            <p:cNvSpPr>
              <a:spLocks/>
            </p:cNvSpPr>
            <p:nvPr/>
          </p:nvSpPr>
          <p:spPr bwMode="auto">
            <a:xfrm>
              <a:off x="3614" y="2126"/>
              <a:ext cx="1202" cy="664"/>
            </a:xfrm>
            <a:custGeom>
              <a:avLst/>
              <a:gdLst>
                <a:gd name="T0" fmla="*/ 0 w 39228"/>
                <a:gd name="T1" fmla="*/ 0 h 21600"/>
                <a:gd name="T2" fmla="*/ 0 w 39228"/>
                <a:gd name="T3" fmla="*/ 0 h 21600"/>
                <a:gd name="T4" fmla="*/ 0 w 39228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228" h="21600" fill="none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</a:path>
                <a:path w="39228" h="21600" stroke="0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  <a:lnTo>
                    <a:pt x="19555" y="21600"/>
                  </a:lnTo>
                  <a:lnTo>
                    <a:pt x="0" y="1242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7" name="Arc 35"/>
            <p:cNvSpPr>
              <a:spLocks/>
            </p:cNvSpPr>
            <p:nvPr/>
          </p:nvSpPr>
          <p:spPr bwMode="auto">
            <a:xfrm>
              <a:off x="3623" y="2791"/>
              <a:ext cx="1193" cy="664"/>
            </a:xfrm>
            <a:custGeom>
              <a:avLst/>
              <a:gdLst>
                <a:gd name="T0" fmla="*/ 0 w 38794"/>
                <a:gd name="T1" fmla="*/ 0 h 21600"/>
                <a:gd name="T2" fmla="*/ 0 w 38794"/>
                <a:gd name="T3" fmla="*/ 0 h 21600"/>
                <a:gd name="T4" fmla="*/ 0 w 3879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794" h="21600" fill="none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</a:path>
                <a:path w="38794" h="21600" stroke="0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  <a:lnTo>
                    <a:pt x="19398" y="0"/>
                  </a:lnTo>
                  <a:lnTo>
                    <a:pt x="38794" y="950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8" name="Arc 36"/>
            <p:cNvSpPr>
              <a:spLocks/>
            </p:cNvSpPr>
            <p:nvPr/>
          </p:nvSpPr>
          <p:spPr bwMode="auto">
            <a:xfrm>
              <a:off x="4215" y="2501"/>
              <a:ext cx="664" cy="583"/>
            </a:xfrm>
            <a:custGeom>
              <a:avLst/>
              <a:gdLst>
                <a:gd name="T0" fmla="*/ 0 w 21600"/>
                <a:gd name="T1" fmla="*/ 0 h 18952"/>
                <a:gd name="T2" fmla="*/ 0 w 21600"/>
                <a:gd name="T3" fmla="*/ 0 h 18952"/>
                <a:gd name="T4" fmla="*/ 0 w 21600"/>
                <a:gd name="T5" fmla="*/ 0 h 189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952" fill="none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</a:path>
                <a:path w="21600" h="18952" stroke="0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  <a:lnTo>
                    <a:pt x="0" y="9292"/>
                  </a:lnTo>
                  <a:lnTo>
                    <a:pt x="19499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9" name="Arc 37"/>
            <p:cNvSpPr>
              <a:spLocks/>
            </p:cNvSpPr>
            <p:nvPr/>
          </p:nvSpPr>
          <p:spPr bwMode="auto">
            <a:xfrm>
              <a:off x="3550" y="2507"/>
              <a:ext cx="664" cy="573"/>
            </a:xfrm>
            <a:custGeom>
              <a:avLst/>
              <a:gdLst>
                <a:gd name="T0" fmla="*/ 0 w 21600"/>
                <a:gd name="T1" fmla="*/ 0 h 18636"/>
                <a:gd name="T2" fmla="*/ 0 w 21600"/>
                <a:gd name="T3" fmla="*/ 0 h 18636"/>
                <a:gd name="T4" fmla="*/ 0 w 21600"/>
                <a:gd name="T5" fmla="*/ 0 h 186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636" fill="none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</a:path>
                <a:path w="21600" h="18636" stroke="0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  <a:lnTo>
                    <a:pt x="21600" y="9241"/>
                  </a:lnTo>
                  <a:lnTo>
                    <a:pt x="2150" y="18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0" name="Line 38"/>
            <p:cNvSpPr>
              <a:spLocks noChangeShapeType="1"/>
            </p:cNvSpPr>
            <p:nvPr/>
          </p:nvSpPr>
          <p:spPr bwMode="auto">
            <a:xfrm flipV="1">
              <a:off x="3287" y="1123"/>
              <a:ext cx="1772" cy="4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1" name="Oval 39"/>
            <p:cNvSpPr>
              <a:spLocks noChangeArrowheads="1"/>
            </p:cNvSpPr>
            <p:nvPr/>
          </p:nvSpPr>
          <p:spPr bwMode="auto">
            <a:xfrm>
              <a:off x="4914" y="2510"/>
              <a:ext cx="138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0582" name="Line 40"/>
            <p:cNvSpPr>
              <a:spLocks noChangeShapeType="1"/>
            </p:cNvSpPr>
            <p:nvPr/>
          </p:nvSpPr>
          <p:spPr bwMode="auto">
            <a:xfrm>
              <a:off x="4983" y="2472"/>
              <a:ext cx="0" cy="6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3" name="Arc 41"/>
            <p:cNvSpPr>
              <a:spLocks/>
            </p:cNvSpPr>
            <p:nvPr/>
          </p:nvSpPr>
          <p:spPr bwMode="auto">
            <a:xfrm>
              <a:off x="3389" y="2511"/>
              <a:ext cx="69" cy="576"/>
            </a:xfrm>
            <a:custGeom>
              <a:avLst/>
              <a:gdLst>
                <a:gd name="T0" fmla="*/ 0 w 21600"/>
                <a:gd name="T1" fmla="*/ 0 h 43178"/>
                <a:gd name="T2" fmla="*/ 0 w 21600"/>
                <a:gd name="T3" fmla="*/ 0 h 43178"/>
                <a:gd name="T4" fmla="*/ 0 w 21600"/>
                <a:gd name="T5" fmla="*/ 0 h 43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8" fill="none" extrusionOk="0">
                  <a:moveTo>
                    <a:pt x="925" y="-1"/>
                  </a:moveTo>
                  <a:cubicBezTo>
                    <a:pt x="12483" y="495"/>
                    <a:pt x="21600" y="10010"/>
                    <a:pt x="21600" y="21580"/>
                  </a:cubicBezTo>
                  <a:cubicBezTo>
                    <a:pt x="21600" y="33385"/>
                    <a:pt x="12121" y="43004"/>
                    <a:pt x="316" y="43177"/>
                  </a:cubicBezTo>
                </a:path>
                <a:path w="21600" h="43178" stroke="0" extrusionOk="0">
                  <a:moveTo>
                    <a:pt x="925" y="-1"/>
                  </a:moveTo>
                  <a:cubicBezTo>
                    <a:pt x="12483" y="495"/>
                    <a:pt x="21600" y="10010"/>
                    <a:pt x="21600" y="21580"/>
                  </a:cubicBezTo>
                  <a:cubicBezTo>
                    <a:pt x="21600" y="33385"/>
                    <a:pt x="12121" y="43004"/>
                    <a:pt x="316" y="43177"/>
                  </a:cubicBezTo>
                  <a:lnTo>
                    <a:pt x="0" y="21580"/>
                  </a:lnTo>
                  <a:lnTo>
                    <a:pt x="925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4" name="Arc 42"/>
            <p:cNvSpPr>
              <a:spLocks/>
            </p:cNvSpPr>
            <p:nvPr/>
          </p:nvSpPr>
          <p:spPr bwMode="auto">
            <a:xfrm>
              <a:off x="3321" y="2511"/>
              <a:ext cx="74" cy="576"/>
            </a:xfrm>
            <a:custGeom>
              <a:avLst/>
              <a:gdLst>
                <a:gd name="T0" fmla="*/ 0 w 23140"/>
                <a:gd name="T1" fmla="*/ 0 h 43197"/>
                <a:gd name="T2" fmla="*/ 0 w 23140"/>
                <a:gd name="T3" fmla="*/ 0 h 43197"/>
                <a:gd name="T4" fmla="*/ 0 w 23140"/>
                <a:gd name="T5" fmla="*/ 0 h 431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40" h="43197" fill="none" extrusionOk="0">
                  <a:moveTo>
                    <a:pt x="23140" y="43142"/>
                  </a:moveTo>
                  <a:cubicBezTo>
                    <a:pt x="22627" y="43178"/>
                    <a:pt x="22113" y="43196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9800"/>
                    <a:pt x="9464" y="185"/>
                    <a:pt x="21258" y="-1"/>
                  </a:cubicBezTo>
                </a:path>
                <a:path w="23140" h="43197" stroke="0" extrusionOk="0">
                  <a:moveTo>
                    <a:pt x="23140" y="43142"/>
                  </a:moveTo>
                  <a:cubicBezTo>
                    <a:pt x="22627" y="43178"/>
                    <a:pt x="22113" y="43196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9800"/>
                    <a:pt x="9464" y="185"/>
                    <a:pt x="21258" y="-1"/>
                  </a:cubicBezTo>
                  <a:lnTo>
                    <a:pt x="21600" y="21597"/>
                  </a:lnTo>
                  <a:lnTo>
                    <a:pt x="23140" y="43142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5" name="Line 43"/>
            <p:cNvSpPr>
              <a:spLocks noChangeShapeType="1"/>
            </p:cNvSpPr>
            <p:nvPr/>
          </p:nvSpPr>
          <p:spPr bwMode="auto">
            <a:xfrm>
              <a:off x="3389" y="2509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6" name="Line 44"/>
            <p:cNvSpPr>
              <a:spLocks noChangeShapeType="1"/>
            </p:cNvSpPr>
            <p:nvPr/>
          </p:nvSpPr>
          <p:spPr bwMode="auto">
            <a:xfrm>
              <a:off x="4765" y="2509"/>
              <a:ext cx="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7" name="Line 45"/>
            <p:cNvSpPr>
              <a:spLocks noChangeShapeType="1"/>
            </p:cNvSpPr>
            <p:nvPr/>
          </p:nvSpPr>
          <p:spPr bwMode="auto">
            <a:xfrm>
              <a:off x="4761" y="3085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8" name="Line 46"/>
            <p:cNvSpPr>
              <a:spLocks noChangeShapeType="1"/>
            </p:cNvSpPr>
            <p:nvPr/>
          </p:nvSpPr>
          <p:spPr bwMode="auto">
            <a:xfrm flipV="1">
              <a:off x="3391" y="2485"/>
              <a:ext cx="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9" name="Freeform 47"/>
            <p:cNvSpPr>
              <a:spLocks/>
            </p:cNvSpPr>
            <p:nvPr/>
          </p:nvSpPr>
          <p:spPr bwMode="auto">
            <a:xfrm>
              <a:off x="3327" y="567"/>
              <a:ext cx="1732" cy="1284"/>
            </a:xfrm>
            <a:custGeom>
              <a:avLst/>
              <a:gdLst>
                <a:gd name="T0" fmla="*/ 224 w 1732"/>
                <a:gd name="T1" fmla="*/ 1284 h 1284"/>
                <a:gd name="T2" fmla="*/ 252 w 1732"/>
                <a:gd name="T3" fmla="*/ 1224 h 1284"/>
                <a:gd name="T4" fmla="*/ 140 w 1732"/>
                <a:gd name="T5" fmla="*/ 1252 h 1284"/>
                <a:gd name="T6" fmla="*/ 0 w 1732"/>
                <a:gd name="T7" fmla="*/ 692 h 1284"/>
                <a:gd name="T8" fmla="*/ 608 w 1732"/>
                <a:gd name="T9" fmla="*/ 540 h 1284"/>
                <a:gd name="T10" fmla="*/ 888 w 1732"/>
                <a:gd name="T11" fmla="*/ 0 h 1284"/>
                <a:gd name="T12" fmla="*/ 1104 w 1732"/>
                <a:gd name="T13" fmla="*/ 416 h 1284"/>
                <a:gd name="T14" fmla="*/ 1592 w 1732"/>
                <a:gd name="T15" fmla="*/ 292 h 1284"/>
                <a:gd name="T16" fmla="*/ 1732 w 1732"/>
                <a:gd name="T17" fmla="*/ 852 h 1284"/>
                <a:gd name="T18" fmla="*/ 1376 w 1732"/>
                <a:gd name="T19" fmla="*/ 940 h 1284"/>
                <a:gd name="T20" fmla="*/ 1552 w 1732"/>
                <a:gd name="T21" fmla="*/ 1284 h 1284"/>
                <a:gd name="T22" fmla="*/ 224 w 1732"/>
                <a:gd name="T23" fmla="*/ 1284 h 12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32" h="1284">
                  <a:moveTo>
                    <a:pt x="224" y="1284"/>
                  </a:moveTo>
                  <a:lnTo>
                    <a:pt x="252" y="1224"/>
                  </a:lnTo>
                  <a:lnTo>
                    <a:pt x="140" y="1252"/>
                  </a:lnTo>
                  <a:lnTo>
                    <a:pt x="0" y="692"/>
                  </a:lnTo>
                  <a:lnTo>
                    <a:pt x="608" y="540"/>
                  </a:lnTo>
                  <a:lnTo>
                    <a:pt x="888" y="0"/>
                  </a:lnTo>
                  <a:lnTo>
                    <a:pt x="1104" y="416"/>
                  </a:lnTo>
                  <a:lnTo>
                    <a:pt x="1592" y="292"/>
                  </a:lnTo>
                  <a:lnTo>
                    <a:pt x="1732" y="852"/>
                  </a:lnTo>
                  <a:lnTo>
                    <a:pt x="1376" y="940"/>
                  </a:lnTo>
                  <a:lnTo>
                    <a:pt x="1552" y="1284"/>
                  </a:lnTo>
                  <a:lnTo>
                    <a:pt x="224" y="128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1296" name="Freeform 48"/>
          <p:cNvSpPr>
            <a:spLocks/>
          </p:cNvSpPr>
          <p:nvPr/>
        </p:nvSpPr>
        <p:spPr bwMode="auto">
          <a:xfrm>
            <a:off x="6918325" y="1558925"/>
            <a:ext cx="536575" cy="835025"/>
          </a:xfrm>
          <a:custGeom>
            <a:avLst/>
            <a:gdLst>
              <a:gd name="T0" fmla="*/ 2147483647 w 338"/>
              <a:gd name="T1" fmla="*/ 0 h 526"/>
              <a:gd name="T2" fmla="*/ 2147483647 w 338"/>
              <a:gd name="T3" fmla="*/ 2147483647 h 526"/>
              <a:gd name="T4" fmla="*/ 2147483647 w 338"/>
              <a:gd name="T5" fmla="*/ 2147483647 h 526"/>
              <a:gd name="T6" fmla="*/ 2147483647 w 338"/>
              <a:gd name="T7" fmla="*/ 2147483647 h 526"/>
              <a:gd name="T8" fmla="*/ 2147483647 w 338"/>
              <a:gd name="T9" fmla="*/ 2147483647 h 526"/>
              <a:gd name="T10" fmla="*/ 2147483647 w 338"/>
              <a:gd name="T11" fmla="*/ 2147483647 h 5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38" h="526">
                <a:moveTo>
                  <a:pt x="66" y="0"/>
                </a:moveTo>
                <a:cubicBezTo>
                  <a:pt x="57" y="6"/>
                  <a:pt x="49" y="13"/>
                  <a:pt x="40" y="44"/>
                </a:cubicBezTo>
                <a:cubicBezTo>
                  <a:pt x="31" y="75"/>
                  <a:pt x="0" y="139"/>
                  <a:pt x="12" y="188"/>
                </a:cubicBezTo>
                <a:cubicBezTo>
                  <a:pt x="24" y="237"/>
                  <a:pt x="76" y="298"/>
                  <a:pt x="112" y="340"/>
                </a:cubicBezTo>
                <a:cubicBezTo>
                  <a:pt x="148" y="382"/>
                  <a:pt x="190" y="407"/>
                  <a:pt x="228" y="438"/>
                </a:cubicBezTo>
                <a:cubicBezTo>
                  <a:pt x="266" y="469"/>
                  <a:pt x="302" y="497"/>
                  <a:pt x="338" y="52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97" name="Line 49"/>
          <p:cNvSpPr>
            <a:spLocks noChangeShapeType="1"/>
          </p:cNvSpPr>
          <p:nvPr/>
        </p:nvSpPr>
        <p:spPr bwMode="auto">
          <a:xfrm>
            <a:off x="5681663" y="2836863"/>
            <a:ext cx="0" cy="16002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98" name="Line 50"/>
          <p:cNvSpPr>
            <a:spLocks noChangeShapeType="1"/>
          </p:cNvSpPr>
          <p:nvPr/>
        </p:nvSpPr>
        <p:spPr bwMode="auto">
          <a:xfrm>
            <a:off x="7458075" y="2398713"/>
            <a:ext cx="0" cy="20478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299" name="Oval 51"/>
          <p:cNvSpPr>
            <a:spLocks noChangeArrowheads="1"/>
          </p:cNvSpPr>
          <p:nvPr/>
        </p:nvSpPr>
        <p:spPr bwMode="auto">
          <a:xfrm>
            <a:off x="5853113" y="3613150"/>
            <a:ext cx="1652587" cy="1652588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00" name="Line 52"/>
          <p:cNvSpPr>
            <a:spLocks noChangeShapeType="1"/>
          </p:cNvSpPr>
          <p:nvPr/>
        </p:nvSpPr>
        <p:spPr bwMode="auto">
          <a:xfrm>
            <a:off x="5784850" y="3983038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301" name="Line 53"/>
          <p:cNvSpPr>
            <a:spLocks noChangeShapeType="1"/>
          </p:cNvSpPr>
          <p:nvPr/>
        </p:nvSpPr>
        <p:spPr bwMode="auto">
          <a:xfrm>
            <a:off x="5775325" y="4903788"/>
            <a:ext cx="398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302" name="Freeform 54"/>
          <p:cNvSpPr>
            <a:spLocks/>
          </p:cNvSpPr>
          <p:nvPr/>
        </p:nvSpPr>
        <p:spPr bwMode="auto">
          <a:xfrm>
            <a:off x="6180138" y="3984625"/>
            <a:ext cx="144462" cy="919163"/>
          </a:xfrm>
          <a:custGeom>
            <a:avLst/>
            <a:gdLst>
              <a:gd name="T0" fmla="*/ 0 w 91"/>
              <a:gd name="T1" fmla="*/ 0 h 579"/>
              <a:gd name="T2" fmla="*/ 2147483647 w 91"/>
              <a:gd name="T3" fmla="*/ 2147483647 h 579"/>
              <a:gd name="T4" fmla="*/ 2147483647 w 91"/>
              <a:gd name="T5" fmla="*/ 2147483647 h 579"/>
              <a:gd name="T6" fmla="*/ 2147483647 w 91"/>
              <a:gd name="T7" fmla="*/ 2147483647 h 579"/>
              <a:gd name="T8" fmla="*/ 0 w 91"/>
              <a:gd name="T9" fmla="*/ 2147483647 h 5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" h="579">
                <a:moveTo>
                  <a:pt x="0" y="0"/>
                </a:moveTo>
                <a:cubicBezTo>
                  <a:pt x="38" y="15"/>
                  <a:pt x="77" y="31"/>
                  <a:pt x="84" y="78"/>
                </a:cubicBezTo>
                <a:cubicBezTo>
                  <a:pt x="91" y="125"/>
                  <a:pt x="45" y="217"/>
                  <a:pt x="45" y="285"/>
                </a:cubicBezTo>
                <a:cubicBezTo>
                  <a:pt x="45" y="353"/>
                  <a:pt x="91" y="440"/>
                  <a:pt x="84" y="489"/>
                </a:cubicBezTo>
                <a:cubicBezTo>
                  <a:pt x="77" y="538"/>
                  <a:pt x="38" y="558"/>
                  <a:pt x="0" y="57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303" name="Freeform 55"/>
          <p:cNvSpPr>
            <a:spLocks/>
          </p:cNvSpPr>
          <p:nvPr/>
        </p:nvSpPr>
        <p:spPr bwMode="auto">
          <a:xfrm>
            <a:off x="5683250" y="3984625"/>
            <a:ext cx="495300" cy="914400"/>
          </a:xfrm>
          <a:custGeom>
            <a:avLst/>
            <a:gdLst>
              <a:gd name="T0" fmla="*/ 2147483647 w 312"/>
              <a:gd name="T1" fmla="*/ 0 h 576"/>
              <a:gd name="T2" fmla="*/ 2147483647 w 312"/>
              <a:gd name="T3" fmla="*/ 2147483647 h 576"/>
              <a:gd name="T4" fmla="*/ 2147483647 w 312"/>
              <a:gd name="T5" fmla="*/ 2147483647 h 576"/>
              <a:gd name="T6" fmla="*/ 0 w 312"/>
              <a:gd name="T7" fmla="*/ 2147483647 h 576"/>
              <a:gd name="T8" fmla="*/ 2147483647 w 312"/>
              <a:gd name="T9" fmla="*/ 2147483647 h 576"/>
              <a:gd name="T10" fmla="*/ 2147483647 w 312"/>
              <a:gd name="T11" fmla="*/ 2147483647 h 576"/>
              <a:gd name="T12" fmla="*/ 2147483647 w 312"/>
              <a:gd name="T13" fmla="*/ 2147483647 h 5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2" h="576">
                <a:moveTo>
                  <a:pt x="312" y="0"/>
                </a:moveTo>
                <a:cubicBezTo>
                  <a:pt x="267" y="2"/>
                  <a:pt x="223" y="5"/>
                  <a:pt x="183" y="21"/>
                </a:cubicBezTo>
                <a:cubicBezTo>
                  <a:pt x="143" y="37"/>
                  <a:pt x="102" y="49"/>
                  <a:pt x="72" y="93"/>
                </a:cubicBezTo>
                <a:cubicBezTo>
                  <a:pt x="42" y="137"/>
                  <a:pt x="0" y="221"/>
                  <a:pt x="0" y="285"/>
                </a:cubicBezTo>
                <a:cubicBezTo>
                  <a:pt x="0" y="349"/>
                  <a:pt x="42" y="433"/>
                  <a:pt x="72" y="477"/>
                </a:cubicBezTo>
                <a:cubicBezTo>
                  <a:pt x="102" y="521"/>
                  <a:pt x="144" y="533"/>
                  <a:pt x="183" y="549"/>
                </a:cubicBezTo>
                <a:cubicBezTo>
                  <a:pt x="222" y="565"/>
                  <a:pt x="265" y="570"/>
                  <a:pt x="309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304" name="Freeform 56"/>
          <p:cNvSpPr>
            <a:spLocks/>
          </p:cNvSpPr>
          <p:nvPr/>
        </p:nvSpPr>
        <p:spPr bwMode="auto">
          <a:xfrm>
            <a:off x="6926263" y="3984625"/>
            <a:ext cx="107950" cy="909638"/>
          </a:xfrm>
          <a:custGeom>
            <a:avLst/>
            <a:gdLst>
              <a:gd name="T0" fmla="*/ 2147483647 w 68"/>
              <a:gd name="T1" fmla="*/ 0 h 573"/>
              <a:gd name="T2" fmla="*/ 2147483647 w 68"/>
              <a:gd name="T3" fmla="*/ 2147483647 h 573"/>
              <a:gd name="T4" fmla="*/ 2147483647 w 68"/>
              <a:gd name="T5" fmla="*/ 2147483647 h 573"/>
              <a:gd name="T6" fmla="*/ 2147483647 w 68"/>
              <a:gd name="T7" fmla="*/ 2147483647 h 573"/>
              <a:gd name="T8" fmla="*/ 2147483647 w 68"/>
              <a:gd name="T9" fmla="*/ 2147483647 h 5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8" h="573">
                <a:moveTo>
                  <a:pt x="68" y="0"/>
                </a:moveTo>
                <a:cubicBezTo>
                  <a:pt x="35" y="5"/>
                  <a:pt x="3" y="10"/>
                  <a:pt x="2" y="57"/>
                </a:cubicBezTo>
                <a:cubicBezTo>
                  <a:pt x="1" y="104"/>
                  <a:pt x="59" y="208"/>
                  <a:pt x="59" y="285"/>
                </a:cubicBezTo>
                <a:cubicBezTo>
                  <a:pt x="59" y="362"/>
                  <a:pt x="0" y="471"/>
                  <a:pt x="2" y="519"/>
                </a:cubicBezTo>
                <a:cubicBezTo>
                  <a:pt x="4" y="567"/>
                  <a:pt x="36" y="570"/>
                  <a:pt x="68" y="573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305" name="Freeform 57"/>
          <p:cNvSpPr>
            <a:spLocks/>
          </p:cNvSpPr>
          <p:nvPr/>
        </p:nvSpPr>
        <p:spPr bwMode="auto">
          <a:xfrm>
            <a:off x="7034213" y="3984625"/>
            <a:ext cx="423862" cy="909638"/>
          </a:xfrm>
          <a:custGeom>
            <a:avLst/>
            <a:gdLst>
              <a:gd name="T0" fmla="*/ 0 w 267"/>
              <a:gd name="T1" fmla="*/ 0 h 573"/>
              <a:gd name="T2" fmla="*/ 2147483647 w 267"/>
              <a:gd name="T3" fmla="*/ 2147483647 h 573"/>
              <a:gd name="T4" fmla="*/ 2147483647 w 267"/>
              <a:gd name="T5" fmla="*/ 2147483647 h 573"/>
              <a:gd name="T6" fmla="*/ 2147483647 w 267"/>
              <a:gd name="T7" fmla="*/ 2147483647 h 573"/>
              <a:gd name="T8" fmla="*/ 0 w 267"/>
              <a:gd name="T9" fmla="*/ 2147483647 h 5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7" h="573">
                <a:moveTo>
                  <a:pt x="0" y="0"/>
                </a:moveTo>
                <a:cubicBezTo>
                  <a:pt x="57" y="3"/>
                  <a:pt x="115" y="7"/>
                  <a:pt x="159" y="54"/>
                </a:cubicBezTo>
                <a:cubicBezTo>
                  <a:pt x="203" y="101"/>
                  <a:pt x="267" y="209"/>
                  <a:pt x="267" y="285"/>
                </a:cubicBezTo>
                <a:cubicBezTo>
                  <a:pt x="267" y="361"/>
                  <a:pt x="203" y="462"/>
                  <a:pt x="159" y="510"/>
                </a:cubicBezTo>
                <a:cubicBezTo>
                  <a:pt x="115" y="558"/>
                  <a:pt x="57" y="565"/>
                  <a:pt x="0" y="57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lgDash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306" name="Line 58"/>
          <p:cNvSpPr>
            <a:spLocks noChangeShapeType="1"/>
          </p:cNvSpPr>
          <p:nvPr/>
        </p:nvSpPr>
        <p:spPr bwMode="auto">
          <a:xfrm>
            <a:off x="7034213" y="39830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307" name="Line 59"/>
          <p:cNvSpPr>
            <a:spLocks noChangeShapeType="1"/>
          </p:cNvSpPr>
          <p:nvPr/>
        </p:nvSpPr>
        <p:spPr bwMode="auto">
          <a:xfrm>
            <a:off x="7034213" y="4897438"/>
            <a:ext cx="538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308" name="Oval 60"/>
          <p:cNvSpPr>
            <a:spLocks noChangeAspect="1" noChangeArrowheads="1"/>
          </p:cNvSpPr>
          <p:nvPr/>
        </p:nvSpPr>
        <p:spPr bwMode="auto">
          <a:xfrm>
            <a:off x="6656388" y="209232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09" name="Oval 61"/>
          <p:cNvSpPr>
            <a:spLocks noChangeAspect="1" noChangeArrowheads="1"/>
          </p:cNvSpPr>
          <p:nvPr/>
        </p:nvSpPr>
        <p:spPr bwMode="auto">
          <a:xfrm>
            <a:off x="6218238" y="172561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0" name="Oval 62"/>
          <p:cNvSpPr>
            <a:spLocks noChangeAspect="1" noChangeArrowheads="1"/>
          </p:cNvSpPr>
          <p:nvPr/>
        </p:nvSpPr>
        <p:spPr bwMode="auto">
          <a:xfrm>
            <a:off x="5942013" y="246856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1" name="Oval 63"/>
          <p:cNvSpPr>
            <a:spLocks noChangeAspect="1" noChangeArrowheads="1"/>
          </p:cNvSpPr>
          <p:nvPr/>
        </p:nvSpPr>
        <p:spPr bwMode="auto">
          <a:xfrm>
            <a:off x="6994525" y="153035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2" name="Oval 64"/>
          <p:cNvSpPr>
            <a:spLocks noChangeAspect="1" noChangeArrowheads="1"/>
          </p:cNvSpPr>
          <p:nvPr/>
        </p:nvSpPr>
        <p:spPr bwMode="auto">
          <a:xfrm>
            <a:off x="7432675" y="2363788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3" name="Oval 65"/>
          <p:cNvSpPr>
            <a:spLocks noChangeAspect="1" noChangeArrowheads="1"/>
          </p:cNvSpPr>
          <p:nvPr/>
        </p:nvSpPr>
        <p:spPr bwMode="auto">
          <a:xfrm>
            <a:off x="6915150" y="1838325"/>
            <a:ext cx="46038" cy="460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4" name="Oval 66"/>
          <p:cNvSpPr>
            <a:spLocks noChangeAspect="1" noChangeArrowheads="1"/>
          </p:cNvSpPr>
          <p:nvPr/>
        </p:nvSpPr>
        <p:spPr bwMode="auto">
          <a:xfrm>
            <a:off x="7075488" y="207327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5" name="Oval 67"/>
          <p:cNvSpPr>
            <a:spLocks noChangeAspect="1" noChangeArrowheads="1"/>
          </p:cNvSpPr>
          <p:nvPr/>
        </p:nvSpPr>
        <p:spPr bwMode="auto">
          <a:xfrm>
            <a:off x="6227763" y="206851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6" name="Oval 68"/>
          <p:cNvSpPr>
            <a:spLocks noChangeAspect="1" noChangeArrowheads="1"/>
          </p:cNvSpPr>
          <p:nvPr/>
        </p:nvSpPr>
        <p:spPr bwMode="auto">
          <a:xfrm>
            <a:off x="6961188" y="1601788"/>
            <a:ext cx="46037" cy="460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17" name="Line 69"/>
          <p:cNvSpPr>
            <a:spLocks noChangeShapeType="1"/>
          </p:cNvSpPr>
          <p:nvPr/>
        </p:nvSpPr>
        <p:spPr bwMode="auto">
          <a:xfrm flipH="1" flipV="1">
            <a:off x="6167438" y="2243138"/>
            <a:ext cx="209550" cy="14287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318" name="Line 70"/>
          <p:cNvSpPr>
            <a:spLocks noChangeShapeType="1"/>
          </p:cNvSpPr>
          <p:nvPr/>
        </p:nvSpPr>
        <p:spPr bwMode="auto">
          <a:xfrm flipV="1">
            <a:off x="6888163" y="2027238"/>
            <a:ext cx="152400" cy="1905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319" name="Oval 71"/>
          <p:cNvSpPr>
            <a:spLocks noChangeAspect="1" noChangeArrowheads="1"/>
          </p:cNvSpPr>
          <p:nvPr/>
        </p:nvSpPr>
        <p:spPr bwMode="auto">
          <a:xfrm>
            <a:off x="5657850" y="441166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0" name="Oval 72"/>
          <p:cNvSpPr>
            <a:spLocks noChangeAspect="1" noChangeArrowheads="1"/>
          </p:cNvSpPr>
          <p:nvPr/>
        </p:nvSpPr>
        <p:spPr bwMode="auto">
          <a:xfrm>
            <a:off x="6213475" y="441166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1" name="Oval 73"/>
          <p:cNvSpPr>
            <a:spLocks noChangeAspect="1" noChangeArrowheads="1"/>
          </p:cNvSpPr>
          <p:nvPr/>
        </p:nvSpPr>
        <p:spPr bwMode="auto">
          <a:xfrm>
            <a:off x="5942013" y="399732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2" name="Oval 74"/>
          <p:cNvSpPr>
            <a:spLocks noChangeAspect="1" noChangeArrowheads="1"/>
          </p:cNvSpPr>
          <p:nvPr/>
        </p:nvSpPr>
        <p:spPr bwMode="auto">
          <a:xfrm>
            <a:off x="5942013" y="482600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3" name="Oval 75"/>
          <p:cNvSpPr>
            <a:spLocks noChangeAspect="1" noChangeArrowheads="1"/>
          </p:cNvSpPr>
          <p:nvPr/>
        </p:nvSpPr>
        <p:spPr bwMode="auto">
          <a:xfrm>
            <a:off x="6286500" y="410210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4" name="Oval 76"/>
          <p:cNvSpPr>
            <a:spLocks noChangeAspect="1" noChangeArrowheads="1"/>
          </p:cNvSpPr>
          <p:nvPr/>
        </p:nvSpPr>
        <p:spPr bwMode="auto">
          <a:xfrm>
            <a:off x="6127750" y="395446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5" name="Oval 77"/>
          <p:cNvSpPr>
            <a:spLocks noChangeAspect="1" noChangeArrowheads="1"/>
          </p:cNvSpPr>
          <p:nvPr/>
        </p:nvSpPr>
        <p:spPr bwMode="auto">
          <a:xfrm>
            <a:off x="6142038" y="487362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6" name="Oval 78"/>
          <p:cNvSpPr>
            <a:spLocks noChangeAspect="1" noChangeArrowheads="1"/>
          </p:cNvSpPr>
          <p:nvPr/>
        </p:nvSpPr>
        <p:spPr bwMode="auto">
          <a:xfrm>
            <a:off x="6286500" y="4706938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7" name="Oval 79"/>
          <p:cNvSpPr>
            <a:spLocks noChangeAspect="1" noChangeArrowheads="1"/>
          </p:cNvSpPr>
          <p:nvPr/>
        </p:nvSpPr>
        <p:spPr bwMode="auto">
          <a:xfrm>
            <a:off x="7008813" y="395922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8" name="Oval 80"/>
          <p:cNvSpPr>
            <a:spLocks noChangeAspect="1" noChangeArrowheads="1"/>
          </p:cNvSpPr>
          <p:nvPr/>
        </p:nvSpPr>
        <p:spPr bwMode="auto">
          <a:xfrm>
            <a:off x="6894513" y="404495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29" name="Oval 81"/>
          <p:cNvSpPr>
            <a:spLocks noChangeAspect="1" noChangeArrowheads="1"/>
          </p:cNvSpPr>
          <p:nvPr/>
        </p:nvSpPr>
        <p:spPr bwMode="auto">
          <a:xfrm>
            <a:off x="6989763" y="441166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30" name="Oval 82"/>
          <p:cNvSpPr>
            <a:spLocks noChangeAspect="1" noChangeArrowheads="1"/>
          </p:cNvSpPr>
          <p:nvPr/>
        </p:nvSpPr>
        <p:spPr bwMode="auto">
          <a:xfrm>
            <a:off x="7008813" y="486886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31" name="Oval 83"/>
          <p:cNvSpPr>
            <a:spLocks noChangeAspect="1" noChangeArrowheads="1"/>
          </p:cNvSpPr>
          <p:nvPr/>
        </p:nvSpPr>
        <p:spPr bwMode="auto">
          <a:xfrm>
            <a:off x="7432675" y="440690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32" name="Oval 84"/>
          <p:cNvSpPr>
            <a:spLocks noChangeAspect="1" noChangeArrowheads="1"/>
          </p:cNvSpPr>
          <p:nvPr/>
        </p:nvSpPr>
        <p:spPr bwMode="auto">
          <a:xfrm>
            <a:off x="6894513" y="4764088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81333" name="Group 85"/>
          <p:cNvGrpSpPr>
            <a:grpSpLocks/>
          </p:cNvGrpSpPr>
          <p:nvPr/>
        </p:nvGrpSpPr>
        <p:grpSpPr bwMode="auto">
          <a:xfrm>
            <a:off x="5099050" y="577850"/>
            <a:ext cx="2820988" cy="2779713"/>
            <a:chOff x="3212" y="364"/>
            <a:chExt cx="1777" cy="1751"/>
          </a:xfrm>
        </p:grpSpPr>
        <p:sp>
          <p:nvSpPr>
            <p:cNvPr id="20570" name="Oval 86"/>
            <p:cNvSpPr>
              <a:spLocks noChangeArrowheads="1"/>
            </p:cNvSpPr>
            <p:nvPr/>
          </p:nvSpPr>
          <p:spPr bwMode="auto">
            <a:xfrm>
              <a:off x="3429" y="555"/>
              <a:ext cx="1560" cy="156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0571" name="Text Box 87"/>
            <p:cNvSpPr txBox="1">
              <a:spLocks noChangeArrowheads="1"/>
            </p:cNvSpPr>
            <p:nvPr/>
          </p:nvSpPr>
          <p:spPr bwMode="auto">
            <a:xfrm>
              <a:off x="3212" y="364"/>
              <a:ext cx="764" cy="254"/>
            </a:xfrm>
            <a:prstGeom prst="rect">
              <a:avLst/>
            </a:prstGeom>
            <a:solidFill>
              <a:schemeClr val="hlink"/>
            </a:solidFill>
            <a:ln w="635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/>
                <a:t>最大球！</a:t>
              </a:r>
            </a:p>
          </p:txBody>
        </p:sp>
      </p:grpSp>
      <p:sp>
        <p:nvSpPr>
          <p:cNvPr id="181336" name="Text Box 88"/>
          <p:cNvSpPr txBox="1">
            <a:spLocks noChangeArrowheads="1"/>
          </p:cNvSpPr>
          <p:nvPr/>
        </p:nvSpPr>
        <p:spPr bwMode="auto">
          <a:xfrm>
            <a:off x="7856538" y="2820988"/>
            <a:ext cx="1206500" cy="100647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latin typeface="黑体" pitchFamily="2" charset="-122"/>
                <a:ea typeface="黑体" pitchFamily="2" charset="-122"/>
              </a:rPr>
              <a:t>最内点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latin typeface="黑体" pitchFamily="2" charset="-122"/>
                <a:ea typeface="黑体" pitchFamily="2" charset="-122"/>
              </a:rPr>
              <a:t>无法直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latin typeface="黑体" pitchFamily="2" charset="-122"/>
                <a:ea typeface="黑体" pitchFamily="2" charset="-122"/>
              </a:rPr>
              <a:t>接求得。</a:t>
            </a:r>
          </a:p>
        </p:txBody>
      </p:sp>
      <p:sp>
        <p:nvSpPr>
          <p:cNvPr id="181337" name="Text Box 89"/>
          <p:cNvSpPr txBox="1">
            <a:spLocks noChangeArrowheads="1"/>
          </p:cNvSpPr>
          <p:nvPr/>
        </p:nvSpPr>
        <p:spPr bwMode="auto">
          <a:xfrm>
            <a:off x="0" y="-16400"/>
            <a:ext cx="9144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两回转体轴线所确定平面</a:t>
            </a:r>
            <a:r>
              <a:rPr kumimoji="0" lang="en-US" altLang="zh-CN" sz="2400" i="0" dirty="0">
                <a:latin typeface="黑体" pitchFamily="2" charset="-122"/>
                <a:ea typeface="黑体" pitchFamily="2" charset="-122"/>
              </a:rPr>
              <a:t>//</a:t>
            </a: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某投影面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辅助球球心位于二轴线交点处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过两轮廓线最远交点的球为最大球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两内切球中大者为最小球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俯视图的交线利用面上找点法完成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特殊点</a:t>
            </a:r>
            <a:r>
              <a:rPr kumimoji="0" lang="en-US" altLang="zh-CN" sz="2400" i="0" dirty="0">
                <a:latin typeface="黑体" pitchFamily="2" charset="-122"/>
                <a:ea typeface="黑体" pitchFamily="2" charset="-122"/>
              </a:rPr>
              <a:t>(</a:t>
            </a: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最高、最内</a:t>
            </a:r>
            <a:r>
              <a:rPr kumimoji="0" lang="en-US" altLang="zh-CN" sz="2400" i="0" dirty="0">
                <a:ea typeface="黑体" pitchFamily="2" charset="-122"/>
              </a:rPr>
              <a:t>…</a:t>
            </a:r>
            <a:r>
              <a:rPr kumimoji="0" lang="en-US" altLang="zh-CN" sz="2400" i="0" dirty="0">
                <a:latin typeface="黑体" pitchFamily="2" charset="-122"/>
                <a:ea typeface="黑体" pitchFamily="2" charset="-122"/>
              </a:rPr>
              <a:t>)</a:t>
            </a: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可用：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sz="2400" i="0" dirty="0" smtClean="0">
                <a:latin typeface="黑体" pitchFamily="2" charset="-122"/>
                <a:ea typeface="黑体" pitchFamily="2" charset="-122"/>
              </a:rPr>
              <a:t>表面取点、辅助平面或辅助</a:t>
            </a: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球面</a:t>
            </a:r>
            <a:r>
              <a:rPr kumimoji="0" lang="zh-CN" altLang="en-US" sz="2400" i="0" dirty="0" smtClean="0">
                <a:latin typeface="黑体" pitchFamily="2" charset="-122"/>
                <a:ea typeface="黑体" pitchFamily="2" charset="-122"/>
              </a:rPr>
              <a:t>法</a:t>
            </a:r>
            <a:endParaRPr kumimoji="0" lang="en-US" altLang="zh-CN" sz="2400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sz="2400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若不能直接求得，则应保证二投影对正</a:t>
            </a:r>
          </a:p>
        </p:txBody>
      </p:sp>
      <p:sp>
        <p:nvSpPr>
          <p:cNvPr id="181338" name="Text Box 90"/>
          <p:cNvSpPr txBox="1">
            <a:spLocks noChangeArrowheads="1"/>
          </p:cNvSpPr>
          <p:nvPr/>
        </p:nvSpPr>
        <p:spPr bwMode="auto">
          <a:xfrm>
            <a:off x="0" y="3855862"/>
            <a:ext cx="9144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小结：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辅助面法的原理</a:t>
            </a:r>
            <a:r>
              <a:rPr kumimoji="0" lang="en-US" altLang="zh-CN" sz="2400" i="0" dirty="0">
                <a:ea typeface="黑体" pitchFamily="2" charset="-122"/>
              </a:rPr>
              <a:t>—</a:t>
            </a: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三面共点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辅助面确定的原则</a:t>
            </a:r>
            <a:r>
              <a:rPr kumimoji="0" lang="en-US" altLang="zh-CN" sz="2400" i="0" dirty="0">
                <a:ea typeface="黑体" pitchFamily="2" charset="-122"/>
              </a:rPr>
              <a:t>—</a:t>
            </a: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交线为直线或圆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辅助平面法和辅助球面法的最大不同：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   辅助平面法：由多个投影对应完成找点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dirty="0">
                <a:latin typeface="黑体" pitchFamily="2" charset="-122"/>
                <a:ea typeface="黑体" pitchFamily="2" charset="-122"/>
              </a:rPr>
              <a:t>   辅助球面法：由一个投影单独完成找点</a:t>
            </a:r>
          </a:p>
        </p:txBody>
      </p:sp>
      <p:sp>
        <p:nvSpPr>
          <p:cNvPr id="181339" name="Line 91"/>
          <p:cNvSpPr>
            <a:spLocks noChangeShapeType="1"/>
          </p:cNvSpPr>
          <p:nvPr/>
        </p:nvSpPr>
        <p:spPr bwMode="auto">
          <a:xfrm>
            <a:off x="6524625" y="1223963"/>
            <a:ext cx="3286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340" name="Oval 92"/>
          <p:cNvSpPr>
            <a:spLocks noChangeArrowheads="1"/>
          </p:cNvSpPr>
          <p:nvPr/>
        </p:nvSpPr>
        <p:spPr bwMode="auto">
          <a:xfrm>
            <a:off x="6904038" y="1787525"/>
            <a:ext cx="42862" cy="428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41" name="Oval 93"/>
          <p:cNvSpPr>
            <a:spLocks noChangeAspect="1" noChangeArrowheads="1"/>
          </p:cNvSpPr>
          <p:nvPr/>
        </p:nvSpPr>
        <p:spPr bwMode="auto">
          <a:xfrm>
            <a:off x="5656263" y="280670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42" name="Text Box 94"/>
          <p:cNvSpPr txBox="1">
            <a:spLocks noChangeArrowheads="1"/>
          </p:cNvSpPr>
          <p:nvPr/>
        </p:nvSpPr>
        <p:spPr bwMode="auto">
          <a:xfrm>
            <a:off x="6704013" y="5543550"/>
            <a:ext cx="2228850" cy="70167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latin typeface="黑体" pitchFamily="2" charset="-122"/>
                <a:ea typeface="黑体" pitchFamily="2" charset="-122"/>
              </a:rPr>
              <a:t>最前点、最后点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latin typeface="黑体" pitchFamily="2" charset="-122"/>
                <a:ea typeface="黑体" pitchFamily="2" charset="-122"/>
              </a:rPr>
              <a:t>也无法直接求得。</a:t>
            </a:r>
          </a:p>
        </p:txBody>
      </p:sp>
      <p:grpSp>
        <p:nvGrpSpPr>
          <p:cNvPr id="181343" name="Group 95"/>
          <p:cNvGrpSpPr>
            <a:grpSpLocks/>
          </p:cNvGrpSpPr>
          <p:nvPr/>
        </p:nvGrpSpPr>
        <p:grpSpPr bwMode="auto">
          <a:xfrm>
            <a:off x="5964238" y="68263"/>
            <a:ext cx="1714500" cy="1766887"/>
            <a:chOff x="3762" y="64"/>
            <a:chExt cx="1080" cy="1113"/>
          </a:xfrm>
        </p:grpSpPr>
        <p:sp>
          <p:nvSpPr>
            <p:cNvPr id="20567" name="Line 96"/>
            <p:cNvSpPr>
              <a:spLocks noChangeShapeType="1"/>
            </p:cNvSpPr>
            <p:nvPr/>
          </p:nvSpPr>
          <p:spPr bwMode="auto">
            <a:xfrm flipH="1">
              <a:off x="3974" y="315"/>
              <a:ext cx="42" cy="86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8" name="Line 97"/>
            <p:cNvSpPr>
              <a:spLocks noChangeShapeType="1"/>
            </p:cNvSpPr>
            <p:nvPr/>
          </p:nvSpPr>
          <p:spPr bwMode="auto">
            <a:xfrm>
              <a:off x="4011" y="309"/>
              <a:ext cx="361" cy="86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9" name="Text Box 98"/>
            <p:cNvSpPr txBox="1">
              <a:spLocks noChangeArrowheads="1"/>
            </p:cNvSpPr>
            <p:nvPr/>
          </p:nvSpPr>
          <p:spPr bwMode="auto">
            <a:xfrm>
              <a:off x="3762" y="64"/>
              <a:ext cx="1080" cy="258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FFFF66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黑体" pitchFamily="2" charset="-122"/>
                  <a:ea typeface="黑体" pitchFamily="2" charset="-122"/>
                </a:rPr>
                <a:t>不是最内点</a:t>
              </a:r>
            </a:p>
          </p:txBody>
        </p:sp>
      </p:grpSp>
      <p:grpSp>
        <p:nvGrpSpPr>
          <p:cNvPr id="181347" name="Group 99"/>
          <p:cNvGrpSpPr>
            <a:grpSpLocks/>
          </p:cNvGrpSpPr>
          <p:nvPr/>
        </p:nvGrpSpPr>
        <p:grpSpPr bwMode="auto">
          <a:xfrm>
            <a:off x="6226175" y="1058863"/>
            <a:ext cx="2870200" cy="1511300"/>
            <a:chOff x="3922" y="667"/>
            <a:chExt cx="1808" cy="952"/>
          </a:xfrm>
        </p:grpSpPr>
        <p:sp>
          <p:nvSpPr>
            <p:cNvPr id="20563" name="Oval 100"/>
            <p:cNvSpPr>
              <a:spLocks noChangeArrowheads="1"/>
            </p:cNvSpPr>
            <p:nvPr/>
          </p:nvSpPr>
          <p:spPr bwMode="auto">
            <a:xfrm>
              <a:off x="3922" y="1046"/>
              <a:ext cx="573" cy="573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grpSp>
          <p:nvGrpSpPr>
            <p:cNvPr id="20564" name="Group 101"/>
            <p:cNvGrpSpPr>
              <a:grpSpLocks/>
            </p:cNvGrpSpPr>
            <p:nvPr/>
          </p:nvGrpSpPr>
          <p:grpSpPr bwMode="auto">
            <a:xfrm>
              <a:off x="4471" y="667"/>
              <a:ext cx="1259" cy="578"/>
              <a:chOff x="4471" y="667"/>
              <a:chExt cx="1259" cy="578"/>
            </a:xfrm>
          </p:grpSpPr>
          <p:sp>
            <p:nvSpPr>
              <p:cNvPr id="20565" name="Line 102"/>
              <p:cNvSpPr>
                <a:spLocks noChangeShapeType="1"/>
              </p:cNvSpPr>
              <p:nvPr/>
            </p:nvSpPr>
            <p:spPr bwMode="auto">
              <a:xfrm flipH="1">
                <a:off x="4471" y="909"/>
                <a:ext cx="636" cy="33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66" name="Text Box 103"/>
              <p:cNvSpPr txBox="1">
                <a:spLocks noChangeArrowheads="1"/>
              </p:cNvSpPr>
              <p:nvPr/>
            </p:nvSpPr>
            <p:spPr bwMode="auto">
              <a:xfrm>
                <a:off x="4966" y="667"/>
                <a:ext cx="764" cy="254"/>
              </a:xfrm>
              <a:prstGeom prst="rect">
                <a:avLst/>
              </a:prstGeom>
              <a:solidFill>
                <a:schemeClr val="hlink"/>
              </a:solidFill>
              <a:ln w="635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2000">
                    <a:latin typeface="黑体" pitchFamily="2" charset="-122"/>
                    <a:ea typeface="黑体" pitchFamily="2" charset="-122"/>
                  </a:rPr>
                  <a:t>最小球？</a:t>
                </a:r>
              </a:p>
            </p:txBody>
          </p:sp>
        </p:grpSp>
      </p:grpSp>
      <p:grpSp>
        <p:nvGrpSpPr>
          <p:cNvPr id="181352" name="Group 104"/>
          <p:cNvGrpSpPr>
            <a:grpSpLocks/>
          </p:cNvGrpSpPr>
          <p:nvPr/>
        </p:nvGrpSpPr>
        <p:grpSpPr bwMode="auto">
          <a:xfrm>
            <a:off x="6748463" y="652463"/>
            <a:ext cx="2179637" cy="917575"/>
            <a:chOff x="4251" y="411"/>
            <a:chExt cx="1373" cy="578"/>
          </a:xfrm>
        </p:grpSpPr>
        <p:sp>
          <p:nvSpPr>
            <p:cNvPr id="20561" name="Line 105"/>
            <p:cNvSpPr>
              <a:spLocks noChangeShapeType="1"/>
            </p:cNvSpPr>
            <p:nvPr/>
          </p:nvSpPr>
          <p:spPr bwMode="auto">
            <a:xfrm flipH="1">
              <a:off x="4251" y="653"/>
              <a:ext cx="636" cy="3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2" name="Text Box 106"/>
            <p:cNvSpPr txBox="1">
              <a:spLocks noChangeArrowheads="1"/>
            </p:cNvSpPr>
            <p:nvPr/>
          </p:nvSpPr>
          <p:spPr bwMode="auto">
            <a:xfrm>
              <a:off x="4860" y="411"/>
              <a:ext cx="764" cy="254"/>
            </a:xfrm>
            <a:prstGeom prst="rect">
              <a:avLst/>
            </a:prstGeom>
            <a:solidFill>
              <a:schemeClr val="hlink"/>
            </a:solidFill>
            <a:ln w="635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黑体" pitchFamily="2" charset="-122"/>
                  <a:ea typeface="黑体" pitchFamily="2" charset="-122"/>
                </a:rPr>
                <a:t>最小球！</a:t>
              </a:r>
            </a:p>
          </p:txBody>
        </p:sp>
      </p:grpSp>
      <p:sp>
        <p:nvSpPr>
          <p:cNvPr id="181355" name="Oval 107"/>
          <p:cNvSpPr>
            <a:spLocks noChangeAspect="1" noChangeArrowheads="1"/>
          </p:cNvSpPr>
          <p:nvPr/>
        </p:nvSpPr>
        <p:spPr bwMode="auto">
          <a:xfrm>
            <a:off x="6280150" y="1835150"/>
            <a:ext cx="46038" cy="460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1356" name="Oval 108"/>
          <p:cNvSpPr>
            <a:spLocks noChangeArrowheads="1"/>
          </p:cNvSpPr>
          <p:nvPr/>
        </p:nvSpPr>
        <p:spPr bwMode="auto">
          <a:xfrm>
            <a:off x="6297613" y="1911350"/>
            <a:ext cx="44450" cy="428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813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81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1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8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1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8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81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8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8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12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8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8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81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8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8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8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8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8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8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8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8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8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8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8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8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18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8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8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8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8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8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8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8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18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18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18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18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18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18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500"/>
                                        <p:tgtEl>
                                          <p:spTgt spid="18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18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500"/>
                                        <p:tgtEl>
                                          <p:spTgt spid="18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8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18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8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8" dur="500"/>
                                        <p:tgtEl>
                                          <p:spTgt spid="18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18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7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2" dur="500"/>
                                        <p:tgtEl>
                                          <p:spTgt spid="18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18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1" dur="500"/>
                                        <p:tgtEl>
                                          <p:spTgt spid="18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6" dur="500"/>
                                        <p:tgtEl>
                                          <p:spTgt spid="18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 nodeType="clickPar">
                      <p:stCondLst>
                        <p:cond delay="indefinite"/>
                      </p:stCondLst>
                      <p:childTnLst>
                        <p:par>
                          <p:cTn id="3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500"/>
                                        <p:tgtEl>
                                          <p:spTgt spid="18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18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18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5" dur="500"/>
                                        <p:tgtEl>
                                          <p:spTgt spid="18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0" dur="500"/>
                                        <p:tgtEl>
                                          <p:spTgt spid="18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 nodeType="clickPar">
                      <p:stCondLst>
                        <p:cond delay="indefinite"/>
                      </p:stCondLst>
                      <p:childTnLst>
                        <p:par>
                          <p:cTn id="3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5" dur="500"/>
                                        <p:tgtEl>
                                          <p:spTgt spid="18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9" dur="500"/>
                                        <p:tgtEl>
                                          <p:spTgt spid="18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4" dur="500"/>
                                        <p:tgtEl>
                                          <p:spTgt spid="18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 nodeType="clickPar">
                      <p:stCondLst>
                        <p:cond delay="indefinite"/>
                      </p:stCondLst>
                      <p:childTnLst>
                        <p:par>
                          <p:cTn id="3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9" dur="500"/>
                                        <p:tgtEl>
                                          <p:spTgt spid="181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4" dur="500"/>
                                        <p:tgtEl>
                                          <p:spTgt spid="181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 nodeType="clickPar">
                      <p:stCondLst>
                        <p:cond delay="indefinite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9" dur="500"/>
                                        <p:tgtEl>
                                          <p:spTgt spid="181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 nodeType="clickPar">
                      <p:stCondLst>
                        <p:cond delay="indefinite"/>
                      </p:stCondLst>
                      <p:childTnLst>
                        <p:par>
                          <p:cTn id="3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4" dur="500"/>
                                        <p:tgtEl>
                                          <p:spTgt spid="181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 nodeType="clickPar">
                      <p:stCondLst>
                        <p:cond delay="indefinite"/>
                      </p:stCondLst>
                      <p:childTnLst>
                        <p:par>
                          <p:cTn id="3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9" dur="500"/>
                                        <p:tgtEl>
                                          <p:spTgt spid="181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 nodeType="clickPar">
                      <p:stCondLst>
                        <p:cond delay="indefinite"/>
                      </p:stCondLst>
                      <p:childTnLst>
                        <p:par>
                          <p:cTn id="3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4" dur="500"/>
                                        <p:tgtEl>
                                          <p:spTgt spid="1813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 nodeType="clickPar">
                      <p:stCondLst>
                        <p:cond delay="indefinite"/>
                      </p:stCondLst>
                      <p:childTnLst>
                        <p:par>
                          <p:cTn id="3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9" dur="500"/>
                                        <p:tgtEl>
                                          <p:spTgt spid="1813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 nodeType="clickPar">
                      <p:stCondLst>
                        <p:cond delay="indefinite"/>
                      </p:stCondLst>
                      <p:childTnLst>
                        <p:par>
                          <p:cTn id="4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4" dur="500"/>
                                        <p:tgtEl>
                                          <p:spTgt spid="1813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 nodeType="clickPar">
                      <p:stCondLst>
                        <p:cond delay="indefinite"/>
                      </p:stCondLst>
                      <p:childTnLst>
                        <p:par>
                          <p:cTn id="4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9" dur="500"/>
                                        <p:tgtEl>
                                          <p:spTgt spid="181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 nodeType="clickPar">
                      <p:stCondLst>
                        <p:cond delay="indefinite"/>
                      </p:stCondLst>
                      <p:childTnLst>
                        <p:par>
                          <p:cTn id="4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4" dur="500"/>
                                        <p:tgtEl>
                                          <p:spTgt spid="181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9" dur="500"/>
                                        <p:tgtEl>
                                          <p:spTgt spid="181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 nodeType="clickPar">
                      <p:stCondLst>
                        <p:cond delay="indefinite"/>
                      </p:stCondLst>
                      <p:childTnLst>
                        <p:par>
                          <p:cTn id="4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4" dur="500"/>
                                        <p:tgtEl>
                                          <p:spTgt spid="181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 nodeType="clickPar">
                      <p:stCondLst>
                        <p:cond delay="indefinite"/>
                      </p:stCondLst>
                      <p:childTnLst>
                        <p:par>
                          <p:cTn id="4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9" dur="500"/>
                                        <p:tgtEl>
                                          <p:spTgt spid="181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 nodeType="clickPar">
                      <p:stCondLst>
                        <p:cond delay="indefinite"/>
                      </p:stCondLst>
                      <p:childTnLst>
                        <p:par>
                          <p:cTn id="4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4" dur="500"/>
                                        <p:tgtEl>
                                          <p:spTgt spid="181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animBg="1"/>
      <p:bldP spid="181251" grpId="0" animBg="1"/>
      <p:bldP spid="181252" grpId="0" animBg="1"/>
      <p:bldP spid="181253" grpId="0" animBg="1"/>
      <p:bldP spid="181254" grpId="0" animBg="1"/>
      <p:bldP spid="181255" grpId="0" animBg="1"/>
      <p:bldP spid="181256" grpId="0" animBg="1"/>
      <p:bldP spid="181257" grpId="0" animBg="1"/>
      <p:bldP spid="181258" grpId="0" animBg="1"/>
      <p:bldP spid="181259" grpId="0" animBg="1"/>
      <p:bldP spid="181260" grpId="0" animBg="1"/>
      <p:bldP spid="181261" grpId="0" animBg="1"/>
      <p:bldP spid="181262" grpId="0" animBg="1"/>
      <p:bldP spid="181263" grpId="0" animBg="1"/>
      <p:bldP spid="181264" grpId="0" animBg="1"/>
      <p:bldP spid="181265" grpId="0" animBg="1"/>
      <p:bldP spid="181266" grpId="0" animBg="1"/>
      <p:bldP spid="181267" grpId="0" animBg="1"/>
      <p:bldP spid="181268" grpId="0" autoUpdateAnimBg="0"/>
      <p:bldP spid="181269" grpId="0" animBg="1"/>
      <p:bldP spid="181270" grpId="0" animBg="1"/>
      <p:bldP spid="181271" grpId="0" animBg="1"/>
      <p:bldP spid="181272" grpId="0" animBg="1"/>
      <p:bldP spid="181273" grpId="0" animBg="1"/>
      <p:bldP spid="181274" grpId="0" animBg="1"/>
      <p:bldP spid="181275" grpId="0" animBg="1"/>
      <p:bldP spid="181276" grpId="0" animBg="1"/>
      <p:bldP spid="181296" grpId="0" animBg="1"/>
      <p:bldP spid="181297" grpId="0" animBg="1"/>
      <p:bldP spid="181298" grpId="0" animBg="1"/>
      <p:bldP spid="181299" grpId="0" animBg="1"/>
      <p:bldP spid="181300" grpId="0" animBg="1"/>
      <p:bldP spid="181301" grpId="0" animBg="1"/>
      <p:bldP spid="181302" grpId="0" animBg="1"/>
      <p:bldP spid="181303" grpId="0" animBg="1"/>
      <p:bldP spid="181304" grpId="0" animBg="1"/>
      <p:bldP spid="181305" grpId="0" animBg="1"/>
      <p:bldP spid="181306" grpId="0" animBg="1"/>
      <p:bldP spid="181307" grpId="0" animBg="1"/>
      <p:bldP spid="181308" grpId="0" animBg="1"/>
      <p:bldP spid="181309" grpId="0" animBg="1"/>
      <p:bldP spid="181310" grpId="0" animBg="1"/>
      <p:bldP spid="181311" grpId="0" animBg="1"/>
      <p:bldP spid="181312" grpId="0" animBg="1"/>
      <p:bldP spid="181313" grpId="0" animBg="1"/>
      <p:bldP spid="181314" grpId="0" animBg="1"/>
      <p:bldP spid="181315" grpId="0" animBg="1"/>
      <p:bldP spid="181316" grpId="0" animBg="1"/>
      <p:bldP spid="181317" grpId="0" animBg="1"/>
      <p:bldP spid="181318" grpId="0" animBg="1"/>
      <p:bldP spid="181319" grpId="0" animBg="1"/>
      <p:bldP spid="181320" grpId="0" animBg="1"/>
      <p:bldP spid="181321" grpId="0" animBg="1"/>
      <p:bldP spid="181322" grpId="0" animBg="1"/>
      <p:bldP spid="181323" grpId="0" animBg="1"/>
      <p:bldP spid="181324" grpId="0" animBg="1"/>
      <p:bldP spid="181325" grpId="0" animBg="1"/>
      <p:bldP spid="181326" grpId="0" animBg="1"/>
      <p:bldP spid="181327" grpId="0" animBg="1"/>
      <p:bldP spid="181328" grpId="0" animBg="1"/>
      <p:bldP spid="181329" grpId="0" animBg="1"/>
      <p:bldP spid="181330" grpId="0" animBg="1"/>
      <p:bldP spid="181331" grpId="0" animBg="1"/>
      <p:bldP spid="181332" grpId="0" animBg="1"/>
      <p:bldP spid="181336" grpId="0" animBg="1" autoUpdateAnimBg="0"/>
      <p:bldP spid="181337" grpId="0" build="p" autoUpdateAnimBg="0"/>
      <p:bldP spid="181338" grpId="0" build="p" autoUpdateAnimBg="0"/>
      <p:bldP spid="181339" grpId="0" animBg="1"/>
      <p:bldP spid="181340" grpId="0" animBg="1"/>
      <p:bldP spid="181341" grpId="0" animBg="1"/>
      <p:bldP spid="181342" grpId="0" animBg="1" autoUpdateAnimBg="0"/>
      <p:bldP spid="181355" grpId="0" animBg="1"/>
      <p:bldP spid="1813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9882C87-E6F1-4080-BDFD-AA919232147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144463" y="349250"/>
            <a:ext cx="87947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dirty="0"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i="0" dirty="0" smtClean="0">
                <a:latin typeface="黑体" pitchFamily="2" charset="-122"/>
                <a:ea typeface="黑体" pitchFamily="2" charset="-122"/>
              </a:rPr>
              <a:t>.2 </a:t>
            </a:r>
            <a:r>
              <a:rPr lang="zh-CN" altLang="en-US" i="0" dirty="0">
                <a:latin typeface="黑体" pitchFamily="2" charset="-122"/>
                <a:ea typeface="黑体" pitchFamily="2" charset="-122"/>
              </a:rPr>
              <a:t>异心球面法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dirty="0">
                <a:latin typeface="黑体" pitchFamily="2" charset="-122"/>
                <a:ea typeface="黑体" pitchFamily="2" charset="-122"/>
              </a:rPr>
              <a:t>   （自学部分）</a:t>
            </a:r>
          </a:p>
        </p:txBody>
      </p:sp>
      <p:sp>
        <p:nvSpPr>
          <p:cNvPr id="182275" name="Arc 3"/>
          <p:cNvSpPr>
            <a:spLocks/>
          </p:cNvSpPr>
          <p:nvPr/>
        </p:nvSpPr>
        <p:spPr bwMode="auto">
          <a:xfrm flipH="1">
            <a:off x="4262438" y="847725"/>
            <a:ext cx="3178175" cy="3221038"/>
          </a:xfrm>
          <a:custGeom>
            <a:avLst/>
            <a:gdLst>
              <a:gd name="T0" fmla="*/ 2147483647 w 18109"/>
              <a:gd name="T1" fmla="*/ 0 h 18390"/>
              <a:gd name="T2" fmla="*/ 2147483647 w 18109"/>
              <a:gd name="T3" fmla="*/ 2147483647 h 18390"/>
              <a:gd name="T4" fmla="*/ 0 w 18109"/>
              <a:gd name="T5" fmla="*/ 2147483647 h 183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109" h="18390" fill="none" extrusionOk="0">
                <a:moveTo>
                  <a:pt x="11330" y="0"/>
                </a:moveTo>
                <a:cubicBezTo>
                  <a:pt x="14051" y="1677"/>
                  <a:pt x="16366" y="3936"/>
                  <a:pt x="18108" y="6616"/>
                </a:cubicBezTo>
              </a:path>
              <a:path w="18109" h="18390" stroke="0" extrusionOk="0">
                <a:moveTo>
                  <a:pt x="11330" y="0"/>
                </a:moveTo>
                <a:cubicBezTo>
                  <a:pt x="14051" y="1677"/>
                  <a:pt x="16366" y="3936"/>
                  <a:pt x="18108" y="6616"/>
                </a:cubicBezTo>
                <a:lnTo>
                  <a:pt x="0" y="18390"/>
                </a:lnTo>
                <a:lnTo>
                  <a:pt x="11330" y="0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prstDash val="lgDashDot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276" name="Line 4"/>
          <p:cNvSpPr>
            <a:spLocks noChangeShapeType="1"/>
          </p:cNvSpPr>
          <p:nvPr/>
        </p:nvSpPr>
        <p:spPr bwMode="auto">
          <a:xfrm flipH="1">
            <a:off x="3743325" y="1971675"/>
            <a:ext cx="509588" cy="211455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277" name="Line 5"/>
          <p:cNvSpPr>
            <a:spLocks noChangeShapeType="1"/>
          </p:cNvSpPr>
          <p:nvPr/>
        </p:nvSpPr>
        <p:spPr bwMode="auto">
          <a:xfrm>
            <a:off x="5441950" y="815975"/>
            <a:ext cx="796925" cy="3249613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82278" name="Group 6"/>
          <p:cNvGrpSpPr>
            <a:grpSpLocks/>
          </p:cNvGrpSpPr>
          <p:nvPr/>
        </p:nvGrpSpPr>
        <p:grpSpPr bwMode="auto">
          <a:xfrm>
            <a:off x="3641725" y="285750"/>
            <a:ext cx="3921125" cy="3914775"/>
            <a:chOff x="2294" y="180"/>
            <a:chExt cx="2470" cy="2466"/>
          </a:xfrm>
        </p:grpSpPr>
        <p:sp>
          <p:nvSpPr>
            <p:cNvPr id="21576" name="Line 7"/>
            <p:cNvSpPr>
              <a:spLocks noChangeShapeType="1"/>
            </p:cNvSpPr>
            <p:nvPr/>
          </p:nvSpPr>
          <p:spPr bwMode="auto">
            <a:xfrm flipV="1">
              <a:off x="4686" y="180"/>
              <a:ext cx="1" cy="12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7" name="Line 8"/>
            <p:cNvSpPr>
              <a:spLocks noChangeShapeType="1"/>
            </p:cNvSpPr>
            <p:nvPr/>
          </p:nvSpPr>
          <p:spPr bwMode="auto">
            <a:xfrm>
              <a:off x="2295" y="2567"/>
              <a:ext cx="12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8" name="Arc 9"/>
            <p:cNvSpPr>
              <a:spLocks/>
            </p:cNvSpPr>
            <p:nvPr/>
          </p:nvSpPr>
          <p:spPr bwMode="auto">
            <a:xfrm flipH="1">
              <a:off x="2902" y="785"/>
              <a:ext cx="1838" cy="1818"/>
            </a:xfrm>
            <a:custGeom>
              <a:avLst/>
              <a:gdLst>
                <a:gd name="T0" fmla="*/ 0 w 22192"/>
                <a:gd name="T1" fmla="*/ 0 h 21948"/>
                <a:gd name="T2" fmla="*/ 0 w 22192"/>
                <a:gd name="T3" fmla="*/ 0 h 21948"/>
                <a:gd name="T4" fmla="*/ 0 w 22192"/>
                <a:gd name="T5" fmla="*/ 0 h 219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92" h="21948" fill="none" extrusionOk="0">
                  <a:moveTo>
                    <a:pt x="0" y="8"/>
                  </a:moveTo>
                  <a:cubicBezTo>
                    <a:pt x="197" y="2"/>
                    <a:pt x="394" y="-1"/>
                    <a:pt x="592" y="0"/>
                  </a:cubicBezTo>
                  <a:cubicBezTo>
                    <a:pt x="12521" y="0"/>
                    <a:pt x="22192" y="9670"/>
                    <a:pt x="22192" y="21600"/>
                  </a:cubicBezTo>
                  <a:cubicBezTo>
                    <a:pt x="22192" y="21716"/>
                    <a:pt x="22191" y="21832"/>
                    <a:pt x="22189" y="21948"/>
                  </a:cubicBezTo>
                </a:path>
                <a:path w="22192" h="21948" stroke="0" extrusionOk="0">
                  <a:moveTo>
                    <a:pt x="0" y="8"/>
                  </a:moveTo>
                  <a:cubicBezTo>
                    <a:pt x="197" y="2"/>
                    <a:pt x="394" y="-1"/>
                    <a:pt x="592" y="0"/>
                  </a:cubicBezTo>
                  <a:cubicBezTo>
                    <a:pt x="12521" y="0"/>
                    <a:pt x="22192" y="9670"/>
                    <a:pt x="22192" y="21600"/>
                  </a:cubicBezTo>
                  <a:cubicBezTo>
                    <a:pt x="22192" y="21716"/>
                    <a:pt x="22191" y="21832"/>
                    <a:pt x="22189" y="21948"/>
                  </a:cubicBezTo>
                  <a:lnTo>
                    <a:pt x="592" y="21600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9" name="Arc 10"/>
            <p:cNvSpPr>
              <a:spLocks/>
            </p:cNvSpPr>
            <p:nvPr/>
          </p:nvSpPr>
          <p:spPr bwMode="auto">
            <a:xfrm flipH="1">
              <a:off x="3510" y="1394"/>
              <a:ext cx="1176" cy="1172"/>
            </a:xfrm>
            <a:custGeom>
              <a:avLst/>
              <a:gdLst>
                <a:gd name="T0" fmla="*/ 0 w 21617"/>
                <a:gd name="T1" fmla="*/ 0 h 21600"/>
                <a:gd name="T2" fmla="*/ 0 w 21617"/>
                <a:gd name="T3" fmla="*/ 0 h 21600"/>
                <a:gd name="T4" fmla="*/ 0 w 2161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17" h="21600" fill="none" extrusionOk="0">
                  <a:moveTo>
                    <a:pt x="0" y="0"/>
                  </a:moveTo>
                  <a:cubicBezTo>
                    <a:pt x="5" y="0"/>
                    <a:pt x="11" y="-1"/>
                    <a:pt x="17" y="0"/>
                  </a:cubicBezTo>
                  <a:cubicBezTo>
                    <a:pt x="11946" y="0"/>
                    <a:pt x="21617" y="9670"/>
                    <a:pt x="21617" y="21600"/>
                  </a:cubicBezTo>
                </a:path>
                <a:path w="21617" h="21600" stroke="0" extrusionOk="0">
                  <a:moveTo>
                    <a:pt x="0" y="0"/>
                  </a:moveTo>
                  <a:cubicBezTo>
                    <a:pt x="5" y="0"/>
                    <a:pt x="11" y="-1"/>
                    <a:pt x="17" y="0"/>
                  </a:cubicBezTo>
                  <a:cubicBezTo>
                    <a:pt x="11946" y="0"/>
                    <a:pt x="21617" y="9670"/>
                    <a:pt x="21617" y="21600"/>
                  </a:cubicBezTo>
                  <a:lnTo>
                    <a:pt x="1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80" name="Arc 11"/>
            <p:cNvSpPr>
              <a:spLocks/>
            </p:cNvSpPr>
            <p:nvPr/>
          </p:nvSpPr>
          <p:spPr bwMode="auto">
            <a:xfrm flipH="1">
              <a:off x="2294" y="1272"/>
              <a:ext cx="2388" cy="1290"/>
            </a:xfrm>
            <a:custGeom>
              <a:avLst/>
              <a:gdLst>
                <a:gd name="T0" fmla="*/ 0 w 21600"/>
                <a:gd name="T1" fmla="*/ 0 h 11702"/>
                <a:gd name="T2" fmla="*/ 0 w 21600"/>
                <a:gd name="T3" fmla="*/ 0 h 11702"/>
                <a:gd name="T4" fmla="*/ 0 w 21600"/>
                <a:gd name="T5" fmla="*/ 0 h 117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1702" fill="none" extrusionOk="0">
                  <a:moveTo>
                    <a:pt x="18155" y="0"/>
                  </a:moveTo>
                  <a:cubicBezTo>
                    <a:pt x="20404" y="3488"/>
                    <a:pt x="21600" y="7551"/>
                    <a:pt x="21600" y="11702"/>
                  </a:cubicBezTo>
                </a:path>
                <a:path w="21600" h="11702" stroke="0" extrusionOk="0">
                  <a:moveTo>
                    <a:pt x="18155" y="0"/>
                  </a:moveTo>
                  <a:cubicBezTo>
                    <a:pt x="20404" y="3488"/>
                    <a:pt x="21600" y="7551"/>
                    <a:pt x="21600" y="11702"/>
                  </a:cubicBezTo>
                  <a:lnTo>
                    <a:pt x="0" y="11702"/>
                  </a:lnTo>
                  <a:lnTo>
                    <a:pt x="18155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81" name="Arc 12"/>
            <p:cNvSpPr>
              <a:spLocks/>
            </p:cNvSpPr>
            <p:nvPr/>
          </p:nvSpPr>
          <p:spPr bwMode="auto">
            <a:xfrm flipH="1">
              <a:off x="3434" y="180"/>
              <a:ext cx="1248" cy="2382"/>
            </a:xfrm>
            <a:custGeom>
              <a:avLst/>
              <a:gdLst>
                <a:gd name="T0" fmla="*/ 0 w 11286"/>
                <a:gd name="T1" fmla="*/ 0 h 21600"/>
                <a:gd name="T2" fmla="*/ 0 w 11286"/>
                <a:gd name="T3" fmla="*/ 0 h 21600"/>
                <a:gd name="T4" fmla="*/ 0 w 1128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86" h="21600" fill="none" extrusionOk="0">
                  <a:moveTo>
                    <a:pt x="0" y="0"/>
                  </a:moveTo>
                  <a:cubicBezTo>
                    <a:pt x="3983" y="0"/>
                    <a:pt x="7889" y="1101"/>
                    <a:pt x="11286" y="3182"/>
                  </a:cubicBezTo>
                </a:path>
                <a:path w="11286" h="21600" stroke="0" extrusionOk="0">
                  <a:moveTo>
                    <a:pt x="0" y="0"/>
                  </a:moveTo>
                  <a:cubicBezTo>
                    <a:pt x="3983" y="0"/>
                    <a:pt x="7889" y="1101"/>
                    <a:pt x="11286" y="3182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82" name="Freeform 13"/>
            <p:cNvSpPr>
              <a:spLocks/>
            </p:cNvSpPr>
            <p:nvPr/>
          </p:nvSpPr>
          <p:spPr bwMode="auto">
            <a:xfrm>
              <a:off x="2670" y="300"/>
              <a:ext cx="762" cy="984"/>
            </a:xfrm>
            <a:custGeom>
              <a:avLst/>
              <a:gdLst>
                <a:gd name="T0" fmla="*/ 0 w 762"/>
                <a:gd name="T1" fmla="*/ 984 h 984"/>
                <a:gd name="T2" fmla="*/ 234 w 762"/>
                <a:gd name="T3" fmla="*/ 0 h 984"/>
                <a:gd name="T4" fmla="*/ 708 w 762"/>
                <a:gd name="T5" fmla="*/ 0 h 984"/>
                <a:gd name="T6" fmla="*/ 762 w 762"/>
                <a:gd name="T7" fmla="*/ 240 h 9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2" h="984">
                  <a:moveTo>
                    <a:pt x="0" y="984"/>
                  </a:moveTo>
                  <a:lnTo>
                    <a:pt x="234" y="0"/>
                  </a:lnTo>
                  <a:lnTo>
                    <a:pt x="708" y="0"/>
                  </a:lnTo>
                  <a:lnTo>
                    <a:pt x="762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83" name="Line 14"/>
            <p:cNvSpPr>
              <a:spLocks noChangeShapeType="1"/>
            </p:cNvSpPr>
            <p:nvPr/>
          </p:nvSpPr>
          <p:spPr bwMode="auto">
            <a:xfrm>
              <a:off x="3138" y="240"/>
              <a:ext cx="0" cy="23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84" name="Line 15"/>
            <p:cNvSpPr>
              <a:spLocks noChangeShapeType="1"/>
            </p:cNvSpPr>
            <p:nvPr/>
          </p:nvSpPr>
          <p:spPr bwMode="auto">
            <a:xfrm>
              <a:off x="3342" y="2568"/>
              <a:ext cx="14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85" name="Line 16"/>
            <p:cNvSpPr>
              <a:spLocks noChangeShapeType="1"/>
            </p:cNvSpPr>
            <p:nvPr/>
          </p:nvSpPr>
          <p:spPr bwMode="auto">
            <a:xfrm>
              <a:off x="4686" y="1362"/>
              <a:ext cx="0" cy="1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2289" name="Group 17"/>
          <p:cNvGrpSpPr>
            <a:grpSpLocks/>
          </p:cNvGrpSpPr>
          <p:nvPr/>
        </p:nvGrpSpPr>
        <p:grpSpPr bwMode="auto">
          <a:xfrm>
            <a:off x="3538538" y="4451350"/>
            <a:ext cx="4024312" cy="1949450"/>
            <a:chOff x="2229" y="2804"/>
            <a:chExt cx="2535" cy="1228"/>
          </a:xfrm>
        </p:grpSpPr>
        <p:sp>
          <p:nvSpPr>
            <p:cNvPr id="21568" name="Line 18"/>
            <p:cNvSpPr>
              <a:spLocks noChangeShapeType="1"/>
            </p:cNvSpPr>
            <p:nvPr/>
          </p:nvSpPr>
          <p:spPr bwMode="auto">
            <a:xfrm>
              <a:off x="2229" y="3411"/>
              <a:ext cx="25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9" name="Line 19"/>
            <p:cNvSpPr>
              <a:spLocks noChangeShapeType="1"/>
            </p:cNvSpPr>
            <p:nvPr/>
          </p:nvSpPr>
          <p:spPr bwMode="auto">
            <a:xfrm>
              <a:off x="2900" y="2804"/>
              <a:ext cx="17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0" name="Line 20"/>
            <p:cNvSpPr>
              <a:spLocks noChangeShapeType="1"/>
            </p:cNvSpPr>
            <p:nvPr/>
          </p:nvSpPr>
          <p:spPr bwMode="auto">
            <a:xfrm>
              <a:off x="2900" y="4030"/>
              <a:ext cx="17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1" name="Arc 21"/>
            <p:cNvSpPr>
              <a:spLocks/>
            </p:cNvSpPr>
            <p:nvPr/>
          </p:nvSpPr>
          <p:spPr bwMode="auto">
            <a:xfrm>
              <a:off x="2900" y="2805"/>
              <a:ext cx="612" cy="122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73"/>
                    <a:pt x="12015" y="43121"/>
                    <a:pt x="141" y="43199"/>
                  </a:cubicBezTo>
                </a:path>
                <a:path w="21600" h="432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73"/>
                    <a:pt x="12015" y="43121"/>
                    <a:pt x="141" y="43199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2" name="Arc 22"/>
            <p:cNvSpPr>
              <a:spLocks/>
            </p:cNvSpPr>
            <p:nvPr/>
          </p:nvSpPr>
          <p:spPr bwMode="auto">
            <a:xfrm>
              <a:off x="2289" y="2805"/>
              <a:ext cx="615" cy="1224"/>
            </a:xfrm>
            <a:custGeom>
              <a:avLst/>
              <a:gdLst>
                <a:gd name="T0" fmla="*/ 0 w 21702"/>
                <a:gd name="T1" fmla="*/ 0 h 43200"/>
                <a:gd name="T2" fmla="*/ 0 w 21702"/>
                <a:gd name="T3" fmla="*/ 0 h 43200"/>
                <a:gd name="T4" fmla="*/ 0 w 2170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02" h="43200" fill="none" extrusionOk="0">
                  <a:moveTo>
                    <a:pt x="21583" y="43199"/>
                  </a:moveTo>
                  <a:cubicBezTo>
                    <a:pt x="9660" y="43190"/>
                    <a:pt x="0" y="3352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33" y="-1"/>
                    <a:pt x="21667" y="0"/>
                    <a:pt x="21701" y="0"/>
                  </a:cubicBezTo>
                </a:path>
                <a:path w="21702" h="43200" stroke="0" extrusionOk="0">
                  <a:moveTo>
                    <a:pt x="21583" y="43199"/>
                  </a:moveTo>
                  <a:cubicBezTo>
                    <a:pt x="9660" y="43190"/>
                    <a:pt x="0" y="3352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33" y="-1"/>
                    <a:pt x="21667" y="0"/>
                    <a:pt x="21701" y="0"/>
                  </a:cubicBezTo>
                  <a:lnTo>
                    <a:pt x="21600" y="21600"/>
                  </a:lnTo>
                  <a:lnTo>
                    <a:pt x="21583" y="43199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3" name="Line 23"/>
            <p:cNvSpPr>
              <a:spLocks noChangeShapeType="1"/>
            </p:cNvSpPr>
            <p:nvPr/>
          </p:nvSpPr>
          <p:spPr bwMode="auto">
            <a:xfrm>
              <a:off x="4688" y="2804"/>
              <a:ext cx="0" cy="12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4" name="Line 24"/>
            <p:cNvSpPr>
              <a:spLocks noChangeShapeType="1"/>
            </p:cNvSpPr>
            <p:nvPr/>
          </p:nvSpPr>
          <p:spPr bwMode="auto">
            <a:xfrm>
              <a:off x="3139" y="2930"/>
              <a:ext cx="0" cy="9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5" name="Oval 25"/>
            <p:cNvSpPr>
              <a:spLocks noChangeArrowheads="1"/>
            </p:cNvSpPr>
            <p:nvPr/>
          </p:nvSpPr>
          <p:spPr bwMode="auto">
            <a:xfrm>
              <a:off x="2904" y="3179"/>
              <a:ext cx="464" cy="4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182298" name="Text Box 26"/>
          <p:cNvSpPr txBox="1">
            <a:spLocks noChangeArrowheads="1"/>
          </p:cNvSpPr>
          <p:nvPr/>
        </p:nvSpPr>
        <p:spPr bwMode="auto">
          <a:xfrm>
            <a:off x="7512050" y="3681413"/>
            <a:ext cx="357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o</a:t>
            </a:r>
            <a:r>
              <a:rPr kumimoji="0" lang="en-US" altLang="zh-CN" sz="1800">
                <a:latin typeface="ISOCPEUR" pitchFamily="34" charset="0"/>
              </a:rPr>
              <a:t>’</a:t>
            </a:r>
          </a:p>
        </p:txBody>
      </p:sp>
      <p:sp>
        <p:nvSpPr>
          <p:cNvPr id="182299" name="Text Box 27"/>
          <p:cNvSpPr txBox="1">
            <a:spLocks noChangeArrowheads="1"/>
          </p:cNvSpPr>
          <p:nvPr/>
        </p:nvSpPr>
        <p:spPr bwMode="auto">
          <a:xfrm>
            <a:off x="7415213" y="5075238"/>
            <a:ext cx="3032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o</a:t>
            </a:r>
          </a:p>
        </p:txBody>
      </p:sp>
      <p:sp>
        <p:nvSpPr>
          <p:cNvPr id="182300" name="Line 28"/>
          <p:cNvSpPr>
            <a:spLocks noChangeShapeType="1"/>
          </p:cNvSpPr>
          <p:nvPr/>
        </p:nvSpPr>
        <p:spPr bwMode="auto">
          <a:xfrm flipH="1" flipV="1">
            <a:off x="3633788" y="793750"/>
            <a:ext cx="3810000" cy="3279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01" name="Text Box 29"/>
          <p:cNvSpPr txBox="1">
            <a:spLocks noChangeArrowheads="1"/>
          </p:cNvSpPr>
          <p:nvPr/>
        </p:nvSpPr>
        <p:spPr bwMode="auto">
          <a:xfrm>
            <a:off x="3611563" y="525463"/>
            <a:ext cx="520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FF0000"/>
                </a:solidFill>
                <a:latin typeface="ISOCPEUR" pitchFamily="34" charset="0"/>
              </a:rPr>
              <a:t>Q</a:t>
            </a:r>
            <a:r>
              <a:rPr kumimoji="0" lang="en-US" altLang="zh-CN" sz="2000" baseline="-8000">
                <a:solidFill>
                  <a:srgbClr val="FF0000"/>
                </a:solidFill>
                <a:latin typeface="ISOCPEUR" pitchFamily="34" charset="0"/>
              </a:rPr>
              <a:t>V</a:t>
            </a:r>
            <a:endParaRPr kumimoji="0" lang="en-US" altLang="zh-CN" sz="2000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182302" name="Line 30"/>
          <p:cNvSpPr>
            <a:spLocks noChangeShapeType="1"/>
          </p:cNvSpPr>
          <p:nvPr/>
        </p:nvSpPr>
        <p:spPr bwMode="auto">
          <a:xfrm flipH="1">
            <a:off x="4981575" y="2219325"/>
            <a:ext cx="314325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03" name="Oval 31"/>
          <p:cNvSpPr>
            <a:spLocks noChangeArrowheads="1"/>
          </p:cNvSpPr>
          <p:nvPr/>
        </p:nvSpPr>
        <p:spPr bwMode="auto">
          <a:xfrm>
            <a:off x="3905250" y="1504950"/>
            <a:ext cx="2152650" cy="2152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04" name="Line 32"/>
          <p:cNvSpPr>
            <a:spLocks noChangeShapeType="1"/>
          </p:cNvSpPr>
          <p:nvPr/>
        </p:nvSpPr>
        <p:spPr bwMode="auto">
          <a:xfrm>
            <a:off x="4314825" y="1747838"/>
            <a:ext cx="1352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305" name="Line 33"/>
          <p:cNvSpPr>
            <a:spLocks noChangeShapeType="1"/>
          </p:cNvSpPr>
          <p:nvPr/>
        </p:nvSpPr>
        <p:spPr bwMode="auto">
          <a:xfrm>
            <a:off x="3990975" y="30099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06" name="Line 34"/>
          <p:cNvSpPr>
            <a:spLocks noChangeShapeType="1"/>
          </p:cNvSpPr>
          <p:nvPr/>
        </p:nvSpPr>
        <p:spPr bwMode="auto">
          <a:xfrm flipH="1" flipV="1">
            <a:off x="4371975" y="295275"/>
            <a:ext cx="3067050" cy="3781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07" name="Text Box 35"/>
          <p:cNvSpPr txBox="1">
            <a:spLocks noChangeArrowheads="1"/>
          </p:cNvSpPr>
          <p:nvPr/>
        </p:nvSpPr>
        <p:spPr bwMode="auto">
          <a:xfrm>
            <a:off x="3976688" y="201613"/>
            <a:ext cx="50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0066FF"/>
                </a:solidFill>
                <a:latin typeface="ISOCPEUR" pitchFamily="34" charset="0"/>
              </a:rPr>
              <a:t>P</a:t>
            </a:r>
            <a:r>
              <a:rPr kumimoji="0" lang="en-US" altLang="zh-CN" sz="2000" baseline="-8000">
                <a:solidFill>
                  <a:srgbClr val="0066FF"/>
                </a:solidFill>
                <a:latin typeface="ISOCPEUR" pitchFamily="34" charset="0"/>
              </a:rPr>
              <a:t>V</a:t>
            </a:r>
            <a:endParaRPr kumimoji="0" lang="en-US" altLang="zh-CN" sz="2000" baseline="-8000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182308" name="Line 36"/>
          <p:cNvSpPr>
            <a:spLocks noChangeShapeType="1"/>
          </p:cNvSpPr>
          <p:nvPr/>
        </p:nvSpPr>
        <p:spPr bwMode="auto">
          <a:xfrm flipH="1">
            <a:off x="4981575" y="1876425"/>
            <a:ext cx="666750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09" name="Oval 37"/>
          <p:cNvSpPr>
            <a:spLocks noChangeArrowheads="1"/>
          </p:cNvSpPr>
          <p:nvPr/>
        </p:nvSpPr>
        <p:spPr bwMode="auto">
          <a:xfrm>
            <a:off x="3676650" y="1123950"/>
            <a:ext cx="2600325" cy="26003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10" name="Line 38"/>
          <p:cNvSpPr>
            <a:spLocks noChangeShapeType="1"/>
          </p:cNvSpPr>
          <p:nvPr/>
        </p:nvSpPr>
        <p:spPr bwMode="auto">
          <a:xfrm>
            <a:off x="4424363" y="1252538"/>
            <a:ext cx="1123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311" name="Line 39"/>
          <p:cNvSpPr>
            <a:spLocks noChangeShapeType="1"/>
          </p:cNvSpPr>
          <p:nvPr/>
        </p:nvSpPr>
        <p:spPr bwMode="auto">
          <a:xfrm>
            <a:off x="4743450" y="1743075"/>
            <a:ext cx="0" cy="430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312" name="Line 40"/>
          <p:cNvSpPr>
            <a:spLocks noChangeShapeType="1"/>
          </p:cNvSpPr>
          <p:nvPr/>
        </p:nvSpPr>
        <p:spPr bwMode="auto">
          <a:xfrm>
            <a:off x="5148263" y="1252538"/>
            <a:ext cx="0" cy="4705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313" name="Line 41"/>
          <p:cNvSpPr>
            <a:spLocks noChangeShapeType="1"/>
          </p:cNvSpPr>
          <p:nvPr/>
        </p:nvSpPr>
        <p:spPr bwMode="auto">
          <a:xfrm>
            <a:off x="4238625" y="2028825"/>
            <a:ext cx="0" cy="3381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14" name="Line 42"/>
          <p:cNvSpPr>
            <a:spLocks noChangeShapeType="1"/>
          </p:cNvSpPr>
          <p:nvPr/>
        </p:nvSpPr>
        <p:spPr bwMode="auto">
          <a:xfrm>
            <a:off x="5448300" y="8382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15" name="Oval 43"/>
          <p:cNvSpPr>
            <a:spLocks noChangeArrowheads="1"/>
          </p:cNvSpPr>
          <p:nvPr/>
        </p:nvSpPr>
        <p:spPr bwMode="auto">
          <a:xfrm>
            <a:off x="4310063" y="4738688"/>
            <a:ext cx="1343025" cy="13430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16" name="Line 44"/>
          <p:cNvSpPr>
            <a:spLocks noChangeShapeType="1"/>
          </p:cNvSpPr>
          <p:nvPr/>
        </p:nvSpPr>
        <p:spPr bwMode="auto">
          <a:xfrm flipH="1" flipV="1">
            <a:off x="3505200" y="1152525"/>
            <a:ext cx="3933825" cy="2924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17" name="Line 45"/>
          <p:cNvSpPr>
            <a:spLocks noChangeShapeType="1"/>
          </p:cNvSpPr>
          <p:nvPr/>
        </p:nvSpPr>
        <p:spPr bwMode="auto">
          <a:xfrm flipH="1">
            <a:off x="4979988" y="2387600"/>
            <a:ext cx="184150" cy="25400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318" name="Oval 46"/>
          <p:cNvSpPr>
            <a:spLocks noChangeArrowheads="1"/>
          </p:cNvSpPr>
          <p:nvPr/>
        </p:nvSpPr>
        <p:spPr bwMode="auto">
          <a:xfrm>
            <a:off x="3960813" y="1614488"/>
            <a:ext cx="2046287" cy="204628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19" name="Line 47"/>
          <p:cNvSpPr>
            <a:spLocks noChangeShapeType="1"/>
          </p:cNvSpPr>
          <p:nvPr/>
        </p:nvSpPr>
        <p:spPr bwMode="auto">
          <a:xfrm flipH="1">
            <a:off x="4267200" y="1914525"/>
            <a:ext cx="1443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320" name="Line 48"/>
          <p:cNvSpPr>
            <a:spLocks noChangeShapeType="1"/>
          </p:cNvSpPr>
          <p:nvPr/>
        </p:nvSpPr>
        <p:spPr bwMode="auto">
          <a:xfrm>
            <a:off x="4529138" y="1914525"/>
            <a:ext cx="0" cy="406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2321" name="Oval 49"/>
          <p:cNvSpPr>
            <a:spLocks noChangeArrowheads="1"/>
          </p:cNvSpPr>
          <p:nvPr/>
        </p:nvSpPr>
        <p:spPr bwMode="auto">
          <a:xfrm>
            <a:off x="4252913" y="4686300"/>
            <a:ext cx="1457325" cy="14573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22" name="Freeform 50"/>
          <p:cNvSpPr>
            <a:spLocks/>
          </p:cNvSpPr>
          <p:nvPr/>
        </p:nvSpPr>
        <p:spPr bwMode="auto">
          <a:xfrm>
            <a:off x="4238625" y="849313"/>
            <a:ext cx="1209675" cy="1185862"/>
          </a:xfrm>
          <a:custGeom>
            <a:avLst/>
            <a:gdLst>
              <a:gd name="T0" fmla="*/ 2147483647 w 762"/>
              <a:gd name="T1" fmla="*/ 0 h 747"/>
              <a:gd name="T2" fmla="*/ 2147483647 w 762"/>
              <a:gd name="T3" fmla="*/ 2147483647 h 747"/>
              <a:gd name="T4" fmla="*/ 2147483647 w 762"/>
              <a:gd name="T5" fmla="*/ 2147483647 h 747"/>
              <a:gd name="T6" fmla="*/ 2147483647 w 762"/>
              <a:gd name="T7" fmla="*/ 2147483647 h 747"/>
              <a:gd name="T8" fmla="*/ 0 w 762"/>
              <a:gd name="T9" fmla="*/ 2147483647 h 7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62" h="747">
                <a:moveTo>
                  <a:pt x="762" y="0"/>
                </a:moveTo>
                <a:cubicBezTo>
                  <a:pt x="704" y="81"/>
                  <a:pt x="647" y="163"/>
                  <a:pt x="573" y="258"/>
                </a:cubicBezTo>
                <a:cubicBezTo>
                  <a:pt x="499" y="353"/>
                  <a:pt x="383" y="501"/>
                  <a:pt x="318" y="570"/>
                </a:cubicBezTo>
                <a:cubicBezTo>
                  <a:pt x="253" y="639"/>
                  <a:pt x="236" y="646"/>
                  <a:pt x="183" y="675"/>
                </a:cubicBezTo>
                <a:cubicBezTo>
                  <a:pt x="130" y="704"/>
                  <a:pt x="65" y="725"/>
                  <a:pt x="0" y="74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23" name="Oval 51"/>
          <p:cNvSpPr>
            <a:spLocks noChangeArrowheads="1"/>
          </p:cNvSpPr>
          <p:nvPr/>
        </p:nvSpPr>
        <p:spPr bwMode="auto">
          <a:xfrm>
            <a:off x="4429125" y="4857750"/>
            <a:ext cx="1104900" cy="1104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24" name="Freeform 52"/>
          <p:cNvSpPr>
            <a:spLocks/>
          </p:cNvSpPr>
          <p:nvPr/>
        </p:nvSpPr>
        <p:spPr bwMode="auto">
          <a:xfrm>
            <a:off x="4238625" y="4775200"/>
            <a:ext cx="1209675" cy="1265238"/>
          </a:xfrm>
          <a:custGeom>
            <a:avLst/>
            <a:gdLst>
              <a:gd name="T0" fmla="*/ 0 w 762"/>
              <a:gd name="T1" fmla="*/ 2147483647 h 797"/>
              <a:gd name="T2" fmla="*/ 2147483647 w 762"/>
              <a:gd name="T3" fmla="*/ 2147483647 h 797"/>
              <a:gd name="T4" fmla="*/ 2147483647 w 762"/>
              <a:gd name="T5" fmla="*/ 2147483647 h 797"/>
              <a:gd name="T6" fmla="*/ 2147483647 w 762"/>
              <a:gd name="T7" fmla="*/ 2147483647 h 797"/>
              <a:gd name="T8" fmla="*/ 2147483647 w 762"/>
              <a:gd name="T9" fmla="*/ 2147483647 h 797"/>
              <a:gd name="T10" fmla="*/ 2147483647 w 762"/>
              <a:gd name="T11" fmla="*/ 2147483647 h 797"/>
              <a:gd name="T12" fmla="*/ 2147483647 w 762"/>
              <a:gd name="T13" fmla="*/ 2147483647 h 797"/>
              <a:gd name="T14" fmla="*/ 2147483647 w 762"/>
              <a:gd name="T15" fmla="*/ 2147483647 h 797"/>
              <a:gd name="T16" fmla="*/ 2147483647 w 762"/>
              <a:gd name="T17" fmla="*/ 2147483647 h 797"/>
              <a:gd name="T18" fmla="*/ 2147483647 w 762"/>
              <a:gd name="T19" fmla="*/ 2147483647 h 797"/>
              <a:gd name="T20" fmla="*/ 2147483647 w 762"/>
              <a:gd name="T21" fmla="*/ 2147483647 h 797"/>
              <a:gd name="T22" fmla="*/ 2147483647 w 762"/>
              <a:gd name="T23" fmla="*/ 2147483647 h 797"/>
              <a:gd name="T24" fmla="*/ 0 w 762"/>
              <a:gd name="T25" fmla="*/ 2147483647 h 79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62" h="797">
                <a:moveTo>
                  <a:pt x="0" y="403"/>
                </a:moveTo>
                <a:cubicBezTo>
                  <a:pt x="0" y="324"/>
                  <a:pt x="48" y="217"/>
                  <a:pt x="78" y="157"/>
                </a:cubicBezTo>
                <a:cubicBezTo>
                  <a:pt x="108" y="97"/>
                  <a:pt x="143" y="68"/>
                  <a:pt x="183" y="43"/>
                </a:cubicBezTo>
                <a:cubicBezTo>
                  <a:pt x="223" y="18"/>
                  <a:pt x="253" y="0"/>
                  <a:pt x="318" y="4"/>
                </a:cubicBezTo>
                <a:cubicBezTo>
                  <a:pt x="383" y="8"/>
                  <a:pt x="508" y="31"/>
                  <a:pt x="573" y="64"/>
                </a:cubicBezTo>
                <a:cubicBezTo>
                  <a:pt x="638" y="97"/>
                  <a:pt x="673" y="145"/>
                  <a:pt x="705" y="202"/>
                </a:cubicBezTo>
                <a:cubicBezTo>
                  <a:pt x="737" y="259"/>
                  <a:pt x="762" y="336"/>
                  <a:pt x="762" y="403"/>
                </a:cubicBezTo>
                <a:cubicBezTo>
                  <a:pt x="762" y="470"/>
                  <a:pt x="736" y="552"/>
                  <a:pt x="705" y="607"/>
                </a:cubicBezTo>
                <a:cubicBezTo>
                  <a:pt x="674" y="662"/>
                  <a:pt x="638" y="705"/>
                  <a:pt x="573" y="736"/>
                </a:cubicBezTo>
                <a:cubicBezTo>
                  <a:pt x="508" y="767"/>
                  <a:pt x="383" y="789"/>
                  <a:pt x="318" y="793"/>
                </a:cubicBezTo>
                <a:cubicBezTo>
                  <a:pt x="253" y="797"/>
                  <a:pt x="224" y="786"/>
                  <a:pt x="183" y="760"/>
                </a:cubicBezTo>
                <a:cubicBezTo>
                  <a:pt x="142" y="734"/>
                  <a:pt x="105" y="694"/>
                  <a:pt x="75" y="634"/>
                </a:cubicBezTo>
                <a:cubicBezTo>
                  <a:pt x="45" y="574"/>
                  <a:pt x="0" y="482"/>
                  <a:pt x="0" y="403"/>
                </a:cubicBezTo>
                <a:close/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25" name="Oval 53"/>
          <p:cNvSpPr>
            <a:spLocks noChangeAspect="1" noChangeArrowheads="1"/>
          </p:cNvSpPr>
          <p:nvPr/>
        </p:nvSpPr>
        <p:spPr bwMode="auto">
          <a:xfrm>
            <a:off x="5432425" y="827088"/>
            <a:ext cx="36513" cy="365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26" name="Oval 54"/>
          <p:cNvSpPr>
            <a:spLocks noChangeAspect="1" noChangeArrowheads="1"/>
          </p:cNvSpPr>
          <p:nvPr/>
        </p:nvSpPr>
        <p:spPr bwMode="auto">
          <a:xfrm>
            <a:off x="5132388" y="1236663"/>
            <a:ext cx="36512" cy="365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27" name="Oval 55"/>
          <p:cNvSpPr>
            <a:spLocks noChangeAspect="1" noChangeArrowheads="1"/>
          </p:cNvSpPr>
          <p:nvPr/>
        </p:nvSpPr>
        <p:spPr bwMode="auto">
          <a:xfrm>
            <a:off x="4727575" y="1731963"/>
            <a:ext cx="36513" cy="365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28" name="Oval 56"/>
          <p:cNvSpPr>
            <a:spLocks noChangeAspect="1" noChangeArrowheads="1"/>
          </p:cNvSpPr>
          <p:nvPr/>
        </p:nvSpPr>
        <p:spPr bwMode="auto">
          <a:xfrm>
            <a:off x="4513263" y="1898650"/>
            <a:ext cx="36512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29" name="Oval 57"/>
          <p:cNvSpPr>
            <a:spLocks noChangeAspect="1" noChangeArrowheads="1"/>
          </p:cNvSpPr>
          <p:nvPr/>
        </p:nvSpPr>
        <p:spPr bwMode="auto">
          <a:xfrm>
            <a:off x="4222750" y="2012950"/>
            <a:ext cx="36513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0" name="Oval 58"/>
          <p:cNvSpPr>
            <a:spLocks noChangeAspect="1" noChangeArrowheads="1"/>
          </p:cNvSpPr>
          <p:nvPr/>
        </p:nvSpPr>
        <p:spPr bwMode="auto">
          <a:xfrm>
            <a:off x="4965700" y="2622550"/>
            <a:ext cx="36513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1" name="Oval 59"/>
          <p:cNvSpPr>
            <a:spLocks noChangeAspect="1" noChangeArrowheads="1"/>
          </p:cNvSpPr>
          <p:nvPr/>
        </p:nvSpPr>
        <p:spPr bwMode="auto">
          <a:xfrm>
            <a:off x="4222750" y="5394325"/>
            <a:ext cx="36513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2" name="Oval 60"/>
          <p:cNvSpPr>
            <a:spLocks noChangeAspect="1" noChangeArrowheads="1"/>
          </p:cNvSpPr>
          <p:nvPr/>
        </p:nvSpPr>
        <p:spPr bwMode="auto">
          <a:xfrm>
            <a:off x="5432425" y="5394325"/>
            <a:ext cx="36513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3" name="Oval 61"/>
          <p:cNvSpPr>
            <a:spLocks noChangeAspect="1" noChangeArrowheads="1"/>
          </p:cNvSpPr>
          <p:nvPr/>
        </p:nvSpPr>
        <p:spPr bwMode="auto">
          <a:xfrm>
            <a:off x="4508500" y="4827588"/>
            <a:ext cx="36513" cy="365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4" name="Oval 62"/>
          <p:cNvSpPr>
            <a:spLocks noChangeAspect="1" noChangeArrowheads="1"/>
          </p:cNvSpPr>
          <p:nvPr/>
        </p:nvSpPr>
        <p:spPr bwMode="auto">
          <a:xfrm>
            <a:off x="5132388" y="4860925"/>
            <a:ext cx="36512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5" name="Oval 63"/>
          <p:cNvSpPr>
            <a:spLocks noChangeAspect="1" noChangeArrowheads="1"/>
          </p:cNvSpPr>
          <p:nvPr/>
        </p:nvSpPr>
        <p:spPr bwMode="auto">
          <a:xfrm>
            <a:off x="4722813" y="4765675"/>
            <a:ext cx="36512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6" name="Oval 64"/>
          <p:cNvSpPr>
            <a:spLocks noChangeAspect="1" noChangeArrowheads="1"/>
          </p:cNvSpPr>
          <p:nvPr/>
        </p:nvSpPr>
        <p:spPr bwMode="auto">
          <a:xfrm>
            <a:off x="4508500" y="5965825"/>
            <a:ext cx="36513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7" name="Oval 65"/>
          <p:cNvSpPr>
            <a:spLocks noChangeAspect="1" noChangeArrowheads="1"/>
          </p:cNvSpPr>
          <p:nvPr/>
        </p:nvSpPr>
        <p:spPr bwMode="auto">
          <a:xfrm>
            <a:off x="4722813" y="6018213"/>
            <a:ext cx="36512" cy="365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8" name="Oval 66"/>
          <p:cNvSpPr>
            <a:spLocks noChangeAspect="1" noChangeArrowheads="1"/>
          </p:cNvSpPr>
          <p:nvPr/>
        </p:nvSpPr>
        <p:spPr bwMode="auto">
          <a:xfrm>
            <a:off x="5127625" y="5922963"/>
            <a:ext cx="36513" cy="365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39" name="Text Box 67"/>
          <p:cNvSpPr txBox="1">
            <a:spLocks noChangeArrowheads="1"/>
          </p:cNvSpPr>
          <p:nvPr/>
        </p:nvSpPr>
        <p:spPr bwMode="auto">
          <a:xfrm>
            <a:off x="3467100" y="887413"/>
            <a:ext cx="419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R</a:t>
            </a:r>
            <a:r>
              <a:rPr kumimoji="0" lang="en-US" altLang="zh-CN" sz="2000" baseline="-8000">
                <a:latin typeface="ISOCPEUR" pitchFamily="34" charset="0"/>
              </a:rPr>
              <a:t>V</a:t>
            </a:r>
          </a:p>
        </p:txBody>
      </p:sp>
      <p:sp>
        <p:nvSpPr>
          <p:cNvPr id="182340" name="Oval 68"/>
          <p:cNvSpPr>
            <a:spLocks noChangeArrowheads="1"/>
          </p:cNvSpPr>
          <p:nvPr/>
        </p:nvSpPr>
        <p:spPr bwMode="auto">
          <a:xfrm>
            <a:off x="7396163" y="4038600"/>
            <a:ext cx="74612" cy="746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41" name="Oval 69"/>
          <p:cNvSpPr>
            <a:spLocks noChangeArrowheads="1"/>
          </p:cNvSpPr>
          <p:nvPr/>
        </p:nvSpPr>
        <p:spPr bwMode="auto">
          <a:xfrm>
            <a:off x="7396163" y="5391150"/>
            <a:ext cx="74612" cy="746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42" name="Text Box 70"/>
          <p:cNvSpPr txBox="1">
            <a:spLocks noChangeArrowheads="1"/>
          </p:cNvSpPr>
          <p:nvPr/>
        </p:nvSpPr>
        <p:spPr bwMode="auto">
          <a:xfrm>
            <a:off x="4718050" y="2079625"/>
            <a:ext cx="434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o</a:t>
            </a:r>
            <a:r>
              <a:rPr kumimoji="0" lang="en-US" altLang="zh-CN" sz="2000" baseline="-8000">
                <a:latin typeface="ISOCPEUR" pitchFamily="34" charset="0"/>
              </a:rPr>
              <a:t>p</a:t>
            </a:r>
            <a:r>
              <a:rPr kumimoji="0" lang="en-US" altLang="zh-CN" sz="1800">
                <a:latin typeface="ISOCPEUR" pitchFamily="34" charset="0"/>
              </a:rPr>
              <a:t>’</a:t>
            </a:r>
            <a:endParaRPr kumimoji="0" lang="en-US" altLang="zh-CN" sz="2000">
              <a:latin typeface="ISOCPEUR" pitchFamily="34" charset="0"/>
            </a:endParaRPr>
          </a:p>
        </p:txBody>
      </p:sp>
      <p:sp>
        <p:nvSpPr>
          <p:cNvPr id="182343" name="Text Box 71"/>
          <p:cNvSpPr txBox="1">
            <a:spLocks noChangeArrowheads="1"/>
          </p:cNvSpPr>
          <p:nvPr/>
        </p:nvSpPr>
        <p:spPr bwMode="auto">
          <a:xfrm>
            <a:off x="4613275" y="2384425"/>
            <a:ext cx="434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o</a:t>
            </a:r>
            <a:r>
              <a:rPr kumimoji="0" lang="en-US" altLang="zh-CN" sz="2000" baseline="-8000">
                <a:latin typeface="ISOCPEUR" pitchFamily="34" charset="0"/>
              </a:rPr>
              <a:t>q</a:t>
            </a:r>
            <a:r>
              <a:rPr kumimoji="0" lang="en-US" altLang="zh-CN" sz="1800">
                <a:latin typeface="ISOCPEUR" pitchFamily="34" charset="0"/>
              </a:rPr>
              <a:t>’</a:t>
            </a:r>
          </a:p>
        </p:txBody>
      </p:sp>
      <p:sp>
        <p:nvSpPr>
          <p:cNvPr id="182344" name="Text Box 72"/>
          <p:cNvSpPr txBox="1">
            <a:spLocks noChangeArrowheads="1"/>
          </p:cNvSpPr>
          <p:nvPr/>
        </p:nvSpPr>
        <p:spPr bwMode="auto">
          <a:xfrm>
            <a:off x="4983163" y="2511425"/>
            <a:ext cx="423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ISOCPEUR" pitchFamily="34" charset="0"/>
              </a:rPr>
              <a:t>o</a:t>
            </a:r>
            <a:r>
              <a:rPr kumimoji="0" lang="en-US" altLang="zh-CN" sz="2000" baseline="-8000">
                <a:latin typeface="ISOCPEUR" pitchFamily="34" charset="0"/>
              </a:rPr>
              <a:t>r</a:t>
            </a:r>
            <a:r>
              <a:rPr kumimoji="0" lang="en-US" altLang="zh-CN" sz="1800">
                <a:latin typeface="ISOCPEUR" pitchFamily="34" charset="0"/>
              </a:rPr>
              <a:t>’</a:t>
            </a:r>
          </a:p>
        </p:txBody>
      </p:sp>
      <p:grpSp>
        <p:nvGrpSpPr>
          <p:cNvPr id="182345" name="Group 73"/>
          <p:cNvGrpSpPr>
            <a:grpSpLocks/>
          </p:cNvGrpSpPr>
          <p:nvPr/>
        </p:nvGrpSpPr>
        <p:grpSpPr bwMode="auto">
          <a:xfrm>
            <a:off x="4981575" y="2220913"/>
            <a:ext cx="1276350" cy="403225"/>
            <a:chOff x="3138" y="1399"/>
            <a:chExt cx="804" cy="254"/>
          </a:xfrm>
        </p:grpSpPr>
        <p:sp>
          <p:nvSpPr>
            <p:cNvPr id="21566" name="Line 74"/>
            <p:cNvSpPr>
              <a:spLocks noChangeShapeType="1"/>
            </p:cNvSpPr>
            <p:nvPr/>
          </p:nvSpPr>
          <p:spPr bwMode="auto">
            <a:xfrm>
              <a:off x="3138" y="1539"/>
              <a:ext cx="804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7" name="Text Box 75"/>
            <p:cNvSpPr txBox="1">
              <a:spLocks noChangeArrowheads="1"/>
            </p:cNvSpPr>
            <p:nvPr/>
          </p:nvSpPr>
          <p:spPr bwMode="auto">
            <a:xfrm>
              <a:off x="3497" y="1399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latin typeface="ISOCPEUR" pitchFamily="34" charset="0"/>
                </a:rPr>
                <a:t>Rp</a:t>
              </a:r>
              <a:endParaRPr kumimoji="0" lang="en-US" altLang="zh-CN" sz="2000">
                <a:latin typeface="ISOCPEUR" pitchFamily="34" charset="0"/>
              </a:endParaRPr>
            </a:p>
          </p:txBody>
        </p:sp>
      </p:grpSp>
      <p:sp>
        <p:nvSpPr>
          <p:cNvPr id="182348" name="Line 76"/>
          <p:cNvSpPr>
            <a:spLocks noChangeShapeType="1"/>
          </p:cNvSpPr>
          <p:nvPr/>
        </p:nvSpPr>
        <p:spPr bwMode="auto">
          <a:xfrm>
            <a:off x="4978400" y="2584450"/>
            <a:ext cx="1047750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49" name="Line 77"/>
          <p:cNvSpPr>
            <a:spLocks noChangeShapeType="1"/>
          </p:cNvSpPr>
          <p:nvPr/>
        </p:nvSpPr>
        <p:spPr bwMode="auto">
          <a:xfrm>
            <a:off x="4984750" y="2641600"/>
            <a:ext cx="95885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350" name="Oval 78"/>
          <p:cNvSpPr>
            <a:spLocks noChangeAspect="1" noChangeArrowheads="1"/>
          </p:cNvSpPr>
          <p:nvPr/>
        </p:nvSpPr>
        <p:spPr bwMode="auto">
          <a:xfrm>
            <a:off x="4960938" y="2422525"/>
            <a:ext cx="36512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2351" name="Oval 79"/>
          <p:cNvSpPr>
            <a:spLocks noChangeAspect="1" noChangeArrowheads="1"/>
          </p:cNvSpPr>
          <p:nvPr/>
        </p:nvSpPr>
        <p:spPr bwMode="auto">
          <a:xfrm>
            <a:off x="4960938" y="2565400"/>
            <a:ext cx="36512" cy="365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565" name="AutoShape 8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01663" y="5702300"/>
            <a:ext cx="827087" cy="441325"/>
          </a:xfrm>
          <a:prstGeom prst="actionButtonForwardNex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8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8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8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8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8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8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8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8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8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8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8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8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8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8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8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18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8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8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8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18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8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8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8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8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18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8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8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8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8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18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8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8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1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18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8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18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18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18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8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18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animBg="1"/>
      <p:bldP spid="182276" grpId="0" animBg="1"/>
      <p:bldP spid="182277" grpId="0" animBg="1"/>
      <p:bldP spid="182298" grpId="0" autoUpdateAnimBg="0"/>
      <p:bldP spid="182299" grpId="0" autoUpdateAnimBg="0"/>
      <p:bldP spid="182300" grpId="0" animBg="1"/>
      <p:bldP spid="182301" grpId="0" autoUpdateAnimBg="0"/>
      <p:bldP spid="182302" grpId="0" animBg="1"/>
      <p:bldP spid="182303" grpId="0" animBg="1"/>
      <p:bldP spid="182304" grpId="0" animBg="1"/>
      <p:bldP spid="182305" grpId="0" animBg="1"/>
      <p:bldP spid="182306" grpId="0" animBg="1"/>
      <p:bldP spid="182307" grpId="0" autoUpdateAnimBg="0"/>
      <p:bldP spid="182308" grpId="0" animBg="1"/>
      <p:bldP spid="182309" grpId="0" animBg="1"/>
      <p:bldP spid="182310" grpId="0" animBg="1"/>
      <p:bldP spid="182311" grpId="0" animBg="1"/>
      <p:bldP spid="182312" grpId="0" animBg="1"/>
      <p:bldP spid="182313" grpId="0" animBg="1"/>
      <p:bldP spid="182314" grpId="0" animBg="1"/>
      <p:bldP spid="182315" grpId="0" animBg="1"/>
      <p:bldP spid="182316" grpId="0" animBg="1"/>
      <p:bldP spid="182317" grpId="0" animBg="1"/>
      <p:bldP spid="182318" grpId="0" animBg="1"/>
      <p:bldP spid="182319" grpId="0" animBg="1"/>
      <p:bldP spid="182320" grpId="0" animBg="1"/>
      <p:bldP spid="182321" grpId="0" animBg="1"/>
      <p:bldP spid="182322" grpId="0" animBg="1"/>
      <p:bldP spid="182323" grpId="0" animBg="1"/>
      <p:bldP spid="182324" grpId="0" animBg="1"/>
      <p:bldP spid="182325" grpId="0" animBg="1"/>
      <p:bldP spid="182326" grpId="0" animBg="1"/>
      <p:bldP spid="182327" grpId="0" animBg="1"/>
      <p:bldP spid="182328" grpId="0" animBg="1"/>
      <p:bldP spid="182329" grpId="0" animBg="1"/>
      <p:bldP spid="182330" grpId="0" animBg="1"/>
      <p:bldP spid="182331" grpId="0" animBg="1"/>
      <p:bldP spid="182332" grpId="0" animBg="1"/>
      <p:bldP spid="182333" grpId="0" animBg="1"/>
      <p:bldP spid="182334" grpId="0" animBg="1"/>
      <p:bldP spid="182335" grpId="0" animBg="1"/>
      <p:bldP spid="182336" grpId="0" animBg="1"/>
      <p:bldP spid="182337" grpId="0" animBg="1"/>
      <p:bldP spid="182338" grpId="0" animBg="1"/>
      <p:bldP spid="182339" grpId="0" autoUpdateAnimBg="0"/>
      <p:bldP spid="182340" grpId="0" animBg="1"/>
      <p:bldP spid="182341" grpId="0" animBg="1"/>
      <p:bldP spid="182342" grpId="0" autoUpdateAnimBg="0"/>
      <p:bldP spid="182343" grpId="0" autoUpdateAnimBg="0"/>
      <p:bldP spid="182344" grpId="0" autoUpdateAnimBg="0"/>
      <p:bldP spid="182348" grpId="0" animBg="1"/>
      <p:bldP spid="182349" grpId="0" animBg="1"/>
      <p:bldP spid="182350" grpId="0" animBg="1"/>
      <p:bldP spid="1823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0B4AA1C-934B-4A61-8C5D-FD803CA6B24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83298" name="Text Box 2"/>
          <p:cNvSpPr txBox="1">
            <a:spLocks noChangeArrowheads="1"/>
          </p:cNvSpPr>
          <p:nvPr/>
        </p:nvSpPr>
        <p:spPr bwMode="auto">
          <a:xfrm>
            <a:off x="166688" y="139700"/>
            <a:ext cx="879475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en-US" altLang="zh-CN" i="0" dirty="0"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i="0" dirty="0" smtClean="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i="0" dirty="0">
                <a:latin typeface="黑体" pitchFamily="2" charset="-122"/>
                <a:ea typeface="黑体" pitchFamily="2" charset="-122"/>
              </a:rPr>
              <a:t>蒙日</a:t>
            </a:r>
            <a:r>
              <a:rPr lang="zh-CN" altLang="en-US" i="0" dirty="0">
                <a:ea typeface="黑体" pitchFamily="2" charset="-122"/>
              </a:rPr>
              <a:t>（</a:t>
            </a:r>
            <a:r>
              <a:rPr lang="en-US" altLang="zh-CN" i="0" dirty="0" err="1">
                <a:ea typeface="黑体" pitchFamily="2" charset="-122"/>
              </a:rPr>
              <a:t>Monge</a:t>
            </a:r>
            <a:r>
              <a:rPr lang="zh-CN" altLang="en-US" i="0" dirty="0">
                <a:ea typeface="黑体" pitchFamily="2" charset="-122"/>
              </a:rPr>
              <a:t>）</a:t>
            </a:r>
            <a:r>
              <a:rPr lang="zh-CN" altLang="en-US" i="0" dirty="0">
                <a:latin typeface="黑体" pitchFamily="2" charset="-122"/>
                <a:ea typeface="黑体" pitchFamily="2" charset="-122"/>
              </a:rPr>
              <a:t>定理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800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i="0" dirty="0">
                <a:latin typeface="黑体" pitchFamily="2" charset="-122"/>
                <a:ea typeface="黑体" pitchFamily="2" charset="-122"/>
              </a:rPr>
              <a:t>定理：若两个二次曲面同切于第三个二次曲面，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i="0" dirty="0">
                <a:latin typeface="黑体" pitchFamily="2" charset="-122"/>
                <a:ea typeface="黑体" pitchFamily="2" charset="-122"/>
              </a:rPr>
              <a:t>      则这两个二次曲面的交线为平面曲线。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i="0" dirty="0">
                <a:latin typeface="黑体" pitchFamily="2" charset="-122"/>
                <a:ea typeface="黑体" pitchFamily="2" charset="-122"/>
              </a:rPr>
              <a:t>应用：两个轴线相交的回转面同切于一个圆球面时，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i="0" dirty="0">
                <a:latin typeface="黑体" pitchFamily="2" charset="-122"/>
                <a:ea typeface="黑体" pitchFamily="2" charset="-122"/>
              </a:rPr>
              <a:t>      则这两个回转面的交线为椭圆（平面曲线）。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i="0" dirty="0">
                <a:latin typeface="黑体" pitchFamily="2" charset="-122"/>
                <a:ea typeface="黑体" pitchFamily="2" charset="-122"/>
              </a:rPr>
              <a:t>      其积聚性的投影为这两回转面轮廓线交点对连。</a:t>
            </a:r>
          </a:p>
        </p:txBody>
      </p:sp>
      <p:grpSp>
        <p:nvGrpSpPr>
          <p:cNvPr id="183299" name="Group 3"/>
          <p:cNvGrpSpPr>
            <a:grpSpLocks/>
          </p:cNvGrpSpPr>
          <p:nvPr/>
        </p:nvGrpSpPr>
        <p:grpSpPr bwMode="auto">
          <a:xfrm>
            <a:off x="2352675" y="4087813"/>
            <a:ext cx="2089150" cy="1238250"/>
            <a:chOff x="404" y="2616"/>
            <a:chExt cx="1316" cy="780"/>
          </a:xfrm>
        </p:grpSpPr>
        <p:sp>
          <p:nvSpPr>
            <p:cNvPr id="22568" name="Oval 4"/>
            <p:cNvSpPr>
              <a:spLocks noChangeArrowheads="1"/>
            </p:cNvSpPr>
            <p:nvPr/>
          </p:nvSpPr>
          <p:spPr bwMode="auto">
            <a:xfrm>
              <a:off x="432" y="2643"/>
              <a:ext cx="456" cy="4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2569" name="Line 5"/>
            <p:cNvSpPr>
              <a:spLocks noChangeShapeType="1"/>
            </p:cNvSpPr>
            <p:nvPr/>
          </p:nvSpPr>
          <p:spPr bwMode="auto">
            <a:xfrm>
              <a:off x="1052" y="2644"/>
              <a:ext cx="6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0" name="Line 6"/>
            <p:cNvSpPr>
              <a:spLocks noChangeShapeType="1"/>
            </p:cNvSpPr>
            <p:nvPr/>
          </p:nvSpPr>
          <p:spPr bwMode="auto">
            <a:xfrm>
              <a:off x="1504" y="3100"/>
              <a:ext cx="1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1" name="Line 7"/>
            <p:cNvSpPr>
              <a:spLocks noChangeShapeType="1"/>
            </p:cNvSpPr>
            <p:nvPr/>
          </p:nvSpPr>
          <p:spPr bwMode="auto">
            <a:xfrm>
              <a:off x="432" y="2864"/>
              <a:ext cx="0" cy="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2" name="Line 8"/>
            <p:cNvSpPr>
              <a:spLocks noChangeShapeType="1"/>
            </p:cNvSpPr>
            <p:nvPr/>
          </p:nvSpPr>
          <p:spPr bwMode="auto">
            <a:xfrm>
              <a:off x="888" y="2864"/>
              <a:ext cx="0" cy="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3" name="Line 9"/>
            <p:cNvSpPr>
              <a:spLocks noChangeShapeType="1"/>
            </p:cNvSpPr>
            <p:nvPr/>
          </p:nvSpPr>
          <p:spPr bwMode="auto">
            <a:xfrm>
              <a:off x="432" y="3364"/>
              <a:ext cx="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4" name="Line 10"/>
            <p:cNvSpPr>
              <a:spLocks noChangeShapeType="1"/>
            </p:cNvSpPr>
            <p:nvPr/>
          </p:nvSpPr>
          <p:spPr bwMode="auto">
            <a:xfrm>
              <a:off x="1048" y="2644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5" name="Line 11"/>
            <p:cNvSpPr>
              <a:spLocks noChangeShapeType="1"/>
            </p:cNvSpPr>
            <p:nvPr/>
          </p:nvSpPr>
          <p:spPr bwMode="auto">
            <a:xfrm>
              <a:off x="1504" y="3100"/>
              <a:ext cx="0" cy="2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6" name="Line 12"/>
            <p:cNvSpPr>
              <a:spLocks noChangeShapeType="1"/>
            </p:cNvSpPr>
            <p:nvPr/>
          </p:nvSpPr>
          <p:spPr bwMode="auto">
            <a:xfrm>
              <a:off x="1676" y="2644"/>
              <a:ext cx="0" cy="4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7" name="Line 13"/>
            <p:cNvSpPr>
              <a:spLocks noChangeShapeType="1"/>
            </p:cNvSpPr>
            <p:nvPr/>
          </p:nvSpPr>
          <p:spPr bwMode="auto">
            <a:xfrm>
              <a:off x="1048" y="3364"/>
              <a:ext cx="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8" name="Line 14"/>
            <p:cNvSpPr>
              <a:spLocks noChangeShapeType="1"/>
            </p:cNvSpPr>
            <p:nvPr/>
          </p:nvSpPr>
          <p:spPr bwMode="auto">
            <a:xfrm>
              <a:off x="404" y="2864"/>
              <a:ext cx="5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9" name="Line 15"/>
            <p:cNvSpPr>
              <a:spLocks noChangeShapeType="1"/>
            </p:cNvSpPr>
            <p:nvPr/>
          </p:nvSpPr>
          <p:spPr bwMode="auto">
            <a:xfrm>
              <a:off x="1028" y="2864"/>
              <a:ext cx="6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80" name="Line 16"/>
            <p:cNvSpPr>
              <a:spLocks noChangeShapeType="1"/>
            </p:cNvSpPr>
            <p:nvPr/>
          </p:nvSpPr>
          <p:spPr bwMode="auto">
            <a:xfrm>
              <a:off x="1276" y="2616"/>
              <a:ext cx="0" cy="7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81" name="Line 17"/>
            <p:cNvSpPr>
              <a:spLocks noChangeShapeType="1"/>
            </p:cNvSpPr>
            <p:nvPr/>
          </p:nvSpPr>
          <p:spPr bwMode="auto">
            <a:xfrm>
              <a:off x="656" y="2620"/>
              <a:ext cx="0" cy="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3314" name="Line 18"/>
          <p:cNvSpPr>
            <a:spLocks noChangeShapeType="1"/>
          </p:cNvSpPr>
          <p:nvPr/>
        </p:nvSpPr>
        <p:spPr bwMode="auto">
          <a:xfrm flipH="1" flipV="1">
            <a:off x="3375025" y="4125913"/>
            <a:ext cx="730250" cy="7302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83315" name="Group 19"/>
          <p:cNvGrpSpPr>
            <a:grpSpLocks/>
          </p:cNvGrpSpPr>
          <p:nvPr/>
        </p:nvGrpSpPr>
        <p:grpSpPr bwMode="auto">
          <a:xfrm>
            <a:off x="6867525" y="3763963"/>
            <a:ext cx="1873250" cy="819150"/>
            <a:chOff x="2244" y="2612"/>
            <a:chExt cx="1180" cy="516"/>
          </a:xfrm>
        </p:grpSpPr>
        <p:sp>
          <p:nvSpPr>
            <p:cNvPr id="22562" name="Oval 20"/>
            <p:cNvSpPr>
              <a:spLocks noChangeArrowheads="1"/>
            </p:cNvSpPr>
            <p:nvPr/>
          </p:nvSpPr>
          <p:spPr bwMode="auto">
            <a:xfrm>
              <a:off x="2264" y="2635"/>
              <a:ext cx="456" cy="4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2563" name="Line 21"/>
            <p:cNvSpPr>
              <a:spLocks noChangeShapeType="1"/>
            </p:cNvSpPr>
            <p:nvPr/>
          </p:nvSpPr>
          <p:spPr bwMode="auto">
            <a:xfrm>
              <a:off x="3164" y="2612"/>
              <a:ext cx="0" cy="5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64" name="Oval 22"/>
            <p:cNvSpPr>
              <a:spLocks noChangeArrowheads="1"/>
            </p:cNvSpPr>
            <p:nvPr/>
          </p:nvSpPr>
          <p:spPr bwMode="auto">
            <a:xfrm>
              <a:off x="2936" y="2635"/>
              <a:ext cx="456" cy="4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2565" name="Line 23"/>
            <p:cNvSpPr>
              <a:spLocks noChangeShapeType="1"/>
            </p:cNvSpPr>
            <p:nvPr/>
          </p:nvSpPr>
          <p:spPr bwMode="auto">
            <a:xfrm>
              <a:off x="2244" y="2864"/>
              <a:ext cx="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66" name="Line 24"/>
            <p:cNvSpPr>
              <a:spLocks noChangeShapeType="1"/>
            </p:cNvSpPr>
            <p:nvPr/>
          </p:nvSpPr>
          <p:spPr bwMode="auto">
            <a:xfrm>
              <a:off x="2492" y="2620"/>
              <a:ext cx="0" cy="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67" name="Line 25"/>
            <p:cNvSpPr>
              <a:spLocks noChangeShapeType="1"/>
            </p:cNvSpPr>
            <p:nvPr/>
          </p:nvSpPr>
          <p:spPr bwMode="auto">
            <a:xfrm>
              <a:off x="2916" y="2864"/>
              <a:ext cx="5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3322" name="Line 26"/>
          <p:cNvSpPr>
            <a:spLocks noChangeShapeType="1"/>
          </p:cNvSpPr>
          <p:nvPr/>
        </p:nvSpPr>
        <p:spPr bwMode="auto">
          <a:xfrm>
            <a:off x="6813550" y="521176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23" name="Line 27"/>
          <p:cNvSpPr>
            <a:spLocks noChangeShapeType="1"/>
          </p:cNvSpPr>
          <p:nvPr/>
        </p:nvSpPr>
        <p:spPr bwMode="auto">
          <a:xfrm>
            <a:off x="7261225" y="4824413"/>
            <a:ext cx="0" cy="800100"/>
          </a:xfrm>
          <a:prstGeom prst="line">
            <a:avLst/>
          </a:prstGeom>
          <a:noFill/>
          <a:ln w="9525">
            <a:solidFill>
              <a:srgbClr val="3333FF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24" name="Line 28"/>
          <p:cNvSpPr>
            <a:spLocks noChangeShapeType="1"/>
          </p:cNvSpPr>
          <p:nvPr/>
        </p:nvSpPr>
        <p:spPr bwMode="auto">
          <a:xfrm>
            <a:off x="6899275" y="4849813"/>
            <a:ext cx="723900" cy="7239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25" name="Line 29"/>
          <p:cNvSpPr>
            <a:spLocks noChangeShapeType="1"/>
          </p:cNvSpPr>
          <p:nvPr/>
        </p:nvSpPr>
        <p:spPr bwMode="auto">
          <a:xfrm flipV="1">
            <a:off x="6899275" y="4856163"/>
            <a:ext cx="717550" cy="7175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26" name="Line 30"/>
          <p:cNvSpPr>
            <a:spLocks noChangeShapeType="1"/>
          </p:cNvSpPr>
          <p:nvPr/>
        </p:nvSpPr>
        <p:spPr bwMode="auto">
          <a:xfrm>
            <a:off x="6899275" y="4848225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27" name="Oval 31"/>
          <p:cNvSpPr>
            <a:spLocks noChangeArrowheads="1"/>
          </p:cNvSpPr>
          <p:nvPr/>
        </p:nvSpPr>
        <p:spPr bwMode="auto">
          <a:xfrm>
            <a:off x="6899275" y="3800475"/>
            <a:ext cx="723900" cy="723900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3328" name="Line 32"/>
          <p:cNvSpPr>
            <a:spLocks noChangeShapeType="1"/>
          </p:cNvSpPr>
          <p:nvPr/>
        </p:nvSpPr>
        <p:spPr bwMode="auto">
          <a:xfrm>
            <a:off x="7623175" y="4849813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29" name="AutoShape 33"/>
          <p:cNvSpPr>
            <a:spLocks noChangeArrowheads="1"/>
          </p:cNvSpPr>
          <p:nvPr/>
        </p:nvSpPr>
        <p:spPr bwMode="auto">
          <a:xfrm>
            <a:off x="5010150" y="3757613"/>
            <a:ext cx="1397000" cy="1739900"/>
          </a:xfrm>
          <a:prstGeom prst="triangle">
            <a:avLst>
              <a:gd name="adj" fmla="val 50000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3330" name="Line 34"/>
          <p:cNvSpPr>
            <a:spLocks noChangeShapeType="1"/>
          </p:cNvSpPr>
          <p:nvPr/>
        </p:nvSpPr>
        <p:spPr bwMode="auto">
          <a:xfrm>
            <a:off x="5238750" y="4735513"/>
            <a:ext cx="9715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31" name="Rectangle 35"/>
          <p:cNvSpPr>
            <a:spLocks noChangeArrowheads="1"/>
          </p:cNvSpPr>
          <p:nvPr/>
        </p:nvSpPr>
        <p:spPr bwMode="auto">
          <a:xfrm rot="-1420298">
            <a:off x="4745038" y="4398963"/>
            <a:ext cx="1814512" cy="7239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83332" name="Group 36"/>
          <p:cNvGrpSpPr>
            <a:grpSpLocks/>
          </p:cNvGrpSpPr>
          <p:nvPr/>
        </p:nvGrpSpPr>
        <p:grpSpPr bwMode="auto">
          <a:xfrm>
            <a:off x="4687888" y="3686175"/>
            <a:ext cx="1933575" cy="1879600"/>
            <a:chOff x="3873" y="2363"/>
            <a:chExt cx="1218" cy="1184"/>
          </a:xfrm>
        </p:grpSpPr>
        <p:sp>
          <p:nvSpPr>
            <p:cNvPr id="22559" name="Line 37"/>
            <p:cNvSpPr>
              <a:spLocks noChangeShapeType="1"/>
            </p:cNvSpPr>
            <p:nvPr/>
          </p:nvSpPr>
          <p:spPr bwMode="auto">
            <a:xfrm>
              <a:off x="4517" y="2363"/>
              <a:ext cx="0" cy="11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60" name="Line 38"/>
            <p:cNvSpPr>
              <a:spLocks noChangeShapeType="1"/>
            </p:cNvSpPr>
            <p:nvPr/>
          </p:nvSpPr>
          <p:spPr bwMode="auto">
            <a:xfrm flipV="1">
              <a:off x="3911" y="2792"/>
              <a:ext cx="1135" cy="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61" name="Freeform 39"/>
            <p:cNvSpPr>
              <a:spLocks/>
            </p:cNvSpPr>
            <p:nvPr/>
          </p:nvSpPr>
          <p:spPr bwMode="auto">
            <a:xfrm>
              <a:off x="3873" y="2400"/>
              <a:ext cx="1218" cy="1104"/>
            </a:xfrm>
            <a:custGeom>
              <a:avLst/>
              <a:gdLst>
                <a:gd name="T0" fmla="*/ 204 w 1218"/>
                <a:gd name="T1" fmla="*/ 1104 h 1104"/>
                <a:gd name="T2" fmla="*/ 222 w 1218"/>
                <a:gd name="T3" fmla="*/ 1053 h 1104"/>
                <a:gd name="T4" fmla="*/ 177 w 1218"/>
                <a:gd name="T5" fmla="*/ 1074 h 1104"/>
                <a:gd name="T6" fmla="*/ 0 w 1218"/>
                <a:gd name="T7" fmla="*/ 657 h 1104"/>
                <a:gd name="T8" fmla="*/ 465 w 1218"/>
                <a:gd name="T9" fmla="*/ 450 h 1104"/>
                <a:gd name="T10" fmla="*/ 645 w 1218"/>
                <a:gd name="T11" fmla="*/ 0 h 1104"/>
                <a:gd name="T12" fmla="*/ 768 w 1218"/>
                <a:gd name="T13" fmla="*/ 318 h 1104"/>
                <a:gd name="T14" fmla="*/ 1038 w 1218"/>
                <a:gd name="T15" fmla="*/ 198 h 1104"/>
                <a:gd name="T16" fmla="*/ 1218 w 1218"/>
                <a:gd name="T17" fmla="*/ 615 h 1104"/>
                <a:gd name="T18" fmla="*/ 936 w 1218"/>
                <a:gd name="T19" fmla="*/ 744 h 1104"/>
                <a:gd name="T20" fmla="*/ 1080 w 1218"/>
                <a:gd name="T21" fmla="*/ 1101 h 1104"/>
                <a:gd name="T22" fmla="*/ 204 w 1218"/>
                <a:gd name="T23" fmla="*/ 1104 h 110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18" h="1104">
                  <a:moveTo>
                    <a:pt x="204" y="1104"/>
                  </a:moveTo>
                  <a:lnTo>
                    <a:pt x="222" y="1053"/>
                  </a:lnTo>
                  <a:lnTo>
                    <a:pt x="177" y="1074"/>
                  </a:lnTo>
                  <a:lnTo>
                    <a:pt x="0" y="657"/>
                  </a:lnTo>
                  <a:lnTo>
                    <a:pt x="465" y="450"/>
                  </a:lnTo>
                  <a:lnTo>
                    <a:pt x="645" y="0"/>
                  </a:lnTo>
                  <a:lnTo>
                    <a:pt x="768" y="318"/>
                  </a:lnTo>
                  <a:lnTo>
                    <a:pt x="1038" y="198"/>
                  </a:lnTo>
                  <a:lnTo>
                    <a:pt x="1218" y="615"/>
                  </a:lnTo>
                  <a:lnTo>
                    <a:pt x="936" y="744"/>
                  </a:lnTo>
                  <a:lnTo>
                    <a:pt x="1080" y="1101"/>
                  </a:lnTo>
                  <a:lnTo>
                    <a:pt x="204" y="110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3336" name="Oval 40"/>
          <p:cNvSpPr>
            <a:spLocks noChangeArrowheads="1"/>
          </p:cNvSpPr>
          <p:nvPr/>
        </p:nvSpPr>
        <p:spPr bwMode="auto">
          <a:xfrm>
            <a:off x="5351463" y="4371975"/>
            <a:ext cx="723900" cy="723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3337" name="Line 41"/>
          <p:cNvSpPr>
            <a:spLocks noChangeShapeType="1"/>
          </p:cNvSpPr>
          <p:nvPr/>
        </p:nvSpPr>
        <p:spPr bwMode="auto">
          <a:xfrm>
            <a:off x="6900863" y="4851400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38" name="Line 42"/>
          <p:cNvSpPr>
            <a:spLocks noChangeShapeType="1"/>
          </p:cNvSpPr>
          <p:nvPr/>
        </p:nvSpPr>
        <p:spPr bwMode="auto">
          <a:xfrm>
            <a:off x="6896100" y="5575300"/>
            <a:ext cx="7286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39" name="Line 43"/>
          <p:cNvSpPr>
            <a:spLocks noChangeShapeType="1"/>
          </p:cNvSpPr>
          <p:nvPr/>
        </p:nvSpPr>
        <p:spPr bwMode="auto">
          <a:xfrm>
            <a:off x="5426075" y="4454525"/>
            <a:ext cx="752475" cy="4714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3340" name="Line 44"/>
          <p:cNvSpPr>
            <a:spLocks noChangeShapeType="1"/>
          </p:cNvSpPr>
          <p:nvPr/>
        </p:nvSpPr>
        <p:spPr bwMode="auto">
          <a:xfrm flipV="1">
            <a:off x="5040313" y="4240213"/>
            <a:ext cx="866775" cy="1181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3341" name="Object 45"/>
          <p:cNvGraphicFramePr>
            <a:graphicFrameLocks noChangeAspect="1"/>
          </p:cNvGraphicFramePr>
          <p:nvPr/>
        </p:nvGraphicFramePr>
        <p:xfrm>
          <a:off x="612775" y="3633788"/>
          <a:ext cx="1576388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0" name="Drawing" r:id="rId3" imgW="3667125" imgH="5381625" progId="AutoCAD.Drawing.15">
                  <p:embed/>
                </p:oleObj>
              </mc:Choice>
              <mc:Fallback>
                <p:oleObj name="Drawing" r:id="rId3" imgW="3667125" imgH="5381625" progId="AutoCAD.Drawing.15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3633788"/>
                        <a:ext cx="1576388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42" name="Oval 46"/>
          <p:cNvSpPr>
            <a:spLocks noChangeArrowheads="1"/>
          </p:cNvSpPr>
          <p:nvPr/>
        </p:nvSpPr>
        <p:spPr bwMode="auto">
          <a:xfrm>
            <a:off x="1030288" y="3952875"/>
            <a:ext cx="723900" cy="730250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83343" name="Line 47"/>
          <p:cNvSpPr>
            <a:spLocks noChangeShapeType="1"/>
          </p:cNvSpPr>
          <p:nvPr/>
        </p:nvSpPr>
        <p:spPr bwMode="auto">
          <a:xfrm>
            <a:off x="1028700" y="3949700"/>
            <a:ext cx="0" cy="7334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344" name="Line 48"/>
          <p:cNvSpPr>
            <a:spLocks noChangeShapeType="1"/>
          </p:cNvSpPr>
          <p:nvPr/>
        </p:nvSpPr>
        <p:spPr bwMode="auto">
          <a:xfrm>
            <a:off x="1028700" y="3949700"/>
            <a:ext cx="73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345" name="Line 49"/>
          <p:cNvSpPr>
            <a:spLocks noChangeShapeType="1"/>
          </p:cNvSpPr>
          <p:nvPr/>
        </p:nvSpPr>
        <p:spPr bwMode="auto">
          <a:xfrm rot="-5400000">
            <a:off x="1393826" y="4319587"/>
            <a:ext cx="0" cy="7334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346" name="Line 50"/>
          <p:cNvSpPr>
            <a:spLocks noChangeShapeType="1"/>
          </p:cNvSpPr>
          <p:nvPr/>
        </p:nvSpPr>
        <p:spPr bwMode="auto">
          <a:xfrm rot="-5400000">
            <a:off x="1390650" y="4324351"/>
            <a:ext cx="73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347" name="Line 51"/>
          <p:cNvSpPr>
            <a:spLocks noChangeShapeType="1"/>
          </p:cNvSpPr>
          <p:nvPr/>
        </p:nvSpPr>
        <p:spPr bwMode="auto">
          <a:xfrm flipH="1">
            <a:off x="1027113" y="3949700"/>
            <a:ext cx="730250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348" name="Line 52"/>
          <p:cNvSpPr>
            <a:spLocks noChangeShapeType="1"/>
          </p:cNvSpPr>
          <p:nvPr/>
        </p:nvSpPr>
        <p:spPr bwMode="auto">
          <a:xfrm>
            <a:off x="1028700" y="3954463"/>
            <a:ext cx="733425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3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3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83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83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8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8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8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8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8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8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8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8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8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8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8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8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8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8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4" grpId="0" animBg="1"/>
      <p:bldP spid="183322" grpId="0" animBg="1"/>
      <p:bldP spid="183323" grpId="0" animBg="1"/>
      <p:bldP spid="183324" grpId="0" animBg="1"/>
      <p:bldP spid="183325" grpId="0" animBg="1"/>
      <p:bldP spid="183326" grpId="0" animBg="1"/>
      <p:bldP spid="183327" grpId="0" animBg="1"/>
      <p:bldP spid="183328" grpId="0" animBg="1"/>
      <p:bldP spid="183329" grpId="0" animBg="1"/>
      <p:bldP spid="183330" grpId="0" animBg="1"/>
      <p:bldP spid="183331" grpId="0" animBg="1"/>
      <p:bldP spid="183336" grpId="0" animBg="1"/>
      <p:bldP spid="183337" grpId="0" animBg="1"/>
      <p:bldP spid="183338" grpId="0" animBg="1"/>
      <p:bldP spid="183339" grpId="0" animBg="1"/>
      <p:bldP spid="183340" grpId="0" animBg="1"/>
      <p:bldP spid="183342" grpId="0" animBg="1"/>
      <p:bldP spid="183343" grpId="0" animBg="1"/>
      <p:bldP spid="183344" grpId="0" animBg="1"/>
      <p:bldP spid="183345" grpId="0" animBg="1"/>
      <p:bldP spid="183346" grpId="0" animBg="1"/>
      <p:bldP spid="183347" grpId="0" animBg="1"/>
      <p:bldP spid="1833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E3C4AA7-C65D-4756-B592-1BD6019D22E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23555" name="Object 2"/>
          <p:cNvGraphicFramePr>
            <a:graphicFrameLocks noChangeAspect="1"/>
          </p:cNvGraphicFramePr>
          <p:nvPr/>
        </p:nvGraphicFramePr>
        <p:xfrm>
          <a:off x="711200" y="830263"/>
          <a:ext cx="240030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7" name="位图图像" r:id="rId3" imgW="2400635" imgH="2429214" progId="Paint.Picture">
                  <p:embed/>
                </p:oleObj>
              </mc:Choice>
              <mc:Fallback>
                <p:oleObj name="位图图像" r:id="rId3" imgW="2400635" imgH="242921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830263"/>
                        <a:ext cx="2400300" cy="242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3"/>
          <p:cNvGraphicFramePr>
            <a:graphicFrameLocks noChangeAspect="1"/>
          </p:cNvGraphicFramePr>
          <p:nvPr/>
        </p:nvGraphicFramePr>
        <p:xfrm>
          <a:off x="3386138" y="766763"/>
          <a:ext cx="226695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8" name="位图图像" r:id="rId5" imgW="2266667" imgH="2448267" progId="Paint.Picture">
                  <p:embed/>
                </p:oleObj>
              </mc:Choice>
              <mc:Fallback>
                <p:oleObj name="位图图像" r:id="rId5" imgW="2266667" imgH="2448267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138" y="766763"/>
                        <a:ext cx="2266950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5930900" y="706438"/>
          <a:ext cx="2447925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9" name="位图图像" r:id="rId7" imgW="2448267" imgH="2448267" progId="Paint.Picture">
                  <p:embed/>
                </p:oleObj>
              </mc:Choice>
              <mc:Fallback>
                <p:oleObj name="位图图像" r:id="rId7" imgW="2448267" imgH="2448267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706438"/>
                        <a:ext cx="2447925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642938" y="3560763"/>
          <a:ext cx="2428875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0" name="位图图像" r:id="rId9" imgW="2429214" imgH="2457143" progId="Paint.Picture">
                  <p:embed/>
                </p:oleObj>
              </mc:Choice>
              <mc:Fallback>
                <p:oleObj name="位图图像" r:id="rId9" imgW="2429214" imgH="2457143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3560763"/>
                        <a:ext cx="2428875" cy="245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1062038" y="3190875"/>
            <a:ext cx="1338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>
                <a:latin typeface="ISOCPEUR" pitchFamily="34" charset="0"/>
              </a:rPr>
              <a:t>(a)  </a:t>
            </a:r>
            <a:r>
              <a:rPr kumimoji="0" lang="en-US" altLang="zh-CN" sz="2000">
                <a:latin typeface="ISOCPEUR" pitchFamily="34" charset="0"/>
              </a:rPr>
              <a:t>M</a:t>
            </a:r>
            <a:endParaRPr kumimoji="0" lang="en-US" altLang="zh-CN" sz="2000" i="0">
              <a:latin typeface="ISOCPEUR" pitchFamily="34" charset="0"/>
            </a:endParaRPr>
          </a:p>
        </p:txBody>
      </p:sp>
      <p:sp>
        <p:nvSpPr>
          <p:cNvPr id="23560" name="Text Box 7"/>
          <p:cNvSpPr txBox="1">
            <a:spLocks noChangeArrowheads="1"/>
          </p:cNvSpPr>
          <p:nvPr/>
        </p:nvSpPr>
        <p:spPr bwMode="auto">
          <a:xfrm>
            <a:off x="3762375" y="3208338"/>
            <a:ext cx="1377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>
                <a:latin typeface="ISOCPEUR" pitchFamily="34" charset="0"/>
              </a:rPr>
              <a:t>(b)  </a:t>
            </a:r>
            <a:r>
              <a:rPr kumimoji="0" lang="en-US" altLang="zh-CN" sz="2000">
                <a:latin typeface="ISOCPEUR" pitchFamily="34" charset="0"/>
              </a:rPr>
              <a:t>N</a:t>
            </a:r>
            <a:endParaRPr kumimoji="0" lang="en-US" altLang="zh-CN" sz="2000" i="0">
              <a:latin typeface="ISOCPEUR" pitchFamily="34" charset="0"/>
            </a:endParaRPr>
          </a:p>
        </p:txBody>
      </p:sp>
      <p:grpSp>
        <p:nvGrpSpPr>
          <p:cNvPr id="185352" name="Group 8"/>
          <p:cNvGrpSpPr>
            <a:grpSpLocks/>
          </p:cNvGrpSpPr>
          <p:nvPr/>
        </p:nvGrpSpPr>
        <p:grpSpPr bwMode="auto">
          <a:xfrm>
            <a:off x="6273800" y="3190875"/>
            <a:ext cx="1385888" cy="396875"/>
            <a:chOff x="3676" y="142"/>
            <a:chExt cx="818" cy="250"/>
          </a:xfrm>
        </p:grpSpPr>
        <p:sp>
          <p:nvSpPr>
            <p:cNvPr id="23571" name="Text Box 9"/>
            <p:cNvSpPr txBox="1">
              <a:spLocks noChangeArrowheads="1"/>
            </p:cNvSpPr>
            <p:nvPr/>
          </p:nvSpPr>
          <p:spPr bwMode="auto">
            <a:xfrm>
              <a:off x="3676" y="142"/>
              <a:ext cx="8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0">
                  <a:latin typeface="ISOCPEUR" pitchFamily="34" charset="0"/>
                </a:rPr>
                <a:t>(c)  </a:t>
              </a:r>
              <a:r>
                <a:rPr kumimoji="0" lang="en-US" altLang="zh-CN" sz="2000">
                  <a:latin typeface="ISOCPEUR" pitchFamily="34" charset="0"/>
                </a:rPr>
                <a:t>M    N</a:t>
              </a:r>
            </a:p>
          </p:txBody>
        </p:sp>
        <p:graphicFrame>
          <p:nvGraphicFramePr>
            <p:cNvPr id="23572" name="Object 10"/>
            <p:cNvGraphicFramePr>
              <a:graphicFrameLocks noChangeAspect="1"/>
            </p:cNvGraphicFramePr>
            <p:nvPr/>
          </p:nvGraphicFramePr>
          <p:xfrm>
            <a:off x="4134" y="206"/>
            <a:ext cx="140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1" name="位图图像" r:id="rId11" imgW="276117" imgH="247685" progId="Paint.Picture">
                    <p:embed/>
                  </p:oleObj>
                </mc:Choice>
                <mc:Fallback>
                  <p:oleObj name="位图图像" r:id="rId11" imgW="276117" imgH="247685" progId="Paint.Picture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4" y="206"/>
                          <a:ext cx="140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5355" name="Object 11"/>
          <p:cNvGraphicFramePr>
            <a:graphicFrameLocks noChangeAspect="1"/>
          </p:cNvGraphicFramePr>
          <p:nvPr/>
        </p:nvGraphicFramePr>
        <p:xfrm>
          <a:off x="3302000" y="3511550"/>
          <a:ext cx="2400300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2" name="位图图像" r:id="rId13" imgW="2400635" imgH="2495238" progId="Paint.Picture">
                  <p:embed/>
                </p:oleObj>
              </mc:Choice>
              <mc:Fallback>
                <p:oleObj name="位图图像" r:id="rId13" imgW="2400635" imgH="2495238" progId="Paint.Picture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3511550"/>
                        <a:ext cx="2400300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12"/>
          <p:cNvGraphicFramePr>
            <a:graphicFrameLocks noChangeAspect="1"/>
          </p:cNvGraphicFramePr>
          <p:nvPr/>
        </p:nvGraphicFramePr>
        <p:xfrm>
          <a:off x="5922963" y="3519488"/>
          <a:ext cx="23717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3" name="位图图像" r:id="rId15" imgW="2371429" imgH="2476190" progId="Paint.Picture">
                  <p:embed/>
                </p:oleObj>
              </mc:Choice>
              <mc:Fallback>
                <p:oleObj name="位图图像" r:id="rId15" imgW="2371429" imgH="2476190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963" y="3519488"/>
                        <a:ext cx="2371725" cy="247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7" name="Text Box 13"/>
          <p:cNvSpPr txBox="1">
            <a:spLocks noChangeArrowheads="1"/>
          </p:cNvSpPr>
          <p:nvPr/>
        </p:nvSpPr>
        <p:spPr bwMode="auto">
          <a:xfrm>
            <a:off x="825500" y="5989638"/>
            <a:ext cx="1377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>
                <a:latin typeface="ISOCPEUR" pitchFamily="34" charset="0"/>
              </a:rPr>
              <a:t>(d)  </a:t>
            </a:r>
            <a:r>
              <a:rPr kumimoji="0" lang="en-US" altLang="zh-CN" sz="2000">
                <a:latin typeface="ISOCPEUR" pitchFamily="34" charset="0"/>
              </a:rPr>
              <a:t>M-N</a:t>
            </a:r>
            <a:endParaRPr kumimoji="0" lang="en-US" altLang="zh-CN" sz="2000" i="0">
              <a:latin typeface="ISOCPEUR" pitchFamily="34" charset="0"/>
            </a:endParaRPr>
          </a:p>
        </p:txBody>
      </p:sp>
      <p:sp>
        <p:nvSpPr>
          <p:cNvPr id="185358" name="Text Box 14"/>
          <p:cNvSpPr txBox="1">
            <a:spLocks noChangeArrowheads="1"/>
          </p:cNvSpPr>
          <p:nvPr/>
        </p:nvSpPr>
        <p:spPr bwMode="auto">
          <a:xfrm>
            <a:off x="3617913" y="5989638"/>
            <a:ext cx="1298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>
                <a:latin typeface="ISOCPEUR" pitchFamily="34" charset="0"/>
              </a:rPr>
              <a:t>(e)  </a:t>
            </a:r>
            <a:r>
              <a:rPr kumimoji="0" lang="en-US" altLang="zh-CN" sz="2000">
                <a:latin typeface="ISOCPEUR" pitchFamily="34" charset="0"/>
              </a:rPr>
              <a:t>N-M</a:t>
            </a:r>
            <a:endParaRPr kumimoji="0" lang="en-US" altLang="zh-CN" sz="2000" i="0">
              <a:latin typeface="ISOCPEUR" pitchFamily="34" charset="0"/>
            </a:endParaRPr>
          </a:p>
        </p:txBody>
      </p:sp>
      <p:grpSp>
        <p:nvGrpSpPr>
          <p:cNvPr id="185359" name="Group 15"/>
          <p:cNvGrpSpPr>
            <a:grpSpLocks/>
          </p:cNvGrpSpPr>
          <p:nvPr/>
        </p:nvGrpSpPr>
        <p:grpSpPr bwMode="auto">
          <a:xfrm>
            <a:off x="6230938" y="5989638"/>
            <a:ext cx="1344612" cy="396875"/>
            <a:chOff x="3674" y="1905"/>
            <a:chExt cx="768" cy="250"/>
          </a:xfrm>
        </p:grpSpPr>
        <p:sp>
          <p:nvSpPr>
            <p:cNvPr id="23569" name="Text Box 16"/>
            <p:cNvSpPr txBox="1">
              <a:spLocks noChangeArrowheads="1"/>
            </p:cNvSpPr>
            <p:nvPr/>
          </p:nvSpPr>
          <p:spPr bwMode="auto">
            <a:xfrm>
              <a:off x="3674" y="1905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0">
                  <a:latin typeface="ISOCPEUR" pitchFamily="34" charset="0"/>
                </a:rPr>
                <a:t>(f)  </a:t>
              </a:r>
              <a:r>
                <a:rPr kumimoji="0" lang="en-US" altLang="zh-CN" sz="2000">
                  <a:latin typeface="ISOCPEUR" pitchFamily="34" charset="0"/>
                </a:rPr>
                <a:t>M    N</a:t>
              </a:r>
              <a:endParaRPr kumimoji="0" lang="en-US" altLang="zh-CN" sz="2000" i="0">
                <a:latin typeface="ISOCPEUR" pitchFamily="34" charset="0"/>
              </a:endParaRPr>
            </a:p>
          </p:txBody>
        </p:sp>
        <p:graphicFrame>
          <p:nvGraphicFramePr>
            <p:cNvPr id="23570" name="Object 17"/>
            <p:cNvGraphicFramePr>
              <a:graphicFrameLocks noChangeAspect="1"/>
            </p:cNvGraphicFramePr>
            <p:nvPr/>
          </p:nvGraphicFramePr>
          <p:xfrm>
            <a:off x="4112" y="1964"/>
            <a:ext cx="13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4" name="位图图像" r:id="rId17" imgW="257007" imgH="266737" progId="Paint.Picture">
                    <p:embed/>
                  </p:oleObj>
                </mc:Choice>
                <mc:Fallback>
                  <p:oleObj name="位图图像" r:id="rId17" imgW="257007" imgH="266737" progId="Paint.Picture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2" y="1964"/>
                          <a:ext cx="132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67" name="Text Box 18"/>
          <p:cNvSpPr txBox="1">
            <a:spLocks noChangeArrowheads="1"/>
          </p:cNvSpPr>
          <p:nvPr/>
        </p:nvSpPr>
        <p:spPr bwMode="auto">
          <a:xfrm>
            <a:off x="209550" y="184150"/>
            <a:ext cx="8794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en-US" altLang="zh-CN" i="0" dirty="0"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i="0" dirty="0" smtClean="0">
                <a:latin typeface="黑体" pitchFamily="2" charset="-122"/>
                <a:ea typeface="黑体" pitchFamily="2" charset="-122"/>
              </a:rPr>
              <a:t>．</a:t>
            </a:r>
            <a:r>
              <a:rPr lang="zh-CN" altLang="en-US" i="0" dirty="0">
                <a:latin typeface="黑体" pitchFamily="2" charset="-122"/>
                <a:ea typeface="黑体" pitchFamily="2" charset="-122"/>
              </a:rPr>
              <a:t>交线分析</a:t>
            </a:r>
            <a:endParaRPr kumimoji="0" lang="zh-CN" altLang="en-US" sz="2800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5363" name="Text Box 19"/>
          <p:cNvSpPr txBox="1">
            <a:spLocks noChangeArrowheads="1"/>
          </p:cNvSpPr>
          <p:nvPr/>
        </p:nvSpPr>
        <p:spPr bwMode="auto">
          <a:xfrm>
            <a:off x="404813" y="6053138"/>
            <a:ext cx="856297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结论</a:t>
            </a:r>
            <a:r>
              <a:rPr kumimoji="0" lang="en-US" altLang="zh-CN" sz="2400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sz="2400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：交并差的类型不影响相贯线的形状，只影响轮廓线。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7" grpId="0"/>
      <p:bldP spid="185358" grpId="0"/>
      <p:bldP spid="1853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E9C125E-1451-40E1-B2AE-C7AE2D6631CF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pic>
        <p:nvPicPr>
          <p:cNvPr id="2" name="圆柱与圆柱相交1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130175"/>
            <a:ext cx="4357688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圆柱与圆柱相交2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3" y="3378200"/>
            <a:ext cx="4451350" cy="333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CD8F479-A69F-431E-822E-EB843A870B53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25603" name="Object 2"/>
          <p:cNvGraphicFramePr>
            <a:graphicFrameLocks noChangeAspect="1"/>
          </p:cNvGraphicFramePr>
          <p:nvPr/>
        </p:nvGraphicFramePr>
        <p:xfrm>
          <a:off x="661988" y="1951038"/>
          <a:ext cx="8164512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6" name="位图图像" r:id="rId3" imgW="8164065" imgH="3409524" progId="Paint.Picture">
                  <p:embed/>
                </p:oleObj>
              </mc:Choice>
              <mc:Fallback>
                <p:oleObj name="位图图像" r:id="rId3" imgW="8164065" imgH="340952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8705"/>
                      <a:stretch>
                        <a:fillRect/>
                      </a:stretch>
                    </p:blipFill>
                    <p:spPr bwMode="auto">
                      <a:xfrm>
                        <a:off x="661988" y="1951038"/>
                        <a:ext cx="8164512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661988" y="0"/>
          <a:ext cx="8164512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7" name="位图图像" r:id="rId5" imgW="8164065" imgH="3409524" progId="Paint.Picture">
                  <p:embed/>
                </p:oleObj>
              </mc:Choice>
              <mc:Fallback>
                <p:oleObj name="位图图像" r:id="rId5" imgW="8164065" imgH="340952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0689"/>
                      <a:stretch>
                        <a:fillRect/>
                      </a:stretch>
                    </p:blipFill>
                    <p:spPr bwMode="auto">
                      <a:xfrm>
                        <a:off x="661988" y="0"/>
                        <a:ext cx="8164512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661988" y="3419475"/>
          <a:ext cx="8164512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8" name="位图图像" r:id="rId6" imgW="8164065" imgH="3428571" progId="Paint.Picture">
                  <p:embed/>
                </p:oleObj>
              </mc:Choice>
              <mc:Fallback>
                <p:oleObj name="位图图像" r:id="rId6" imgW="8164065" imgH="3428571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528" b="50555"/>
                      <a:stretch>
                        <a:fillRect/>
                      </a:stretch>
                    </p:blipFill>
                    <p:spPr bwMode="auto">
                      <a:xfrm>
                        <a:off x="661988" y="3419475"/>
                        <a:ext cx="8164512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661988" y="4738688"/>
          <a:ext cx="8164512" cy="141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9" name="位图图像" r:id="rId8" imgW="8164065" imgH="3428571" progId="Paint.Picture">
                  <p:embed/>
                </p:oleObj>
              </mc:Choice>
              <mc:Fallback>
                <p:oleObj name="位图图像" r:id="rId8" imgW="8164065" imgH="3428571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8842"/>
                      <a:stretch>
                        <a:fillRect/>
                      </a:stretch>
                    </p:blipFill>
                    <p:spPr bwMode="auto">
                      <a:xfrm>
                        <a:off x="661988" y="4738688"/>
                        <a:ext cx="8164512" cy="1411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6"/>
          <p:cNvSpPr txBox="1">
            <a:spLocks noChangeArrowheads="1"/>
          </p:cNvSpPr>
          <p:nvPr/>
        </p:nvSpPr>
        <p:spPr bwMode="auto">
          <a:xfrm>
            <a:off x="309563" y="868363"/>
            <a:ext cx="8834437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相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大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小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线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影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6B20E43-A339-4B39-9205-F8986D07C45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26627" name="Object 2"/>
          <p:cNvGraphicFramePr>
            <a:graphicFrameLocks noChangeAspect="1"/>
          </p:cNvGraphicFramePr>
          <p:nvPr/>
        </p:nvGraphicFramePr>
        <p:xfrm>
          <a:off x="661988" y="1946275"/>
          <a:ext cx="8164512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1" name="位图图像" r:id="rId3" imgW="8164065" imgH="3409524" progId="Paint.Picture">
                  <p:embed/>
                </p:oleObj>
              </mc:Choice>
              <mc:Fallback>
                <p:oleObj name="位图图像" r:id="rId3" imgW="8164065" imgH="340952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8705"/>
                      <a:stretch>
                        <a:fillRect/>
                      </a:stretch>
                    </p:blipFill>
                    <p:spPr bwMode="auto">
                      <a:xfrm>
                        <a:off x="661988" y="1946275"/>
                        <a:ext cx="8164512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3"/>
          <p:cNvGraphicFramePr>
            <a:graphicFrameLocks noChangeAspect="1"/>
          </p:cNvGraphicFramePr>
          <p:nvPr/>
        </p:nvGraphicFramePr>
        <p:xfrm>
          <a:off x="661988" y="-4763"/>
          <a:ext cx="8164512" cy="2022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2" name="位图图像" r:id="rId5" imgW="8164065" imgH="3409524" progId="Paint.Picture">
                  <p:embed/>
                </p:oleObj>
              </mc:Choice>
              <mc:Fallback>
                <p:oleObj name="位图图像" r:id="rId5" imgW="8164065" imgH="340952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0689"/>
                      <a:stretch>
                        <a:fillRect/>
                      </a:stretch>
                    </p:blipFill>
                    <p:spPr bwMode="auto">
                      <a:xfrm>
                        <a:off x="661988" y="-4763"/>
                        <a:ext cx="8164512" cy="2022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309563" y="868363"/>
            <a:ext cx="8834437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相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大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小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线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影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响</a:t>
            </a:r>
          </a:p>
        </p:txBody>
      </p:sp>
      <p:graphicFrame>
        <p:nvGraphicFramePr>
          <p:cNvPr id="187397" name="Object 5"/>
          <p:cNvGraphicFramePr>
            <a:graphicFrameLocks noChangeAspect="1"/>
          </p:cNvGraphicFramePr>
          <p:nvPr/>
        </p:nvGraphicFramePr>
        <p:xfrm>
          <a:off x="1443038" y="3455988"/>
          <a:ext cx="7250112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3" name="位图图像" r:id="rId6" imgW="8190476" imgH="3448531" progId="Paint.Picture">
                  <p:embed/>
                </p:oleObj>
              </mc:Choice>
              <mc:Fallback>
                <p:oleObj name="位图图像" r:id="rId6" imgW="8190476" imgH="3448531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9576" r="11475" b="50874"/>
                      <a:stretch>
                        <a:fillRect/>
                      </a:stretch>
                    </p:blipFill>
                    <p:spPr bwMode="auto">
                      <a:xfrm>
                        <a:off x="1443038" y="3455988"/>
                        <a:ext cx="7250112" cy="1363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6"/>
          <p:cNvGraphicFramePr>
            <a:graphicFrameLocks noChangeAspect="1"/>
          </p:cNvGraphicFramePr>
          <p:nvPr/>
        </p:nvGraphicFramePr>
        <p:xfrm>
          <a:off x="1452563" y="4749800"/>
          <a:ext cx="685641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4" name="位图图像" r:id="rId8" imgW="8190476" imgH="3448531" progId="Paint.Picture">
                  <p:embed/>
                </p:oleObj>
              </mc:Choice>
              <mc:Fallback>
                <p:oleObj name="位图图像" r:id="rId8" imgW="8190476" imgH="3448531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4973" r="16281" b="5341"/>
                      <a:stretch>
                        <a:fillRect/>
                      </a:stretch>
                    </p:blipFill>
                    <p:spPr bwMode="auto">
                      <a:xfrm>
                        <a:off x="1452563" y="4749800"/>
                        <a:ext cx="6856412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9" name="Text Box 7"/>
          <p:cNvSpPr txBox="1">
            <a:spLocks noChangeArrowheads="1"/>
          </p:cNvSpPr>
          <p:nvPr/>
        </p:nvSpPr>
        <p:spPr bwMode="auto">
          <a:xfrm>
            <a:off x="930275" y="6111875"/>
            <a:ext cx="79962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结论</a:t>
            </a:r>
            <a:r>
              <a:rPr kumimoji="0" lang="en-US" altLang="zh-CN" sz="2400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2400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：相贯线总是向着直径较大的圆柱体的轴线弯曲。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C4CA728-FF56-414B-B02D-6BE86F64036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27651" name="Object 2"/>
          <p:cNvGraphicFramePr>
            <a:graphicFrameLocks noChangeAspect="1"/>
          </p:cNvGraphicFramePr>
          <p:nvPr/>
        </p:nvGraphicFramePr>
        <p:xfrm>
          <a:off x="785813" y="2208213"/>
          <a:ext cx="8164512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0" name="位图图像" r:id="rId3" imgW="8164065" imgH="3409524" progId="Paint.Picture">
                  <p:embed/>
                </p:oleObj>
              </mc:Choice>
              <mc:Fallback>
                <p:oleObj name="位图图像" r:id="rId3" imgW="8164065" imgH="340952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8705"/>
                      <a:stretch>
                        <a:fillRect/>
                      </a:stretch>
                    </p:blipFill>
                    <p:spPr bwMode="auto">
                      <a:xfrm>
                        <a:off x="785813" y="2208213"/>
                        <a:ext cx="8164512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9" name="Object 3"/>
          <p:cNvGraphicFramePr>
            <a:graphicFrameLocks noChangeAspect="1"/>
          </p:cNvGraphicFramePr>
          <p:nvPr/>
        </p:nvGraphicFramePr>
        <p:xfrm>
          <a:off x="785813" y="268288"/>
          <a:ext cx="8164512" cy="196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1" name="位图图像" r:id="rId5" imgW="8164065" imgH="3409524" progId="Paint.Picture">
                  <p:embed/>
                </p:oleObj>
              </mc:Choice>
              <mc:Fallback>
                <p:oleObj name="位图图像" r:id="rId5" imgW="8164065" imgH="340952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2505"/>
                      <a:stretch>
                        <a:fillRect/>
                      </a:stretch>
                    </p:blipFill>
                    <p:spPr bwMode="auto">
                      <a:xfrm>
                        <a:off x="785813" y="268288"/>
                        <a:ext cx="8164512" cy="196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842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4" b="50139"/>
          <a:stretch>
            <a:fillRect/>
          </a:stretch>
        </p:blipFill>
        <p:spPr bwMode="auto">
          <a:xfrm>
            <a:off x="788988" y="3765550"/>
            <a:ext cx="8164512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84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80" b="3703"/>
          <a:stretch>
            <a:fillRect/>
          </a:stretch>
        </p:blipFill>
        <p:spPr bwMode="auto">
          <a:xfrm>
            <a:off x="785813" y="5006975"/>
            <a:ext cx="8164512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309563" y="868363"/>
            <a:ext cx="8834437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相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位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置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线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影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55CCF37-5247-4CD9-852E-C2F4CEA82863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189442" name="Object 2"/>
          <p:cNvGraphicFramePr>
            <a:graphicFrameLocks noChangeAspect="1"/>
          </p:cNvGraphicFramePr>
          <p:nvPr/>
        </p:nvGraphicFramePr>
        <p:xfrm>
          <a:off x="836613" y="3748088"/>
          <a:ext cx="8208962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8" name="位图图像" r:id="rId3" imgW="8209524" imgH="3438095" progId="Paint.Picture">
                  <p:embed/>
                </p:oleObj>
              </mc:Choice>
              <mc:Fallback>
                <p:oleObj name="位图图像" r:id="rId3" imgW="8209524" imgH="343809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8727" b="51707"/>
                      <a:stretch>
                        <a:fillRect/>
                      </a:stretch>
                    </p:blipFill>
                    <p:spPr bwMode="auto">
                      <a:xfrm>
                        <a:off x="836613" y="3748088"/>
                        <a:ext cx="8208962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/>
          <p:cNvGraphicFramePr>
            <a:graphicFrameLocks noChangeAspect="1"/>
          </p:cNvGraphicFramePr>
          <p:nvPr/>
        </p:nvGraphicFramePr>
        <p:xfrm>
          <a:off x="842963" y="5135563"/>
          <a:ext cx="8208962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9" name="位图图像" r:id="rId5" imgW="8209524" imgH="3438095" progId="Paint.Picture">
                  <p:embed/>
                </p:oleObj>
              </mc:Choice>
              <mc:Fallback>
                <p:oleObj name="位图图像" r:id="rId5" imgW="8209524" imgH="343809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60019" b="6787"/>
                      <a:stretch>
                        <a:fillRect/>
                      </a:stretch>
                    </p:blipFill>
                    <p:spPr bwMode="auto">
                      <a:xfrm>
                        <a:off x="842963" y="5135563"/>
                        <a:ext cx="8208962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785813" y="2208213"/>
          <a:ext cx="8164512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0" name="位图图像" r:id="rId6" imgW="8164065" imgH="3409524" progId="Paint.Picture">
                  <p:embed/>
                </p:oleObj>
              </mc:Choice>
              <mc:Fallback>
                <p:oleObj name="位图图像" r:id="rId6" imgW="8164065" imgH="3409524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8705"/>
                      <a:stretch>
                        <a:fillRect/>
                      </a:stretch>
                    </p:blipFill>
                    <p:spPr bwMode="auto">
                      <a:xfrm>
                        <a:off x="785813" y="2208213"/>
                        <a:ext cx="8164512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785813" y="268288"/>
          <a:ext cx="8164512" cy="196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1" name="位图图像" r:id="rId8" imgW="8164065" imgH="3409524" progId="Paint.Picture">
                  <p:embed/>
                </p:oleObj>
              </mc:Choice>
              <mc:Fallback>
                <p:oleObj name="位图图像" r:id="rId8" imgW="8164065" imgH="3409524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2505"/>
                      <a:stretch>
                        <a:fillRect/>
                      </a:stretch>
                    </p:blipFill>
                    <p:spPr bwMode="auto">
                      <a:xfrm>
                        <a:off x="785813" y="268288"/>
                        <a:ext cx="8164512" cy="196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309563" y="868363"/>
            <a:ext cx="8834437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相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位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置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线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影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1A435EB-70F8-4FF2-9B9F-FFCF58D9C19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203200" y="377825"/>
            <a:ext cx="8763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四 </a:t>
            </a:r>
            <a:r>
              <a:rPr lang="en-US" altLang="zh-CN" sz="3600" i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600" i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多形体相交</a:t>
            </a:r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661988" y="1722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i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731838" y="567055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i="0">
              <a:solidFill>
                <a:schemeClr val="accent2"/>
              </a:solidFill>
              <a:latin typeface="宋体" pitchFamily="2" charset="-122"/>
            </a:endParaRPr>
          </a:p>
        </p:txBody>
      </p:sp>
      <p:pic>
        <p:nvPicPr>
          <p:cNvPr id="190469" name="Picture 5" descr="柱交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0" t="31538" r="27303" b="11182"/>
          <a:stretch>
            <a:fillRect/>
          </a:stretch>
        </p:blipFill>
        <p:spPr bwMode="auto">
          <a:xfrm>
            <a:off x="3040063" y="1812925"/>
            <a:ext cx="1971675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70" name="Picture 6" descr="书图4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0" t="14336" r="22697" b="6882"/>
          <a:stretch>
            <a:fillRect/>
          </a:stretch>
        </p:blipFill>
        <p:spPr bwMode="auto">
          <a:xfrm>
            <a:off x="506413" y="1781175"/>
            <a:ext cx="2146300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71" name="Picture 7" descr="书4-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5" t="9462" r="25493" b="7454"/>
          <a:stretch>
            <a:fillRect/>
          </a:stretch>
        </p:blipFill>
        <p:spPr bwMode="auto">
          <a:xfrm>
            <a:off x="5430838" y="2379663"/>
            <a:ext cx="3255962" cy="314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72" name="Picture 8" descr="柱交柱-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60" t="12616" r="24342" b="11320"/>
          <a:stretch>
            <a:fillRect/>
          </a:stretch>
        </p:blipFill>
        <p:spPr bwMode="auto">
          <a:xfrm>
            <a:off x="1512888" y="3597275"/>
            <a:ext cx="1970087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5950631-C10F-48E8-917A-4AEE6B5D105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166688" y="396875"/>
            <a:ext cx="8834437" cy="492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解题步骤</a:t>
            </a:r>
            <a:r>
              <a:rPr lang="en-US" altLang="zh-CN" sz="36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 eaLnBrk="1" hangingPunct="1">
              <a:buClrTx/>
              <a:buFontTx/>
              <a:buChar char="•"/>
            </a:pPr>
            <a:r>
              <a:rPr lang="en-US" altLang="zh-CN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分析由何种几何形体表面相交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几何形体间相互位置关系（相交方式）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几何形体的端面（平面）参与相交否？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交线的性质（逐段分析）</a:t>
            </a:r>
            <a:r>
              <a:rPr lang="en-US" altLang="zh-CN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400" i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lnSpc>
                <a:spcPct val="110000"/>
              </a:lnSpc>
              <a:buClrTx/>
              <a:buSzTx/>
              <a:buFontTx/>
              <a:buChar char="•"/>
            </a:pPr>
            <a:r>
              <a:rPr lang="en-US" altLang="zh-CN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哪里有交线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交线的走向趋势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有无已知投影（利用表面积聚性投影）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找点  </a:t>
            </a:r>
            <a:r>
              <a:rPr lang="en-US" altLang="zh-CN" sz="2800" i="0">
                <a:solidFill>
                  <a:srgbClr val="000000"/>
                </a:solidFill>
                <a:ea typeface="黑体" pitchFamily="2" charset="-122"/>
              </a:rPr>
              <a:t>—</a:t>
            </a:r>
            <a:r>
              <a:rPr lang="en-US" altLang="zh-CN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特殊点、中间点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8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完成交线、轮廓线，判断可见性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AA11F1EF-FE83-4720-836B-7CFE367C477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92514" name="Arc 2"/>
          <p:cNvSpPr>
            <a:spLocks/>
          </p:cNvSpPr>
          <p:nvPr/>
        </p:nvSpPr>
        <p:spPr bwMode="auto">
          <a:xfrm flipV="1">
            <a:off x="1822450" y="1492250"/>
            <a:ext cx="1003300" cy="773113"/>
          </a:xfrm>
          <a:custGeom>
            <a:avLst/>
            <a:gdLst>
              <a:gd name="T0" fmla="*/ 0 w 30134"/>
              <a:gd name="T1" fmla="*/ 2147483647 h 21600"/>
              <a:gd name="T2" fmla="*/ 2147483647 w 30134"/>
              <a:gd name="T3" fmla="*/ 2147483647 h 21600"/>
              <a:gd name="T4" fmla="*/ 2147483647 w 30134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134" h="21600" fill="none" extrusionOk="0">
                <a:moveTo>
                  <a:pt x="0" y="6147"/>
                </a:moveTo>
                <a:cubicBezTo>
                  <a:pt x="4035" y="2206"/>
                  <a:pt x="9451" y="-1"/>
                  <a:pt x="15092" y="0"/>
                </a:cubicBezTo>
                <a:cubicBezTo>
                  <a:pt x="20708" y="0"/>
                  <a:pt x="26103" y="2187"/>
                  <a:pt x="30133" y="6098"/>
                </a:cubicBezTo>
              </a:path>
              <a:path w="30134" h="21600" stroke="0" extrusionOk="0">
                <a:moveTo>
                  <a:pt x="0" y="6147"/>
                </a:moveTo>
                <a:cubicBezTo>
                  <a:pt x="4035" y="2206"/>
                  <a:pt x="9451" y="-1"/>
                  <a:pt x="15092" y="0"/>
                </a:cubicBezTo>
                <a:cubicBezTo>
                  <a:pt x="20708" y="0"/>
                  <a:pt x="26103" y="2187"/>
                  <a:pt x="30133" y="6098"/>
                </a:cubicBezTo>
                <a:lnTo>
                  <a:pt x="15092" y="21600"/>
                </a:lnTo>
                <a:lnTo>
                  <a:pt x="0" y="6147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2515" name="Line 3"/>
          <p:cNvSpPr>
            <a:spLocks noChangeShapeType="1"/>
          </p:cNvSpPr>
          <p:nvPr/>
        </p:nvSpPr>
        <p:spPr bwMode="auto">
          <a:xfrm flipH="1">
            <a:off x="1841500" y="1741488"/>
            <a:ext cx="2128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16" name="Line 4"/>
          <p:cNvSpPr>
            <a:spLocks noChangeShapeType="1"/>
          </p:cNvSpPr>
          <p:nvPr/>
        </p:nvSpPr>
        <p:spPr bwMode="auto">
          <a:xfrm flipH="1">
            <a:off x="2328863" y="2257425"/>
            <a:ext cx="2441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17" name="Line 5"/>
          <p:cNvSpPr>
            <a:spLocks noChangeShapeType="1"/>
          </p:cNvSpPr>
          <p:nvPr/>
        </p:nvSpPr>
        <p:spPr bwMode="auto">
          <a:xfrm flipH="1">
            <a:off x="1073150" y="2049463"/>
            <a:ext cx="17922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18" name="Line 6"/>
          <p:cNvSpPr>
            <a:spLocks noChangeShapeType="1"/>
          </p:cNvSpPr>
          <p:nvPr/>
        </p:nvSpPr>
        <p:spPr bwMode="auto">
          <a:xfrm flipH="1">
            <a:off x="1371600" y="2125663"/>
            <a:ext cx="32067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19" name="Line 7"/>
          <p:cNvSpPr>
            <a:spLocks noChangeShapeType="1"/>
          </p:cNvSpPr>
          <p:nvPr/>
        </p:nvSpPr>
        <p:spPr bwMode="auto">
          <a:xfrm flipH="1" flipV="1">
            <a:off x="1924050" y="1746250"/>
            <a:ext cx="1588" cy="393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0" name="Text Box 8"/>
          <p:cNvSpPr txBox="1">
            <a:spLocks noChangeArrowheads="1"/>
          </p:cNvSpPr>
          <p:nvPr/>
        </p:nvSpPr>
        <p:spPr bwMode="auto">
          <a:xfrm>
            <a:off x="5165725" y="3683000"/>
            <a:ext cx="1168400" cy="654050"/>
          </a:xfrm>
          <a:prstGeom prst="rect">
            <a:avLst/>
          </a:prstGeom>
          <a:solidFill>
            <a:srgbClr val="EDD3D3"/>
          </a:solidFill>
          <a:ln w="127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1U2</a:t>
            </a:r>
          </a:p>
        </p:txBody>
      </p:sp>
      <p:sp>
        <p:nvSpPr>
          <p:cNvPr id="192521" name="Text Box 9"/>
          <p:cNvSpPr txBox="1">
            <a:spLocks noChangeArrowheads="1"/>
          </p:cNvSpPr>
          <p:nvPr/>
        </p:nvSpPr>
        <p:spPr bwMode="auto">
          <a:xfrm>
            <a:off x="6750050" y="3848100"/>
            <a:ext cx="1952625" cy="654050"/>
          </a:xfrm>
          <a:prstGeom prst="rect">
            <a:avLst/>
          </a:prstGeom>
          <a:solidFill>
            <a:srgbClr val="EDD3D3"/>
          </a:solidFill>
          <a:ln w="127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1U(3U4)</a:t>
            </a:r>
          </a:p>
        </p:txBody>
      </p:sp>
      <p:sp>
        <p:nvSpPr>
          <p:cNvPr id="192522" name="Text Box 10"/>
          <p:cNvSpPr txBox="1">
            <a:spLocks noChangeArrowheads="1"/>
          </p:cNvSpPr>
          <p:nvPr/>
        </p:nvSpPr>
        <p:spPr bwMode="auto">
          <a:xfrm>
            <a:off x="4567238" y="4576763"/>
            <a:ext cx="1154112" cy="654050"/>
          </a:xfrm>
          <a:prstGeom prst="rect">
            <a:avLst/>
          </a:prstGeom>
          <a:solidFill>
            <a:srgbClr val="EDD3D3"/>
          </a:solidFill>
          <a:ln w="127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2U4</a:t>
            </a:r>
          </a:p>
        </p:txBody>
      </p:sp>
      <p:grpSp>
        <p:nvGrpSpPr>
          <p:cNvPr id="192523" name="Group 11"/>
          <p:cNvGrpSpPr>
            <a:grpSpLocks/>
          </p:cNvGrpSpPr>
          <p:nvPr/>
        </p:nvGrpSpPr>
        <p:grpSpPr bwMode="auto">
          <a:xfrm>
            <a:off x="5029200" y="966788"/>
            <a:ext cx="4114800" cy="2184400"/>
            <a:chOff x="3168" y="617"/>
            <a:chExt cx="2592" cy="1376"/>
          </a:xfrm>
        </p:grpSpPr>
        <p:sp>
          <p:nvSpPr>
            <p:cNvPr id="31804" name="AutoShape 12"/>
            <p:cNvSpPr>
              <a:spLocks noChangeArrowheads="1"/>
            </p:cNvSpPr>
            <p:nvPr/>
          </p:nvSpPr>
          <p:spPr bwMode="auto">
            <a:xfrm>
              <a:off x="3205" y="617"/>
              <a:ext cx="2231" cy="1376"/>
            </a:xfrm>
            <a:prstGeom prst="cloudCallout">
              <a:avLst>
                <a:gd name="adj1" fmla="val -85500"/>
                <a:gd name="adj2" fmla="val 110537"/>
              </a:avLst>
            </a:prstGeom>
            <a:gradFill rotWithShape="0">
              <a:gsLst>
                <a:gs pos="0">
                  <a:srgbClr val="FFFFFF"/>
                </a:gs>
                <a:gs pos="50000">
                  <a:srgbClr val="CCCCFF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i="0">
                <a:solidFill>
                  <a:srgbClr val="9900FF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0">
                  <a:solidFill>
                    <a:srgbClr val="9900FF"/>
                  </a:solidFill>
                  <a:latin typeface="黑体" pitchFamily="2" charset="-122"/>
                  <a:ea typeface="黑体" pitchFamily="2" charset="-122"/>
                </a:rPr>
                <a:t>    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i="0">
                <a:solidFill>
                  <a:srgbClr val="9900FF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805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3168" y="1173"/>
              <a:ext cx="2592" cy="419"/>
            </a:xfrm>
            <a:prstGeom prst="rect">
              <a:avLst/>
            </a:prstGeom>
          </p:spPr>
          <p:txBody>
            <a:bodyPr wrap="none" fromWordArt="1">
              <a:prstTxWarp prst="textDeflateBottom">
                <a:avLst>
                  <a:gd name="adj" fmla="val 76472"/>
                </a:avLst>
              </a:prstTxWarp>
              <a:scene3d>
                <a:camera prst="legacyPerspectiveFront">
                  <a:rot lat="19799991" lon="19439992" rev="0"/>
                </a:camera>
                <a:lightRig rig="legacyNormal2" dir="t"/>
              </a:scene3d>
              <a:sp3d extrusionH="354000" prstMaterial="legacyMatte">
                <a:extrusionClr>
                  <a:srgbClr val="939676"/>
                </a:extrusionClr>
              </a:sp3d>
            </a:bodyPr>
            <a:lstStyle/>
            <a:p>
              <a:r>
                <a:rPr lang="zh-CN" altLang="en-US" sz="3600" kern="10">
                  <a:ln w="9525"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66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宋体"/>
                  <a:ea typeface="宋体"/>
                </a:rPr>
                <a:t>哪些表面两两相交？</a:t>
              </a:r>
            </a:p>
          </p:txBody>
        </p:sp>
      </p:grpSp>
      <p:sp>
        <p:nvSpPr>
          <p:cNvPr id="192526" name="Line 14"/>
          <p:cNvSpPr>
            <a:spLocks noChangeShapeType="1"/>
          </p:cNvSpPr>
          <p:nvPr/>
        </p:nvSpPr>
        <p:spPr bwMode="auto">
          <a:xfrm flipV="1">
            <a:off x="1931988" y="2130425"/>
            <a:ext cx="0" cy="300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7" name="Line 15"/>
          <p:cNvSpPr>
            <a:spLocks noChangeShapeType="1"/>
          </p:cNvSpPr>
          <p:nvPr/>
        </p:nvSpPr>
        <p:spPr bwMode="auto">
          <a:xfrm>
            <a:off x="1373188" y="2132013"/>
            <a:ext cx="546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8" name="Arc 16"/>
          <p:cNvSpPr>
            <a:spLocks/>
          </p:cNvSpPr>
          <p:nvPr/>
        </p:nvSpPr>
        <p:spPr bwMode="auto">
          <a:xfrm flipH="1" flipV="1">
            <a:off x="1073150" y="2041525"/>
            <a:ext cx="320675" cy="88900"/>
          </a:xfrm>
          <a:custGeom>
            <a:avLst/>
            <a:gdLst>
              <a:gd name="T0" fmla="*/ 733168809 w 21516"/>
              <a:gd name="T1" fmla="*/ 0 h 21577"/>
              <a:gd name="T2" fmla="*/ 2147483647 w 21516"/>
              <a:gd name="T3" fmla="*/ 23353878 h 21577"/>
              <a:gd name="T4" fmla="*/ 0 w 21516"/>
              <a:gd name="T5" fmla="*/ 25617929 h 215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16" h="21577" fill="none" extrusionOk="0">
                <a:moveTo>
                  <a:pt x="996" y="0"/>
                </a:moveTo>
                <a:cubicBezTo>
                  <a:pt x="11794" y="498"/>
                  <a:pt x="20561" y="8902"/>
                  <a:pt x="21515" y="19670"/>
                </a:cubicBezTo>
              </a:path>
              <a:path w="21516" h="21577" stroke="0" extrusionOk="0">
                <a:moveTo>
                  <a:pt x="996" y="0"/>
                </a:moveTo>
                <a:cubicBezTo>
                  <a:pt x="11794" y="498"/>
                  <a:pt x="20561" y="8902"/>
                  <a:pt x="21515" y="19670"/>
                </a:cubicBezTo>
                <a:lnTo>
                  <a:pt x="0" y="21577"/>
                </a:lnTo>
                <a:lnTo>
                  <a:pt x="996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92529" name="Group 17"/>
          <p:cNvGrpSpPr>
            <a:grpSpLocks/>
          </p:cNvGrpSpPr>
          <p:nvPr/>
        </p:nvGrpSpPr>
        <p:grpSpPr bwMode="auto">
          <a:xfrm>
            <a:off x="744538" y="1471613"/>
            <a:ext cx="2557462" cy="2033587"/>
            <a:chOff x="469" y="927"/>
            <a:chExt cx="1611" cy="1281"/>
          </a:xfrm>
        </p:grpSpPr>
        <p:sp>
          <p:nvSpPr>
            <p:cNvPr id="31800" name="Line 18"/>
            <p:cNvSpPr>
              <a:spLocks noChangeShapeType="1"/>
            </p:cNvSpPr>
            <p:nvPr/>
          </p:nvSpPr>
          <p:spPr bwMode="auto">
            <a:xfrm>
              <a:off x="868" y="100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1" name="Line 19"/>
            <p:cNvSpPr>
              <a:spLocks noChangeShapeType="1"/>
            </p:cNvSpPr>
            <p:nvPr/>
          </p:nvSpPr>
          <p:spPr bwMode="auto">
            <a:xfrm>
              <a:off x="469" y="1752"/>
              <a:ext cx="16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2" name="Line 20"/>
            <p:cNvSpPr>
              <a:spLocks noChangeShapeType="1"/>
            </p:cNvSpPr>
            <p:nvPr/>
          </p:nvSpPr>
          <p:spPr bwMode="auto">
            <a:xfrm>
              <a:off x="1467" y="927"/>
              <a:ext cx="0" cy="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3" name="Freeform 21"/>
            <p:cNvSpPr>
              <a:spLocks/>
            </p:cNvSpPr>
            <p:nvPr/>
          </p:nvSpPr>
          <p:spPr bwMode="auto">
            <a:xfrm>
              <a:off x="530" y="1012"/>
              <a:ext cx="1487" cy="1196"/>
            </a:xfrm>
            <a:custGeom>
              <a:avLst/>
              <a:gdLst>
                <a:gd name="T0" fmla="*/ 0 w 1487"/>
                <a:gd name="T1" fmla="*/ 1196 h 1196"/>
                <a:gd name="T2" fmla="*/ 0 w 1487"/>
                <a:gd name="T3" fmla="*/ 284 h 1196"/>
                <a:gd name="T4" fmla="*/ 143 w 1487"/>
                <a:gd name="T5" fmla="*/ 284 h 1196"/>
                <a:gd name="T6" fmla="*/ 143 w 1487"/>
                <a:gd name="T7" fmla="*/ 92 h 1196"/>
                <a:gd name="T8" fmla="*/ 622 w 1487"/>
                <a:gd name="T9" fmla="*/ 92 h 1196"/>
                <a:gd name="T10" fmla="*/ 622 w 1487"/>
                <a:gd name="T11" fmla="*/ 0 h 1196"/>
                <a:gd name="T12" fmla="*/ 1251 w 1487"/>
                <a:gd name="T13" fmla="*/ 0 h 1196"/>
                <a:gd name="T14" fmla="*/ 1251 w 1487"/>
                <a:gd name="T15" fmla="*/ 284 h 1196"/>
                <a:gd name="T16" fmla="*/ 1487 w 1487"/>
                <a:gd name="T17" fmla="*/ 284 h 1196"/>
                <a:gd name="T18" fmla="*/ 1487 w 1487"/>
                <a:gd name="T19" fmla="*/ 1196 h 1196"/>
                <a:gd name="T20" fmla="*/ 0 w 1487"/>
                <a:gd name="T21" fmla="*/ 1196 h 11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87" h="1196">
                  <a:moveTo>
                    <a:pt x="0" y="1196"/>
                  </a:moveTo>
                  <a:lnTo>
                    <a:pt x="0" y="284"/>
                  </a:lnTo>
                  <a:lnTo>
                    <a:pt x="143" y="284"/>
                  </a:lnTo>
                  <a:lnTo>
                    <a:pt x="143" y="92"/>
                  </a:lnTo>
                  <a:lnTo>
                    <a:pt x="622" y="92"/>
                  </a:lnTo>
                  <a:lnTo>
                    <a:pt x="622" y="0"/>
                  </a:lnTo>
                  <a:lnTo>
                    <a:pt x="1251" y="0"/>
                  </a:lnTo>
                  <a:lnTo>
                    <a:pt x="1251" y="284"/>
                  </a:lnTo>
                  <a:lnTo>
                    <a:pt x="1487" y="284"/>
                  </a:lnTo>
                  <a:lnTo>
                    <a:pt x="1487" y="1196"/>
                  </a:lnTo>
                  <a:lnTo>
                    <a:pt x="0" y="1196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2534" name="Arc 22"/>
          <p:cNvSpPr>
            <a:spLocks/>
          </p:cNvSpPr>
          <p:nvPr/>
        </p:nvSpPr>
        <p:spPr bwMode="auto">
          <a:xfrm flipV="1">
            <a:off x="1920875" y="1490663"/>
            <a:ext cx="904875" cy="773112"/>
          </a:xfrm>
          <a:custGeom>
            <a:avLst/>
            <a:gdLst>
              <a:gd name="T0" fmla="*/ 0 w 27220"/>
              <a:gd name="T1" fmla="*/ 2147483647 h 21600"/>
              <a:gd name="T2" fmla="*/ 2147483647 w 27220"/>
              <a:gd name="T3" fmla="*/ 2147483647 h 21600"/>
              <a:gd name="T4" fmla="*/ 2147483647 w 2722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220" h="21600" fill="none" extrusionOk="0">
                <a:moveTo>
                  <a:pt x="0" y="3760"/>
                </a:moveTo>
                <a:cubicBezTo>
                  <a:pt x="3588" y="1310"/>
                  <a:pt x="7832" y="-1"/>
                  <a:pt x="12178" y="0"/>
                </a:cubicBezTo>
                <a:cubicBezTo>
                  <a:pt x="17794" y="0"/>
                  <a:pt x="23189" y="2187"/>
                  <a:pt x="27219" y="6098"/>
                </a:cubicBezTo>
              </a:path>
              <a:path w="27220" h="21600" stroke="0" extrusionOk="0">
                <a:moveTo>
                  <a:pt x="0" y="3760"/>
                </a:moveTo>
                <a:cubicBezTo>
                  <a:pt x="3588" y="1310"/>
                  <a:pt x="7832" y="-1"/>
                  <a:pt x="12178" y="0"/>
                </a:cubicBezTo>
                <a:cubicBezTo>
                  <a:pt x="17794" y="0"/>
                  <a:pt x="23189" y="2187"/>
                  <a:pt x="27219" y="6098"/>
                </a:cubicBezTo>
                <a:lnTo>
                  <a:pt x="12178" y="21600"/>
                </a:lnTo>
                <a:lnTo>
                  <a:pt x="0" y="376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92535" name="Group 23"/>
          <p:cNvGrpSpPr>
            <a:grpSpLocks/>
          </p:cNvGrpSpPr>
          <p:nvPr/>
        </p:nvGrpSpPr>
        <p:grpSpPr bwMode="auto">
          <a:xfrm>
            <a:off x="3462338" y="1504950"/>
            <a:ext cx="1647825" cy="2152650"/>
            <a:chOff x="2181" y="948"/>
            <a:chExt cx="1038" cy="1356"/>
          </a:xfrm>
        </p:grpSpPr>
        <p:sp>
          <p:nvSpPr>
            <p:cNvPr id="31795" name="Line 24"/>
            <p:cNvSpPr>
              <a:spLocks noChangeShapeType="1"/>
            </p:cNvSpPr>
            <p:nvPr/>
          </p:nvSpPr>
          <p:spPr bwMode="auto">
            <a:xfrm>
              <a:off x="2692" y="948"/>
              <a:ext cx="0" cy="1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6" name="Oval 25"/>
            <p:cNvSpPr>
              <a:spLocks noChangeArrowheads="1"/>
            </p:cNvSpPr>
            <p:nvPr/>
          </p:nvSpPr>
          <p:spPr bwMode="auto">
            <a:xfrm>
              <a:off x="2240" y="1296"/>
              <a:ext cx="900" cy="9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31797" name="Freeform 26"/>
            <p:cNvSpPr>
              <a:spLocks/>
            </p:cNvSpPr>
            <p:nvPr/>
          </p:nvSpPr>
          <p:spPr bwMode="auto">
            <a:xfrm>
              <a:off x="2378" y="1005"/>
              <a:ext cx="625" cy="415"/>
            </a:xfrm>
            <a:custGeom>
              <a:avLst/>
              <a:gdLst>
                <a:gd name="T0" fmla="*/ 0 w 625"/>
                <a:gd name="T1" fmla="*/ 415 h 415"/>
                <a:gd name="T2" fmla="*/ 0 w 625"/>
                <a:gd name="T3" fmla="*/ 0 h 415"/>
                <a:gd name="T4" fmla="*/ 625 w 625"/>
                <a:gd name="T5" fmla="*/ 3 h 415"/>
                <a:gd name="T6" fmla="*/ 625 w 625"/>
                <a:gd name="T7" fmla="*/ 415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5" h="415">
                  <a:moveTo>
                    <a:pt x="0" y="415"/>
                  </a:moveTo>
                  <a:lnTo>
                    <a:pt x="0" y="0"/>
                  </a:lnTo>
                  <a:lnTo>
                    <a:pt x="625" y="3"/>
                  </a:lnTo>
                  <a:lnTo>
                    <a:pt x="625" y="41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98" name="Freeform 27"/>
            <p:cNvSpPr>
              <a:spLocks/>
            </p:cNvSpPr>
            <p:nvPr/>
          </p:nvSpPr>
          <p:spPr bwMode="auto">
            <a:xfrm>
              <a:off x="2499" y="1107"/>
              <a:ext cx="386" cy="233"/>
            </a:xfrm>
            <a:custGeom>
              <a:avLst/>
              <a:gdLst>
                <a:gd name="T0" fmla="*/ 0 w 386"/>
                <a:gd name="T1" fmla="*/ 233 h 233"/>
                <a:gd name="T2" fmla="*/ 0 w 386"/>
                <a:gd name="T3" fmla="*/ 0 h 233"/>
                <a:gd name="T4" fmla="*/ 386 w 386"/>
                <a:gd name="T5" fmla="*/ 0 h 233"/>
                <a:gd name="T6" fmla="*/ 386 w 386"/>
                <a:gd name="T7" fmla="*/ 230 h 2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6" h="233">
                  <a:moveTo>
                    <a:pt x="0" y="233"/>
                  </a:moveTo>
                  <a:lnTo>
                    <a:pt x="0" y="0"/>
                  </a:lnTo>
                  <a:lnTo>
                    <a:pt x="386" y="0"/>
                  </a:lnTo>
                  <a:lnTo>
                    <a:pt x="386" y="23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99" name="Line 28"/>
            <p:cNvSpPr>
              <a:spLocks noChangeShapeType="1"/>
            </p:cNvSpPr>
            <p:nvPr/>
          </p:nvSpPr>
          <p:spPr bwMode="auto">
            <a:xfrm>
              <a:off x="2181" y="1752"/>
              <a:ext cx="1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2541" name="Group 29"/>
          <p:cNvGrpSpPr>
            <a:grpSpLocks/>
          </p:cNvGrpSpPr>
          <p:nvPr/>
        </p:nvGrpSpPr>
        <p:grpSpPr bwMode="auto">
          <a:xfrm>
            <a:off x="725488" y="4114800"/>
            <a:ext cx="2595562" cy="1447800"/>
            <a:chOff x="457" y="2592"/>
            <a:chExt cx="1635" cy="912"/>
          </a:xfrm>
        </p:grpSpPr>
        <p:sp>
          <p:nvSpPr>
            <p:cNvPr id="31787" name="Line 30"/>
            <p:cNvSpPr>
              <a:spLocks noChangeShapeType="1"/>
            </p:cNvSpPr>
            <p:nvPr/>
          </p:nvSpPr>
          <p:spPr bwMode="auto">
            <a:xfrm>
              <a:off x="864" y="2859"/>
              <a:ext cx="3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8" name="Line 31"/>
            <p:cNvSpPr>
              <a:spLocks noChangeShapeType="1"/>
            </p:cNvSpPr>
            <p:nvPr/>
          </p:nvSpPr>
          <p:spPr bwMode="auto">
            <a:xfrm>
              <a:off x="868" y="3240"/>
              <a:ext cx="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9" name="Oval 32"/>
            <p:cNvSpPr>
              <a:spLocks noChangeArrowheads="1"/>
            </p:cNvSpPr>
            <p:nvPr/>
          </p:nvSpPr>
          <p:spPr bwMode="auto">
            <a:xfrm>
              <a:off x="1156" y="2736"/>
              <a:ext cx="624" cy="6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31790" name="Line 33"/>
            <p:cNvSpPr>
              <a:spLocks noChangeShapeType="1"/>
            </p:cNvSpPr>
            <p:nvPr/>
          </p:nvSpPr>
          <p:spPr bwMode="auto">
            <a:xfrm>
              <a:off x="1468" y="2676"/>
              <a:ext cx="0" cy="7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1" name="Line 34"/>
            <p:cNvSpPr>
              <a:spLocks noChangeShapeType="1"/>
            </p:cNvSpPr>
            <p:nvPr/>
          </p:nvSpPr>
          <p:spPr bwMode="auto">
            <a:xfrm>
              <a:off x="868" y="278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2" name="Line 35"/>
            <p:cNvSpPr>
              <a:spLocks noChangeShapeType="1"/>
            </p:cNvSpPr>
            <p:nvPr/>
          </p:nvSpPr>
          <p:spPr bwMode="auto">
            <a:xfrm>
              <a:off x="457" y="3048"/>
              <a:ext cx="1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3" name="Arc 36"/>
            <p:cNvSpPr>
              <a:spLocks/>
            </p:cNvSpPr>
            <p:nvPr/>
          </p:nvSpPr>
          <p:spPr bwMode="auto">
            <a:xfrm>
              <a:off x="678" y="2855"/>
              <a:ext cx="191" cy="385"/>
            </a:xfrm>
            <a:custGeom>
              <a:avLst/>
              <a:gdLst>
                <a:gd name="T0" fmla="*/ 0 w 21600"/>
                <a:gd name="T1" fmla="*/ 0 h 43196"/>
                <a:gd name="T2" fmla="*/ 0 w 21600"/>
                <a:gd name="T3" fmla="*/ 0 h 43196"/>
                <a:gd name="T4" fmla="*/ 0 w 21600"/>
                <a:gd name="T5" fmla="*/ 0 h 431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6" fill="none" extrusionOk="0">
                  <a:moveTo>
                    <a:pt x="21600" y="43196"/>
                  </a:moveTo>
                  <a:cubicBezTo>
                    <a:pt x="9670" y="43196"/>
                    <a:pt x="0" y="33525"/>
                    <a:pt x="0" y="21596"/>
                  </a:cubicBezTo>
                  <a:cubicBezTo>
                    <a:pt x="-1" y="9835"/>
                    <a:pt x="9408" y="236"/>
                    <a:pt x="21166" y="0"/>
                  </a:cubicBezTo>
                </a:path>
                <a:path w="21600" h="43196" stroke="0" extrusionOk="0">
                  <a:moveTo>
                    <a:pt x="21600" y="43196"/>
                  </a:moveTo>
                  <a:cubicBezTo>
                    <a:pt x="9670" y="43196"/>
                    <a:pt x="0" y="33525"/>
                    <a:pt x="0" y="21596"/>
                  </a:cubicBezTo>
                  <a:cubicBezTo>
                    <a:pt x="-1" y="9835"/>
                    <a:pt x="9408" y="236"/>
                    <a:pt x="21166" y="0"/>
                  </a:cubicBezTo>
                  <a:lnTo>
                    <a:pt x="21600" y="21596"/>
                  </a:lnTo>
                  <a:lnTo>
                    <a:pt x="21600" y="4319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94" name="Rectangle 37"/>
            <p:cNvSpPr>
              <a:spLocks noChangeArrowheads="1"/>
            </p:cNvSpPr>
            <p:nvPr/>
          </p:nvSpPr>
          <p:spPr bwMode="auto">
            <a:xfrm>
              <a:off x="532" y="2592"/>
              <a:ext cx="1488" cy="9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192550" name="Line 38"/>
          <p:cNvSpPr>
            <a:spLocks noChangeShapeType="1"/>
          </p:cNvSpPr>
          <p:nvPr/>
        </p:nvSpPr>
        <p:spPr bwMode="auto">
          <a:xfrm>
            <a:off x="1828800" y="1752600"/>
            <a:ext cx="0" cy="2984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2551" name="AutoShape 39"/>
          <p:cNvSpPr>
            <a:spLocks noChangeArrowheads="1"/>
          </p:cNvSpPr>
          <p:nvPr/>
        </p:nvSpPr>
        <p:spPr bwMode="auto">
          <a:xfrm flipV="1">
            <a:off x="495300" y="879475"/>
            <a:ext cx="617538" cy="466725"/>
          </a:xfrm>
          <a:prstGeom prst="wedgeEllipseCallout">
            <a:avLst>
              <a:gd name="adj1" fmla="val 63880"/>
              <a:gd name="adj2" fmla="val -169731"/>
            </a:avLst>
          </a:prstGeom>
          <a:solidFill>
            <a:srgbClr val="EDD3D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3</a:t>
            </a:r>
          </a:p>
        </p:txBody>
      </p:sp>
      <p:sp>
        <p:nvSpPr>
          <p:cNvPr id="192552" name="AutoShape 40"/>
          <p:cNvSpPr>
            <a:spLocks noChangeArrowheads="1"/>
          </p:cNvSpPr>
          <p:nvPr/>
        </p:nvSpPr>
        <p:spPr bwMode="auto">
          <a:xfrm>
            <a:off x="2693988" y="922338"/>
            <a:ext cx="527050" cy="504825"/>
          </a:xfrm>
          <a:prstGeom prst="wedgeEllipseCallout">
            <a:avLst>
              <a:gd name="adj1" fmla="val -66565"/>
              <a:gd name="adj2" fmla="val 129245"/>
            </a:avLst>
          </a:prstGeom>
          <a:solidFill>
            <a:srgbClr val="EDD3D3"/>
          </a:solidFill>
          <a:ln w="9525">
            <a:solidFill>
              <a:srgbClr val="CC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</a:t>
            </a:r>
          </a:p>
        </p:txBody>
      </p:sp>
      <p:sp>
        <p:nvSpPr>
          <p:cNvPr id="192553" name="AutoShape 41"/>
          <p:cNvSpPr>
            <a:spLocks noChangeArrowheads="1"/>
          </p:cNvSpPr>
          <p:nvPr/>
        </p:nvSpPr>
        <p:spPr bwMode="auto">
          <a:xfrm>
            <a:off x="3200400" y="3463925"/>
            <a:ext cx="623888" cy="581025"/>
          </a:xfrm>
          <a:prstGeom prst="wedgeEllipseCallout">
            <a:avLst>
              <a:gd name="adj1" fmla="val -86389"/>
              <a:gd name="adj2" fmla="val -207375"/>
            </a:avLst>
          </a:prstGeom>
          <a:solidFill>
            <a:srgbClr val="EDD3D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</a:t>
            </a:r>
          </a:p>
        </p:txBody>
      </p:sp>
      <p:grpSp>
        <p:nvGrpSpPr>
          <p:cNvPr id="192554" name="Group 42"/>
          <p:cNvGrpSpPr>
            <a:grpSpLocks/>
          </p:cNvGrpSpPr>
          <p:nvPr/>
        </p:nvGrpSpPr>
        <p:grpSpPr bwMode="auto">
          <a:xfrm>
            <a:off x="1071563" y="2055813"/>
            <a:ext cx="3505200" cy="3082925"/>
            <a:chOff x="675" y="1295"/>
            <a:chExt cx="2208" cy="1942"/>
          </a:xfrm>
        </p:grpSpPr>
        <p:sp>
          <p:nvSpPr>
            <p:cNvPr id="31783" name="Arc 43"/>
            <p:cNvSpPr>
              <a:spLocks/>
            </p:cNvSpPr>
            <p:nvPr/>
          </p:nvSpPr>
          <p:spPr bwMode="auto">
            <a:xfrm flipH="1" flipV="1">
              <a:off x="675" y="2855"/>
              <a:ext cx="193" cy="381"/>
            </a:xfrm>
            <a:custGeom>
              <a:avLst/>
              <a:gdLst>
                <a:gd name="T0" fmla="*/ 0 w 22056"/>
                <a:gd name="T1" fmla="*/ 0 h 43199"/>
                <a:gd name="T2" fmla="*/ 0 w 22056"/>
                <a:gd name="T3" fmla="*/ 0 h 43199"/>
                <a:gd name="T4" fmla="*/ 0 w 22056"/>
                <a:gd name="T5" fmla="*/ 0 h 431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056" h="43199" fill="none" extrusionOk="0">
                  <a:moveTo>
                    <a:pt x="-1" y="4"/>
                  </a:moveTo>
                  <a:cubicBezTo>
                    <a:pt x="151" y="1"/>
                    <a:pt x="303" y="-1"/>
                    <a:pt x="456" y="0"/>
                  </a:cubicBezTo>
                  <a:cubicBezTo>
                    <a:pt x="12385" y="0"/>
                    <a:pt x="22056" y="9670"/>
                    <a:pt x="22056" y="21600"/>
                  </a:cubicBezTo>
                  <a:cubicBezTo>
                    <a:pt x="22056" y="33440"/>
                    <a:pt x="12524" y="43073"/>
                    <a:pt x="684" y="43198"/>
                  </a:cubicBezTo>
                </a:path>
                <a:path w="22056" h="43199" stroke="0" extrusionOk="0">
                  <a:moveTo>
                    <a:pt x="-1" y="4"/>
                  </a:moveTo>
                  <a:cubicBezTo>
                    <a:pt x="151" y="1"/>
                    <a:pt x="303" y="-1"/>
                    <a:pt x="456" y="0"/>
                  </a:cubicBezTo>
                  <a:cubicBezTo>
                    <a:pt x="12385" y="0"/>
                    <a:pt x="22056" y="9670"/>
                    <a:pt x="22056" y="21600"/>
                  </a:cubicBezTo>
                  <a:cubicBezTo>
                    <a:pt x="22056" y="33440"/>
                    <a:pt x="12524" y="43073"/>
                    <a:pt x="684" y="43198"/>
                  </a:cubicBezTo>
                  <a:lnTo>
                    <a:pt x="456" y="21600"/>
                  </a:lnTo>
                  <a:lnTo>
                    <a:pt x="-1" y="4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4" name="Line 44"/>
            <p:cNvSpPr>
              <a:spLocks noChangeShapeType="1"/>
            </p:cNvSpPr>
            <p:nvPr/>
          </p:nvSpPr>
          <p:spPr bwMode="auto">
            <a:xfrm>
              <a:off x="861" y="2856"/>
              <a:ext cx="3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5" name="Line 45"/>
            <p:cNvSpPr>
              <a:spLocks noChangeShapeType="1"/>
            </p:cNvSpPr>
            <p:nvPr/>
          </p:nvSpPr>
          <p:spPr bwMode="auto">
            <a:xfrm>
              <a:off x="864" y="3237"/>
              <a:ext cx="35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6" name="Arc 46"/>
            <p:cNvSpPr>
              <a:spLocks/>
            </p:cNvSpPr>
            <p:nvPr/>
          </p:nvSpPr>
          <p:spPr bwMode="auto">
            <a:xfrm>
              <a:off x="2496" y="1295"/>
              <a:ext cx="387" cy="447"/>
            </a:xfrm>
            <a:custGeom>
              <a:avLst/>
              <a:gdLst>
                <a:gd name="T0" fmla="*/ 0 w 18682"/>
                <a:gd name="T1" fmla="*/ 0 h 21600"/>
                <a:gd name="T2" fmla="*/ 0 w 18682"/>
                <a:gd name="T3" fmla="*/ 0 h 21600"/>
                <a:gd name="T4" fmla="*/ 0 w 1868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682" h="21600" fill="none" extrusionOk="0">
                  <a:moveTo>
                    <a:pt x="-1" y="2167"/>
                  </a:moveTo>
                  <a:cubicBezTo>
                    <a:pt x="2939" y="741"/>
                    <a:pt x="6163" y="-1"/>
                    <a:pt x="9431" y="0"/>
                  </a:cubicBezTo>
                  <a:cubicBezTo>
                    <a:pt x="12630" y="0"/>
                    <a:pt x="15790" y="710"/>
                    <a:pt x="18681" y="2081"/>
                  </a:cubicBezTo>
                </a:path>
                <a:path w="18682" h="21600" stroke="0" extrusionOk="0">
                  <a:moveTo>
                    <a:pt x="-1" y="2167"/>
                  </a:moveTo>
                  <a:cubicBezTo>
                    <a:pt x="2939" y="741"/>
                    <a:pt x="6163" y="-1"/>
                    <a:pt x="9431" y="0"/>
                  </a:cubicBezTo>
                  <a:cubicBezTo>
                    <a:pt x="12630" y="0"/>
                    <a:pt x="15790" y="710"/>
                    <a:pt x="18681" y="2081"/>
                  </a:cubicBezTo>
                  <a:lnTo>
                    <a:pt x="9431" y="21600"/>
                  </a:lnTo>
                  <a:lnTo>
                    <a:pt x="-1" y="216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2559" name="Group 47"/>
          <p:cNvGrpSpPr>
            <a:grpSpLocks/>
          </p:cNvGrpSpPr>
          <p:nvPr/>
        </p:nvGrpSpPr>
        <p:grpSpPr bwMode="auto">
          <a:xfrm>
            <a:off x="1835150" y="1762125"/>
            <a:ext cx="2743200" cy="3389313"/>
            <a:chOff x="1156" y="1110"/>
            <a:chExt cx="1728" cy="2135"/>
          </a:xfrm>
        </p:grpSpPr>
        <p:sp>
          <p:nvSpPr>
            <p:cNvPr id="31781" name="Arc 48"/>
            <p:cNvSpPr>
              <a:spLocks/>
            </p:cNvSpPr>
            <p:nvPr/>
          </p:nvSpPr>
          <p:spPr bwMode="auto">
            <a:xfrm>
              <a:off x="1156" y="2856"/>
              <a:ext cx="318" cy="389"/>
            </a:xfrm>
            <a:custGeom>
              <a:avLst/>
              <a:gdLst>
                <a:gd name="T0" fmla="*/ 0 w 21600"/>
                <a:gd name="T1" fmla="*/ 0 h 26419"/>
                <a:gd name="T2" fmla="*/ 0 w 21600"/>
                <a:gd name="T3" fmla="*/ 0 h 26419"/>
                <a:gd name="T4" fmla="*/ 0 w 21600"/>
                <a:gd name="T5" fmla="*/ 0 h 264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6419" fill="none" extrusionOk="0">
                  <a:moveTo>
                    <a:pt x="4484" y="26418"/>
                  </a:moveTo>
                  <a:cubicBezTo>
                    <a:pt x="1576" y="22642"/>
                    <a:pt x="0" y="18009"/>
                    <a:pt x="0" y="13243"/>
                  </a:cubicBezTo>
                  <a:cubicBezTo>
                    <a:pt x="-1" y="8447"/>
                    <a:pt x="1595" y="3788"/>
                    <a:pt x="4535" y="-1"/>
                  </a:cubicBezTo>
                </a:path>
                <a:path w="21600" h="26419" stroke="0" extrusionOk="0">
                  <a:moveTo>
                    <a:pt x="4484" y="26418"/>
                  </a:moveTo>
                  <a:cubicBezTo>
                    <a:pt x="1576" y="22642"/>
                    <a:pt x="0" y="18009"/>
                    <a:pt x="0" y="13243"/>
                  </a:cubicBezTo>
                  <a:cubicBezTo>
                    <a:pt x="-1" y="8447"/>
                    <a:pt x="1595" y="3788"/>
                    <a:pt x="4535" y="-1"/>
                  </a:cubicBezTo>
                  <a:lnTo>
                    <a:pt x="21600" y="13243"/>
                  </a:lnTo>
                  <a:lnTo>
                    <a:pt x="4484" y="26418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2" name="Line 49"/>
            <p:cNvSpPr>
              <a:spLocks noChangeShapeType="1"/>
            </p:cNvSpPr>
            <p:nvPr/>
          </p:nvSpPr>
          <p:spPr bwMode="auto">
            <a:xfrm>
              <a:off x="2496" y="1110"/>
              <a:ext cx="3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2562" name="Group 50"/>
          <p:cNvGrpSpPr>
            <a:grpSpLocks/>
          </p:cNvGrpSpPr>
          <p:nvPr/>
        </p:nvGrpSpPr>
        <p:grpSpPr bwMode="auto">
          <a:xfrm>
            <a:off x="1925638" y="2055813"/>
            <a:ext cx="2836862" cy="3284537"/>
            <a:chOff x="1213" y="1295"/>
            <a:chExt cx="1787" cy="2069"/>
          </a:xfrm>
        </p:grpSpPr>
        <p:sp>
          <p:nvSpPr>
            <p:cNvPr id="31779" name="Arc 51"/>
            <p:cNvSpPr>
              <a:spLocks/>
            </p:cNvSpPr>
            <p:nvPr/>
          </p:nvSpPr>
          <p:spPr bwMode="auto">
            <a:xfrm>
              <a:off x="1213" y="2733"/>
              <a:ext cx="569" cy="631"/>
            </a:xfrm>
            <a:custGeom>
              <a:avLst/>
              <a:gdLst>
                <a:gd name="T0" fmla="*/ 0 w 38932"/>
                <a:gd name="T1" fmla="*/ 0 h 43200"/>
                <a:gd name="T2" fmla="*/ 0 w 38932"/>
                <a:gd name="T3" fmla="*/ 0 h 43200"/>
                <a:gd name="T4" fmla="*/ 0 w 3893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932" h="43200" fill="none" extrusionOk="0">
                  <a:moveTo>
                    <a:pt x="-1" y="8709"/>
                  </a:moveTo>
                  <a:cubicBezTo>
                    <a:pt x="4075" y="3229"/>
                    <a:pt x="10502" y="-1"/>
                    <a:pt x="17332" y="0"/>
                  </a:cubicBezTo>
                  <a:cubicBezTo>
                    <a:pt x="29261" y="0"/>
                    <a:pt x="38932" y="9670"/>
                    <a:pt x="38932" y="21600"/>
                  </a:cubicBezTo>
                  <a:cubicBezTo>
                    <a:pt x="38932" y="33529"/>
                    <a:pt x="29261" y="43200"/>
                    <a:pt x="17332" y="43200"/>
                  </a:cubicBezTo>
                  <a:cubicBezTo>
                    <a:pt x="10504" y="43200"/>
                    <a:pt x="4079" y="39972"/>
                    <a:pt x="3" y="34495"/>
                  </a:cubicBezTo>
                </a:path>
                <a:path w="38932" h="43200" stroke="0" extrusionOk="0">
                  <a:moveTo>
                    <a:pt x="-1" y="8709"/>
                  </a:moveTo>
                  <a:cubicBezTo>
                    <a:pt x="4075" y="3229"/>
                    <a:pt x="10502" y="-1"/>
                    <a:pt x="17332" y="0"/>
                  </a:cubicBezTo>
                  <a:cubicBezTo>
                    <a:pt x="29261" y="0"/>
                    <a:pt x="38932" y="9670"/>
                    <a:pt x="38932" y="21600"/>
                  </a:cubicBezTo>
                  <a:cubicBezTo>
                    <a:pt x="38932" y="33529"/>
                    <a:pt x="29261" y="43200"/>
                    <a:pt x="17332" y="43200"/>
                  </a:cubicBezTo>
                  <a:cubicBezTo>
                    <a:pt x="10504" y="43200"/>
                    <a:pt x="4079" y="39972"/>
                    <a:pt x="3" y="34495"/>
                  </a:cubicBezTo>
                  <a:lnTo>
                    <a:pt x="17332" y="21600"/>
                  </a:lnTo>
                  <a:lnTo>
                    <a:pt x="-1" y="8709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0" name="Arc 52"/>
            <p:cNvSpPr>
              <a:spLocks/>
            </p:cNvSpPr>
            <p:nvPr/>
          </p:nvSpPr>
          <p:spPr bwMode="auto">
            <a:xfrm>
              <a:off x="2376" y="1295"/>
              <a:ext cx="624" cy="450"/>
            </a:xfrm>
            <a:custGeom>
              <a:avLst/>
              <a:gdLst>
                <a:gd name="T0" fmla="*/ 0 w 29966"/>
                <a:gd name="T1" fmla="*/ 0 h 21600"/>
                <a:gd name="T2" fmla="*/ 0 w 29966"/>
                <a:gd name="T3" fmla="*/ 0 h 21600"/>
                <a:gd name="T4" fmla="*/ 0 w 2996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966" h="21600" fill="none" extrusionOk="0">
                  <a:moveTo>
                    <a:pt x="0" y="6189"/>
                  </a:moveTo>
                  <a:cubicBezTo>
                    <a:pt x="4039" y="2222"/>
                    <a:pt x="9473" y="-1"/>
                    <a:pt x="15135" y="0"/>
                  </a:cubicBezTo>
                  <a:cubicBezTo>
                    <a:pt x="20650" y="0"/>
                    <a:pt x="25956" y="2109"/>
                    <a:pt x="29966" y="5896"/>
                  </a:cubicBezTo>
                </a:path>
                <a:path w="29966" h="21600" stroke="0" extrusionOk="0">
                  <a:moveTo>
                    <a:pt x="0" y="6189"/>
                  </a:moveTo>
                  <a:cubicBezTo>
                    <a:pt x="4039" y="2222"/>
                    <a:pt x="9473" y="-1"/>
                    <a:pt x="15135" y="0"/>
                  </a:cubicBezTo>
                  <a:cubicBezTo>
                    <a:pt x="20650" y="0"/>
                    <a:pt x="25956" y="2109"/>
                    <a:pt x="29966" y="5896"/>
                  </a:cubicBezTo>
                  <a:lnTo>
                    <a:pt x="15135" y="21600"/>
                  </a:lnTo>
                  <a:lnTo>
                    <a:pt x="0" y="6189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2565" name="Group 53"/>
          <p:cNvGrpSpPr>
            <a:grpSpLocks/>
          </p:cNvGrpSpPr>
          <p:nvPr/>
        </p:nvGrpSpPr>
        <p:grpSpPr bwMode="auto">
          <a:xfrm>
            <a:off x="1908175" y="1749425"/>
            <a:ext cx="2670175" cy="3411538"/>
            <a:chOff x="1202" y="1102"/>
            <a:chExt cx="1682" cy="2149"/>
          </a:xfrm>
        </p:grpSpPr>
        <p:sp>
          <p:nvSpPr>
            <p:cNvPr id="31775" name="Line 54"/>
            <p:cNvSpPr>
              <a:spLocks noChangeShapeType="1"/>
            </p:cNvSpPr>
            <p:nvPr/>
          </p:nvSpPr>
          <p:spPr bwMode="auto">
            <a:xfrm>
              <a:off x="2500" y="1102"/>
              <a:ext cx="0" cy="23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76" name="Oval 55"/>
            <p:cNvSpPr>
              <a:spLocks noChangeArrowheads="1"/>
            </p:cNvSpPr>
            <p:nvPr/>
          </p:nvSpPr>
          <p:spPr bwMode="auto">
            <a:xfrm>
              <a:off x="1204" y="2844"/>
              <a:ext cx="23" cy="23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31777" name="Oval 56"/>
            <p:cNvSpPr>
              <a:spLocks noChangeArrowheads="1"/>
            </p:cNvSpPr>
            <p:nvPr/>
          </p:nvSpPr>
          <p:spPr bwMode="auto">
            <a:xfrm>
              <a:off x="1202" y="3228"/>
              <a:ext cx="23" cy="23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31778" name="Line 57"/>
            <p:cNvSpPr>
              <a:spLocks noChangeShapeType="1"/>
            </p:cNvSpPr>
            <p:nvPr/>
          </p:nvSpPr>
          <p:spPr bwMode="auto">
            <a:xfrm>
              <a:off x="2884" y="1102"/>
              <a:ext cx="0" cy="23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2570" name="Line 58"/>
          <p:cNvSpPr>
            <a:spLocks noChangeShapeType="1"/>
          </p:cNvSpPr>
          <p:nvPr/>
        </p:nvSpPr>
        <p:spPr bwMode="auto">
          <a:xfrm flipH="1" flipV="1">
            <a:off x="1816100" y="1749425"/>
            <a:ext cx="1238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71" name="AutoShape 59"/>
          <p:cNvSpPr>
            <a:spLocks/>
          </p:cNvSpPr>
          <p:nvPr/>
        </p:nvSpPr>
        <p:spPr bwMode="auto">
          <a:xfrm>
            <a:off x="366713" y="2463800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53907"/>
              <a:gd name="adj4" fmla="val 169968"/>
            </a:avLst>
          </a:prstGeom>
          <a:solidFill>
            <a:srgbClr val="C7FFFF"/>
          </a:solidFill>
          <a:ln w="28575">
            <a:solidFill>
              <a:srgbClr val="333399"/>
            </a:solidFill>
            <a:miter lim="800000"/>
            <a:headEnd type="none" w="sm" len="lg"/>
            <a:tailEnd type="triangl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600" i="0">
                <a:ea typeface="黑体" pitchFamily="2" charset="-122"/>
              </a:rPr>
              <a:t>三面之共点</a:t>
            </a:r>
          </a:p>
        </p:txBody>
      </p:sp>
      <p:sp>
        <p:nvSpPr>
          <p:cNvPr id="192572" name="AutoShape 60"/>
          <p:cNvSpPr>
            <a:spLocks noChangeArrowheads="1"/>
          </p:cNvSpPr>
          <p:nvPr/>
        </p:nvSpPr>
        <p:spPr bwMode="auto">
          <a:xfrm>
            <a:off x="1420813" y="898525"/>
            <a:ext cx="512762" cy="549275"/>
          </a:xfrm>
          <a:prstGeom prst="wedgeEllipseCallout">
            <a:avLst>
              <a:gd name="adj1" fmla="val -15634"/>
              <a:gd name="adj2" fmla="val 125144"/>
            </a:avLst>
          </a:prstGeom>
          <a:solidFill>
            <a:srgbClr val="EDD3D3"/>
          </a:solidFill>
          <a:ln w="9525">
            <a:solidFill>
              <a:srgbClr val="CC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9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9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92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9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0" fill="hold"/>
                                        <p:tgtEl>
                                          <p:spTgt spid="192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0" fill="hold"/>
                                        <p:tgtEl>
                                          <p:spTgt spid="192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9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4" grpId="0" animBg="1"/>
      <p:bldP spid="192515" grpId="0" animBg="1"/>
      <p:bldP spid="192516" grpId="0" animBg="1"/>
      <p:bldP spid="192517" grpId="0" animBg="1"/>
      <p:bldP spid="192518" grpId="0" animBg="1"/>
      <p:bldP spid="192519" grpId="0" animBg="1"/>
      <p:bldP spid="192520" grpId="0" animBg="1" autoUpdateAnimBg="0"/>
      <p:bldP spid="192521" grpId="0" animBg="1" autoUpdateAnimBg="0"/>
      <p:bldP spid="192522" grpId="0" animBg="1" autoUpdateAnimBg="0"/>
      <p:bldP spid="192526" grpId="0" animBg="1"/>
      <p:bldP spid="192527" grpId="0" animBg="1"/>
      <p:bldP spid="192528" grpId="0" animBg="1"/>
      <p:bldP spid="192534" grpId="0" animBg="1"/>
      <p:bldP spid="192550" grpId="0" animBg="1"/>
      <p:bldP spid="192551" grpId="0" animBg="1" autoUpdateAnimBg="0"/>
      <p:bldP spid="192552" grpId="0" animBg="1" autoUpdateAnimBg="0"/>
      <p:bldP spid="192553" grpId="0" animBg="1" autoUpdateAnimBg="0"/>
      <p:bldP spid="192570" grpId="0" animBg="1"/>
      <p:bldP spid="192571" grpId="0" animBg="1"/>
      <p:bldP spid="192572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32C0C477-34A8-40C3-AA32-6EE4ACB9EFD8}" type="slidenum">
              <a:rPr lang="en-US" altLang="zh-CN" sz="1400" b="0" i="0">
                <a:solidFill>
                  <a:srgbClr val="578963"/>
                </a:solidFill>
              </a:rPr>
              <a:pPr eaLnBrk="1" hangingPunct="1"/>
              <a:t>21</a:t>
            </a:fld>
            <a:endParaRPr lang="en-US" altLang="zh-CN" sz="1400" b="0" i="0">
              <a:solidFill>
                <a:srgbClr val="578963"/>
              </a:solidFill>
            </a:endParaRPr>
          </a:p>
        </p:txBody>
      </p:sp>
      <p:sp>
        <p:nvSpPr>
          <p:cNvPr id="23555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rgbClr val="333333"/>
              </a:solidFill>
            </a:endParaRPr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379413" y="1973972"/>
            <a:ext cx="8293100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Aft>
                <a:spcPct val="20000"/>
              </a:spcAft>
            </a:pPr>
            <a:r>
              <a:rPr kumimoji="1" lang="en-US" altLang="zh-CN" sz="2400" i="0" dirty="0">
                <a:solidFill>
                  <a:srgbClr val="333333"/>
                </a:solidFill>
              </a:rPr>
              <a:t>      A drawing acts as the reflection of the visual mind, </a:t>
            </a:r>
          </a:p>
          <a:p>
            <a:pPr algn="l" eaLnBrk="1" hangingPunct="1">
              <a:spcAft>
                <a:spcPct val="20000"/>
              </a:spcAft>
            </a:pPr>
            <a:r>
              <a:rPr kumimoji="1" lang="en-US" altLang="zh-CN" sz="2400" i="0" dirty="0">
                <a:solidFill>
                  <a:srgbClr val="333333"/>
                </a:solidFill>
              </a:rPr>
              <a:t>      On its surface we can probe, test, and develop the workings of our peculiar vision.   </a:t>
            </a:r>
          </a:p>
          <a:p>
            <a:pPr algn="l" eaLnBrk="1" hangingPunct="1">
              <a:spcAft>
                <a:spcPct val="20000"/>
              </a:spcAft>
            </a:pPr>
            <a:endParaRPr kumimoji="1" lang="en-US" altLang="zh-CN" sz="2400" i="0" dirty="0">
              <a:solidFill>
                <a:srgbClr val="333333"/>
              </a:solidFill>
            </a:endParaRPr>
          </a:p>
          <a:p>
            <a:pPr algn="l" eaLnBrk="1" hangingPunct="1">
              <a:spcAft>
                <a:spcPct val="20000"/>
              </a:spcAft>
            </a:pPr>
            <a:r>
              <a:rPr kumimoji="1" lang="en-US" altLang="zh-CN" sz="2400" i="0" dirty="0">
                <a:solidFill>
                  <a:srgbClr val="333333"/>
                </a:solidFill>
              </a:rPr>
              <a:t>                                                                         Edward Hill</a:t>
            </a:r>
            <a:r>
              <a:rPr kumimoji="1" lang="en-US" altLang="zh-CN" sz="2400" dirty="0">
                <a:solidFill>
                  <a:srgbClr val="33333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6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187325" y="60897"/>
            <a:ext cx="86137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期中考试的说明</a:t>
            </a:r>
            <a:endParaRPr lang="zh-CN" altLang="en-US" sz="4000" i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10214" y="3381743"/>
            <a:ext cx="8833202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复习</a:t>
            </a:r>
            <a:endParaRPr lang="zh-CN" altLang="en-US" sz="2800" b="0" i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基本内容：教学课件或教科书</a:t>
            </a:r>
            <a:endParaRPr lang="en-US" altLang="zh-CN" sz="2400" b="0" i="0" dirty="0" smtClean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基本方法：作业及作业讲解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PPT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400" b="0" i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90043" y="4733436"/>
            <a:ext cx="8853373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8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答题注意事项</a:t>
            </a:r>
            <a:endParaRPr lang="zh-CN" altLang="en-US" sz="2800" b="0" i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.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准备两支铅笔，一支画粗线，一支画细线，事先削好。</a:t>
            </a:r>
            <a:endParaRPr lang="en-US" altLang="zh-CN" sz="2400" b="0" i="0" dirty="0" smtClean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2.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线型</a:t>
            </a:r>
            <a:r>
              <a:rPr lang="zh-CN" altLang="en-US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规范，图面整洁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。不要画箭头。</a:t>
            </a:r>
            <a:endParaRPr lang="zh-CN" altLang="en-US" sz="2400" b="0" i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3. </a:t>
            </a:r>
            <a:r>
              <a:rPr lang="zh-CN" altLang="en-US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回转轴线不要漏掉。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4</a:t>
            </a:r>
            <a:r>
              <a:rPr lang="en-US" altLang="zh-CN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. </a:t>
            </a:r>
            <a:r>
              <a:rPr lang="zh-CN" altLang="en-US" sz="2400" b="0" i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作图过程线保留，可见轮廓线加粗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400" b="0" i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2880" y="866422"/>
            <a:ext cx="8714232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zh-CN" sz="28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具体安排</a:t>
            </a:r>
            <a:endParaRPr lang="en-US" altLang="zh-CN" sz="2800" b="0" i="0" dirty="0" smtClean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l">
              <a:defRPr/>
            </a:pPr>
            <a:r>
              <a:rPr lang="en-US" altLang="zh-CN" sz="2400" b="0" i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时间：第八周周六（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11.11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19:00-21:00</a:t>
            </a:r>
          </a:p>
          <a:p>
            <a:pPr algn="l">
              <a:defRPr/>
            </a:pPr>
            <a:r>
              <a:rPr lang="en-US" altLang="zh-CN" sz="2400" b="0" i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地点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教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101</a:t>
            </a:r>
            <a:endParaRPr lang="en-US" altLang="zh-CN" sz="2400" b="0" i="0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l">
              <a:defRPr/>
            </a:pP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形式：开卷考试（</a:t>
            </a:r>
            <a:r>
              <a:rPr lang="zh-CN" altLang="en-US" sz="2400" b="0" i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只能携带教科书。带好全套绘图用具。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2400" b="0" i="0" dirty="0" smtClean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l">
              <a:defRPr/>
            </a:pPr>
            <a:r>
              <a:rPr lang="en-US" altLang="zh-CN" sz="2400" b="0" i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题型：以绘图题为主</a:t>
            </a:r>
            <a:endParaRPr lang="en-US" altLang="zh-CN" sz="2400" b="0" i="0" dirty="0" smtClean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l">
              <a:defRPr/>
            </a:pPr>
            <a:r>
              <a:rPr lang="en-US" altLang="zh-CN" sz="2400" b="0" i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0" i="0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内容：几何元素的投影、基本体、截切</a:t>
            </a:r>
            <a:endParaRPr lang="zh-CN" altLang="en-US" sz="2400" b="0" i="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67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14524</TotalTime>
  <Words>1125</Words>
  <Application>Microsoft Office PowerPoint</Application>
  <PresentationFormat>全屏显示(4:3)</PresentationFormat>
  <Paragraphs>301</Paragraphs>
  <Slides>22</Slides>
  <Notes>0</Notes>
  <HiddenSlides>0</HiddenSlides>
  <MMClips>3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场景型模板</vt:lpstr>
      <vt:lpstr>1_场景型模板</vt:lpstr>
      <vt:lpstr>Drawing</vt:lpstr>
      <vt:lpstr>位图图像</vt:lpstr>
      <vt:lpstr> 第七讲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           1999.9.29</dc:title>
  <dc:creator>TSINGHUA UNIVERSITY</dc:creator>
  <cp:lastModifiedBy>Li Tiemin</cp:lastModifiedBy>
  <cp:revision>335</cp:revision>
  <dcterms:created xsi:type="dcterms:W3CDTF">1999-09-22T00:31:18Z</dcterms:created>
  <dcterms:modified xsi:type="dcterms:W3CDTF">2023-11-03T07:58:37Z</dcterms:modified>
</cp:coreProperties>
</file>