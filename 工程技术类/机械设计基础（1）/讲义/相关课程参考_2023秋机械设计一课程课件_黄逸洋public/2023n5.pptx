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2"/>
  </p:notesMasterIdLst>
  <p:handoutMasterIdLst>
    <p:handoutMasterId r:id="rId23"/>
  </p:handoutMasterIdLst>
  <p:sldIdLst>
    <p:sldId id="256" r:id="rId2"/>
    <p:sldId id="364" r:id="rId3"/>
    <p:sldId id="257" r:id="rId4"/>
    <p:sldId id="363" r:id="rId5"/>
    <p:sldId id="366" r:id="rId6"/>
    <p:sldId id="368" r:id="rId7"/>
    <p:sldId id="361" r:id="rId8"/>
    <p:sldId id="374" r:id="rId9"/>
    <p:sldId id="336" r:id="rId10"/>
    <p:sldId id="340" r:id="rId11"/>
    <p:sldId id="358" r:id="rId12"/>
    <p:sldId id="370" r:id="rId13"/>
    <p:sldId id="371" r:id="rId14"/>
    <p:sldId id="339" r:id="rId15"/>
    <p:sldId id="341" r:id="rId16"/>
    <p:sldId id="319" r:id="rId17"/>
    <p:sldId id="372" r:id="rId18"/>
    <p:sldId id="344" r:id="rId19"/>
    <p:sldId id="345" r:id="rId20"/>
    <p:sldId id="355" r:id="rId21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4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00FF00"/>
    <a:srgbClr val="000000"/>
    <a:srgbClr val="9900CC"/>
    <a:srgbClr val="33CCFF"/>
    <a:srgbClr val="66FFFF"/>
    <a:srgbClr val="CC33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25" autoAdjust="0"/>
  </p:normalViewPr>
  <p:slideViewPr>
    <p:cSldViewPr snapToGrid="0">
      <p:cViewPr varScale="1">
        <p:scale>
          <a:sx n="83" d="100"/>
          <a:sy n="83" d="100"/>
        </p:scale>
        <p:origin x="-1426" y="-58"/>
      </p:cViewPr>
      <p:guideLst>
        <p:guide orient="horz" pos="1450"/>
        <p:guide orient="horz" pos="3107"/>
        <p:guide orient="horz" pos="549"/>
        <p:guide pos="2599"/>
        <p:guide pos="4382"/>
        <p:guide pos="229"/>
        <p:guide pos="313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488" y="-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1" sz="120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1" sz="120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 i="0"/>
            </a:lvl1pPr>
          </a:lstStyle>
          <a:p>
            <a:pPr>
              <a:defRPr/>
            </a:pPr>
            <a:fld id="{0F21E788-5654-4B51-B05A-3EFD597AE2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47812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0488"/>
            <a:ext cx="2971800" cy="274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>
              <a:defRPr sz="120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90488"/>
            <a:ext cx="2971800" cy="274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5786438"/>
            <a:ext cx="5029200" cy="12271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839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69363"/>
            <a:ext cx="2971800" cy="274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>
              <a:defRPr sz="120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69363"/>
            <a:ext cx="2971800" cy="274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1200" i="0"/>
            </a:lvl1pPr>
          </a:lstStyle>
          <a:p>
            <a:pPr>
              <a:defRPr/>
            </a:pPr>
            <a:fld id="{0828CDC1-7AFB-4E24-AFE2-6DA9773551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2668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8FBA50D-2BC0-4487-8DA3-22417FADE255}" type="slidenum">
              <a:rPr kumimoji="0" lang="en-US" altLang="zh-CN" smtClean="0"/>
              <a:pPr algn="r" eaLnBrk="1" hangingPunct="1">
                <a:spcBef>
                  <a:spcPct val="0"/>
                </a:spcBef>
              </a:pPr>
              <a:t>5</a:t>
            </a:fld>
            <a:endParaRPr kumimoji="0" lang="en-US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CF88A01-6E11-44C4-9F7D-DF2569F74AB4}" type="slidenum">
              <a:rPr kumimoji="0" lang="en-US" altLang="zh-CN" smtClean="0"/>
              <a:pPr algn="r" eaLnBrk="1" hangingPunct="1">
                <a:spcBef>
                  <a:spcPct val="0"/>
                </a:spcBef>
              </a:pPr>
              <a:t>11</a:t>
            </a:fld>
            <a:endParaRPr kumimoji="0" lang="en-US" altLang="zh-CN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5029200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7866750-9423-44D1-9B1E-880C8D2FEA89}" type="slidenum">
              <a:rPr kumimoji="0" lang="en-US" altLang="zh-CN" smtClean="0"/>
              <a:pPr algn="r" eaLnBrk="1" hangingPunct="1">
                <a:spcBef>
                  <a:spcPct val="0"/>
                </a:spcBef>
              </a:pPr>
              <a:t>12</a:t>
            </a:fld>
            <a:endParaRPr kumimoji="0" lang="en-US" altLang="zh-CN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5029200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67FC162-0D28-4E19-851A-1298A54144D6}" type="slidenum">
              <a:rPr kumimoji="0" lang="en-US" altLang="zh-CN" smtClean="0"/>
              <a:pPr algn="r" eaLnBrk="1" hangingPunct="1">
                <a:spcBef>
                  <a:spcPct val="0"/>
                </a:spcBef>
              </a:pPr>
              <a:t>13</a:t>
            </a:fld>
            <a:endParaRPr kumimoji="0" lang="en-US" altLang="zh-CN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5029200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A12DAB9-1AE9-41D9-B80B-632E1CFB3B9A}" type="slidenum">
              <a:rPr kumimoji="0" lang="en-US" altLang="zh-CN" smtClean="0"/>
              <a:pPr algn="r" eaLnBrk="1" hangingPunct="1">
                <a:spcBef>
                  <a:spcPct val="0"/>
                </a:spcBef>
              </a:pPr>
              <a:t>15</a:t>
            </a:fld>
            <a:endParaRPr kumimoji="0"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560286192 w 4128"/>
              <a:gd name="T1" fmla="*/ 205697824 h 479"/>
              <a:gd name="T2" fmla="*/ 2147483647 w 4128"/>
              <a:gd name="T3" fmla="*/ 205697824 h 479"/>
              <a:gd name="T4" fmla="*/ 2147483647 w 4128"/>
              <a:gd name="T5" fmla="*/ 441221624 h 479"/>
              <a:gd name="T6" fmla="*/ 0 w 4128"/>
              <a:gd name="T7" fmla="*/ 453563757 h 479"/>
              <a:gd name="T8" fmla="*/ 560286192 w 4128"/>
              <a:gd name="T9" fmla="*/ 205697824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69FABBA8-EBA7-43A3-9F62-5E1178FF5B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7346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F93D84-7C27-4D2B-BC7E-041DACFCBD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4797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C3C5D6-F004-409D-AAF3-4708DD1B8A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1399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592752-7384-43E8-942C-79EEA48141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495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35D81A-6F8E-47B5-9A5D-3B14690A25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438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3A99D-FE36-4CE6-BED9-634C993258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728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8E3AEF-9572-42E8-853D-EF405DE219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5303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C204BA-3884-4946-85B1-1F00CD2A63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9181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08E1D2-FB9C-4A68-9E8C-DA4C2F93F1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1447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FAE9D4-B5E6-47F6-BFD3-1B87581FE6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8872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D6EFA4-5FFC-4531-A89A-AC754F5A01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3339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0919E0-C690-4895-A07C-7D4C534450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7236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kumimoji="1" sz="1400" i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kumimoji="1" sz="1400" i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kumimoji="1" sz="1400" i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803A8A0B-9C2D-470E-A328-8EAE65DC3B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2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4"/>
          <p:cNvSpPr txBox="1">
            <a:spLocks noChangeArrowheads="1"/>
          </p:cNvSpPr>
          <p:nvPr/>
        </p:nvSpPr>
        <p:spPr bwMode="auto">
          <a:xfrm>
            <a:off x="4968875" y="887233"/>
            <a:ext cx="4175125" cy="106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b="1" i="0" dirty="0">
                <a:latin typeface="黑体" pitchFamily="2" charset="-122"/>
                <a:ea typeface="黑体" pitchFamily="2" charset="-122"/>
              </a:rPr>
              <a:t>复习：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i="0" dirty="0"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800" b="1" i="0" dirty="0">
                <a:latin typeface="黑体" pitchFamily="2" charset="-122"/>
                <a:ea typeface="黑体" pitchFamily="2" charset="-122"/>
              </a:rPr>
              <a:t>P.150-166</a:t>
            </a:r>
          </a:p>
        </p:txBody>
      </p:sp>
      <p:sp>
        <p:nvSpPr>
          <p:cNvPr id="3076" name="Text Box 5"/>
          <p:cNvSpPr txBox="1">
            <a:spLocks noChangeArrowheads="1"/>
          </p:cNvSpPr>
          <p:nvPr/>
        </p:nvSpPr>
        <p:spPr bwMode="auto">
          <a:xfrm>
            <a:off x="4968875" y="3309758"/>
            <a:ext cx="4175125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b="1" i="0">
                <a:latin typeface="黑体" pitchFamily="2" charset="-122"/>
                <a:ea typeface="黑体" pitchFamily="2" charset="-122"/>
              </a:rPr>
              <a:t>作业：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sz="2800" b="1" i="0">
                <a:latin typeface="黑体" pitchFamily="2" charset="-122"/>
                <a:ea typeface="黑体" pitchFamily="2" charset="-122"/>
              </a:rPr>
              <a:t>P.21</a:t>
            </a: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800" b="1" i="0">
                <a:latin typeface="黑体" pitchFamily="2" charset="-122"/>
                <a:ea typeface="黑体" pitchFamily="2" charset="-122"/>
              </a:rPr>
              <a:t>6,7,8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latin typeface="黑体" pitchFamily="2" charset="-122"/>
                <a:ea typeface="黑体" pitchFamily="2" charset="-122"/>
              </a:rPr>
              <a:t>    P.22</a:t>
            </a: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800" b="1" i="0">
                <a:latin typeface="黑体" pitchFamily="2" charset="-122"/>
                <a:ea typeface="黑体" pitchFamily="2" charset="-122"/>
              </a:rPr>
              <a:t>2,3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latin typeface="黑体" pitchFamily="2" charset="-122"/>
                <a:ea typeface="黑体" pitchFamily="2" charset="-122"/>
              </a:rPr>
              <a:t>    P.23</a:t>
            </a: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800" b="1" i="0">
                <a:latin typeface="黑体" pitchFamily="2" charset="-122"/>
                <a:ea typeface="黑体" pitchFamily="2" charset="-122"/>
              </a:rPr>
              <a:t>6,7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latin typeface="黑体" pitchFamily="2" charset="-122"/>
                <a:ea typeface="黑体" pitchFamily="2" charset="-122"/>
              </a:rPr>
              <a:t>    P.24</a:t>
            </a: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800" b="1" i="0">
                <a:latin typeface="黑体" pitchFamily="2" charset="-122"/>
                <a:ea typeface="黑体" pitchFamily="2" charset="-122"/>
              </a:rPr>
              <a:t>9,10,11</a:t>
            </a:r>
          </a:p>
        </p:txBody>
      </p:sp>
      <p:sp>
        <p:nvSpPr>
          <p:cNvPr id="3077" name="Text Box 6"/>
          <p:cNvSpPr txBox="1">
            <a:spLocks noChangeArrowheads="1"/>
          </p:cNvSpPr>
          <p:nvPr/>
        </p:nvSpPr>
        <p:spPr bwMode="auto">
          <a:xfrm>
            <a:off x="363538" y="3338333"/>
            <a:ext cx="878046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b="1" i="0" dirty="0">
                <a:latin typeface="黑体" pitchFamily="2" charset="-122"/>
                <a:ea typeface="黑体" pitchFamily="2" charset="-122"/>
              </a:rPr>
              <a:t>下讲内容：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i="0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800" b="1" i="0" dirty="0" smtClean="0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800" b="1" i="0" dirty="0" smtClean="0">
                <a:latin typeface="黑体" pitchFamily="2" charset="-122"/>
                <a:ea typeface="黑体" pitchFamily="2" charset="-122"/>
              </a:rPr>
              <a:t>平面体与平面体相交</a:t>
            </a:r>
            <a:endParaRPr lang="en-US" altLang="zh-CN" sz="2800" b="1" i="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800" b="1" i="0" dirty="0" smtClean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800" b="1" i="0" dirty="0" smtClean="0"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sz="2800" b="1" i="0" dirty="0" smtClean="0">
                <a:latin typeface="黑体" pitchFamily="2" charset="-122"/>
                <a:ea typeface="黑体" pitchFamily="2" charset="-122"/>
              </a:rPr>
              <a:t>平面体与回转体相交</a:t>
            </a:r>
            <a:endParaRPr lang="en-US" altLang="zh-CN" sz="2800" b="1" i="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800" b="1" i="0" dirty="0" smtClean="0">
                <a:latin typeface="黑体" pitchFamily="2" charset="-122"/>
                <a:ea typeface="黑体" pitchFamily="2" charset="-122"/>
              </a:rPr>
              <a:t>  （</a:t>
            </a:r>
            <a:r>
              <a:rPr lang="en-US" altLang="zh-CN" sz="2800" b="1" i="0" dirty="0" smtClean="0">
                <a:latin typeface="黑体" pitchFamily="2" charset="-122"/>
                <a:ea typeface="黑体" pitchFamily="2" charset="-122"/>
              </a:rPr>
              <a:t>P.167-168)</a:t>
            </a:r>
            <a:endParaRPr lang="zh-CN" altLang="en-US" sz="2800" b="1" i="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078" name="Text Box 7"/>
          <p:cNvSpPr txBox="1">
            <a:spLocks noChangeArrowheads="1"/>
          </p:cNvSpPr>
          <p:nvPr/>
        </p:nvSpPr>
        <p:spPr bwMode="auto">
          <a:xfrm>
            <a:off x="363538" y="842783"/>
            <a:ext cx="4818062" cy="217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FontTx/>
              <a:buNone/>
            </a:pPr>
            <a:r>
              <a:rPr lang="zh-CN" altLang="en-US" sz="3600" b="1" i="0" dirty="0">
                <a:latin typeface="黑体" pitchFamily="2" charset="-122"/>
                <a:ea typeface="黑体" pitchFamily="2" charset="-122"/>
              </a:rPr>
              <a:t>本讲内容：</a:t>
            </a:r>
          </a:p>
          <a:p>
            <a:pPr lvl="1" eaLnBrk="1" hangingPunct="1">
              <a:buClr>
                <a:schemeClr val="tx1"/>
              </a:buClr>
              <a:buSzTx/>
              <a:buFontTx/>
              <a:buChar char="•"/>
            </a:pPr>
            <a:r>
              <a:rPr lang="zh-CN" altLang="en-US" b="1" i="0" dirty="0">
                <a:latin typeface="黑体" pitchFamily="2" charset="-122"/>
                <a:ea typeface="黑体" pitchFamily="2" charset="-122"/>
              </a:rPr>
              <a:t>平面与</a:t>
            </a:r>
            <a:r>
              <a:rPr lang="zh-CN" altLang="en-US" b="1" i="0" dirty="0" smtClean="0">
                <a:latin typeface="黑体" pitchFamily="2" charset="-122"/>
                <a:ea typeface="黑体" pitchFamily="2" charset="-122"/>
              </a:rPr>
              <a:t>平面体</a:t>
            </a:r>
            <a:r>
              <a:rPr lang="zh-CN" altLang="en-US" b="1" i="0" dirty="0">
                <a:latin typeface="黑体" pitchFamily="2" charset="-122"/>
                <a:ea typeface="黑体" pitchFamily="2" charset="-122"/>
              </a:rPr>
              <a:t>相交</a:t>
            </a:r>
          </a:p>
          <a:p>
            <a:pPr lvl="1" eaLnBrk="1" hangingPunct="1">
              <a:buClr>
                <a:schemeClr val="tx1"/>
              </a:buClr>
              <a:buSzTx/>
              <a:buFontTx/>
              <a:buChar char="•"/>
            </a:pPr>
            <a:r>
              <a:rPr lang="zh-CN" altLang="en-US" b="1" i="0" dirty="0">
                <a:latin typeface="黑体" pitchFamily="2" charset="-122"/>
                <a:ea typeface="黑体" pitchFamily="2" charset="-122"/>
              </a:rPr>
              <a:t>平面</a:t>
            </a:r>
            <a:r>
              <a:rPr lang="zh-CN" altLang="en-US" b="1" i="0" dirty="0" smtClean="0">
                <a:latin typeface="黑体" pitchFamily="2" charset="-122"/>
                <a:ea typeface="黑体" pitchFamily="2" charset="-122"/>
              </a:rPr>
              <a:t>与回转体</a:t>
            </a:r>
            <a:r>
              <a:rPr lang="zh-CN" altLang="en-US" b="1" i="0" dirty="0">
                <a:latin typeface="黑体" pitchFamily="2" charset="-122"/>
                <a:ea typeface="黑体" pitchFamily="2" charset="-122"/>
              </a:rPr>
              <a:t>相交</a:t>
            </a:r>
          </a:p>
          <a:p>
            <a:pPr lvl="1" eaLnBrk="1" hangingPunct="1">
              <a:buClr>
                <a:schemeClr val="tx1"/>
              </a:buClr>
              <a:buSzTx/>
              <a:buFontTx/>
              <a:buChar char="•"/>
            </a:pPr>
            <a:r>
              <a:rPr lang="zh-CN" altLang="en-US" b="1" i="0" dirty="0">
                <a:ea typeface="黑体" pitchFamily="2" charset="-122"/>
              </a:rPr>
              <a:t> 直线</a:t>
            </a:r>
            <a:r>
              <a:rPr lang="zh-CN" altLang="en-US" b="1" i="0" dirty="0" smtClean="0">
                <a:ea typeface="黑体" pitchFamily="2" charset="-122"/>
              </a:rPr>
              <a:t>与立体相交</a:t>
            </a:r>
            <a:endParaRPr lang="zh-CN" altLang="en-US" b="1" i="0" dirty="0">
              <a:ea typeface="黑体" pitchFamily="2" charset="-122"/>
            </a:endParaRPr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0" y="141288"/>
            <a:ext cx="91440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l">
              <a:defRPr/>
            </a:pPr>
            <a:r>
              <a:rPr kumimoji="1" lang="en-US" altLang="zh-CN" sz="5400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 </a:t>
            </a:r>
            <a:r>
              <a:rPr kumimoji="1" lang="zh-CN" altLang="en-US" sz="5400" b="1" i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第</a:t>
            </a:r>
            <a:r>
              <a:rPr kumimoji="1" lang="zh-CN" altLang="en-US" sz="5400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五</a:t>
            </a:r>
            <a:r>
              <a:rPr kumimoji="1" lang="zh-CN" altLang="en-US" sz="5400" b="1" i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讲</a:t>
            </a:r>
            <a:endParaRPr kumimoji="1" lang="zh-CN" altLang="en-US" sz="5400" b="1" i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ext Box 2"/>
          <p:cNvSpPr txBox="1">
            <a:spLocks noChangeArrowheads="1"/>
          </p:cNvSpPr>
          <p:nvPr/>
        </p:nvSpPr>
        <p:spPr bwMode="auto">
          <a:xfrm>
            <a:off x="317500" y="155575"/>
            <a:ext cx="79279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 b="1" i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z="4000" b="1" i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sz="4000" b="1" i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章 平面及直线与立体相交</a:t>
            </a:r>
          </a:p>
        </p:txBody>
      </p:sp>
      <p:sp>
        <p:nvSpPr>
          <p:cNvPr id="144387" name="Text Box 3"/>
          <p:cNvSpPr txBox="1">
            <a:spLocks noChangeArrowheads="1"/>
          </p:cNvSpPr>
          <p:nvPr/>
        </p:nvSpPr>
        <p:spPr bwMode="auto">
          <a:xfrm>
            <a:off x="717550" y="1123950"/>
            <a:ext cx="7686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i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截切</a:t>
            </a:r>
            <a:r>
              <a:rPr lang="zh-CN" altLang="en-US" sz="2800" b="1" i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－ 用平面与立体相交，截去立体的一部分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2035175"/>
            <a:ext cx="2365375" cy="2279650"/>
            <a:chOff x="245" y="1384"/>
            <a:chExt cx="1490" cy="1436"/>
          </a:xfrm>
        </p:grpSpPr>
        <p:pic>
          <p:nvPicPr>
            <p:cNvPr id="4129" name="Picture 5" descr="书4-1切棱锥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045" t="12169" r="15936" b="3790"/>
            <a:stretch>
              <a:fillRect/>
            </a:stretch>
          </p:blipFill>
          <p:spPr bwMode="auto">
            <a:xfrm>
              <a:off x="245" y="1384"/>
              <a:ext cx="1490" cy="1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30" name="Freeform 6"/>
            <p:cNvSpPr>
              <a:spLocks/>
            </p:cNvSpPr>
            <p:nvPr/>
          </p:nvSpPr>
          <p:spPr bwMode="auto">
            <a:xfrm>
              <a:off x="504" y="1399"/>
              <a:ext cx="649" cy="650"/>
            </a:xfrm>
            <a:custGeom>
              <a:avLst/>
              <a:gdLst>
                <a:gd name="T0" fmla="*/ 0 w 649"/>
                <a:gd name="T1" fmla="*/ 650 h 650"/>
                <a:gd name="T2" fmla="*/ 552 w 649"/>
                <a:gd name="T3" fmla="*/ 306 h 650"/>
                <a:gd name="T4" fmla="*/ 649 w 649"/>
                <a:gd name="T5" fmla="*/ 0 h 650"/>
                <a:gd name="T6" fmla="*/ 421 w 649"/>
                <a:gd name="T7" fmla="*/ 21 h 650"/>
                <a:gd name="T8" fmla="*/ 0 w 649"/>
                <a:gd name="T9" fmla="*/ 650 h 6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9"/>
                <a:gd name="T16" fmla="*/ 0 h 650"/>
                <a:gd name="T17" fmla="*/ 649 w 649"/>
                <a:gd name="T18" fmla="*/ 650 h 6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9" h="650">
                  <a:moveTo>
                    <a:pt x="0" y="650"/>
                  </a:moveTo>
                  <a:lnTo>
                    <a:pt x="552" y="306"/>
                  </a:lnTo>
                  <a:lnTo>
                    <a:pt x="649" y="0"/>
                  </a:lnTo>
                  <a:lnTo>
                    <a:pt x="421" y="21"/>
                  </a:lnTo>
                  <a:lnTo>
                    <a:pt x="0" y="650"/>
                  </a:lnTo>
                  <a:close/>
                </a:path>
              </a:pathLst>
            </a:custGeom>
            <a:solidFill>
              <a:srgbClr val="FF00FF"/>
            </a:solidFill>
            <a:ln w="9525">
              <a:solidFill>
                <a:srgbClr val="FF00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6600825" y="2417763"/>
            <a:ext cx="2543175" cy="1968500"/>
            <a:chOff x="3937" y="1963"/>
            <a:chExt cx="1602" cy="1240"/>
          </a:xfrm>
        </p:grpSpPr>
        <p:pic>
          <p:nvPicPr>
            <p:cNvPr id="4113" name="Picture 8" descr="书4-1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096" t="9210" r="17729" b="18826"/>
            <a:stretch>
              <a:fillRect/>
            </a:stretch>
          </p:blipFill>
          <p:spPr bwMode="auto">
            <a:xfrm>
              <a:off x="3937" y="1963"/>
              <a:ext cx="1602" cy="1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114" name="Group 9"/>
            <p:cNvGrpSpPr>
              <a:grpSpLocks/>
            </p:cNvGrpSpPr>
            <p:nvPr/>
          </p:nvGrpSpPr>
          <p:grpSpPr bwMode="auto">
            <a:xfrm>
              <a:off x="4167" y="2087"/>
              <a:ext cx="1008" cy="774"/>
              <a:chOff x="4164" y="2078"/>
              <a:chExt cx="1008" cy="774"/>
            </a:xfrm>
          </p:grpSpPr>
          <p:grpSp>
            <p:nvGrpSpPr>
              <p:cNvPr id="4115" name="Group 10"/>
              <p:cNvGrpSpPr>
                <a:grpSpLocks/>
              </p:cNvGrpSpPr>
              <p:nvPr/>
            </p:nvGrpSpPr>
            <p:grpSpPr bwMode="auto">
              <a:xfrm>
                <a:off x="4490" y="2078"/>
                <a:ext cx="682" cy="586"/>
                <a:chOff x="4490" y="2108"/>
                <a:chExt cx="682" cy="586"/>
              </a:xfrm>
            </p:grpSpPr>
            <p:sp>
              <p:nvSpPr>
                <p:cNvPr id="4127" name="Freeform 11"/>
                <p:cNvSpPr>
                  <a:spLocks/>
                </p:cNvSpPr>
                <p:nvPr/>
              </p:nvSpPr>
              <p:spPr bwMode="auto">
                <a:xfrm>
                  <a:off x="4490" y="2108"/>
                  <a:ext cx="682" cy="586"/>
                </a:xfrm>
                <a:custGeom>
                  <a:avLst/>
                  <a:gdLst>
                    <a:gd name="T0" fmla="*/ 1 w 6817"/>
                    <a:gd name="T1" fmla="*/ 1 h 5848"/>
                    <a:gd name="T2" fmla="*/ 1 w 6817"/>
                    <a:gd name="T3" fmla="*/ 1 h 5848"/>
                    <a:gd name="T4" fmla="*/ 1 w 6817"/>
                    <a:gd name="T5" fmla="*/ 1 h 5848"/>
                    <a:gd name="T6" fmla="*/ 1 w 6817"/>
                    <a:gd name="T7" fmla="*/ 1 h 5848"/>
                    <a:gd name="T8" fmla="*/ 1 w 6817"/>
                    <a:gd name="T9" fmla="*/ 0 h 5848"/>
                    <a:gd name="T10" fmla="*/ 1 w 6817"/>
                    <a:gd name="T11" fmla="*/ 0 h 5848"/>
                    <a:gd name="T12" fmla="*/ 1 w 6817"/>
                    <a:gd name="T13" fmla="*/ 0 h 5848"/>
                    <a:gd name="T14" fmla="*/ 1 w 6817"/>
                    <a:gd name="T15" fmla="*/ 0 h 5848"/>
                    <a:gd name="T16" fmla="*/ 1 w 6817"/>
                    <a:gd name="T17" fmla="*/ 0 h 5848"/>
                    <a:gd name="T18" fmla="*/ 1 w 6817"/>
                    <a:gd name="T19" fmla="*/ 0 h 5848"/>
                    <a:gd name="T20" fmla="*/ 1 w 6817"/>
                    <a:gd name="T21" fmla="*/ 0 h 5848"/>
                    <a:gd name="T22" fmla="*/ 1 w 6817"/>
                    <a:gd name="T23" fmla="*/ 0 h 5848"/>
                    <a:gd name="T24" fmla="*/ 1 w 6817"/>
                    <a:gd name="T25" fmla="*/ 0 h 5848"/>
                    <a:gd name="T26" fmla="*/ 1 w 6817"/>
                    <a:gd name="T27" fmla="*/ 0 h 5848"/>
                    <a:gd name="T28" fmla="*/ 1 w 6817"/>
                    <a:gd name="T29" fmla="*/ 0 h 5848"/>
                    <a:gd name="T30" fmla="*/ 1 w 6817"/>
                    <a:gd name="T31" fmla="*/ 0 h 5848"/>
                    <a:gd name="T32" fmla="*/ 1 w 6817"/>
                    <a:gd name="T33" fmla="*/ 0 h 5848"/>
                    <a:gd name="T34" fmla="*/ 1 w 6817"/>
                    <a:gd name="T35" fmla="*/ 0 h 5848"/>
                    <a:gd name="T36" fmla="*/ 1 w 6817"/>
                    <a:gd name="T37" fmla="*/ 0 h 5848"/>
                    <a:gd name="T38" fmla="*/ 1 w 6817"/>
                    <a:gd name="T39" fmla="*/ 0 h 5848"/>
                    <a:gd name="T40" fmla="*/ 1 w 6817"/>
                    <a:gd name="T41" fmla="*/ 0 h 5848"/>
                    <a:gd name="T42" fmla="*/ 1 w 6817"/>
                    <a:gd name="T43" fmla="*/ 0 h 5848"/>
                    <a:gd name="T44" fmla="*/ 1 w 6817"/>
                    <a:gd name="T45" fmla="*/ 0 h 5848"/>
                    <a:gd name="T46" fmla="*/ 0 w 6817"/>
                    <a:gd name="T47" fmla="*/ 0 h 5848"/>
                    <a:gd name="T48" fmla="*/ 0 w 6817"/>
                    <a:gd name="T49" fmla="*/ 0 h 5848"/>
                    <a:gd name="T50" fmla="*/ 0 w 6817"/>
                    <a:gd name="T51" fmla="*/ 0 h 5848"/>
                    <a:gd name="T52" fmla="*/ 0 w 6817"/>
                    <a:gd name="T53" fmla="*/ 0 h 5848"/>
                    <a:gd name="T54" fmla="*/ 0 w 6817"/>
                    <a:gd name="T55" fmla="*/ 0 h 5848"/>
                    <a:gd name="T56" fmla="*/ 0 w 6817"/>
                    <a:gd name="T57" fmla="*/ 0 h 5848"/>
                    <a:gd name="T58" fmla="*/ 0 w 6817"/>
                    <a:gd name="T59" fmla="*/ 0 h 5848"/>
                    <a:gd name="T60" fmla="*/ 0 w 6817"/>
                    <a:gd name="T61" fmla="*/ 0 h 5848"/>
                    <a:gd name="T62" fmla="*/ 0 w 6817"/>
                    <a:gd name="T63" fmla="*/ 0 h 5848"/>
                    <a:gd name="T64" fmla="*/ 0 w 6817"/>
                    <a:gd name="T65" fmla="*/ 0 h 5848"/>
                    <a:gd name="T66" fmla="*/ 0 w 6817"/>
                    <a:gd name="T67" fmla="*/ 0 h 5848"/>
                    <a:gd name="T68" fmla="*/ 0 w 6817"/>
                    <a:gd name="T69" fmla="*/ 0 h 5848"/>
                    <a:gd name="T70" fmla="*/ 0 w 6817"/>
                    <a:gd name="T71" fmla="*/ 0 h 5848"/>
                    <a:gd name="T72" fmla="*/ 0 w 6817"/>
                    <a:gd name="T73" fmla="*/ 0 h 5848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6817"/>
                    <a:gd name="T112" fmla="*/ 0 h 5848"/>
                    <a:gd name="T113" fmla="*/ 6817 w 6817"/>
                    <a:gd name="T114" fmla="*/ 5848 h 5848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6817" h="5848">
                      <a:moveTo>
                        <a:pt x="6358" y="5848"/>
                      </a:moveTo>
                      <a:lnTo>
                        <a:pt x="6422" y="5645"/>
                      </a:lnTo>
                      <a:lnTo>
                        <a:pt x="6481" y="5443"/>
                      </a:lnTo>
                      <a:lnTo>
                        <a:pt x="6536" y="5241"/>
                      </a:lnTo>
                      <a:lnTo>
                        <a:pt x="6586" y="5041"/>
                      </a:lnTo>
                      <a:lnTo>
                        <a:pt x="6632" y="4843"/>
                      </a:lnTo>
                      <a:lnTo>
                        <a:pt x="6672" y="4646"/>
                      </a:lnTo>
                      <a:lnTo>
                        <a:pt x="6708" y="4453"/>
                      </a:lnTo>
                      <a:lnTo>
                        <a:pt x="6738" y="4260"/>
                      </a:lnTo>
                      <a:lnTo>
                        <a:pt x="6764" y="4069"/>
                      </a:lnTo>
                      <a:lnTo>
                        <a:pt x="6784" y="3882"/>
                      </a:lnTo>
                      <a:lnTo>
                        <a:pt x="6800" y="3697"/>
                      </a:lnTo>
                      <a:lnTo>
                        <a:pt x="6810" y="3514"/>
                      </a:lnTo>
                      <a:lnTo>
                        <a:pt x="6816" y="3334"/>
                      </a:lnTo>
                      <a:lnTo>
                        <a:pt x="6817" y="3159"/>
                      </a:lnTo>
                      <a:lnTo>
                        <a:pt x="6812" y="2986"/>
                      </a:lnTo>
                      <a:lnTo>
                        <a:pt x="6802" y="2817"/>
                      </a:lnTo>
                      <a:lnTo>
                        <a:pt x="6788" y="2650"/>
                      </a:lnTo>
                      <a:lnTo>
                        <a:pt x="6768" y="2488"/>
                      </a:lnTo>
                      <a:lnTo>
                        <a:pt x="6744" y="2331"/>
                      </a:lnTo>
                      <a:lnTo>
                        <a:pt x="6714" y="2177"/>
                      </a:lnTo>
                      <a:lnTo>
                        <a:pt x="6680" y="2027"/>
                      </a:lnTo>
                      <a:lnTo>
                        <a:pt x="6640" y="1882"/>
                      </a:lnTo>
                      <a:lnTo>
                        <a:pt x="6597" y="1741"/>
                      </a:lnTo>
                      <a:lnTo>
                        <a:pt x="6547" y="1605"/>
                      </a:lnTo>
                      <a:lnTo>
                        <a:pt x="6493" y="1474"/>
                      </a:lnTo>
                      <a:lnTo>
                        <a:pt x="6435" y="1348"/>
                      </a:lnTo>
                      <a:lnTo>
                        <a:pt x="6371" y="1226"/>
                      </a:lnTo>
                      <a:lnTo>
                        <a:pt x="6303" y="1110"/>
                      </a:lnTo>
                      <a:lnTo>
                        <a:pt x="6231" y="1000"/>
                      </a:lnTo>
                      <a:lnTo>
                        <a:pt x="6154" y="894"/>
                      </a:lnTo>
                      <a:lnTo>
                        <a:pt x="6074" y="794"/>
                      </a:lnTo>
                      <a:lnTo>
                        <a:pt x="5988" y="700"/>
                      </a:lnTo>
                      <a:lnTo>
                        <a:pt x="5898" y="611"/>
                      </a:lnTo>
                      <a:lnTo>
                        <a:pt x="5804" y="527"/>
                      </a:lnTo>
                      <a:lnTo>
                        <a:pt x="5705" y="451"/>
                      </a:lnTo>
                      <a:lnTo>
                        <a:pt x="5603" y="379"/>
                      </a:lnTo>
                      <a:lnTo>
                        <a:pt x="5498" y="315"/>
                      </a:lnTo>
                      <a:lnTo>
                        <a:pt x="5387" y="255"/>
                      </a:lnTo>
                      <a:lnTo>
                        <a:pt x="5274" y="201"/>
                      </a:lnTo>
                      <a:lnTo>
                        <a:pt x="5158" y="155"/>
                      </a:lnTo>
                      <a:lnTo>
                        <a:pt x="5037" y="113"/>
                      </a:lnTo>
                      <a:lnTo>
                        <a:pt x="4913" y="79"/>
                      </a:lnTo>
                      <a:lnTo>
                        <a:pt x="4786" y="51"/>
                      </a:lnTo>
                      <a:lnTo>
                        <a:pt x="4657" y="29"/>
                      </a:lnTo>
                      <a:lnTo>
                        <a:pt x="4523" y="13"/>
                      </a:lnTo>
                      <a:lnTo>
                        <a:pt x="4387" y="3"/>
                      </a:lnTo>
                      <a:lnTo>
                        <a:pt x="4249" y="0"/>
                      </a:lnTo>
                      <a:lnTo>
                        <a:pt x="4107" y="3"/>
                      </a:lnTo>
                      <a:lnTo>
                        <a:pt x="3963" y="13"/>
                      </a:lnTo>
                      <a:lnTo>
                        <a:pt x="3818" y="28"/>
                      </a:lnTo>
                      <a:lnTo>
                        <a:pt x="3670" y="50"/>
                      </a:lnTo>
                      <a:lnTo>
                        <a:pt x="3520" y="79"/>
                      </a:lnTo>
                      <a:lnTo>
                        <a:pt x="3367" y="113"/>
                      </a:lnTo>
                      <a:lnTo>
                        <a:pt x="3214" y="154"/>
                      </a:lnTo>
                      <a:lnTo>
                        <a:pt x="3058" y="201"/>
                      </a:lnTo>
                      <a:lnTo>
                        <a:pt x="2901" y="254"/>
                      </a:lnTo>
                      <a:lnTo>
                        <a:pt x="2742" y="314"/>
                      </a:lnTo>
                      <a:lnTo>
                        <a:pt x="2584" y="378"/>
                      </a:lnTo>
                      <a:lnTo>
                        <a:pt x="2423" y="449"/>
                      </a:lnTo>
                      <a:lnTo>
                        <a:pt x="2262" y="526"/>
                      </a:lnTo>
                      <a:lnTo>
                        <a:pt x="2100" y="610"/>
                      </a:lnTo>
                      <a:lnTo>
                        <a:pt x="1937" y="698"/>
                      </a:lnTo>
                      <a:lnTo>
                        <a:pt x="1774" y="792"/>
                      </a:lnTo>
                      <a:lnTo>
                        <a:pt x="1611" y="893"/>
                      </a:lnTo>
                      <a:lnTo>
                        <a:pt x="1448" y="998"/>
                      </a:lnTo>
                      <a:lnTo>
                        <a:pt x="1284" y="1109"/>
                      </a:lnTo>
                      <a:lnTo>
                        <a:pt x="1121" y="1224"/>
                      </a:lnTo>
                      <a:lnTo>
                        <a:pt x="958" y="1346"/>
                      </a:lnTo>
                      <a:lnTo>
                        <a:pt x="796" y="1472"/>
                      </a:lnTo>
                      <a:lnTo>
                        <a:pt x="635" y="1603"/>
                      </a:lnTo>
                      <a:lnTo>
                        <a:pt x="474" y="1739"/>
                      </a:lnTo>
                      <a:lnTo>
                        <a:pt x="316" y="1880"/>
                      </a:lnTo>
                      <a:lnTo>
                        <a:pt x="157" y="2025"/>
                      </a:lnTo>
                      <a:lnTo>
                        <a:pt x="0" y="2174"/>
                      </a:lnTo>
                    </a:path>
                  </a:pathLst>
                </a:custGeom>
                <a:solidFill>
                  <a:srgbClr val="FF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28" name="Line 12"/>
                <p:cNvSpPr>
                  <a:spLocks noChangeShapeType="1"/>
                </p:cNvSpPr>
                <p:nvPr/>
              </p:nvSpPr>
              <p:spPr bwMode="auto">
                <a:xfrm>
                  <a:off x="4490" y="2326"/>
                  <a:ext cx="636" cy="367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116" name="Group 13"/>
              <p:cNvGrpSpPr>
                <a:grpSpLocks/>
              </p:cNvGrpSpPr>
              <p:nvPr/>
            </p:nvGrpSpPr>
            <p:grpSpPr bwMode="auto">
              <a:xfrm>
                <a:off x="4164" y="2295"/>
                <a:ext cx="963" cy="557"/>
                <a:chOff x="4164" y="2295"/>
                <a:chExt cx="963" cy="557"/>
              </a:xfrm>
            </p:grpSpPr>
            <p:grpSp>
              <p:nvGrpSpPr>
                <p:cNvPr id="4117" name="Group 14"/>
                <p:cNvGrpSpPr>
                  <a:grpSpLocks/>
                </p:cNvGrpSpPr>
                <p:nvPr/>
              </p:nvGrpSpPr>
              <p:grpSpPr bwMode="auto">
                <a:xfrm>
                  <a:off x="4164" y="2296"/>
                  <a:ext cx="962" cy="556"/>
                  <a:chOff x="4164" y="2326"/>
                  <a:chExt cx="962" cy="556"/>
                </a:xfrm>
              </p:grpSpPr>
              <p:sp>
                <p:nvSpPr>
                  <p:cNvPr id="4119" name="Freeform 15"/>
                  <p:cNvSpPr>
                    <a:spLocks/>
                  </p:cNvSpPr>
                  <p:nvPr/>
                </p:nvSpPr>
                <p:spPr bwMode="auto">
                  <a:xfrm>
                    <a:off x="4164" y="2658"/>
                    <a:ext cx="389" cy="224"/>
                  </a:xfrm>
                  <a:custGeom>
                    <a:avLst/>
                    <a:gdLst>
                      <a:gd name="T0" fmla="*/ 0 w 3881"/>
                      <a:gd name="T1" fmla="*/ 0 h 2242"/>
                      <a:gd name="T2" fmla="*/ 0 w 3881"/>
                      <a:gd name="T3" fmla="*/ 0 h 2242"/>
                      <a:gd name="T4" fmla="*/ 0 w 3881"/>
                      <a:gd name="T5" fmla="*/ 0 h 2242"/>
                      <a:gd name="T6" fmla="*/ 0 w 3881"/>
                      <a:gd name="T7" fmla="*/ 0 h 2242"/>
                      <a:gd name="T8" fmla="*/ 0 w 3881"/>
                      <a:gd name="T9" fmla="*/ 0 h 2242"/>
                      <a:gd name="T10" fmla="*/ 0 w 3881"/>
                      <a:gd name="T11" fmla="*/ 0 h 2242"/>
                      <a:gd name="T12" fmla="*/ 0 w 3881"/>
                      <a:gd name="T13" fmla="*/ 0 h 2242"/>
                      <a:gd name="T14" fmla="*/ 0 w 3881"/>
                      <a:gd name="T15" fmla="*/ 0 h 2242"/>
                      <a:gd name="T16" fmla="*/ 0 w 3881"/>
                      <a:gd name="T17" fmla="*/ 0 h 2242"/>
                      <a:gd name="T18" fmla="*/ 0 w 3881"/>
                      <a:gd name="T19" fmla="*/ 0 h 2242"/>
                      <a:gd name="T20" fmla="*/ 0 w 3881"/>
                      <a:gd name="T21" fmla="*/ 0 h 2242"/>
                      <a:gd name="T22" fmla="*/ 0 w 3881"/>
                      <a:gd name="T23" fmla="*/ 0 h 2242"/>
                      <a:gd name="T24" fmla="*/ 0 w 3881"/>
                      <a:gd name="T25" fmla="*/ 0 h 2242"/>
                      <a:gd name="T26" fmla="*/ 0 w 3881"/>
                      <a:gd name="T27" fmla="*/ 0 h 2242"/>
                      <a:gd name="T28" fmla="*/ 0 w 3881"/>
                      <a:gd name="T29" fmla="*/ 0 h 2242"/>
                      <a:gd name="T30" fmla="*/ 0 w 3881"/>
                      <a:gd name="T31" fmla="*/ 0 h 2242"/>
                      <a:gd name="T32" fmla="*/ 0 w 3881"/>
                      <a:gd name="T33" fmla="*/ 0 h 2242"/>
                      <a:gd name="T34" fmla="*/ 0 w 3881"/>
                      <a:gd name="T35" fmla="*/ 0 h 2242"/>
                      <a:gd name="T36" fmla="*/ 0 w 3881"/>
                      <a:gd name="T37" fmla="*/ 0 h 2242"/>
                      <a:gd name="T38" fmla="*/ 0 w 3881"/>
                      <a:gd name="T39" fmla="*/ 0 h 2242"/>
                      <a:gd name="T40" fmla="*/ 0 w 3881"/>
                      <a:gd name="T41" fmla="*/ 0 h 2242"/>
                      <a:gd name="T42" fmla="*/ 0 w 3881"/>
                      <a:gd name="T43" fmla="*/ 0 h 2242"/>
                      <a:gd name="T44" fmla="*/ 0 w 3881"/>
                      <a:gd name="T45" fmla="*/ 0 h 2242"/>
                      <a:gd name="T46" fmla="*/ 0 w 3881"/>
                      <a:gd name="T47" fmla="*/ 0 h 2242"/>
                      <a:gd name="T48" fmla="*/ 0 w 3881"/>
                      <a:gd name="T49" fmla="*/ 0 h 2242"/>
                      <a:gd name="T50" fmla="*/ 0 w 3881"/>
                      <a:gd name="T51" fmla="*/ 0 h 2242"/>
                      <a:gd name="T52" fmla="*/ 0 w 3881"/>
                      <a:gd name="T53" fmla="*/ 0 h 2242"/>
                      <a:gd name="T54" fmla="*/ 0 w 3881"/>
                      <a:gd name="T55" fmla="*/ 0 h 2242"/>
                      <a:gd name="T56" fmla="*/ 0 w 3881"/>
                      <a:gd name="T57" fmla="*/ 0 h 2242"/>
                      <a:gd name="T58" fmla="*/ 0 w 3881"/>
                      <a:gd name="T59" fmla="*/ 0 h 2242"/>
                      <a:gd name="T60" fmla="*/ 0 w 3881"/>
                      <a:gd name="T61" fmla="*/ 0 h 2242"/>
                      <a:gd name="T62" fmla="*/ 0 w 3881"/>
                      <a:gd name="T63" fmla="*/ 0 h 2242"/>
                      <a:gd name="T64" fmla="*/ 0 w 3881"/>
                      <a:gd name="T65" fmla="*/ 0 h 2242"/>
                      <a:gd name="T66" fmla="*/ 0 w 3881"/>
                      <a:gd name="T67" fmla="*/ 0 h 2242"/>
                      <a:gd name="T68" fmla="*/ 0 w 3881"/>
                      <a:gd name="T69" fmla="*/ 0 h 2242"/>
                      <a:gd name="T70" fmla="*/ 0 w 3881"/>
                      <a:gd name="T71" fmla="*/ 0 h 2242"/>
                      <a:gd name="T72" fmla="*/ 0 w 3881"/>
                      <a:gd name="T73" fmla="*/ 0 h 2242"/>
                      <a:gd name="T74" fmla="*/ 0 w 3881"/>
                      <a:gd name="T75" fmla="*/ 0 h 2242"/>
                      <a:gd name="T76" fmla="*/ 0 w 3881"/>
                      <a:gd name="T77" fmla="*/ 0 h 2242"/>
                      <a:gd name="T78" fmla="*/ 0 w 3881"/>
                      <a:gd name="T79" fmla="*/ 0 h 2242"/>
                      <a:gd name="T80" fmla="*/ 0 w 3881"/>
                      <a:gd name="T81" fmla="*/ 0 h 2242"/>
                      <a:gd name="T82" fmla="*/ 0 w 3881"/>
                      <a:gd name="T83" fmla="*/ 0 h 2242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w 3881"/>
                      <a:gd name="T127" fmla="*/ 0 h 2242"/>
                      <a:gd name="T128" fmla="*/ 3881 w 3881"/>
                      <a:gd name="T129" fmla="*/ 2242 h 2242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T126" t="T127" r="T128" b="T129"/>
                    <a:pathLst>
                      <a:path w="3881" h="2242">
                        <a:moveTo>
                          <a:pt x="3881" y="2104"/>
                        </a:moveTo>
                        <a:lnTo>
                          <a:pt x="3770" y="2115"/>
                        </a:lnTo>
                        <a:lnTo>
                          <a:pt x="3663" y="2126"/>
                        </a:lnTo>
                        <a:lnTo>
                          <a:pt x="3559" y="2137"/>
                        </a:lnTo>
                        <a:lnTo>
                          <a:pt x="3459" y="2147"/>
                        </a:lnTo>
                        <a:lnTo>
                          <a:pt x="3360" y="2157"/>
                        </a:lnTo>
                        <a:lnTo>
                          <a:pt x="3265" y="2165"/>
                        </a:lnTo>
                        <a:lnTo>
                          <a:pt x="3172" y="2174"/>
                        </a:lnTo>
                        <a:lnTo>
                          <a:pt x="3082" y="2181"/>
                        </a:lnTo>
                        <a:lnTo>
                          <a:pt x="2994" y="2188"/>
                        </a:lnTo>
                        <a:lnTo>
                          <a:pt x="2909" y="2195"/>
                        </a:lnTo>
                        <a:lnTo>
                          <a:pt x="2826" y="2201"/>
                        </a:lnTo>
                        <a:lnTo>
                          <a:pt x="2745" y="2206"/>
                        </a:lnTo>
                        <a:lnTo>
                          <a:pt x="2667" y="2212"/>
                        </a:lnTo>
                        <a:lnTo>
                          <a:pt x="2590" y="2217"/>
                        </a:lnTo>
                        <a:lnTo>
                          <a:pt x="2516" y="2221"/>
                        </a:lnTo>
                        <a:lnTo>
                          <a:pt x="2443" y="2226"/>
                        </a:lnTo>
                        <a:lnTo>
                          <a:pt x="2372" y="2229"/>
                        </a:lnTo>
                        <a:lnTo>
                          <a:pt x="2303" y="2232"/>
                        </a:lnTo>
                        <a:lnTo>
                          <a:pt x="2237" y="2234"/>
                        </a:lnTo>
                        <a:lnTo>
                          <a:pt x="2171" y="2236"/>
                        </a:lnTo>
                        <a:lnTo>
                          <a:pt x="2045" y="2240"/>
                        </a:lnTo>
                        <a:lnTo>
                          <a:pt x="1924" y="2241"/>
                        </a:lnTo>
                        <a:lnTo>
                          <a:pt x="1810" y="2242"/>
                        </a:lnTo>
                        <a:lnTo>
                          <a:pt x="1701" y="2241"/>
                        </a:lnTo>
                        <a:lnTo>
                          <a:pt x="1598" y="2238"/>
                        </a:lnTo>
                        <a:lnTo>
                          <a:pt x="1499" y="2235"/>
                        </a:lnTo>
                        <a:lnTo>
                          <a:pt x="1404" y="2230"/>
                        </a:lnTo>
                        <a:lnTo>
                          <a:pt x="1314" y="2223"/>
                        </a:lnTo>
                        <a:lnTo>
                          <a:pt x="1229" y="2216"/>
                        </a:lnTo>
                        <a:lnTo>
                          <a:pt x="1147" y="2206"/>
                        </a:lnTo>
                        <a:lnTo>
                          <a:pt x="1070" y="2196"/>
                        </a:lnTo>
                        <a:lnTo>
                          <a:pt x="995" y="2184"/>
                        </a:lnTo>
                        <a:lnTo>
                          <a:pt x="924" y="2172"/>
                        </a:lnTo>
                        <a:lnTo>
                          <a:pt x="857" y="2158"/>
                        </a:lnTo>
                        <a:lnTo>
                          <a:pt x="792" y="2143"/>
                        </a:lnTo>
                        <a:lnTo>
                          <a:pt x="731" y="2126"/>
                        </a:lnTo>
                        <a:lnTo>
                          <a:pt x="673" y="2108"/>
                        </a:lnTo>
                        <a:lnTo>
                          <a:pt x="617" y="2089"/>
                        </a:lnTo>
                        <a:lnTo>
                          <a:pt x="564" y="2069"/>
                        </a:lnTo>
                        <a:lnTo>
                          <a:pt x="514" y="2047"/>
                        </a:lnTo>
                        <a:lnTo>
                          <a:pt x="466" y="2023"/>
                        </a:lnTo>
                        <a:lnTo>
                          <a:pt x="422" y="1999"/>
                        </a:lnTo>
                        <a:lnTo>
                          <a:pt x="379" y="1972"/>
                        </a:lnTo>
                        <a:lnTo>
                          <a:pt x="339" y="1945"/>
                        </a:lnTo>
                        <a:lnTo>
                          <a:pt x="301" y="1916"/>
                        </a:lnTo>
                        <a:lnTo>
                          <a:pt x="265" y="1886"/>
                        </a:lnTo>
                        <a:lnTo>
                          <a:pt x="232" y="1854"/>
                        </a:lnTo>
                        <a:lnTo>
                          <a:pt x="202" y="1820"/>
                        </a:lnTo>
                        <a:lnTo>
                          <a:pt x="173" y="1785"/>
                        </a:lnTo>
                        <a:lnTo>
                          <a:pt x="147" y="1748"/>
                        </a:lnTo>
                        <a:lnTo>
                          <a:pt x="122" y="1709"/>
                        </a:lnTo>
                        <a:lnTo>
                          <a:pt x="100" y="1668"/>
                        </a:lnTo>
                        <a:lnTo>
                          <a:pt x="80" y="1624"/>
                        </a:lnTo>
                        <a:lnTo>
                          <a:pt x="62" y="1580"/>
                        </a:lnTo>
                        <a:lnTo>
                          <a:pt x="47" y="1532"/>
                        </a:lnTo>
                        <a:lnTo>
                          <a:pt x="33" y="1483"/>
                        </a:lnTo>
                        <a:lnTo>
                          <a:pt x="22" y="1430"/>
                        </a:lnTo>
                        <a:lnTo>
                          <a:pt x="13" y="1376"/>
                        </a:lnTo>
                        <a:lnTo>
                          <a:pt x="7" y="1319"/>
                        </a:lnTo>
                        <a:lnTo>
                          <a:pt x="3" y="1260"/>
                        </a:lnTo>
                        <a:lnTo>
                          <a:pt x="0" y="1196"/>
                        </a:lnTo>
                        <a:lnTo>
                          <a:pt x="1" y="1131"/>
                        </a:lnTo>
                        <a:lnTo>
                          <a:pt x="5" y="1061"/>
                        </a:lnTo>
                        <a:lnTo>
                          <a:pt x="10" y="988"/>
                        </a:lnTo>
                        <a:lnTo>
                          <a:pt x="14" y="951"/>
                        </a:lnTo>
                        <a:lnTo>
                          <a:pt x="18" y="912"/>
                        </a:lnTo>
                        <a:lnTo>
                          <a:pt x="24" y="871"/>
                        </a:lnTo>
                        <a:lnTo>
                          <a:pt x="30" y="831"/>
                        </a:lnTo>
                        <a:lnTo>
                          <a:pt x="36" y="789"/>
                        </a:lnTo>
                        <a:lnTo>
                          <a:pt x="44" y="746"/>
                        </a:lnTo>
                        <a:lnTo>
                          <a:pt x="52" y="702"/>
                        </a:lnTo>
                        <a:lnTo>
                          <a:pt x="62" y="656"/>
                        </a:lnTo>
                        <a:lnTo>
                          <a:pt x="71" y="610"/>
                        </a:lnTo>
                        <a:lnTo>
                          <a:pt x="82" y="562"/>
                        </a:lnTo>
                        <a:lnTo>
                          <a:pt x="94" y="512"/>
                        </a:lnTo>
                        <a:lnTo>
                          <a:pt x="106" y="462"/>
                        </a:lnTo>
                        <a:lnTo>
                          <a:pt x="120" y="410"/>
                        </a:lnTo>
                        <a:lnTo>
                          <a:pt x="134" y="357"/>
                        </a:lnTo>
                        <a:lnTo>
                          <a:pt x="149" y="301"/>
                        </a:lnTo>
                        <a:lnTo>
                          <a:pt x="166" y="244"/>
                        </a:lnTo>
                        <a:lnTo>
                          <a:pt x="183" y="186"/>
                        </a:lnTo>
                        <a:lnTo>
                          <a:pt x="201" y="126"/>
                        </a:lnTo>
                        <a:lnTo>
                          <a:pt x="221" y="64"/>
                        </a:lnTo>
                        <a:lnTo>
                          <a:pt x="241" y="0"/>
                        </a:lnTo>
                      </a:path>
                    </a:pathLst>
                  </a:custGeom>
                  <a:solidFill>
                    <a:srgbClr val="3399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20" name="Line 1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553" y="2682"/>
                    <a:ext cx="320" cy="186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21" name="Line 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188" y="2472"/>
                    <a:ext cx="321" cy="186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22" name="Line 1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373" y="2393"/>
                    <a:ext cx="136" cy="79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23" name="Line 1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73" y="2326"/>
                    <a:ext cx="117" cy="67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24" name="Line 20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490" y="2326"/>
                    <a:ext cx="636" cy="368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25" name="Line 2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873" y="2682"/>
                    <a:ext cx="137" cy="79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26" name="Line 2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010" y="2694"/>
                    <a:ext cx="116" cy="67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118" name="Freeform 23"/>
                <p:cNvSpPr>
                  <a:spLocks/>
                </p:cNvSpPr>
                <p:nvPr/>
              </p:nvSpPr>
              <p:spPr bwMode="auto">
                <a:xfrm>
                  <a:off x="4188" y="2295"/>
                  <a:ext cx="939" cy="546"/>
                </a:xfrm>
                <a:custGeom>
                  <a:avLst/>
                  <a:gdLst>
                    <a:gd name="T0" fmla="*/ 0 w 939"/>
                    <a:gd name="T1" fmla="*/ 333 h 546"/>
                    <a:gd name="T2" fmla="*/ 366 w 939"/>
                    <a:gd name="T3" fmla="*/ 546 h 546"/>
                    <a:gd name="T4" fmla="*/ 684 w 939"/>
                    <a:gd name="T5" fmla="*/ 357 h 546"/>
                    <a:gd name="T6" fmla="*/ 816 w 939"/>
                    <a:gd name="T7" fmla="*/ 438 h 546"/>
                    <a:gd name="T8" fmla="*/ 939 w 939"/>
                    <a:gd name="T9" fmla="*/ 369 h 546"/>
                    <a:gd name="T10" fmla="*/ 303 w 939"/>
                    <a:gd name="T11" fmla="*/ 0 h 546"/>
                    <a:gd name="T12" fmla="*/ 183 w 939"/>
                    <a:gd name="T13" fmla="*/ 69 h 546"/>
                    <a:gd name="T14" fmla="*/ 315 w 939"/>
                    <a:gd name="T15" fmla="*/ 147 h 546"/>
                    <a:gd name="T16" fmla="*/ 0 w 939"/>
                    <a:gd name="T17" fmla="*/ 333 h 5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939"/>
                    <a:gd name="T28" fmla="*/ 0 h 546"/>
                    <a:gd name="T29" fmla="*/ 939 w 939"/>
                    <a:gd name="T30" fmla="*/ 546 h 54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939" h="546">
                      <a:moveTo>
                        <a:pt x="0" y="333"/>
                      </a:moveTo>
                      <a:lnTo>
                        <a:pt x="366" y="546"/>
                      </a:lnTo>
                      <a:lnTo>
                        <a:pt x="684" y="357"/>
                      </a:lnTo>
                      <a:lnTo>
                        <a:pt x="816" y="438"/>
                      </a:lnTo>
                      <a:lnTo>
                        <a:pt x="939" y="369"/>
                      </a:lnTo>
                      <a:lnTo>
                        <a:pt x="303" y="0"/>
                      </a:lnTo>
                      <a:lnTo>
                        <a:pt x="183" y="69"/>
                      </a:lnTo>
                      <a:lnTo>
                        <a:pt x="315" y="147"/>
                      </a:lnTo>
                      <a:lnTo>
                        <a:pt x="0" y="333"/>
                      </a:lnTo>
                      <a:close/>
                    </a:path>
                  </a:pathLst>
                </a:custGeom>
                <a:solidFill>
                  <a:srgbClr val="3399FF"/>
                </a:solidFill>
                <a:ln w="6350">
                  <a:solidFill>
                    <a:srgbClr val="3399FF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82813" y="2054225"/>
            <a:ext cx="2651125" cy="2441575"/>
            <a:chOff x="1579" y="1697"/>
            <a:chExt cx="1722" cy="1586"/>
          </a:xfrm>
        </p:grpSpPr>
        <p:pic>
          <p:nvPicPr>
            <p:cNvPr id="4111" name="Picture 25" descr="书4-3切八棱柱(1)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77" t="14719" r="29349" b="16119"/>
            <a:stretch>
              <a:fillRect/>
            </a:stretch>
          </p:blipFill>
          <p:spPr bwMode="auto">
            <a:xfrm>
              <a:off x="1579" y="1697"/>
              <a:ext cx="1722" cy="1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12" name="Freeform 26"/>
            <p:cNvSpPr>
              <a:spLocks/>
            </p:cNvSpPr>
            <p:nvPr/>
          </p:nvSpPr>
          <p:spPr bwMode="auto">
            <a:xfrm>
              <a:off x="1589" y="1984"/>
              <a:ext cx="1150" cy="1289"/>
            </a:xfrm>
            <a:custGeom>
              <a:avLst/>
              <a:gdLst>
                <a:gd name="T0" fmla="*/ 316 w 1150"/>
                <a:gd name="T1" fmla="*/ 333 h 1289"/>
                <a:gd name="T2" fmla="*/ 500 w 1150"/>
                <a:gd name="T3" fmla="*/ 441 h 1289"/>
                <a:gd name="T4" fmla="*/ 600 w 1150"/>
                <a:gd name="T5" fmla="*/ 0 h 1289"/>
                <a:gd name="T6" fmla="*/ 1150 w 1150"/>
                <a:gd name="T7" fmla="*/ 308 h 1289"/>
                <a:gd name="T8" fmla="*/ 821 w 1150"/>
                <a:gd name="T9" fmla="*/ 629 h 1289"/>
                <a:gd name="T10" fmla="*/ 999 w 1150"/>
                <a:gd name="T11" fmla="*/ 731 h 1289"/>
                <a:gd name="T12" fmla="*/ 681 w 1150"/>
                <a:gd name="T13" fmla="*/ 1289 h 1289"/>
                <a:gd name="T14" fmla="*/ 0 w 1150"/>
                <a:gd name="T15" fmla="*/ 897 h 1289"/>
                <a:gd name="T16" fmla="*/ 316 w 1150"/>
                <a:gd name="T17" fmla="*/ 333 h 12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50"/>
                <a:gd name="T28" fmla="*/ 0 h 1289"/>
                <a:gd name="T29" fmla="*/ 1150 w 1150"/>
                <a:gd name="T30" fmla="*/ 1289 h 128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50" h="1289">
                  <a:moveTo>
                    <a:pt x="316" y="333"/>
                  </a:moveTo>
                  <a:lnTo>
                    <a:pt x="500" y="441"/>
                  </a:lnTo>
                  <a:lnTo>
                    <a:pt x="600" y="0"/>
                  </a:lnTo>
                  <a:lnTo>
                    <a:pt x="1150" y="308"/>
                  </a:lnTo>
                  <a:lnTo>
                    <a:pt x="821" y="629"/>
                  </a:lnTo>
                  <a:lnTo>
                    <a:pt x="999" y="731"/>
                  </a:lnTo>
                  <a:lnTo>
                    <a:pt x="681" y="1289"/>
                  </a:lnTo>
                  <a:lnTo>
                    <a:pt x="0" y="897"/>
                  </a:lnTo>
                  <a:lnTo>
                    <a:pt x="316" y="333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" name="Group 27"/>
          <p:cNvGrpSpPr>
            <a:grpSpLocks/>
          </p:cNvGrpSpPr>
          <p:nvPr/>
        </p:nvGrpSpPr>
        <p:grpSpPr bwMode="auto">
          <a:xfrm>
            <a:off x="4997450" y="1733550"/>
            <a:ext cx="1689100" cy="2536825"/>
            <a:chOff x="3161" y="1103"/>
            <a:chExt cx="1064" cy="1598"/>
          </a:xfrm>
        </p:grpSpPr>
        <p:pic>
          <p:nvPicPr>
            <p:cNvPr id="4106" name="Picture 28" descr="书4-1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969" t="4613" r="6227" b="2635"/>
            <a:stretch>
              <a:fillRect/>
            </a:stretch>
          </p:blipFill>
          <p:spPr bwMode="auto">
            <a:xfrm>
              <a:off x="3161" y="1103"/>
              <a:ext cx="1064" cy="1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107" name="Group 29"/>
            <p:cNvGrpSpPr>
              <a:grpSpLocks/>
            </p:cNvGrpSpPr>
            <p:nvPr/>
          </p:nvGrpSpPr>
          <p:grpSpPr bwMode="auto">
            <a:xfrm>
              <a:off x="3188" y="1111"/>
              <a:ext cx="1022" cy="1190"/>
              <a:chOff x="768" y="1420"/>
              <a:chExt cx="1602" cy="1866"/>
            </a:xfrm>
          </p:grpSpPr>
          <p:sp>
            <p:nvSpPr>
              <p:cNvPr id="4108" name="Freeform 30"/>
              <p:cNvSpPr>
                <a:spLocks/>
              </p:cNvSpPr>
              <p:nvPr/>
            </p:nvSpPr>
            <p:spPr bwMode="auto">
              <a:xfrm>
                <a:off x="768" y="1872"/>
                <a:ext cx="1575" cy="1414"/>
              </a:xfrm>
              <a:custGeom>
                <a:avLst/>
                <a:gdLst>
                  <a:gd name="T0" fmla="*/ 3 w 9450"/>
                  <a:gd name="T1" fmla="*/ 0 h 8484"/>
                  <a:gd name="T2" fmla="*/ 3 w 9450"/>
                  <a:gd name="T3" fmla="*/ 0 h 8484"/>
                  <a:gd name="T4" fmla="*/ 2 w 9450"/>
                  <a:gd name="T5" fmla="*/ 0 h 8484"/>
                  <a:gd name="T6" fmla="*/ 2 w 9450"/>
                  <a:gd name="T7" fmla="*/ 1 h 8484"/>
                  <a:gd name="T8" fmla="*/ 2 w 9450"/>
                  <a:gd name="T9" fmla="*/ 1 h 8484"/>
                  <a:gd name="T10" fmla="*/ 2 w 9450"/>
                  <a:gd name="T11" fmla="*/ 1 h 8484"/>
                  <a:gd name="T12" fmla="*/ 1 w 9450"/>
                  <a:gd name="T13" fmla="*/ 1 h 8484"/>
                  <a:gd name="T14" fmla="*/ 1 w 9450"/>
                  <a:gd name="T15" fmla="*/ 1 h 8484"/>
                  <a:gd name="T16" fmla="*/ 1 w 9450"/>
                  <a:gd name="T17" fmla="*/ 2 h 8484"/>
                  <a:gd name="T18" fmla="*/ 1 w 9450"/>
                  <a:gd name="T19" fmla="*/ 2 h 8484"/>
                  <a:gd name="T20" fmla="*/ 1 w 9450"/>
                  <a:gd name="T21" fmla="*/ 2 h 8484"/>
                  <a:gd name="T22" fmla="*/ 1 w 9450"/>
                  <a:gd name="T23" fmla="*/ 2 h 8484"/>
                  <a:gd name="T24" fmla="*/ 0 w 9450"/>
                  <a:gd name="T25" fmla="*/ 3 h 8484"/>
                  <a:gd name="T26" fmla="*/ 0 w 9450"/>
                  <a:gd name="T27" fmla="*/ 3 h 8484"/>
                  <a:gd name="T28" fmla="*/ 0 w 9450"/>
                  <a:gd name="T29" fmla="*/ 3 h 8484"/>
                  <a:gd name="T30" fmla="*/ 0 w 9450"/>
                  <a:gd name="T31" fmla="*/ 3 h 8484"/>
                  <a:gd name="T32" fmla="*/ 0 w 9450"/>
                  <a:gd name="T33" fmla="*/ 4 h 8484"/>
                  <a:gd name="T34" fmla="*/ 0 w 9450"/>
                  <a:gd name="T35" fmla="*/ 4 h 8484"/>
                  <a:gd name="T36" fmla="*/ 0 w 9450"/>
                  <a:gd name="T37" fmla="*/ 4 h 8484"/>
                  <a:gd name="T38" fmla="*/ 0 w 9450"/>
                  <a:gd name="T39" fmla="*/ 4 h 8484"/>
                  <a:gd name="T40" fmla="*/ 0 w 9450"/>
                  <a:gd name="T41" fmla="*/ 5 h 8484"/>
                  <a:gd name="T42" fmla="*/ 0 w 9450"/>
                  <a:gd name="T43" fmla="*/ 5 h 8484"/>
                  <a:gd name="T44" fmla="*/ 0 w 9450"/>
                  <a:gd name="T45" fmla="*/ 5 h 8484"/>
                  <a:gd name="T46" fmla="*/ 0 w 9450"/>
                  <a:gd name="T47" fmla="*/ 5 h 8484"/>
                  <a:gd name="T48" fmla="*/ 0 w 9450"/>
                  <a:gd name="T49" fmla="*/ 6 h 8484"/>
                  <a:gd name="T50" fmla="*/ 1 w 9450"/>
                  <a:gd name="T51" fmla="*/ 6 h 8484"/>
                  <a:gd name="T52" fmla="*/ 1 w 9450"/>
                  <a:gd name="T53" fmla="*/ 6 h 8484"/>
                  <a:gd name="T54" fmla="*/ 1 w 9450"/>
                  <a:gd name="T55" fmla="*/ 6 h 8484"/>
                  <a:gd name="T56" fmla="*/ 1 w 9450"/>
                  <a:gd name="T57" fmla="*/ 6 h 8484"/>
                  <a:gd name="T58" fmla="*/ 1 w 9450"/>
                  <a:gd name="T59" fmla="*/ 6 h 8484"/>
                  <a:gd name="T60" fmla="*/ 1 w 9450"/>
                  <a:gd name="T61" fmla="*/ 6 h 8484"/>
                  <a:gd name="T62" fmla="*/ 2 w 9450"/>
                  <a:gd name="T63" fmla="*/ 6 h 8484"/>
                  <a:gd name="T64" fmla="*/ 2 w 9450"/>
                  <a:gd name="T65" fmla="*/ 7 h 8484"/>
                  <a:gd name="T66" fmla="*/ 2 w 9450"/>
                  <a:gd name="T67" fmla="*/ 7 h 8484"/>
                  <a:gd name="T68" fmla="*/ 2 w 9450"/>
                  <a:gd name="T69" fmla="*/ 7 h 8484"/>
                  <a:gd name="T70" fmla="*/ 3 w 9450"/>
                  <a:gd name="T71" fmla="*/ 7 h 8484"/>
                  <a:gd name="T72" fmla="*/ 3 w 9450"/>
                  <a:gd name="T73" fmla="*/ 7 h 8484"/>
                  <a:gd name="T74" fmla="*/ 3 w 9450"/>
                  <a:gd name="T75" fmla="*/ 7 h 8484"/>
                  <a:gd name="T76" fmla="*/ 3 w 9450"/>
                  <a:gd name="T77" fmla="*/ 7 h 8484"/>
                  <a:gd name="T78" fmla="*/ 4 w 9450"/>
                  <a:gd name="T79" fmla="*/ 6 h 8484"/>
                  <a:gd name="T80" fmla="*/ 4 w 9450"/>
                  <a:gd name="T81" fmla="*/ 6 h 8484"/>
                  <a:gd name="T82" fmla="*/ 4 w 9450"/>
                  <a:gd name="T83" fmla="*/ 6 h 8484"/>
                  <a:gd name="T84" fmla="*/ 4 w 9450"/>
                  <a:gd name="T85" fmla="*/ 6 h 8484"/>
                  <a:gd name="T86" fmla="*/ 5 w 9450"/>
                  <a:gd name="T87" fmla="*/ 6 h 8484"/>
                  <a:gd name="T88" fmla="*/ 5 w 9450"/>
                  <a:gd name="T89" fmla="*/ 6 h 8484"/>
                  <a:gd name="T90" fmla="*/ 5 w 9450"/>
                  <a:gd name="T91" fmla="*/ 6 h 8484"/>
                  <a:gd name="T92" fmla="*/ 5 w 9450"/>
                  <a:gd name="T93" fmla="*/ 6 h 8484"/>
                  <a:gd name="T94" fmla="*/ 6 w 9450"/>
                  <a:gd name="T95" fmla="*/ 5 h 8484"/>
                  <a:gd name="T96" fmla="*/ 6 w 9450"/>
                  <a:gd name="T97" fmla="*/ 5 h 8484"/>
                  <a:gd name="T98" fmla="*/ 6 w 9450"/>
                  <a:gd name="T99" fmla="*/ 5 h 8484"/>
                  <a:gd name="T100" fmla="*/ 6 w 9450"/>
                  <a:gd name="T101" fmla="*/ 5 h 8484"/>
                  <a:gd name="T102" fmla="*/ 6 w 9450"/>
                  <a:gd name="T103" fmla="*/ 5 h 8484"/>
                  <a:gd name="T104" fmla="*/ 7 w 9450"/>
                  <a:gd name="T105" fmla="*/ 4 h 8484"/>
                  <a:gd name="T106" fmla="*/ 7 w 9450"/>
                  <a:gd name="T107" fmla="*/ 4 h 8484"/>
                  <a:gd name="T108" fmla="*/ 7 w 9450"/>
                  <a:gd name="T109" fmla="*/ 4 h 8484"/>
                  <a:gd name="T110" fmla="*/ 7 w 9450"/>
                  <a:gd name="T111" fmla="*/ 4 h 8484"/>
                  <a:gd name="T112" fmla="*/ 7 w 9450"/>
                  <a:gd name="T113" fmla="*/ 3 h 8484"/>
                  <a:gd name="T114" fmla="*/ 7 w 9450"/>
                  <a:gd name="T115" fmla="*/ 3 h 8484"/>
                  <a:gd name="T116" fmla="*/ 7 w 9450"/>
                  <a:gd name="T117" fmla="*/ 3 h 8484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9450"/>
                  <a:gd name="T178" fmla="*/ 0 h 8484"/>
                  <a:gd name="T179" fmla="*/ 9450 w 9450"/>
                  <a:gd name="T180" fmla="*/ 8484 h 8484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9450" h="8484">
                    <a:moveTo>
                      <a:pt x="9450" y="3402"/>
                    </a:moveTo>
                    <a:lnTo>
                      <a:pt x="3563" y="0"/>
                    </a:lnTo>
                    <a:lnTo>
                      <a:pt x="3396" y="100"/>
                    </a:lnTo>
                    <a:lnTo>
                      <a:pt x="3231" y="204"/>
                    </a:lnTo>
                    <a:lnTo>
                      <a:pt x="3068" y="313"/>
                    </a:lnTo>
                    <a:lnTo>
                      <a:pt x="2908" y="426"/>
                    </a:lnTo>
                    <a:lnTo>
                      <a:pt x="2749" y="544"/>
                    </a:lnTo>
                    <a:lnTo>
                      <a:pt x="2594" y="666"/>
                    </a:lnTo>
                    <a:lnTo>
                      <a:pt x="2441" y="792"/>
                    </a:lnTo>
                    <a:lnTo>
                      <a:pt x="2292" y="923"/>
                    </a:lnTo>
                    <a:lnTo>
                      <a:pt x="2146" y="1056"/>
                    </a:lnTo>
                    <a:lnTo>
                      <a:pt x="2003" y="1194"/>
                    </a:lnTo>
                    <a:lnTo>
                      <a:pt x="1864" y="1335"/>
                    </a:lnTo>
                    <a:lnTo>
                      <a:pt x="1728" y="1479"/>
                    </a:lnTo>
                    <a:lnTo>
                      <a:pt x="1596" y="1627"/>
                    </a:lnTo>
                    <a:lnTo>
                      <a:pt x="1470" y="1777"/>
                    </a:lnTo>
                    <a:lnTo>
                      <a:pt x="1346" y="1930"/>
                    </a:lnTo>
                    <a:lnTo>
                      <a:pt x="1229" y="2085"/>
                    </a:lnTo>
                    <a:lnTo>
                      <a:pt x="1115" y="2242"/>
                    </a:lnTo>
                    <a:lnTo>
                      <a:pt x="1006" y="2403"/>
                    </a:lnTo>
                    <a:lnTo>
                      <a:pt x="902" y="2564"/>
                    </a:lnTo>
                    <a:lnTo>
                      <a:pt x="803" y="2727"/>
                    </a:lnTo>
                    <a:lnTo>
                      <a:pt x="711" y="2891"/>
                    </a:lnTo>
                    <a:lnTo>
                      <a:pt x="622" y="3057"/>
                    </a:lnTo>
                    <a:lnTo>
                      <a:pt x="539" y="3224"/>
                    </a:lnTo>
                    <a:lnTo>
                      <a:pt x="463" y="3391"/>
                    </a:lnTo>
                    <a:lnTo>
                      <a:pt x="391" y="3559"/>
                    </a:lnTo>
                    <a:lnTo>
                      <a:pt x="325" y="3728"/>
                    </a:lnTo>
                    <a:lnTo>
                      <a:pt x="265" y="3896"/>
                    </a:lnTo>
                    <a:lnTo>
                      <a:pt x="212" y="4065"/>
                    </a:lnTo>
                    <a:lnTo>
                      <a:pt x="164" y="4233"/>
                    </a:lnTo>
                    <a:lnTo>
                      <a:pt x="121" y="4400"/>
                    </a:lnTo>
                    <a:lnTo>
                      <a:pt x="85" y="4567"/>
                    </a:lnTo>
                    <a:lnTo>
                      <a:pt x="57" y="4732"/>
                    </a:lnTo>
                    <a:lnTo>
                      <a:pt x="33" y="4897"/>
                    </a:lnTo>
                    <a:lnTo>
                      <a:pt x="15" y="5061"/>
                    </a:lnTo>
                    <a:lnTo>
                      <a:pt x="4" y="5222"/>
                    </a:lnTo>
                    <a:lnTo>
                      <a:pt x="0" y="5381"/>
                    </a:lnTo>
                    <a:lnTo>
                      <a:pt x="1" y="5540"/>
                    </a:lnTo>
                    <a:lnTo>
                      <a:pt x="9" y="5695"/>
                    </a:lnTo>
                    <a:lnTo>
                      <a:pt x="24" y="5848"/>
                    </a:lnTo>
                    <a:lnTo>
                      <a:pt x="43" y="5999"/>
                    </a:lnTo>
                    <a:lnTo>
                      <a:pt x="70" y="6146"/>
                    </a:lnTo>
                    <a:lnTo>
                      <a:pt x="103" y="6291"/>
                    </a:lnTo>
                    <a:lnTo>
                      <a:pt x="142" y="6432"/>
                    </a:lnTo>
                    <a:lnTo>
                      <a:pt x="186" y="6569"/>
                    </a:lnTo>
                    <a:lnTo>
                      <a:pt x="238" y="6703"/>
                    </a:lnTo>
                    <a:lnTo>
                      <a:pt x="294" y="6834"/>
                    </a:lnTo>
                    <a:lnTo>
                      <a:pt x="357" y="6960"/>
                    </a:lnTo>
                    <a:lnTo>
                      <a:pt x="426" y="7083"/>
                    </a:lnTo>
                    <a:lnTo>
                      <a:pt x="500" y="7201"/>
                    </a:lnTo>
                    <a:lnTo>
                      <a:pt x="580" y="7315"/>
                    </a:lnTo>
                    <a:lnTo>
                      <a:pt x="665" y="7424"/>
                    </a:lnTo>
                    <a:lnTo>
                      <a:pt x="756" y="7529"/>
                    </a:lnTo>
                    <a:lnTo>
                      <a:pt x="853" y="7629"/>
                    </a:lnTo>
                    <a:lnTo>
                      <a:pt x="953" y="7724"/>
                    </a:lnTo>
                    <a:lnTo>
                      <a:pt x="1060" y="7813"/>
                    </a:lnTo>
                    <a:lnTo>
                      <a:pt x="1172" y="7897"/>
                    </a:lnTo>
                    <a:lnTo>
                      <a:pt x="1287" y="7977"/>
                    </a:lnTo>
                    <a:lnTo>
                      <a:pt x="1408" y="8051"/>
                    </a:lnTo>
                    <a:lnTo>
                      <a:pt x="1533" y="8118"/>
                    </a:lnTo>
                    <a:lnTo>
                      <a:pt x="1662" y="8181"/>
                    </a:lnTo>
                    <a:lnTo>
                      <a:pt x="1795" y="8238"/>
                    </a:lnTo>
                    <a:lnTo>
                      <a:pt x="1933" y="8289"/>
                    </a:lnTo>
                    <a:lnTo>
                      <a:pt x="2074" y="8334"/>
                    </a:lnTo>
                    <a:lnTo>
                      <a:pt x="2218" y="8374"/>
                    </a:lnTo>
                    <a:lnTo>
                      <a:pt x="2366" y="8406"/>
                    </a:lnTo>
                    <a:lnTo>
                      <a:pt x="2517" y="8434"/>
                    </a:lnTo>
                    <a:lnTo>
                      <a:pt x="2671" y="8456"/>
                    </a:lnTo>
                    <a:lnTo>
                      <a:pt x="2828" y="8471"/>
                    </a:lnTo>
                    <a:lnTo>
                      <a:pt x="2987" y="8481"/>
                    </a:lnTo>
                    <a:lnTo>
                      <a:pt x="3149" y="8484"/>
                    </a:lnTo>
                    <a:lnTo>
                      <a:pt x="3313" y="8481"/>
                    </a:lnTo>
                    <a:lnTo>
                      <a:pt x="3480" y="8472"/>
                    </a:lnTo>
                    <a:lnTo>
                      <a:pt x="3647" y="8457"/>
                    </a:lnTo>
                    <a:lnTo>
                      <a:pt x="3816" y="8436"/>
                    </a:lnTo>
                    <a:lnTo>
                      <a:pt x="3987" y="8409"/>
                    </a:lnTo>
                    <a:lnTo>
                      <a:pt x="4158" y="8376"/>
                    </a:lnTo>
                    <a:lnTo>
                      <a:pt x="4330" y="8337"/>
                    </a:lnTo>
                    <a:lnTo>
                      <a:pt x="4503" y="8292"/>
                    </a:lnTo>
                    <a:lnTo>
                      <a:pt x="4677" y="8241"/>
                    </a:lnTo>
                    <a:lnTo>
                      <a:pt x="4851" y="8184"/>
                    </a:lnTo>
                    <a:lnTo>
                      <a:pt x="5024" y="8123"/>
                    </a:lnTo>
                    <a:lnTo>
                      <a:pt x="5197" y="8055"/>
                    </a:lnTo>
                    <a:lnTo>
                      <a:pt x="5370" y="7982"/>
                    </a:lnTo>
                    <a:lnTo>
                      <a:pt x="5542" y="7902"/>
                    </a:lnTo>
                    <a:lnTo>
                      <a:pt x="5713" y="7819"/>
                    </a:lnTo>
                    <a:lnTo>
                      <a:pt x="5882" y="7730"/>
                    </a:lnTo>
                    <a:lnTo>
                      <a:pt x="6051" y="7635"/>
                    </a:lnTo>
                    <a:lnTo>
                      <a:pt x="6218" y="7535"/>
                    </a:lnTo>
                    <a:lnTo>
                      <a:pt x="6383" y="7431"/>
                    </a:lnTo>
                    <a:lnTo>
                      <a:pt x="6546" y="7322"/>
                    </a:lnTo>
                    <a:lnTo>
                      <a:pt x="6706" y="7209"/>
                    </a:lnTo>
                    <a:lnTo>
                      <a:pt x="6865" y="7091"/>
                    </a:lnTo>
                    <a:lnTo>
                      <a:pt x="7020" y="6969"/>
                    </a:lnTo>
                    <a:lnTo>
                      <a:pt x="7173" y="6843"/>
                    </a:lnTo>
                    <a:lnTo>
                      <a:pt x="7322" y="6712"/>
                    </a:lnTo>
                    <a:lnTo>
                      <a:pt x="7468" y="6579"/>
                    </a:lnTo>
                    <a:lnTo>
                      <a:pt x="7611" y="6441"/>
                    </a:lnTo>
                    <a:lnTo>
                      <a:pt x="7750" y="6300"/>
                    </a:lnTo>
                    <a:lnTo>
                      <a:pt x="7886" y="6155"/>
                    </a:lnTo>
                    <a:lnTo>
                      <a:pt x="8018" y="6008"/>
                    </a:lnTo>
                    <a:lnTo>
                      <a:pt x="8144" y="5858"/>
                    </a:lnTo>
                    <a:lnTo>
                      <a:pt x="8268" y="5705"/>
                    </a:lnTo>
                    <a:lnTo>
                      <a:pt x="8385" y="5550"/>
                    </a:lnTo>
                    <a:lnTo>
                      <a:pt x="8499" y="5393"/>
                    </a:lnTo>
                    <a:lnTo>
                      <a:pt x="8608" y="5232"/>
                    </a:lnTo>
                    <a:lnTo>
                      <a:pt x="8712" y="5071"/>
                    </a:lnTo>
                    <a:lnTo>
                      <a:pt x="8811" y="4908"/>
                    </a:lnTo>
                    <a:lnTo>
                      <a:pt x="8903" y="4744"/>
                    </a:lnTo>
                    <a:lnTo>
                      <a:pt x="8992" y="4578"/>
                    </a:lnTo>
                    <a:lnTo>
                      <a:pt x="9075" y="4412"/>
                    </a:lnTo>
                    <a:lnTo>
                      <a:pt x="9151" y="4244"/>
                    </a:lnTo>
                    <a:lnTo>
                      <a:pt x="9223" y="4076"/>
                    </a:lnTo>
                    <a:lnTo>
                      <a:pt x="9289" y="3908"/>
                    </a:lnTo>
                    <a:lnTo>
                      <a:pt x="9349" y="3739"/>
                    </a:lnTo>
                    <a:lnTo>
                      <a:pt x="9402" y="3570"/>
                    </a:lnTo>
                    <a:lnTo>
                      <a:pt x="9450" y="3402"/>
                    </a:lnTo>
                  </a:path>
                </a:pathLst>
              </a:custGeom>
              <a:solidFill>
                <a:srgbClr val="FF00FF"/>
              </a:solidFill>
              <a:ln w="0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9" name="Freeform 31"/>
              <p:cNvSpPr>
                <a:spLocks/>
              </p:cNvSpPr>
              <p:nvPr/>
            </p:nvSpPr>
            <p:spPr bwMode="auto">
              <a:xfrm>
                <a:off x="1362" y="1435"/>
                <a:ext cx="981" cy="1004"/>
              </a:xfrm>
              <a:custGeom>
                <a:avLst/>
                <a:gdLst>
                  <a:gd name="T0" fmla="*/ 4 w 5887"/>
                  <a:gd name="T1" fmla="*/ 5 h 6021"/>
                  <a:gd name="T2" fmla="*/ 4 w 5887"/>
                  <a:gd name="T3" fmla="*/ 3 h 6021"/>
                  <a:gd name="T4" fmla="*/ 0 w 5887"/>
                  <a:gd name="T5" fmla="*/ 0 h 6021"/>
                  <a:gd name="T6" fmla="*/ 0 w 5887"/>
                  <a:gd name="T7" fmla="*/ 2 h 60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87"/>
                  <a:gd name="T13" fmla="*/ 0 h 6021"/>
                  <a:gd name="T14" fmla="*/ 5887 w 5887"/>
                  <a:gd name="T15" fmla="*/ 6021 h 60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87" h="6021">
                    <a:moveTo>
                      <a:pt x="5887" y="6021"/>
                    </a:moveTo>
                    <a:lnTo>
                      <a:pt x="5887" y="3403"/>
                    </a:lnTo>
                    <a:lnTo>
                      <a:pt x="0" y="0"/>
                    </a:lnTo>
                    <a:lnTo>
                      <a:pt x="0" y="2619"/>
                    </a:lnTo>
                  </a:path>
                </a:pathLst>
              </a:custGeom>
              <a:solidFill>
                <a:srgbClr val="FFFF00"/>
              </a:solidFill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10" name="Freeform 32"/>
              <p:cNvSpPr>
                <a:spLocks/>
              </p:cNvSpPr>
              <p:nvPr/>
            </p:nvSpPr>
            <p:spPr bwMode="auto">
              <a:xfrm>
                <a:off x="1362" y="1420"/>
                <a:ext cx="1008" cy="582"/>
              </a:xfrm>
              <a:custGeom>
                <a:avLst/>
                <a:gdLst>
                  <a:gd name="T0" fmla="*/ 0 w 6051"/>
                  <a:gd name="T1" fmla="*/ 0 h 3497"/>
                  <a:gd name="T2" fmla="*/ 0 w 6051"/>
                  <a:gd name="T3" fmla="*/ 0 h 3497"/>
                  <a:gd name="T4" fmla="*/ 1 w 6051"/>
                  <a:gd name="T5" fmla="*/ 0 h 3497"/>
                  <a:gd name="T6" fmla="*/ 1 w 6051"/>
                  <a:gd name="T7" fmla="*/ 0 h 3497"/>
                  <a:gd name="T8" fmla="*/ 1 w 6051"/>
                  <a:gd name="T9" fmla="*/ 0 h 3497"/>
                  <a:gd name="T10" fmla="*/ 1 w 6051"/>
                  <a:gd name="T11" fmla="*/ 0 h 3497"/>
                  <a:gd name="T12" fmla="*/ 1 w 6051"/>
                  <a:gd name="T13" fmla="*/ 0 h 3497"/>
                  <a:gd name="T14" fmla="*/ 2 w 6051"/>
                  <a:gd name="T15" fmla="*/ 0 h 3497"/>
                  <a:gd name="T16" fmla="*/ 2 w 6051"/>
                  <a:gd name="T17" fmla="*/ 0 h 3497"/>
                  <a:gd name="T18" fmla="*/ 2 w 6051"/>
                  <a:gd name="T19" fmla="*/ 0 h 3497"/>
                  <a:gd name="T20" fmla="*/ 2 w 6051"/>
                  <a:gd name="T21" fmla="*/ 0 h 3497"/>
                  <a:gd name="T22" fmla="*/ 3 w 6051"/>
                  <a:gd name="T23" fmla="*/ 0 h 3497"/>
                  <a:gd name="T24" fmla="*/ 3 w 6051"/>
                  <a:gd name="T25" fmla="*/ 0 h 3497"/>
                  <a:gd name="T26" fmla="*/ 3 w 6051"/>
                  <a:gd name="T27" fmla="*/ 0 h 3497"/>
                  <a:gd name="T28" fmla="*/ 3 w 6051"/>
                  <a:gd name="T29" fmla="*/ 0 h 3497"/>
                  <a:gd name="T30" fmla="*/ 3 w 6051"/>
                  <a:gd name="T31" fmla="*/ 1 h 3497"/>
                  <a:gd name="T32" fmla="*/ 4 w 6051"/>
                  <a:gd name="T33" fmla="*/ 1 h 3497"/>
                  <a:gd name="T34" fmla="*/ 4 w 6051"/>
                  <a:gd name="T35" fmla="*/ 1 h 3497"/>
                  <a:gd name="T36" fmla="*/ 4 w 6051"/>
                  <a:gd name="T37" fmla="*/ 1 h 3497"/>
                  <a:gd name="T38" fmla="*/ 4 w 6051"/>
                  <a:gd name="T39" fmla="*/ 1 h 3497"/>
                  <a:gd name="T40" fmla="*/ 4 w 6051"/>
                  <a:gd name="T41" fmla="*/ 1 h 3497"/>
                  <a:gd name="T42" fmla="*/ 4 w 6051"/>
                  <a:gd name="T43" fmla="*/ 1 h 3497"/>
                  <a:gd name="T44" fmla="*/ 4 w 6051"/>
                  <a:gd name="T45" fmla="*/ 1 h 3497"/>
                  <a:gd name="T46" fmla="*/ 4 w 6051"/>
                  <a:gd name="T47" fmla="*/ 1 h 3497"/>
                  <a:gd name="T48" fmla="*/ 4 w 6051"/>
                  <a:gd name="T49" fmla="*/ 2 h 3497"/>
                  <a:gd name="T50" fmla="*/ 5 w 6051"/>
                  <a:gd name="T51" fmla="*/ 2 h 3497"/>
                  <a:gd name="T52" fmla="*/ 5 w 6051"/>
                  <a:gd name="T53" fmla="*/ 2 h 3497"/>
                  <a:gd name="T54" fmla="*/ 5 w 6051"/>
                  <a:gd name="T55" fmla="*/ 2 h 3497"/>
                  <a:gd name="T56" fmla="*/ 5 w 6051"/>
                  <a:gd name="T57" fmla="*/ 2 h 3497"/>
                  <a:gd name="T58" fmla="*/ 5 w 6051"/>
                  <a:gd name="T59" fmla="*/ 2 h 3497"/>
                  <a:gd name="T60" fmla="*/ 4 w 6051"/>
                  <a:gd name="T61" fmla="*/ 2 h 3497"/>
                  <a:gd name="T62" fmla="*/ 4 w 6051"/>
                  <a:gd name="T63" fmla="*/ 3 h 3497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6051"/>
                  <a:gd name="T97" fmla="*/ 0 h 3497"/>
                  <a:gd name="T98" fmla="*/ 6051 w 6051"/>
                  <a:gd name="T99" fmla="*/ 3497 h 3497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6051" h="3497">
                    <a:moveTo>
                      <a:pt x="0" y="94"/>
                    </a:moveTo>
                    <a:lnTo>
                      <a:pt x="155" y="72"/>
                    </a:lnTo>
                    <a:lnTo>
                      <a:pt x="311" y="52"/>
                    </a:lnTo>
                    <a:lnTo>
                      <a:pt x="468" y="36"/>
                    </a:lnTo>
                    <a:lnTo>
                      <a:pt x="626" y="22"/>
                    </a:lnTo>
                    <a:lnTo>
                      <a:pt x="785" y="12"/>
                    </a:lnTo>
                    <a:lnTo>
                      <a:pt x="944" y="5"/>
                    </a:lnTo>
                    <a:lnTo>
                      <a:pt x="1105" y="1"/>
                    </a:lnTo>
                    <a:lnTo>
                      <a:pt x="1264" y="0"/>
                    </a:lnTo>
                    <a:lnTo>
                      <a:pt x="1423" y="2"/>
                    </a:lnTo>
                    <a:lnTo>
                      <a:pt x="1583" y="6"/>
                    </a:lnTo>
                    <a:lnTo>
                      <a:pt x="1742" y="14"/>
                    </a:lnTo>
                    <a:lnTo>
                      <a:pt x="1901" y="25"/>
                    </a:lnTo>
                    <a:lnTo>
                      <a:pt x="2059" y="40"/>
                    </a:lnTo>
                    <a:lnTo>
                      <a:pt x="2217" y="56"/>
                    </a:lnTo>
                    <a:lnTo>
                      <a:pt x="2372" y="77"/>
                    </a:lnTo>
                    <a:lnTo>
                      <a:pt x="2527" y="100"/>
                    </a:lnTo>
                    <a:lnTo>
                      <a:pt x="2680" y="126"/>
                    </a:lnTo>
                    <a:lnTo>
                      <a:pt x="2832" y="155"/>
                    </a:lnTo>
                    <a:lnTo>
                      <a:pt x="2982" y="187"/>
                    </a:lnTo>
                    <a:lnTo>
                      <a:pt x="3130" y="222"/>
                    </a:lnTo>
                    <a:lnTo>
                      <a:pt x="3276" y="260"/>
                    </a:lnTo>
                    <a:lnTo>
                      <a:pt x="3419" y="300"/>
                    </a:lnTo>
                    <a:lnTo>
                      <a:pt x="3561" y="343"/>
                    </a:lnTo>
                    <a:lnTo>
                      <a:pt x="3700" y="388"/>
                    </a:lnTo>
                    <a:lnTo>
                      <a:pt x="3835" y="438"/>
                    </a:lnTo>
                    <a:lnTo>
                      <a:pt x="3968" y="488"/>
                    </a:lnTo>
                    <a:lnTo>
                      <a:pt x="4099" y="542"/>
                    </a:lnTo>
                    <a:lnTo>
                      <a:pt x="4225" y="598"/>
                    </a:lnTo>
                    <a:lnTo>
                      <a:pt x="4350" y="657"/>
                    </a:lnTo>
                    <a:lnTo>
                      <a:pt x="4470" y="718"/>
                    </a:lnTo>
                    <a:lnTo>
                      <a:pt x="4586" y="780"/>
                    </a:lnTo>
                    <a:lnTo>
                      <a:pt x="4699" y="846"/>
                    </a:lnTo>
                    <a:lnTo>
                      <a:pt x="4809" y="913"/>
                    </a:lnTo>
                    <a:lnTo>
                      <a:pt x="4913" y="983"/>
                    </a:lnTo>
                    <a:lnTo>
                      <a:pt x="5015" y="1054"/>
                    </a:lnTo>
                    <a:lnTo>
                      <a:pt x="5112" y="1128"/>
                    </a:lnTo>
                    <a:lnTo>
                      <a:pt x="5205" y="1203"/>
                    </a:lnTo>
                    <a:lnTo>
                      <a:pt x="5293" y="1280"/>
                    </a:lnTo>
                    <a:lnTo>
                      <a:pt x="5377" y="1358"/>
                    </a:lnTo>
                    <a:lnTo>
                      <a:pt x="5457" y="1439"/>
                    </a:lnTo>
                    <a:lnTo>
                      <a:pt x="5531" y="1520"/>
                    </a:lnTo>
                    <a:lnTo>
                      <a:pt x="5601" y="1603"/>
                    </a:lnTo>
                    <a:lnTo>
                      <a:pt x="5666" y="1687"/>
                    </a:lnTo>
                    <a:lnTo>
                      <a:pt x="5726" y="1773"/>
                    </a:lnTo>
                    <a:lnTo>
                      <a:pt x="5782" y="1859"/>
                    </a:lnTo>
                    <a:lnTo>
                      <a:pt x="5832" y="1948"/>
                    </a:lnTo>
                    <a:lnTo>
                      <a:pt x="5877" y="2036"/>
                    </a:lnTo>
                    <a:lnTo>
                      <a:pt x="5917" y="2126"/>
                    </a:lnTo>
                    <a:lnTo>
                      <a:pt x="5952" y="2215"/>
                    </a:lnTo>
                    <a:lnTo>
                      <a:pt x="5982" y="2307"/>
                    </a:lnTo>
                    <a:lnTo>
                      <a:pt x="6006" y="2397"/>
                    </a:lnTo>
                    <a:lnTo>
                      <a:pt x="6025" y="2489"/>
                    </a:lnTo>
                    <a:lnTo>
                      <a:pt x="6040" y="2581"/>
                    </a:lnTo>
                    <a:lnTo>
                      <a:pt x="6048" y="2673"/>
                    </a:lnTo>
                    <a:lnTo>
                      <a:pt x="6051" y="2765"/>
                    </a:lnTo>
                    <a:lnTo>
                      <a:pt x="6049" y="2858"/>
                    </a:lnTo>
                    <a:lnTo>
                      <a:pt x="6042" y="2951"/>
                    </a:lnTo>
                    <a:lnTo>
                      <a:pt x="6029" y="3042"/>
                    </a:lnTo>
                    <a:lnTo>
                      <a:pt x="6012" y="3134"/>
                    </a:lnTo>
                    <a:lnTo>
                      <a:pt x="5988" y="3225"/>
                    </a:lnTo>
                    <a:lnTo>
                      <a:pt x="5959" y="3317"/>
                    </a:lnTo>
                    <a:lnTo>
                      <a:pt x="5927" y="3406"/>
                    </a:lnTo>
                    <a:lnTo>
                      <a:pt x="5887" y="3497"/>
                    </a:lnTo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44417" name="Text Box 33"/>
          <p:cNvSpPr txBox="1">
            <a:spLocks noChangeArrowheads="1"/>
          </p:cNvSpPr>
          <p:nvPr/>
        </p:nvSpPr>
        <p:spPr bwMode="auto">
          <a:xfrm>
            <a:off x="136525" y="4765675"/>
            <a:ext cx="8780463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marL="342900" indent="-342900"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i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截平面 </a:t>
            </a:r>
            <a:r>
              <a:rPr lang="en-US" altLang="zh-CN" b="1" i="0">
                <a:ea typeface="黑体" pitchFamily="2" charset="-122"/>
              </a:rPr>
              <a:t>——</a:t>
            </a:r>
            <a:r>
              <a:rPr lang="en-US" altLang="zh-CN" b="1" i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b="1" i="0">
                <a:latin typeface="黑体" pitchFamily="2" charset="-122"/>
                <a:ea typeface="黑体" pitchFamily="2" charset="-122"/>
              </a:rPr>
              <a:t>用来截切立体的平面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i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截断面 </a:t>
            </a:r>
            <a:r>
              <a:rPr lang="en-US" altLang="zh-CN" b="1" i="0">
                <a:ea typeface="黑体" pitchFamily="2" charset="-122"/>
              </a:rPr>
              <a:t>——</a:t>
            </a:r>
            <a:r>
              <a:rPr lang="en-US" altLang="zh-CN" b="1" i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b="1" i="0">
                <a:latin typeface="黑体" pitchFamily="2" charset="-122"/>
                <a:ea typeface="黑体" pitchFamily="2" charset="-122"/>
              </a:rPr>
              <a:t>立体被截平面切得的平面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i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截交线 </a:t>
            </a:r>
            <a:r>
              <a:rPr lang="en-US" altLang="zh-CN" b="1" i="0">
                <a:ea typeface="黑体" pitchFamily="2" charset="-122"/>
              </a:rPr>
              <a:t>——</a:t>
            </a:r>
            <a:r>
              <a:rPr lang="en-US" altLang="zh-CN" b="1" i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b="1" i="0">
                <a:latin typeface="黑体" pitchFamily="2" charset="-122"/>
                <a:ea typeface="黑体" pitchFamily="2" charset="-122"/>
              </a:rPr>
              <a:t>截平面与立体表面的交线（共有线）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4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44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44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6" grpId="0" build="p" autoUpdateAnimBg="0"/>
      <p:bldP spid="144387" grpId="0" autoUpdateAnimBg="0"/>
      <p:bldP spid="144417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9C53EA78-A06E-414F-9825-8E02ECDEFF2E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3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5123" name="Group 197"/>
          <p:cNvGrpSpPr>
            <a:grpSpLocks/>
          </p:cNvGrpSpPr>
          <p:nvPr/>
        </p:nvGrpSpPr>
        <p:grpSpPr bwMode="auto">
          <a:xfrm>
            <a:off x="6481763" y="3581400"/>
            <a:ext cx="1689100" cy="2536825"/>
            <a:chOff x="3161" y="1103"/>
            <a:chExt cx="1064" cy="1598"/>
          </a:xfrm>
        </p:grpSpPr>
        <p:pic>
          <p:nvPicPr>
            <p:cNvPr id="5136" name="Picture 198" descr="书4-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969" t="4613" r="6227" b="2635"/>
            <a:stretch>
              <a:fillRect/>
            </a:stretch>
          </p:blipFill>
          <p:spPr bwMode="auto">
            <a:xfrm>
              <a:off x="3161" y="1103"/>
              <a:ext cx="1064" cy="1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137" name="Group 199"/>
            <p:cNvGrpSpPr>
              <a:grpSpLocks/>
            </p:cNvGrpSpPr>
            <p:nvPr/>
          </p:nvGrpSpPr>
          <p:grpSpPr bwMode="auto">
            <a:xfrm>
              <a:off x="3188" y="1111"/>
              <a:ext cx="1022" cy="1190"/>
              <a:chOff x="768" y="1420"/>
              <a:chExt cx="1602" cy="1866"/>
            </a:xfrm>
          </p:grpSpPr>
          <p:sp>
            <p:nvSpPr>
              <p:cNvPr id="5138" name="Freeform 200"/>
              <p:cNvSpPr>
                <a:spLocks/>
              </p:cNvSpPr>
              <p:nvPr/>
            </p:nvSpPr>
            <p:spPr bwMode="auto">
              <a:xfrm>
                <a:off x="768" y="1872"/>
                <a:ext cx="1575" cy="1414"/>
              </a:xfrm>
              <a:custGeom>
                <a:avLst/>
                <a:gdLst>
                  <a:gd name="T0" fmla="*/ 3 w 9450"/>
                  <a:gd name="T1" fmla="*/ 0 h 8484"/>
                  <a:gd name="T2" fmla="*/ 3 w 9450"/>
                  <a:gd name="T3" fmla="*/ 0 h 8484"/>
                  <a:gd name="T4" fmla="*/ 2 w 9450"/>
                  <a:gd name="T5" fmla="*/ 0 h 8484"/>
                  <a:gd name="T6" fmla="*/ 2 w 9450"/>
                  <a:gd name="T7" fmla="*/ 1 h 8484"/>
                  <a:gd name="T8" fmla="*/ 2 w 9450"/>
                  <a:gd name="T9" fmla="*/ 1 h 8484"/>
                  <a:gd name="T10" fmla="*/ 2 w 9450"/>
                  <a:gd name="T11" fmla="*/ 1 h 8484"/>
                  <a:gd name="T12" fmla="*/ 1 w 9450"/>
                  <a:gd name="T13" fmla="*/ 1 h 8484"/>
                  <a:gd name="T14" fmla="*/ 1 w 9450"/>
                  <a:gd name="T15" fmla="*/ 1 h 8484"/>
                  <a:gd name="T16" fmla="*/ 1 w 9450"/>
                  <a:gd name="T17" fmla="*/ 2 h 8484"/>
                  <a:gd name="T18" fmla="*/ 1 w 9450"/>
                  <a:gd name="T19" fmla="*/ 2 h 8484"/>
                  <a:gd name="T20" fmla="*/ 1 w 9450"/>
                  <a:gd name="T21" fmla="*/ 2 h 8484"/>
                  <a:gd name="T22" fmla="*/ 1 w 9450"/>
                  <a:gd name="T23" fmla="*/ 2 h 8484"/>
                  <a:gd name="T24" fmla="*/ 0 w 9450"/>
                  <a:gd name="T25" fmla="*/ 3 h 8484"/>
                  <a:gd name="T26" fmla="*/ 0 w 9450"/>
                  <a:gd name="T27" fmla="*/ 3 h 8484"/>
                  <a:gd name="T28" fmla="*/ 0 w 9450"/>
                  <a:gd name="T29" fmla="*/ 3 h 8484"/>
                  <a:gd name="T30" fmla="*/ 0 w 9450"/>
                  <a:gd name="T31" fmla="*/ 3 h 8484"/>
                  <a:gd name="T32" fmla="*/ 0 w 9450"/>
                  <a:gd name="T33" fmla="*/ 4 h 8484"/>
                  <a:gd name="T34" fmla="*/ 0 w 9450"/>
                  <a:gd name="T35" fmla="*/ 4 h 8484"/>
                  <a:gd name="T36" fmla="*/ 0 w 9450"/>
                  <a:gd name="T37" fmla="*/ 4 h 8484"/>
                  <a:gd name="T38" fmla="*/ 0 w 9450"/>
                  <a:gd name="T39" fmla="*/ 4 h 8484"/>
                  <a:gd name="T40" fmla="*/ 0 w 9450"/>
                  <a:gd name="T41" fmla="*/ 5 h 8484"/>
                  <a:gd name="T42" fmla="*/ 0 w 9450"/>
                  <a:gd name="T43" fmla="*/ 5 h 8484"/>
                  <a:gd name="T44" fmla="*/ 0 w 9450"/>
                  <a:gd name="T45" fmla="*/ 5 h 8484"/>
                  <a:gd name="T46" fmla="*/ 0 w 9450"/>
                  <a:gd name="T47" fmla="*/ 5 h 8484"/>
                  <a:gd name="T48" fmla="*/ 0 w 9450"/>
                  <a:gd name="T49" fmla="*/ 6 h 8484"/>
                  <a:gd name="T50" fmla="*/ 1 w 9450"/>
                  <a:gd name="T51" fmla="*/ 6 h 8484"/>
                  <a:gd name="T52" fmla="*/ 1 w 9450"/>
                  <a:gd name="T53" fmla="*/ 6 h 8484"/>
                  <a:gd name="T54" fmla="*/ 1 w 9450"/>
                  <a:gd name="T55" fmla="*/ 6 h 8484"/>
                  <a:gd name="T56" fmla="*/ 1 w 9450"/>
                  <a:gd name="T57" fmla="*/ 6 h 8484"/>
                  <a:gd name="T58" fmla="*/ 1 w 9450"/>
                  <a:gd name="T59" fmla="*/ 6 h 8484"/>
                  <a:gd name="T60" fmla="*/ 1 w 9450"/>
                  <a:gd name="T61" fmla="*/ 6 h 8484"/>
                  <a:gd name="T62" fmla="*/ 2 w 9450"/>
                  <a:gd name="T63" fmla="*/ 6 h 8484"/>
                  <a:gd name="T64" fmla="*/ 2 w 9450"/>
                  <a:gd name="T65" fmla="*/ 7 h 8484"/>
                  <a:gd name="T66" fmla="*/ 2 w 9450"/>
                  <a:gd name="T67" fmla="*/ 7 h 8484"/>
                  <a:gd name="T68" fmla="*/ 2 w 9450"/>
                  <a:gd name="T69" fmla="*/ 7 h 8484"/>
                  <a:gd name="T70" fmla="*/ 3 w 9450"/>
                  <a:gd name="T71" fmla="*/ 7 h 8484"/>
                  <a:gd name="T72" fmla="*/ 3 w 9450"/>
                  <a:gd name="T73" fmla="*/ 7 h 8484"/>
                  <a:gd name="T74" fmla="*/ 3 w 9450"/>
                  <a:gd name="T75" fmla="*/ 7 h 8484"/>
                  <a:gd name="T76" fmla="*/ 3 w 9450"/>
                  <a:gd name="T77" fmla="*/ 7 h 8484"/>
                  <a:gd name="T78" fmla="*/ 4 w 9450"/>
                  <a:gd name="T79" fmla="*/ 6 h 8484"/>
                  <a:gd name="T80" fmla="*/ 4 w 9450"/>
                  <a:gd name="T81" fmla="*/ 6 h 8484"/>
                  <a:gd name="T82" fmla="*/ 4 w 9450"/>
                  <a:gd name="T83" fmla="*/ 6 h 8484"/>
                  <a:gd name="T84" fmla="*/ 4 w 9450"/>
                  <a:gd name="T85" fmla="*/ 6 h 8484"/>
                  <a:gd name="T86" fmla="*/ 5 w 9450"/>
                  <a:gd name="T87" fmla="*/ 6 h 8484"/>
                  <a:gd name="T88" fmla="*/ 5 w 9450"/>
                  <a:gd name="T89" fmla="*/ 6 h 8484"/>
                  <a:gd name="T90" fmla="*/ 5 w 9450"/>
                  <a:gd name="T91" fmla="*/ 6 h 8484"/>
                  <a:gd name="T92" fmla="*/ 5 w 9450"/>
                  <a:gd name="T93" fmla="*/ 6 h 8484"/>
                  <a:gd name="T94" fmla="*/ 6 w 9450"/>
                  <a:gd name="T95" fmla="*/ 5 h 8484"/>
                  <a:gd name="T96" fmla="*/ 6 w 9450"/>
                  <a:gd name="T97" fmla="*/ 5 h 8484"/>
                  <a:gd name="T98" fmla="*/ 6 w 9450"/>
                  <a:gd name="T99" fmla="*/ 5 h 8484"/>
                  <a:gd name="T100" fmla="*/ 6 w 9450"/>
                  <a:gd name="T101" fmla="*/ 5 h 8484"/>
                  <a:gd name="T102" fmla="*/ 6 w 9450"/>
                  <a:gd name="T103" fmla="*/ 5 h 8484"/>
                  <a:gd name="T104" fmla="*/ 7 w 9450"/>
                  <a:gd name="T105" fmla="*/ 4 h 8484"/>
                  <a:gd name="T106" fmla="*/ 7 w 9450"/>
                  <a:gd name="T107" fmla="*/ 4 h 8484"/>
                  <a:gd name="T108" fmla="*/ 7 w 9450"/>
                  <a:gd name="T109" fmla="*/ 4 h 8484"/>
                  <a:gd name="T110" fmla="*/ 7 w 9450"/>
                  <a:gd name="T111" fmla="*/ 4 h 8484"/>
                  <a:gd name="T112" fmla="*/ 7 w 9450"/>
                  <a:gd name="T113" fmla="*/ 3 h 8484"/>
                  <a:gd name="T114" fmla="*/ 7 w 9450"/>
                  <a:gd name="T115" fmla="*/ 3 h 8484"/>
                  <a:gd name="T116" fmla="*/ 7 w 9450"/>
                  <a:gd name="T117" fmla="*/ 3 h 8484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9450"/>
                  <a:gd name="T178" fmla="*/ 0 h 8484"/>
                  <a:gd name="T179" fmla="*/ 9450 w 9450"/>
                  <a:gd name="T180" fmla="*/ 8484 h 8484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9450" h="8484">
                    <a:moveTo>
                      <a:pt x="9450" y="3402"/>
                    </a:moveTo>
                    <a:lnTo>
                      <a:pt x="3563" y="0"/>
                    </a:lnTo>
                    <a:lnTo>
                      <a:pt x="3396" y="100"/>
                    </a:lnTo>
                    <a:lnTo>
                      <a:pt x="3231" y="204"/>
                    </a:lnTo>
                    <a:lnTo>
                      <a:pt x="3068" y="313"/>
                    </a:lnTo>
                    <a:lnTo>
                      <a:pt x="2908" y="426"/>
                    </a:lnTo>
                    <a:lnTo>
                      <a:pt x="2749" y="544"/>
                    </a:lnTo>
                    <a:lnTo>
                      <a:pt x="2594" y="666"/>
                    </a:lnTo>
                    <a:lnTo>
                      <a:pt x="2441" y="792"/>
                    </a:lnTo>
                    <a:lnTo>
                      <a:pt x="2292" y="923"/>
                    </a:lnTo>
                    <a:lnTo>
                      <a:pt x="2146" y="1056"/>
                    </a:lnTo>
                    <a:lnTo>
                      <a:pt x="2003" y="1194"/>
                    </a:lnTo>
                    <a:lnTo>
                      <a:pt x="1864" y="1335"/>
                    </a:lnTo>
                    <a:lnTo>
                      <a:pt x="1728" y="1479"/>
                    </a:lnTo>
                    <a:lnTo>
                      <a:pt x="1596" y="1627"/>
                    </a:lnTo>
                    <a:lnTo>
                      <a:pt x="1470" y="1777"/>
                    </a:lnTo>
                    <a:lnTo>
                      <a:pt x="1346" y="1930"/>
                    </a:lnTo>
                    <a:lnTo>
                      <a:pt x="1229" y="2085"/>
                    </a:lnTo>
                    <a:lnTo>
                      <a:pt x="1115" y="2242"/>
                    </a:lnTo>
                    <a:lnTo>
                      <a:pt x="1006" y="2403"/>
                    </a:lnTo>
                    <a:lnTo>
                      <a:pt x="902" y="2564"/>
                    </a:lnTo>
                    <a:lnTo>
                      <a:pt x="803" y="2727"/>
                    </a:lnTo>
                    <a:lnTo>
                      <a:pt x="711" y="2891"/>
                    </a:lnTo>
                    <a:lnTo>
                      <a:pt x="622" y="3057"/>
                    </a:lnTo>
                    <a:lnTo>
                      <a:pt x="539" y="3224"/>
                    </a:lnTo>
                    <a:lnTo>
                      <a:pt x="463" y="3391"/>
                    </a:lnTo>
                    <a:lnTo>
                      <a:pt x="391" y="3559"/>
                    </a:lnTo>
                    <a:lnTo>
                      <a:pt x="325" y="3728"/>
                    </a:lnTo>
                    <a:lnTo>
                      <a:pt x="265" y="3896"/>
                    </a:lnTo>
                    <a:lnTo>
                      <a:pt x="212" y="4065"/>
                    </a:lnTo>
                    <a:lnTo>
                      <a:pt x="164" y="4233"/>
                    </a:lnTo>
                    <a:lnTo>
                      <a:pt x="121" y="4400"/>
                    </a:lnTo>
                    <a:lnTo>
                      <a:pt x="85" y="4567"/>
                    </a:lnTo>
                    <a:lnTo>
                      <a:pt x="57" y="4732"/>
                    </a:lnTo>
                    <a:lnTo>
                      <a:pt x="33" y="4897"/>
                    </a:lnTo>
                    <a:lnTo>
                      <a:pt x="15" y="5061"/>
                    </a:lnTo>
                    <a:lnTo>
                      <a:pt x="4" y="5222"/>
                    </a:lnTo>
                    <a:lnTo>
                      <a:pt x="0" y="5381"/>
                    </a:lnTo>
                    <a:lnTo>
                      <a:pt x="1" y="5540"/>
                    </a:lnTo>
                    <a:lnTo>
                      <a:pt x="9" y="5695"/>
                    </a:lnTo>
                    <a:lnTo>
                      <a:pt x="24" y="5848"/>
                    </a:lnTo>
                    <a:lnTo>
                      <a:pt x="43" y="5999"/>
                    </a:lnTo>
                    <a:lnTo>
                      <a:pt x="70" y="6146"/>
                    </a:lnTo>
                    <a:lnTo>
                      <a:pt x="103" y="6291"/>
                    </a:lnTo>
                    <a:lnTo>
                      <a:pt x="142" y="6432"/>
                    </a:lnTo>
                    <a:lnTo>
                      <a:pt x="186" y="6569"/>
                    </a:lnTo>
                    <a:lnTo>
                      <a:pt x="238" y="6703"/>
                    </a:lnTo>
                    <a:lnTo>
                      <a:pt x="294" y="6834"/>
                    </a:lnTo>
                    <a:lnTo>
                      <a:pt x="357" y="6960"/>
                    </a:lnTo>
                    <a:lnTo>
                      <a:pt x="426" y="7083"/>
                    </a:lnTo>
                    <a:lnTo>
                      <a:pt x="500" y="7201"/>
                    </a:lnTo>
                    <a:lnTo>
                      <a:pt x="580" y="7315"/>
                    </a:lnTo>
                    <a:lnTo>
                      <a:pt x="665" y="7424"/>
                    </a:lnTo>
                    <a:lnTo>
                      <a:pt x="756" y="7529"/>
                    </a:lnTo>
                    <a:lnTo>
                      <a:pt x="853" y="7629"/>
                    </a:lnTo>
                    <a:lnTo>
                      <a:pt x="953" y="7724"/>
                    </a:lnTo>
                    <a:lnTo>
                      <a:pt x="1060" y="7813"/>
                    </a:lnTo>
                    <a:lnTo>
                      <a:pt x="1172" y="7897"/>
                    </a:lnTo>
                    <a:lnTo>
                      <a:pt x="1287" y="7977"/>
                    </a:lnTo>
                    <a:lnTo>
                      <a:pt x="1408" y="8051"/>
                    </a:lnTo>
                    <a:lnTo>
                      <a:pt x="1533" y="8118"/>
                    </a:lnTo>
                    <a:lnTo>
                      <a:pt x="1662" y="8181"/>
                    </a:lnTo>
                    <a:lnTo>
                      <a:pt x="1795" y="8238"/>
                    </a:lnTo>
                    <a:lnTo>
                      <a:pt x="1933" y="8289"/>
                    </a:lnTo>
                    <a:lnTo>
                      <a:pt x="2074" y="8334"/>
                    </a:lnTo>
                    <a:lnTo>
                      <a:pt x="2218" y="8374"/>
                    </a:lnTo>
                    <a:lnTo>
                      <a:pt x="2366" y="8406"/>
                    </a:lnTo>
                    <a:lnTo>
                      <a:pt x="2517" y="8434"/>
                    </a:lnTo>
                    <a:lnTo>
                      <a:pt x="2671" y="8456"/>
                    </a:lnTo>
                    <a:lnTo>
                      <a:pt x="2828" y="8471"/>
                    </a:lnTo>
                    <a:lnTo>
                      <a:pt x="2987" y="8481"/>
                    </a:lnTo>
                    <a:lnTo>
                      <a:pt x="3149" y="8484"/>
                    </a:lnTo>
                    <a:lnTo>
                      <a:pt x="3313" y="8481"/>
                    </a:lnTo>
                    <a:lnTo>
                      <a:pt x="3480" y="8472"/>
                    </a:lnTo>
                    <a:lnTo>
                      <a:pt x="3647" y="8457"/>
                    </a:lnTo>
                    <a:lnTo>
                      <a:pt x="3816" y="8436"/>
                    </a:lnTo>
                    <a:lnTo>
                      <a:pt x="3987" y="8409"/>
                    </a:lnTo>
                    <a:lnTo>
                      <a:pt x="4158" y="8376"/>
                    </a:lnTo>
                    <a:lnTo>
                      <a:pt x="4330" y="8337"/>
                    </a:lnTo>
                    <a:lnTo>
                      <a:pt x="4503" y="8292"/>
                    </a:lnTo>
                    <a:lnTo>
                      <a:pt x="4677" y="8241"/>
                    </a:lnTo>
                    <a:lnTo>
                      <a:pt x="4851" y="8184"/>
                    </a:lnTo>
                    <a:lnTo>
                      <a:pt x="5024" y="8123"/>
                    </a:lnTo>
                    <a:lnTo>
                      <a:pt x="5197" y="8055"/>
                    </a:lnTo>
                    <a:lnTo>
                      <a:pt x="5370" y="7982"/>
                    </a:lnTo>
                    <a:lnTo>
                      <a:pt x="5542" y="7902"/>
                    </a:lnTo>
                    <a:lnTo>
                      <a:pt x="5713" y="7819"/>
                    </a:lnTo>
                    <a:lnTo>
                      <a:pt x="5882" y="7730"/>
                    </a:lnTo>
                    <a:lnTo>
                      <a:pt x="6051" y="7635"/>
                    </a:lnTo>
                    <a:lnTo>
                      <a:pt x="6218" y="7535"/>
                    </a:lnTo>
                    <a:lnTo>
                      <a:pt x="6383" y="7431"/>
                    </a:lnTo>
                    <a:lnTo>
                      <a:pt x="6546" y="7322"/>
                    </a:lnTo>
                    <a:lnTo>
                      <a:pt x="6706" y="7209"/>
                    </a:lnTo>
                    <a:lnTo>
                      <a:pt x="6865" y="7091"/>
                    </a:lnTo>
                    <a:lnTo>
                      <a:pt x="7020" y="6969"/>
                    </a:lnTo>
                    <a:lnTo>
                      <a:pt x="7173" y="6843"/>
                    </a:lnTo>
                    <a:lnTo>
                      <a:pt x="7322" y="6712"/>
                    </a:lnTo>
                    <a:lnTo>
                      <a:pt x="7468" y="6579"/>
                    </a:lnTo>
                    <a:lnTo>
                      <a:pt x="7611" y="6441"/>
                    </a:lnTo>
                    <a:lnTo>
                      <a:pt x="7750" y="6300"/>
                    </a:lnTo>
                    <a:lnTo>
                      <a:pt x="7886" y="6155"/>
                    </a:lnTo>
                    <a:lnTo>
                      <a:pt x="8018" y="6008"/>
                    </a:lnTo>
                    <a:lnTo>
                      <a:pt x="8144" y="5858"/>
                    </a:lnTo>
                    <a:lnTo>
                      <a:pt x="8268" y="5705"/>
                    </a:lnTo>
                    <a:lnTo>
                      <a:pt x="8385" y="5550"/>
                    </a:lnTo>
                    <a:lnTo>
                      <a:pt x="8499" y="5393"/>
                    </a:lnTo>
                    <a:lnTo>
                      <a:pt x="8608" y="5232"/>
                    </a:lnTo>
                    <a:lnTo>
                      <a:pt x="8712" y="5071"/>
                    </a:lnTo>
                    <a:lnTo>
                      <a:pt x="8811" y="4908"/>
                    </a:lnTo>
                    <a:lnTo>
                      <a:pt x="8903" y="4744"/>
                    </a:lnTo>
                    <a:lnTo>
                      <a:pt x="8992" y="4578"/>
                    </a:lnTo>
                    <a:lnTo>
                      <a:pt x="9075" y="4412"/>
                    </a:lnTo>
                    <a:lnTo>
                      <a:pt x="9151" y="4244"/>
                    </a:lnTo>
                    <a:lnTo>
                      <a:pt x="9223" y="4076"/>
                    </a:lnTo>
                    <a:lnTo>
                      <a:pt x="9289" y="3908"/>
                    </a:lnTo>
                    <a:lnTo>
                      <a:pt x="9349" y="3739"/>
                    </a:lnTo>
                    <a:lnTo>
                      <a:pt x="9402" y="3570"/>
                    </a:lnTo>
                    <a:lnTo>
                      <a:pt x="9450" y="3402"/>
                    </a:lnTo>
                  </a:path>
                </a:pathLst>
              </a:custGeom>
              <a:solidFill>
                <a:srgbClr val="FF00FF"/>
              </a:solidFill>
              <a:ln w="0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9" name="Freeform 201"/>
              <p:cNvSpPr>
                <a:spLocks/>
              </p:cNvSpPr>
              <p:nvPr/>
            </p:nvSpPr>
            <p:spPr bwMode="auto">
              <a:xfrm>
                <a:off x="1362" y="1435"/>
                <a:ext cx="981" cy="1004"/>
              </a:xfrm>
              <a:custGeom>
                <a:avLst/>
                <a:gdLst>
                  <a:gd name="T0" fmla="*/ 4 w 5887"/>
                  <a:gd name="T1" fmla="*/ 5 h 6021"/>
                  <a:gd name="T2" fmla="*/ 4 w 5887"/>
                  <a:gd name="T3" fmla="*/ 3 h 6021"/>
                  <a:gd name="T4" fmla="*/ 0 w 5887"/>
                  <a:gd name="T5" fmla="*/ 0 h 6021"/>
                  <a:gd name="T6" fmla="*/ 0 w 5887"/>
                  <a:gd name="T7" fmla="*/ 2 h 60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87"/>
                  <a:gd name="T13" fmla="*/ 0 h 6021"/>
                  <a:gd name="T14" fmla="*/ 5887 w 5887"/>
                  <a:gd name="T15" fmla="*/ 6021 h 60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87" h="6021">
                    <a:moveTo>
                      <a:pt x="5887" y="6021"/>
                    </a:moveTo>
                    <a:lnTo>
                      <a:pt x="5887" y="3403"/>
                    </a:lnTo>
                    <a:lnTo>
                      <a:pt x="0" y="0"/>
                    </a:lnTo>
                    <a:lnTo>
                      <a:pt x="0" y="2619"/>
                    </a:lnTo>
                  </a:path>
                </a:pathLst>
              </a:custGeom>
              <a:solidFill>
                <a:srgbClr val="FFFF00"/>
              </a:solidFill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40" name="Freeform 202"/>
              <p:cNvSpPr>
                <a:spLocks/>
              </p:cNvSpPr>
              <p:nvPr/>
            </p:nvSpPr>
            <p:spPr bwMode="auto">
              <a:xfrm>
                <a:off x="1362" y="1420"/>
                <a:ext cx="1008" cy="582"/>
              </a:xfrm>
              <a:custGeom>
                <a:avLst/>
                <a:gdLst>
                  <a:gd name="T0" fmla="*/ 0 w 6051"/>
                  <a:gd name="T1" fmla="*/ 0 h 3497"/>
                  <a:gd name="T2" fmla="*/ 0 w 6051"/>
                  <a:gd name="T3" fmla="*/ 0 h 3497"/>
                  <a:gd name="T4" fmla="*/ 1 w 6051"/>
                  <a:gd name="T5" fmla="*/ 0 h 3497"/>
                  <a:gd name="T6" fmla="*/ 1 w 6051"/>
                  <a:gd name="T7" fmla="*/ 0 h 3497"/>
                  <a:gd name="T8" fmla="*/ 1 w 6051"/>
                  <a:gd name="T9" fmla="*/ 0 h 3497"/>
                  <a:gd name="T10" fmla="*/ 1 w 6051"/>
                  <a:gd name="T11" fmla="*/ 0 h 3497"/>
                  <a:gd name="T12" fmla="*/ 1 w 6051"/>
                  <a:gd name="T13" fmla="*/ 0 h 3497"/>
                  <a:gd name="T14" fmla="*/ 2 w 6051"/>
                  <a:gd name="T15" fmla="*/ 0 h 3497"/>
                  <a:gd name="T16" fmla="*/ 2 w 6051"/>
                  <a:gd name="T17" fmla="*/ 0 h 3497"/>
                  <a:gd name="T18" fmla="*/ 2 w 6051"/>
                  <a:gd name="T19" fmla="*/ 0 h 3497"/>
                  <a:gd name="T20" fmla="*/ 2 w 6051"/>
                  <a:gd name="T21" fmla="*/ 0 h 3497"/>
                  <a:gd name="T22" fmla="*/ 3 w 6051"/>
                  <a:gd name="T23" fmla="*/ 0 h 3497"/>
                  <a:gd name="T24" fmla="*/ 3 w 6051"/>
                  <a:gd name="T25" fmla="*/ 0 h 3497"/>
                  <a:gd name="T26" fmla="*/ 3 w 6051"/>
                  <a:gd name="T27" fmla="*/ 0 h 3497"/>
                  <a:gd name="T28" fmla="*/ 3 w 6051"/>
                  <a:gd name="T29" fmla="*/ 0 h 3497"/>
                  <a:gd name="T30" fmla="*/ 3 w 6051"/>
                  <a:gd name="T31" fmla="*/ 1 h 3497"/>
                  <a:gd name="T32" fmla="*/ 4 w 6051"/>
                  <a:gd name="T33" fmla="*/ 1 h 3497"/>
                  <a:gd name="T34" fmla="*/ 4 w 6051"/>
                  <a:gd name="T35" fmla="*/ 1 h 3497"/>
                  <a:gd name="T36" fmla="*/ 4 w 6051"/>
                  <a:gd name="T37" fmla="*/ 1 h 3497"/>
                  <a:gd name="T38" fmla="*/ 4 w 6051"/>
                  <a:gd name="T39" fmla="*/ 1 h 3497"/>
                  <a:gd name="T40" fmla="*/ 4 w 6051"/>
                  <a:gd name="T41" fmla="*/ 1 h 3497"/>
                  <a:gd name="T42" fmla="*/ 4 w 6051"/>
                  <a:gd name="T43" fmla="*/ 1 h 3497"/>
                  <a:gd name="T44" fmla="*/ 4 w 6051"/>
                  <a:gd name="T45" fmla="*/ 1 h 3497"/>
                  <a:gd name="T46" fmla="*/ 4 w 6051"/>
                  <a:gd name="T47" fmla="*/ 1 h 3497"/>
                  <a:gd name="T48" fmla="*/ 4 w 6051"/>
                  <a:gd name="T49" fmla="*/ 2 h 3497"/>
                  <a:gd name="T50" fmla="*/ 5 w 6051"/>
                  <a:gd name="T51" fmla="*/ 2 h 3497"/>
                  <a:gd name="T52" fmla="*/ 5 w 6051"/>
                  <a:gd name="T53" fmla="*/ 2 h 3497"/>
                  <a:gd name="T54" fmla="*/ 5 w 6051"/>
                  <a:gd name="T55" fmla="*/ 2 h 3497"/>
                  <a:gd name="T56" fmla="*/ 5 w 6051"/>
                  <a:gd name="T57" fmla="*/ 2 h 3497"/>
                  <a:gd name="T58" fmla="*/ 5 w 6051"/>
                  <a:gd name="T59" fmla="*/ 2 h 3497"/>
                  <a:gd name="T60" fmla="*/ 4 w 6051"/>
                  <a:gd name="T61" fmla="*/ 2 h 3497"/>
                  <a:gd name="T62" fmla="*/ 4 w 6051"/>
                  <a:gd name="T63" fmla="*/ 3 h 3497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6051"/>
                  <a:gd name="T97" fmla="*/ 0 h 3497"/>
                  <a:gd name="T98" fmla="*/ 6051 w 6051"/>
                  <a:gd name="T99" fmla="*/ 3497 h 3497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6051" h="3497">
                    <a:moveTo>
                      <a:pt x="0" y="94"/>
                    </a:moveTo>
                    <a:lnTo>
                      <a:pt x="155" y="72"/>
                    </a:lnTo>
                    <a:lnTo>
                      <a:pt x="311" y="52"/>
                    </a:lnTo>
                    <a:lnTo>
                      <a:pt x="468" y="36"/>
                    </a:lnTo>
                    <a:lnTo>
                      <a:pt x="626" y="22"/>
                    </a:lnTo>
                    <a:lnTo>
                      <a:pt x="785" y="12"/>
                    </a:lnTo>
                    <a:lnTo>
                      <a:pt x="944" y="5"/>
                    </a:lnTo>
                    <a:lnTo>
                      <a:pt x="1105" y="1"/>
                    </a:lnTo>
                    <a:lnTo>
                      <a:pt x="1264" y="0"/>
                    </a:lnTo>
                    <a:lnTo>
                      <a:pt x="1423" y="2"/>
                    </a:lnTo>
                    <a:lnTo>
                      <a:pt x="1583" y="6"/>
                    </a:lnTo>
                    <a:lnTo>
                      <a:pt x="1742" y="14"/>
                    </a:lnTo>
                    <a:lnTo>
                      <a:pt x="1901" y="25"/>
                    </a:lnTo>
                    <a:lnTo>
                      <a:pt x="2059" y="40"/>
                    </a:lnTo>
                    <a:lnTo>
                      <a:pt x="2217" y="56"/>
                    </a:lnTo>
                    <a:lnTo>
                      <a:pt x="2372" y="77"/>
                    </a:lnTo>
                    <a:lnTo>
                      <a:pt x="2527" y="100"/>
                    </a:lnTo>
                    <a:lnTo>
                      <a:pt x="2680" y="126"/>
                    </a:lnTo>
                    <a:lnTo>
                      <a:pt x="2832" y="155"/>
                    </a:lnTo>
                    <a:lnTo>
                      <a:pt x="2982" y="187"/>
                    </a:lnTo>
                    <a:lnTo>
                      <a:pt x="3130" y="222"/>
                    </a:lnTo>
                    <a:lnTo>
                      <a:pt x="3276" y="260"/>
                    </a:lnTo>
                    <a:lnTo>
                      <a:pt x="3419" y="300"/>
                    </a:lnTo>
                    <a:lnTo>
                      <a:pt x="3561" y="343"/>
                    </a:lnTo>
                    <a:lnTo>
                      <a:pt x="3700" y="388"/>
                    </a:lnTo>
                    <a:lnTo>
                      <a:pt x="3835" y="438"/>
                    </a:lnTo>
                    <a:lnTo>
                      <a:pt x="3968" y="488"/>
                    </a:lnTo>
                    <a:lnTo>
                      <a:pt x="4099" y="542"/>
                    </a:lnTo>
                    <a:lnTo>
                      <a:pt x="4225" y="598"/>
                    </a:lnTo>
                    <a:lnTo>
                      <a:pt x="4350" y="657"/>
                    </a:lnTo>
                    <a:lnTo>
                      <a:pt x="4470" y="718"/>
                    </a:lnTo>
                    <a:lnTo>
                      <a:pt x="4586" y="780"/>
                    </a:lnTo>
                    <a:lnTo>
                      <a:pt x="4699" y="846"/>
                    </a:lnTo>
                    <a:lnTo>
                      <a:pt x="4809" y="913"/>
                    </a:lnTo>
                    <a:lnTo>
                      <a:pt x="4913" y="983"/>
                    </a:lnTo>
                    <a:lnTo>
                      <a:pt x="5015" y="1054"/>
                    </a:lnTo>
                    <a:lnTo>
                      <a:pt x="5112" y="1128"/>
                    </a:lnTo>
                    <a:lnTo>
                      <a:pt x="5205" y="1203"/>
                    </a:lnTo>
                    <a:lnTo>
                      <a:pt x="5293" y="1280"/>
                    </a:lnTo>
                    <a:lnTo>
                      <a:pt x="5377" y="1358"/>
                    </a:lnTo>
                    <a:lnTo>
                      <a:pt x="5457" y="1439"/>
                    </a:lnTo>
                    <a:lnTo>
                      <a:pt x="5531" y="1520"/>
                    </a:lnTo>
                    <a:lnTo>
                      <a:pt x="5601" y="1603"/>
                    </a:lnTo>
                    <a:lnTo>
                      <a:pt x="5666" y="1687"/>
                    </a:lnTo>
                    <a:lnTo>
                      <a:pt x="5726" y="1773"/>
                    </a:lnTo>
                    <a:lnTo>
                      <a:pt x="5782" y="1859"/>
                    </a:lnTo>
                    <a:lnTo>
                      <a:pt x="5832" y="1948"/>
                    </a:lnTo>
                    <a:lnTo>
                      <a:pt x="5877" y="2036"/>
                    </a:lnTo>
                    <a:lnTo>
                      <a:pt x="5917" y="2126"/>
                    </a:lnTo>
                    <a:lnTo>
                      <a:pt x="5952" y="2215"/>
                    </a:lnTo>
                    <a:lnTo>
                      <a:pt x="5982" y="2307"/>
                    </a:lnTo>
                    <a:lnTo>
                      <a:pt x="6006" y="2397"/>
                    </a:lnTo>
                    <a:lnTo>
                      <a:pt x="6025" y="2489"/>
                    </a:lnTo>
                    <a:lnTo>
                      <a:pt x="6040" y="2581"/>
                    </a:lnTo>
                    <a:lnTo>
                      <a:pt x="6048" y="2673"/>
                    </a:lnTo>
                    <a:lnTo>
                      <a:pt x="6051" y="2765"/>
                    </a:lnTo>
                    <a:lnTo>
                      <a:pt x="6049" y="2858"/>
                    </a:lnTo>
                    <a:lnTo>
                      <a:pt x="6042" y="2951"/>
                    </a:lnTo>
                    <a:lnTo>
                      <a:pt x="6029" y="3042"/>
                    </a:lnTo>
                    <a:lnTo>
                      <a:pt x="6012" y="3134"/>
                    </a:lnTo>
                    <a:lnTo>
                      <a:pt x="5988" y="3225"/>
                    </a:lnTo>
                    <a:lnTo>
                      <a:pt x="5959" y="3317"/>
                    </a:lnTo>
                    <a:lnTo>
                      <a:pt x="5927" y="3406"/>
                    </a:lnTo>
                    <a:lnTo>
                      <a:pt x="5887" y="3497"/>
                    </a:lnTo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124" name="Text Box 203"/>
          <p:cNvSpPr txBox="1">
            <a:spLocks noChangeArrowheads="1"/>
          </p:cNvSpPr>
          <p:nvPr/>
        </p:nvSpPr>
        <p:spPr bwMode="auto">
          <a:xfrm>
            <a:off x="469900" y="338138"/>
            <a:ext cx="52451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 b="1" i="0">
                <a:latin typeface="黑体" pitchFamily="2" charset="-122"/>
                <a:ea typeface="黑体" pitchFamily="2" charset="-122"/>
                <a:sym typeface="CommercialPi BT" pitchFamily="18" charset="2"/>
              </a:rPr>
              <a:t>截交线的性质：</a:t>
            </a:r>
            <a:endParaRPr lang="zh-CN" altLang="en-US" sz="4000" b="1" i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324" name="Text Box 204"/>
          <p:cNvSpPr txBox="1">
            <a:spLocks noChangeArrowheads="1"/>
          </p:cNvSpPr>
          <p:nvPr/>
        </p:nvSpPr>
        <p:spPr bwMode="auto">
          <a:xfrm>
            <a:off x="304800" y="2603500"/>
            <a:ext cx="3579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latin typeface="黑体" pitchFamily="2" charset="-122"/>
                <a:ea typeface="黑体" pitchFamily="2" charset="-122"/>
              </a:rPr>
              <a:t> 2 </a:t>
            </a: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封闭的</a:t>
            </a:r>
            <a:r>
              <a:rPr lang="zh-CN" altLang="en-US" sz="2800" b="1" i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平面图形</a:t>
            </a: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5325" name="Text Box 205"/>
          <p:cNvSpPr txBox="1">
            <a:spLocks noChangeArrowheads="1"/>
          </p:cNvSpPr>
          <p:nvPr/>
        </p:nvSpPr>
        <p:spPr bwMode="auto">
          <a:xfrm>
            <a:off x="258763" y="3519488"/>
            <a:ext cx="6048375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latin typeface="黑体" pitchFamily="2" charset="-122"/>
                <a:ea typeface="黑体" pitchFamily="2" charset="-122"/>
              </a:rPr>
              <a:t> 3 </a:t>
            </a: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截交线的</a:t>
            </a:r>
            <a:r>
              <a:rPr lang="zh-CN" altLang="en-US" sz="2800" b="1" i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空间形状</a:t>
            </a: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取决于被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   截立体的形状及截平面与立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   体的相对位置。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800" b="1" i="0">
                <a:latin typeface="黑体" pitchFamily="2" charset="-122"/>
                <a:ea typeface="黑体" pitchFamily="2" charset="-122"/>
              </a:rPr>
              <a:t>4 </a:t>
            </a: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截交线的</a:t>
            </a:r>
            <a:r>
              <a:rPr lang="zh-CN" altLang="en-US" sz="2800" b="1" i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投影形状</a:t>
            </a: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取决于截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   平面与投影面的相对位置。</a:t>
            </a:r>
          </a:p>
        </p:txBody>
      </p:sp>
      <p:sp>
        <p:nvSpPr>
          <p:cNvPr id="5326" name="Text Box 206"/>
          <p:cNvSpPr txBox="1">
            <a:spLocks noChangeArrowheads="1"/>
          </p:cNvSpPr>
          <p:nvPr/>
        </p:nvSpPr>
        <p:spPr bwMode="auto">
          <a:xfrm>
            <a:off x="304800" y="1497013"/>
            <a:ext cx="50085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latin typeface="黑体" pitchFamily="2" charset="-122"/>
                <a:ea typeface="黑体" pitchFamily="2" charset="-122"/>
              </a:rPr>
              <a:t> 1 </a:t>
            </a: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截交线是截平面与立体表面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   的</a:t>
            </a:r>
            <a:r>
              <a:rPr lang="zh-CN" altLang="en-US" sz="2800" b="1" i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共有线</a:t>
            </a: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grpSp>
        <p:nvGrpSpPr>
          <p:cNvPr id="5128" name="Group 207"/>
          <p:cNvGrpSpPr>
            <a:grpSpLocks/>
          </p:cNvGrpSpPr>
          <p:nvPr/>
        </p:nvGrpSpPr>
        <p:grpSpPr bwMode="auto">
          <a:xfrm>
            <a:off x="6057900" y="728663"/>
            <a:ext cx="2651125" cy="2441575"/>
            <a:chOff x="3816" y="391"/>
            <a:chExt cx="1670" cy="1538"/>
          </a:xfrm>
        </p:grpSpPr>
        <p:pic>
          <p:nvPicPr>
            <p:cNvPr id="5134" name="Picture 208" descr="书4-3切八棱柱(1)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77" t="14719" r="29349" b="16119"/>
            <a:stretch>
              <a:fillRect/>
            </a:stretch>
          </p:blipFill>
          <p:spPr bwMode="auto">
            <a:xfrm>
              <a:off x="3816" y="391"/>
              <a:ext cx="1670" cy="1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35" name="Freeform 209"/>
            <p:cNvSpPr>
              <a:spLocks/>
            </p:cNvSpPr>
            <p:nvPr/>
          </p:nvSpPr>
          <p:spPr bwMode="auto">
            <a:xfrm>
              <a:off x="3826" y="669"/>
              <a:ext cx="1115" cy="1250"/>
            </a:xfrm>
            <a:custGeom>
              <a:avLst/>
              <a:gdLst>
                <a:gd name="T0" fmla="*/ 279 w 1150"/>
                <a:gd name="T1" fmla="*/ 295 h 1289"/>
                <a:gd name="T2" fmla="*/ 442 w 1150"/>
                <a:gd name="T3" fmla="*/ 390 h 1289"/>
                <a:gd name="T4" fmla="*/ 530 w 1150"/>
                <a:gd name="T5" fmla="*/ 0 h 1289"/>
                <a:gd name="T6" fmla="*/ 1016 w 1150"/>
                <a:gd name="T7" fmla="*/ 272 h 1289"/>
                <a:gd name="T8" fmla="*/ 726 w 1150"/>
                <a:gd name="T9" fmla="*/ 557 h 1289"/>
                <a:gd name="T10" fmla="*/ 883 w 1150"/>
                <a:gd name="T11" fmla="*/ 647 h 1289"/>
                <a:gd name="T12" fmla="*/ 602 w 1150"/>
                <a:gd name="T13" fmla="*/ 1139 h 1289"/>
                <a:gd name="T14" fmla="*/ 0 w 1150"/>
                <a:gd name="T15" fmla="*/ 793 h 1289"/>
                <a:gd name="T16" fmla="*/ 279 w 1150"/>
                <a:gd name="T17" fmla="*/ 295 h 12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50"/>
                <a:gd name="T28" fmla="*/ 0 h 1289"/>
                <a:gd name="T29" fmla="*/ 1150 w 1150"/>
                <a:gd name="T30" fmla="*/ 1289 h 128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50" h="1289">
                  <a:moveTo>
                    <a:pt x="316" y="333"/>
                  </a:moveTo>
                  <a:lnTo>
                    <a:pt x="500" y="441"/>
                  </a:lnTo>
                  <a:lnTo>
                    <a:pt x="600" y="0"/>
                  </a:lnTo>
                  <a:lnTo>
                    <a:pt x="1150" y="308"/>
                  </a:lnTo>
                  <a:lnTo>
                    <a:pt x="821" y="629"/>
                  </a:lnTo>
                  <a:lnTo>
                    <a:pt x="999" y="731"/>
                  </a:lnTo>
                  <a:lnTo>
                    <a:pt x="681" y="1289"/>
                  </a:lnTo>
                  <a:lnTo>
                    <a:pt x="0" y="897"/>
                  </a:lnTo>
                  <a:lnTo>
                    <a:pt x="316" y="333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330" name="Freeform 210"/>
          <p:cNvSpPr>
            <a:spLocks/>
          </p:cNvSpPr>
          <p:nvPr/>
        </p:nvSpPr>
        <p:spPr bwMode="auto">
          <a:xfrm>
            <a:off x="6061075" y="1169988"/>
            <a:ext cx="1770063" cy="1984375"/>
          </a:xfrm>
          <a:custGeom>
            <a:avLst/>
            <a:gdLst>
              <a:gd name="T0" fmla="*/ 2147483647 w 1150"/>
              <a:gd name="T1" fmla="*/ 2147483647 h 1289"/>
              <a:gd name="T2" fmla="*/ 2147483647 w 1150"/>
              <a:gd name="T3" fmla="*/ 2147483647 h 1289"/>
              <a:gd name="T4" fmla="*/ 2147483647 w 1150"/>
              <a:gd name="T5" fmla="*/ 0 h 1289"/>
              <a:gd name="T6" fmla="*/ 2147483647 w 1150"/>
              <a:gd name="T7" fmla="*/ 2147483647 h 1289"/>
              <a:gd name="T8" fmla="*/ 2147483647 w 1150"/>
              <a:gd name="T9" fmla="*/ 2147483647 h 1289"/>
              <a:gd name="T10" fmla="*/ 2147483647 w 1150"/>
              <a:gd name="T11" fmla="*/ 2147483647 h 1289"/>
              <a:gd name="T12" fmla="*/ 2147483647 w 1150"/>
              <a:gd name="T13" fmla="*/ 2147483647 h 1289"/>
              <a:gd name="T14" fmla="*/ 0 w 1150"/>
              <a:gd name="T15" fmla="*/ 2147483647 h 1289"/>
              <a:gd name="T16" fmla="*/ 2147483647 w 1150"/>
              <a:gd name="T17" fmla="*/ 2147483647 h 128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50"/>
              <a:gd name="T28" fmla="*/ 0 h 1289"/>
              <a:gd name="T29" fmla="*/ 1150 w 1150"/>
              <a:gd name="T30" fmla="*/ 1289 h 128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50" h="1289">
                <a:moveTo>
                  <a:pt x="316" y="333"/>
                </a:moveTo>
                <a:lnTo>
                  <a:pt x="500" y="441"/>
                </a:lnTo>
                <a:lnTo>
                  <a:pt x="600" y="0"/>
                </a:lnTo>
                <a:lnTo>
                  <a:pt x="1150" y="308"/>
                </a:lnTo>
                <a:lnTo>
                  <a:pt x="821" y="629"/>
                </a:lnTo>
                <a:lnTo>
                  <a:pt x="999" y="731"/>
                </a:lnTo>
                <a:lnTo>
                  <a:pt x="681" y="1289"/>
                </a:lnTo>
                <a:lnTo>
                  <a:pt x="0" y="897"/>
                </a:lnTo>
                <a:lnTo>
                  <a:pt x="316" y="333"/>
                </a:lnTo>
                <a:close/>
              </a:path>
            </a:pathLst>
          </a:cu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331" name="Freeform 211"/>
          <p:cNvSpPr>
            <a:spLocks/>
          </p:cNvSpPr>
          <p:nvPr/>
        </p:nvSpPr>
        <p:spPr bwMode="auto">
          <a:xfrm>
            <a:off x="6523038" y="4062413"/>
            <a:ext cx="1581150" cy="1419225"/>
          </a:xfrm>
          <a:custGeom>
            <a:avLst/>
            <a:gdLst>
              <a:gd name="T0" fmla="*/ 2147483647 w 9450"/>
              <a:gd name="T1" fmla="*/ 0 h 8484"/>
              <a:gd name="T2" fmla="*/ 2147483647 w 9450"/>
              <a:gd name="T3" fmla="*/ 2147483647 h 8484"/>
              <a:gd name="T4" fmla="*/ 2147483647 w 9450"/>
              <a:gd name="T5" fmla="*/ 2147483647 h 8484"/>
              <a:gd name="T6" fmla="*/ 2147483647 w 9450"/>
              <a:gd name="T7" fmla="*/ 2147483647 h 8484"/>
              <a:gd name="T8" fmla="*/ 2147483647 w 9450"/>
              <a:gd name="T9" fmla="*/ 2147483647 h 8484"/>
              <a:gd name="T10" fmla="*/ 2147483647 w 9450"/>
              <a:gd name="T11" fmla="*/ 2147483647 h 8484"/>
              <a:gd name="T12" fmla="*/ 2147483647 w 9450"/>
              <a:gd name="T13" fmla="*/ 2147483647 h 8484"/>
              <a:gd name="T14" fmla="*/ 2147483647 w 9450"/>
              <a:gd name="T15" fmla="*/ 2147483647 h 8484"/>
              <a:gd name="T16" fmla="*/ 2147483647 w 9450"/>
              <a:gd name="T17" fmla="*/ 2147483647 h 8484"/>
              <a:gd name="T18" fmla="*/ 2147483647 w 9450"/>
              <a:gd name="T19" fmla="*/ 2147483647 h 8484"/>
              <a:gd name="T20" fmla="*/ 2147483647 w 9450"/>
              <a:gd name="T21" fmla="*/ 2147483647 h 8484"/>
              <a:gd name="T22" fmla="*/ 2147483647 w 9450"/>
              <a:gd name="T23" fmla="*/ 2147483647 h 8484"/>
              <a:gd name="T24" fmla="*/ 2147483647 w 9450"/>
              <a:gd name="T25" fmla="*/ 2147483647 h 8484"/>
              <a:gd name="T26" fmla="*/ 2147483647 w 9450"/>
              <a:gd name="T27" fmla="*/ 2147483647 h 8484"/>
              <a:gd name="T28" fmla="*/ 2147483647 w 9450"/>
              <a:gd name="T29" fmla="*/ 2147483647 h 8484"/>
              <a:gd name="T30" fmla="*/ 2147483647 w 9450"/>
              <a:gd name="T31" fmla="*/ 2147483647 h 8484"/>
              <a:gd name="T32" fmla="*/ 2147483647 w 9450"/>
              <a:gd name="T33" fmla="*/ 2147483647 h 8484"/>
              <a:gd name="T34" fmla="*/ 2147483647 w 9450"/>
              <a:gd name="T35" fmla="*/ 2147483647 h 8484"/>
              <a:gd name="T36" fmla="*/ 0 w 9450"/>
              <a:gd name="T37" fmla="*/ 2147483647 h 8484"/>
              <a:gd name="T38" fmla="*/ 2147483647 w 9450"/>
              <a:gd name="T39" fmla="*/ 2147483647 h 8484"/>
              <a:gd name="T40" fmla="*/ 2147483647 w 9450"/>
              <a:gd name="T41" fmla="*/ 2147483647 h 8484"/>
              <a:gd name="T42" fmla="*/ 2147483647 w 9450"/>
              <a:gd name="T43" fmla="*/ 2147483647 h 8484"/>
              <a:gd name="T44" fmla="*/ 2147483647 w 9450"/>
              <a:gd name="T45" fmla="*/ 2147483647 h 8484"/>
              <a:gd name="T46" fmla="*/ 2147483647 w 9450"/>
              <a:gd name="T47" fmla="*/ 2147483647 h 8484"/>
              <a:gd name="T48" fmla="*/ 2147483647 w 9450"/>
              <a:gd name="T49" fmla="*/ 2147483647 h 8484"/>
              <a:gd name="T50" fmla="*/ 2147483647 w 9450"/>
              <a:gd name="T51" fmla="*/ 2147483647 h 8484"/>
              <a:gd name="T52" fmla="*/ 2147483647 w 9450"/>
              <a:gd name="T53" fmla="*/ 2147483647 h 8484"/>
              <a:gd name="T54" fmla="*/ 2147483647 w 9450"/>
              <a:gd name="T55" fmla="*/ 2147483647 h 8484"/>
              <a:gd name="T56" fmla="*/ 2147483647 w 9450"/>
              <a:gd name="T57" fmla="*/ 2147483647 h 8484"/>
              <a:gd name="T58" fmla="*/ 2147483647 w 9450"/>
              <a:gd name="T59" fmla="*/ 2147483647 h 8484"/>
              <a:gd name="T60" fmla="*/ 2147483647 w 9450"/>
              <a:gd name="T61" fmla="*/ 2147483647 h 8484"/>
              <a:gd name="T62" fmla="*/ 2147483647 w 9450"/>
              <a:gd name="T63" fmla="*/ 2147483647 h 8484"/>
              <a:gd name="T64" fmla="*/ 2147483647 w 9450"/>
              <a:gd name="T65" fmla="*/ 2147483647 h 8484"/>
              <a:gd name="T66" fmla="*/ 2147483647 w 9450"/>
              <a:gd name="T67" fmla="*/ 2147483647 h 8484"/>
              <a:gd name="T68" fmla="*/ 2147483647 w 9450"/>
              <a:gd name="T69" fmla="*/ 2147483647 h 8484"/>
              <a:gd name="T70" fmla="*/ 2147483647 w 9450"/>
              <a:gd name="T71" fmla="*/ 2147483647 h 8484"/>
              <a:gd name="T72" fmla="*/ 2147483647 w 9450"/>
              <a:gd name="T73" fmla="*/ 2147483647 h 8484"/>
              <a:gd name="T74" fmla="*/ 2147483647 w 9450"/>
              <a:gd name="T75" fmla="*/ 2147483647 h 8484"/>
              <a:gd name="T76" fmla="*/ 2147483647 w 9450"/>
              <a:gd name="T77" fmla="*/ 2147483647 h 8484"/>
              <a:gd name="T78" fmla="*/ 2147483647 w 9450"/>
              <a:gd name="T79" fmla="*/ 2147483647 h 8484"/>
              <a:gd name="T80" fmla="*/ 2147483647 w 9450"/>
              <a:gd name="T81" fmla="*/ 2147483647 h 8484"/>
              <a:gd name="T82" fmla="*/ 2147483647 w 9450"/>
              <a:gd name="T83" fmla="*/ 2147483647 h 8484"/>
              <a:gd name="T84" fmla="*/ 2147483647 w 9450"/>
              <a:gd name="T85" fmla="*/ 2147483647 h 8484"/>
              <a:gd name="T86" fmla="*/ 2147483647 w 9450"/>
              <a:gd name="T87" fmla="*/ 2147483647 h 8484"/>
              <a:gd name="T88" fmla="*/ 2147483647 w 9450"/>
              <a:gd name="T89" fmla="*/ 2147483647 h 8484"/>
              <a:gd name="T90" fmla="*/ 2147483647 w 9450"/>
              <a:gd name="T91" fmla="*/ 2147483647 h 8484"/>
              <a:gd name="T92" fmla="*/ 2147483647 w 9450"/>
              <a:gd name="T93" fmla="*/ 2147483647 h 8484"/>
              <a:gd name="T94" fmla="*/ 2147483647 w 9450"/>
              <a:gd name="T95" fmla="*/ 2147483647 h 8484"/>
              <a:gd name="T96" fmla="*/ 2147483647 w 9450"/>
              <a:gd name="T97" fmla="*/ 2147483647 h 8484"/>
              <a:gd name="T98" fmla="*/ 2147483647 w 9450"/>
              <a:gd name="T99" fmla="*/ 2147483647 h 8484"/>
              <a:gd name="T100" fmla="*/ 2147483647 w 9450"/>
              <a:gd name="T101" fmla="*/ 2147483647 h 8484"/>
              <a:gd name="T102" fmla="*/ 2147483647 w 9450"/>
              <a:gd name="T103" fmla="*/ 2147483647 h 8484"/>
              <a:gd name="T104" fmla="*/ 2147483647 w 9450"/>
              <a:gd name="T105" fmla="*/ 2147483647 h 8484"/>
              <a:gd name="T106" fmla="*/ 2147483647 w 9450"/>
              <a:gd name="T107" fmla="*/ 2147483647 h 8484"/>
              <a:gd name="T108" fmla="*/ 2147483647 w 9450"/>
              <a:gd name="T109" fmla="*/ 2147483647 h 8484"/>
              <a:gd name="T110" fmla="*/ 2147483647 w 9450"/>
              <a:gd name="T111" fmla="*/ 2147483647 h 8484"/>
              <a:gd name="T112" fmla="*/ 2147483647 w 9450"/>
              <a:gd name="T113" fmla="*/ 2147483647 h 8484"/>
              <a:gd name="T114" fmla="*/ 2147483647 w 9450"/>
              <a:gd name="T115" fmla="*/ 2147483647 h 8484"/>
              <a:gd name="T116" fmla="*/ 2147483647 w 9450"/>
              <a:gd name="T117" fmla="*/ 2147483647 h 848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w 9450"/>
              <a:gd name="T178" fmla="*/ 0 h 8484"/>
              <a:gd name="T179" fmla="*/ 9450 w 9450"/>
              <a:gd name="T180" fmla="*/ 8484 h 8484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T177" t="T178" r="T179" b="T180"/>
            <a:pathLst>
              <a:path w="9450" h="8484">
                <a:moveTo>
                  <a:pt x="9450" y="3402"/>
                </a:moveTo>
                <a:lnTo>
                  <a:pt x="3563" y="0"/>
                </a:lnTo>
                <a:lnTo>
                  <a:pt x="3396" y="100"/>
                </a:lnTo>
                <a:lnTo>
                  <a:pt x="3231" y="204"/>
                </a:lnTo>
                <a:lnTo>
                  <a:pt x="3068" y="313"/>
                </a:lnTo>
                <a:lnTo>
                  <a:pt x="2908" y="426"/>
                </a:lnTo>
                <a:lnTo>
                  <a:pt x="2749" y="544"/>
                </a:lnTo>
                <a:lnTo>
                  <a:pt x="2594" y="666"/>
                </a:lnTo>
                <a:lnTo>
                  <a:pt x="2441" y="792"/>
                </a:lnTo>
                <a:lnTo>
                  <a:pt x="2292" y="923"/>
                </a:lnTo>
                <a:lnTo>
                  <a:pt x="2146" y="1056"/>
                </a:lnTo>
                <a:lnTo>
                  <a:pt x="2003" y="1194"/>
                </a:lnTo>
                <a:lnTo>
                  <a:pt x="1864" y="1335"/>
                </a:lnTo>
                <a:lnTo>
                  <a:pt x="1728" y="1479"/>
                </a:lnTo>
                <a:lnTo>
                  <a:pt x="1596" y="1627"/>
                </a:lnTo>
                <a:lnTo>
                  <a:pt x="1470" y="1777"/>
                </a:lnTo>
                <a:lnTo>
                  <a:pt x="1346" y="1930"/>
                </a:lnTo>
                <a:lnTo>
                  <a:pt x="1229" y="2085"/>
                </a:lnTo>
                <a:lnTo>
                  <a:pt x="1115" y="2242"/>
                </a:lnTo>
                <a:lnTo>
                  <a:pt x="1006" y="2403"/>
                </a:lnTo>
                <a:lnTo>
                  <a:pt x="902" y="2564"/>
                </a:lnTo>
                <a:lnTo>
                  <a:pt x="803" y="2727"/>
                </a:lnTo>
                <a:lnTo>
                  <a:pt x="711" y="2891"/>
                </a:lnTo>
                <a:lnTo>
                  <a:pt x="622" y="3057"/>
                </a:lnTo>
                <a:lnTo>
                  <a:pt x="539" y="3224"/>
                </a:lnTo>
                <a:lnTo>
                  <a:pt x="463" y="3391"/>
                </a:lnTo>
                <a:lnTo>
                  <a:pt x="391" y="3559"/>
                </a:lnTo>
                <a:lnTo>
                  <a:pt x="325" y="3728"/>
                </a:lnTo>
                <a:lnTo>
                  <a:pt x="265" y="3896"/>
                </a:lnTo>
                <a:lnTo>
                  <a:pt x="212" y="4065"/>
                </a:lnTo>
                <a:lnTo>
                  <a:pt x="164" y="4233"/>
                </a:lnTo>
                <a:lnTo>
                  <a:pt x="121" y="4400"/>
                </a:lnTo>
                <a:lnTo>
                  <a:pt x="85" y="4567"/>
                </a:lnTo>
                <a:lnTo>
                  <a:pt x="57" y="4732"/>
                </a:lnTo>
                <a:lnTo>
                  <a:pt x="33" y="4897"/>
                </a:lnTo>
                <a:lnTo>
                  <a:pt x="15" y="5061"/>
                </a:lnTo>
                <a:lnTo>
                  <a:pt x="4" y="5222"/>
                </a:lnTo>
                <a:lnTo>
                  <a:pt x="0" y="5381"/>
                </a:lnTo>
                <a:lnTo>
                  <a:pt x="1" y="5540"/>
                </a:lnTo>
                <a:lnTo>
                  <a:pt x="9" y="5695"/>
                </a:lnTo>
                <a:lnTo>
                  <a:pt x="24" y="5848"/>
                </a:lnTo>
                <a:lnTo>
                  <a:pt x="43" y="5999"/>
                </a:lnTo>
                <a:lnTo>
                  <a:pt x="70" y="6146"/>
                </a:lnTo>
                <a:lnTo>
                  <a:pt x="103" y="6291"/>
                </a:lnTo>
                <a:lnTo>
                  <a:pt x="142" y="6432"/>
                </a:lnTo>
                <a:lnTo>
                  <a:pt x="186" y="6569"/>
                </a:lnTo>
                <a:lnTo>
                  <a:pt x="238" y="6703"/>
                </a:lnTo>
                <a:lnTo>
                  <a:pt x="294" y="6834"/>
                </a:lnTo>
                <a:lnTo>
                  <a:pt x="357" y="6960"/>
                </a:lnTo>
                <a:lnTo>
                  <a:pt x="426" y="7083"/>
                </a:lnTo>
                <a:lnTo>
                  <a:pt x="500" y="7201"/>
                </a:lnTo>
                <a:lnTo>
                  <a:pt x="580" y="7315"/>
                </a:lnTo>
                <a:lnTo>
                  <a:pt x="665" y="7424"/>
                </a:lnTo>
                <a:lnTo>
                  <a:pt x="756" y="7529"/>
                </a:lnTo>
                <a:lnTo>
                  <a:pt x="853" y="7629"/>
                </a:lnTo>
                <a:lnTo>
                  <a:pt x="953" y="7724"/>
                </a:lnTo>
                <a:lnTo>
                  <a:pt x="1060" y="7813"/>
                </a:lnTo>
                <a:lnTo>
                  <a:pt x="1172" y="7897"/>
                </a:lnTo>
                <a:lnTo>
                  <a:pt x="1287" y="7977"/>
                </a:lnTo>
                <a:lnTo>
                  <a:pt x="1408" y="8051"/>
                </a:lnTo>
                <a:lnTo>
                  <a:pt x="1533" y="8118"/>
                </a:lnTo>
                <a:lnTo>
                  <a:pt x="1662" y="8181"/>
                </a:lnTo>
                <a:lnTo>
                  <a:pt x="1795" y="8238"/>
                </a:lnTo>
                <a:lnTo>
                  <a:pt x="1933" y="8289"/>
                </a:lnTo>
                <a:lnTo>
                  <a:pt x="2074" y="8334"/>
                </a:lnTo>
                <a:lnTo>
                  <a:pt x="2218" y="8374"/>
                </a:lnTo>
                <a:lnTo>
                  <a:pt x="2366" y="8406"/>
                </a:lnTo>
                <a:lnTo>
                  <a:pt x="2517" y="8434"/>
                </a:lnTo>
                <a:lnTo>
                  <a:pt x="2671" y="8456"/>
                </a:lnTo>
                <a:lnTo>
                  <a:pt x="2828" y="8471"/>
                </a:lnTo>
                <a:lnTo>
                  <a:pt x="2987" y="8481"/>
                </a:lnTo>
                <a:lnTo>
                  <a:pt x="3149" y="8484"/>
                </a:lnTo>
                <a:lnTo>
                  <a:pt x="3313" y="8481"/>
                </a:lnTo>
                <a:lnTo>
                  <a:pt x="3480" y="8472"/>
                </a:lnTo>
                <a:lnTo>
                  <a:pt x="3647" y="8457"/>
                </a:lnTo>
                <a:lnTo>
                  <a:pt x="3816" y="8436"/>
                </a:lnTo>
                <a:lnTo>
                  <a:pt x="3987" y="8409"/>
                </a:lnTo>
                <a:lnTo>
                  <a:pt x="4158" y="8376"/>
                </a:lnTo>
                <a:lnTo>
                  <a:pt x="4330" y="8337"/>
                </a:lnTo>
                <a:lnTo>
                  <a:pt x="4503" y="8292"/>
                </a:lnTo>
                <a:lnTo>
                  <a:pt x="4677" y="8241"/>
                </a:lnTo>
                <a:lnTo>
                  <a:pt x="4851" y="8184"/>
                </a:lnTo>
                <a:lnTo>
                  <a:pt x="5024" y="8123"/>
                </a:lnTo>
                <a:lnTo>
                  <a:pt x="5197" y="8055"/>
                </a:lnTo>
                <a:lnTo>
                  <a:pt x="5370" y="7982"/>
                </a:lnTo>
                <a:lnTo>
                  <a:pt x="5542" y="7902"/>
                </a:lnTo>
                <a:lnTo>
                  <a:pt x="5713" y="7819"/>
                </a:lnTo>
                <a:lnTo>
                  <a:pt x="5882" y="7730"/>
                </a:lnTo>
                <a:lnTo>
                  <a:pt x="6051" y="7635"/>
                </a:lnTo>
                <a:lnTo>
                  <a:pt x="6218" y="7535"/>
                </a:lnTo>
                <a:lnTo>
                  <a:pt x="6383" y="7431"/>
                </a:lnTo>
                <a:lnTo>
                  <a:pt x="6546" y="7322"/>
                </a:lnTo>
                <a:lnTo>
                  <a:pt x="6706" y="7209"/>
                </a:lnTo>
                <a:lnTo>
                  <a:pt x="6865" y="7091"/>
                </a:lnTo>
                <a:lnTo>
                  <a:pt x="7020" y="6969"/>
                </a:lnTo>
                <a:lnTo>
                  <a:pt x="7173" y="6843"/>
                </a:lnTo>
                <a:lnTo>
                  <a:pt x="7322" y="6712"/>
                </a:lnTo>
                <a:lnTo>
                  <a:pt x="7468" y="6579"/>
                </a:lnTo>
                <a:lnTo>
                  <a:pt x="7611" y="6441"/>
                </a:lnTo>
                <a:lnTo>
                  <a:pt x="7750" y="6300"/>
                </a:lnTo>
                <a:lnTo>
                  <a:pt x="7886" y="6155"/>
                </a:lnTo>
                <a:lnTo>
                  <a:pt x="8018" y="6008"/>
                </a:lnTo>
                <a:lnTo>
                  <a:pt x="8144" y="5858"/>
                </a:lnTo>
                <a:lnTo>
                  <a:pt x="8268" y="5705"/>
                </a:lnTo>
                <a:lnTo>
                  <a:pt x="8385" y="5550"/>
                </a:lnTo>
                <a:lnTo>
                  <a:pt x="8499" y="5393"/>
                </a:lnTo>
                <a:lnTo>
                  <a:pt x="8608" y="5232"/>
                </a:lnTo>
                <a:lnTo>
                  <a:pt x="8712" y="5071"/>
                </a:lnTo>
                <a:lnTo>
                  <a:pt x="8811" y="4908"/>
                </a:lnTo>
                <a:lnTo>
                  <a:pt x="8903" y="4744"/>
                </a:lnTo>
                <a:lnTo>
                  <a:pt x="8992" y="4578"/>
                </a:lnTo>
                <a:lnTo>
                  <a:pt x="9075" y="4412"/>
                </a:lnTo>
                <a:lnTo>
                  <a:pt x="9151" y="4244"/>
                </a:lnTo>
                <a:lnTo>
                  <a:pt x="9223" y="4076"/>
                </a:lnTo>
                <a:lnTo>
                  <a:pt x="9289" y="3908"/>
                </a:lnTo>
                <a:lnTo>
                  <a:pt x="9349" y="3739"/>
                </a:lnTo>
                <a:lnTo>
                  <a:pt x="9402" y="3570"/>
                </a:lnTo>
                <a:lnTo>
                  <a:pt x="9450" y="3402"/>
                </a:lnTo>
              </a:path>
            </a:pathLst>
          </a:cu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212"/>
          <p:cNvGrpSpPr>
            <a:grpSpLocks/>
          </p:cNvGrpSpPr>
          <p:nvPr/>
        </p:nvGrpSpPr>
        <p:grpSpPr bwMode="auto">
          <a:xfrm>
            <a:off x="7116763" y="3617913"/>
            <a:ext cx="990600" cy="1012825"/>
            <a:chOff x="4480" y="2209"/>
            <a:chExt cx="630" cy="643"/>
          </a:xfrm>
        </p:grpSpPr>
        <p:sp>
          <p:nvSpPr>
            <p:cNvPr id="5132" name="Freeform 213"/>
            <p:cNvSpPr>
              <a:spLocks/>
            </p:cNvSpPr>
            <p:nvPr/>
          </p:nvSpPr>
          <p:spPr bwMode="auto">
            <a:xfrm>
              <a:off x="4484" y="2209"/>
              <a:ext cx="626" cy="640"/>
            </a:xfrm>
            <a:custGeom>
              <a:avLst/>
              <a:gdLst>
                <a:gd name="T0" fmla="*/ 1 w 5887"/>
                <a:gd name="T1" fmla="*/ 1 h 6021"/>
                <a:gd name="T2" fmla="*/ 1 w 5887"/>
                <a:gd name="T3" fmla="*/ 0 h 6021"/>
                <a:gd name="T4" fmla="*/ 0 w 5887"/>
                <a:gd name="T5" fmla="*/ 0 h 6021"/>
                <a:gd name="T6" fmla="*/ 0 w 5887"/>
                <a:gd name="T7" fmla="*/ 0 h 60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87"/>
                <a:gd name="T13" fmla="*/ 0 h 6021"/>
                <a:gd name="T14" fmla="*/ 5887 w 5887"/>
                <a:gd name="T15" fmla="*/ 6021 h 60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87" h="6021">
                  <a:moveTo>
                    <a:pt x="5887" y="6021"/>
                  </a:moveTo>
                  <a:lnTo>
                    <a:pt x="5887" y="3403"/>
                  </a:lnTo>
                  <a:lnTo>
                    <a:pt x="0" y="0"/>
                  </a:lnTo>
                  <a:lnTo>
                    <a:pt x="0" y="2619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3" name="Line 214"/>
            <p:cNvSpPr>
              <a:spLocks noChangeShapeType="1"/>
            </p:cNvSpPr>
            <p:nvPr/>
          </p:nvSpPr>
          <p:spPr bwMode="auto">
            <a:xfrm>
              <a:off x="4480" y="2488"/>
              <a:ext cx="628" cy="36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1" dur="500"/>
                                        <p:tgtEl>
                                          <p:spTgt spid="5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3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3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3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4" grpId="0" autoUpdateAnimBg="0"/>
      <p:bldP spid="5326" grpId="0" autoUpdateAnimBg="0"/>
      <p:bldP spid="5330" grpId="0" animBg="1"/>
      <p:bldP spid="53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2CE40515-C292-4035-AC0F-FFFC30A5A9BE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4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43362" name="Text Box 2"/>
          <p:cNvSpPr txBox="1">
            <a:spLocks noChangeArrowheads="1"/>
          </p:cNvSpPr>
          <p:nvPr/>
        </p:nvSpPr>
        <p:spPr bwMode="auto">
          <a:xfrm>
            <a:off x="184150" y="249238"/>
            <a:ext cx="8780463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3600" b="1" i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§8.1 </a:t>
            </a:r>
            <a:r>
              <a:rPr lang="zh-CN" altLang="en-US" sz="3600" b="1" i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平面与平面体相交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936875" y="1698625"/>
            <a:ext cx="1214438" cy="1214438"/>
            <a:chOff x="1908" y="2896"/>
            <a:chExt cx="765" cy="765"/>
          </a:xfrm>
        </p:grpSpPr>
        <p:sp>
          <p:nvSpPr>
            <p:cNvPr id="143364" name="Freeform 4"/>
            <p:cNvSpPr>
              <a:spLocks/>
            </p:cNvSpPr>
            <p:nvPr/>
          </p:nvSpPr>
          <p:spPr bwMode="auto">
            <a:xfrm>
              <a:off x="1908" y="2896"/>
              <a:ext cx="765" cy="763"/>
            </a:xfrm>
            <a:custGeom>
              <a:avLst/>
              <a:gdLst/>
              <a:ahLst/>
              <a:cxnLst>
                <a:cxn ang="0">
                  <a:pos x="0" y="403"/>
                </a:cxn>
                <a:cxn ang="0">
                  <a:pos x="90" y="99"/>
                </a:cxn>
                <a:cxn ang="0">
                  <a:pos x="188" y="0"/>
                </a:cxn>
                <a:cxn ang="0">
                  <a:pos x="765" y="0"/>
                </a:cxn>
                <a:cxn ang="0">
                  <a:pos x="765" y="575"/>
                </a:cxn>
                <a:cxn ang="0">
                  <a:pos x="577" y="763"/>
                </a:cxn>
                <a:cxn ang="0">
                  <a:pos x="0" y="763"/>
                </a:cxn>
                <a:cxn ang="0">
                  <a:pos x="0" y="403"/>
                </a:cxn>
              </a:cxnLst>
              <a:rect l="0" t="0" r="r" b="b"/>
              <a:pathLst>
                <a:path w="765" h="763">
                  <a:moveTo>
                    <a:pt x="0" y="403"/>
                  </a:moveTo>
                  <a:lnTo>
                    <a:pt x="90" y="99"/>
                  </a:lnTo>
                  <a:lnTo>
                    <a:pt x="188" y="0"/>
                  </a:lnTo>
                  <a:lnTo>
                    <a:pt x="765" y="0"/>
                  </a:lnTo>
                  <a:lnTo>
                    <a:pt x="765" y="575"/>
                  </a:lnTo>
                  <a:lnTo>
                    <a:pt x="577" y="763"/>
                  </a:lnTo>
                  <a:lnTo>
                    <a:pt x="0" y="763"/>
                  </a:lnTo>
                  <a:lnTo>
                    <a:pt x="0" y="403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176" name="Freeform 5"/>
            <p:cNvSpPr>
              <a:spLocks/>
            </p:cNvSpPr>
            <p:nvPr/>
          </p:nvSpPr>
          <p:spPr bwMode="auto">
            <a:xfrm>
              <a:off x="1908" y="2932"/>
              <a:ext cx="730" cy="539"/>
            </a:xfrm>
            <a:custGeom>
              <a:avLst/>
              <a:gdLst>
                <a:gd name="T0" fmla="*/ 0 w 730"/>
                <a:gd name="T1" fmla="*/ 367 h 539"/>
                <a:gd name="T2" fmla="*/ 90 w 730"/>
                <a:gd name="T3" fmla="*/ 63 h 539"/>
                <a:gd name="T4" fmla="*/ 730 w 730"/>
                <a:gd name="T5" fmla="*/ 0 h 539"/>
                <a:gd name="T6" fmla="*/ 574 w 730"/>
                <a:gd name="T7" fmla="*/ 539 h 539"/>
                <a:gd name="T8" fmla="*/ 0 w 730"/>
                <a:gd name="T9" fmla="*/ 367 h 5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30"/>
                <a:gd name="T16" fmla="*/ 0 h 539"/>
                <a:gd name="T17" fmla="*/ 730 w 730"/>
                <a:gd name="T18" fmla="*/ 539 h 5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30" h="539">
                  <a:moveTo>
                    <a:pt x="0" y="367"/>
                  </a:moveTo>
                  <a:lnTo>
                    <a:pt x="90" y="63"/>
                  </a:lnTo>
                  <a:lnTo>
                    <a:pt x="730" y="0"/>
                  </a:lnTo>
                  <a:lnTo>
                    <a:pt x="574" y="539"/>
                  </a:lnTo>
                  <a:lnTo>
                    <a:pt x="0" y="367"/>
                  </a:lnTo>
                  <a:close/>
                </a:path>
              </a:pathLst>
            </a:custGeom>
            <a:solidFill>
              <a:srgbClr val="8969FD"/>
            </a:solidFill>
            <a:ln w="95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77" name="AutoShape 6"/>
            <p:cNvSpPr>
              <a:spLocks noChangeArrowheads="1"/>
            </p:cNvSpPr>
            <p:nvPr/>
          </p:nvSpPr>
          <p:spPr bwMode="auto">
            <a:xfrm>
              <a:off x="1908" y="2896"/>
              <a:ext cx="765" cy="765"/>
            </a:xfrm>
            <a:prstGeom prst="cube">
              <a:avLst>
                <a:gd name="adj" fmla="val 25000"/>
              </a:avLst>
            </a:prstGeom>
            <a:noFill/>
            <a:ln w="3175">
              <a:solidFill>
                <a:schemeClr val="tx1"/>
              </a:solidFill>
              <a:miter lim="800000"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6178" name="Line 7"/>
            <p:cNvSpPr>
              <a:spLocks noChangeShapeType="1"/>
            </p:cNvSpPr>
            <p:nvPr/>
          </p:nvSpPr>
          <p:spPr bwMode="auto">
            <a:xfrm flipH="1">
              <a:off x="2636" y="2903"/>
              <a:ext cx="34" cy="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79" name="Line 8"/>
            <p:cNvSpPr>
              <a:spLocks noChangeShapeType="1"/>
            </p:cNvSpPr>
            <p:nvPr/>
          </p:nvSpPr>
          <p:spPr bwMode="auto">
            <a:xfrm flipV="1">
              <a:off x="2484" y="3471"/>
              <a:ext cx="0" cy="1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4800600" y="1709738"/>
            <a:ext cx="1214438" cy="1214437"/>
            <a:chOff x="3082" y="2903"/>
            <a:chExt cx="765" cy="765"/>
          </a:xfrm>
        </p:grpSpPr>
        <p:sp>
          <p:nvSpPr>
            <p:cNvPr id="6169" name="Line 10"/>
            <p:cNvSpPr>
              <a:spLocks noChangeShapeType="1"/>
            </p:cNvSpPr>
            <p:nvPr/>
          </p:nvSpPr>
          <p:spPr bwMode="auto">
            <a:xfrm flipV="1">
              <a:off x="3084" y="3558"/>
              <a:ext cx="108" cy="10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371" name="Freeform 11"/>
            <p:cNvSpPr>
              <a:spLocks/>
            </p:cNvSpPr>
            <p:nvPr/>
          </p:nvSpPr>
          <p:spPr bwMode="auto">
            <a:xfrm>
              <a:off x="3240" y="2904"/>
              <a:ext cx="606" cy="76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36" y="0"/>
                </a:cxn>
                <a:cxn ang="0">
                  <a:pos x="606" y="0"/>
                </a:cxn>
                <a:cxn ang="0">
                  <a:pos x="606" y="574"/>
                </a:cxn>
                <a:cxn ang="0">
                  <a:pos x="418" y="762"/>
                </a:cxn>
                <a:cxn ang="0">
                  <a:pos x="248" y="762"/>
                </a:cxn>
                <a:cxn ang="0">
                  <a:pos x="416" y="608"/>
                </a:cxn>
                <a:cxn ang="0">
                  <a:pos x="486" y="120"/>
                </a:cxn>
                <a:cxn ang="0">
                  <a:pos x="0" y="36"/>
                </a:cxn>
              </a:cxnLst>
              <a:rect l="0" t="0" r="r" b="b"/>
              <a:pathLst>
                <a:path w="606" h="762">
                  <a:moveTo>
                    <a:pt x="0" y="36"/>
                  </a:moveTo>
                  <a:lnTo>
                    <a:pt x="36" y="0"/>
                  </a:lnTo>
                  <a:lnTo>
                    <a:pt x="606" y="0"/>
                  </a:lnTo>
                  <a:lnTo>
                    <a:pt x="606" y="574"/>
                  </a:lnTo>
                  <a:lnTo>
                    <a:pt x="418" y="762"/>
                  </a:lnTo>
                  <a:lnTo>
                    <a:pt x="248" y="762"/>
                  </a:lnTo>
                  <a:lnTo>
                    <a:pt x="416" y="608"/>
                  </a:lnTo>
                  <a:lnTo>
                    <a:pt x="486" y="120"/>
                  </a:lnTo>
                  <a:lnTo>
                    <a:pt x="0" y="36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171" name="Freeform 12"/>
            <p:cNvSpPr>
              <a:spLocks/>
            </p:cNvSpPr>
            <p:nvPr/>
          </p:nvSpPr>
          <p:spPr bwMode="auto">
            <a:xfrm>
              <a:off x="3142" y="2940"/>
              <a:ext cx="584" cy="728"/>
            </a:xfrm>
            <a:custGeom>
              <a:avLst/>
              <a:gdLst>
                <a:gd name="T0" fmla="*/ 98 w 584"/>
                <a:gd name="T1" fmla="*/ 0 h 728"/>
                <a:gd name="T2" fmla="*/ 584 w 584"/>
                <a:gd name="T3" fmla="*/ 84 h 728"/>
                <a:gd name="T4" fmla="*/ 512 w 584"/>
                <a:gd name="T5" fmla="*/ 572 h 728"/>
                <a:gd name="T6" fmla="*/ 336 w 584"/>
                <a:gd name="T7" fmla="*/ 728 h 728"/>
                <a:gd name="T8" fmla="*/ 0 w 584"/>
                <a:gd name="T9" fmla="*/ 666 h 728"/>
                <a:gd name="T10" fmla="*/ 98 w 584"/>
                <a:gd name="T11" fmla="*/ 0 h 7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84"/>
                <a:gd name="T19" fmla="*/ 0 h 728"/>
                <a:gd name="T20" fmla="*/ 584 w 584"/>
                <a:gd name="T21" fmla="*/ 728 h 7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84" h="728">
                  <a:moveTo>
                    <a:pt x="98" y="0"/>
                  </a:moveTo>
                  <a:lnTo>
                    <a:pt x="584" y="84"/>
                  </a:lnTo>
                  <a:lnTo>
                    <a:pt x="512" y="572"/>
                  </a:lnTo>
                  <a:lnTo>
                    <a:pt x="336" y="728"/>
                  </a:lnTo>
                  <a:lnTo>
                    <a:pt x="0" y="666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8969FD"/>
            </a:solidFill>
            <a:ln w="95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72" name="AutoShape 13"/>
            <p:cNvSpPr>
              <a:spLocks noChangeArrowheads="1"/>
            </p:cNvSpPr>
            <p:nvPr/>
          </p:nvSpPr>
          <p:spPr bwMode="auto">
            <a:xfrm>
              <a:off x="3082" y="2903"/>
              <a:ext cx="765" cy="765"/>
            </a:xfrm>
            <a:prstGeom prst="cube">
              <a:avLst>
                <a:gd name="adj" fmla="val 25000"/>
              </a:avLst>
            </a:prstGeom>
            <a:noFill/>
            <a:ln w="3175">
              <a:solidFill>
                <a:schemeClr val="tx1"/>
              </a:solidFill>
              <a:miter lim="800000"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6173" name="Line 14"/>
            <p:cNvSpPr>
              <a:spLocks noChangeShapeType="1"/>
            </p:cNvSpPr>
            <p:nvPr/>
          </p:nvSpPr>
          <p:spPr bwMode="auto">
            <a:xfrm flipH="1">
              <a:off x="3726" y="2904"/>
              <a:ext cx="120" cy="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74" name="Line 15"/>
            <p:cNvSpPr>
              <a:spLocks noChangeShapeType="1"/>
            </p:cNvSpPr>
            <p:nvPr/>
          </p:nvSpPr>
          <p:spPr bwMode="auto">
            <a:xfrm flipV="1">
              <a:off x="3658" y="35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6540500" y="1685925"/>
            <a:ext cx="1222375" cy="1216025"/>
            <a:chOff x="4201" y="2132"/>
            <a:chExt cx="770" cy="766"/>
          </a:xfrm>
        </p:grpSpPr>
        <p:sp>
          <p:nvSpPr>
            <p:cNvPr id="6159" name="Line 17"/>
            <p:cNvSpPr>
              <a:spLocks noChangeShapeType="1"/>
            </p:cNvSpPr>
            <p:nvPr/>
          </p:nvSpPr>
          <p:spPr bwMode="auto">
            <a:xfrm flipH="1">
              <a:off x="4775" y="2241"/>
              <a:ext cx="84" cy="44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0" name="Line 18"/>
            <p:cNvSpPr>
              <a:spLocks noChangeShapeType="1"/>
            </p:cNvSpPr>
            <p:nvPr/>
          </p:nvSpPr>
          <p:spPr bwMode="auto">
            <a:xfrm flipV="1">
              <a:off x="4202" y="2592"/>
              <a:ext cx="303" cy="303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1" name="Line 19"/>
            <p:cNvSpPr>
              <a:spLocks noChangeShapeType="1"/>
            </p:cNvSpPr>
            <p:nvPr/>
          </p:nvSpPr>
          <p:spPr bwMode="auto">
            <a:xfrm>
              <a:off x="4395" y="2132"/>
              <a:ext cx="0" cy="38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2" name="Line 20"/>
            <p:cNvSpPr>
              <a:spLocks noChangeShapeType="1"/>
            </p:cNvSpPr>
            <p:nvPr/>
          </p:nvSpPr>
          <p:spPr bwMode="auto">
            <a:xfrm flipV="1">
              <a:off x="4577" y="2685"/>
              <a:ext cx="198" cy="21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3" name="Line 21"/>
            <p:cNvSpPr>
              <a:spLocks noChangeShapeType="1"/>
            </p:cNvSpPr>
            <p:nvPr/>
          </p:nvSpPr>
          <p:spPr bwMode="auto">
            <a:xfrm flipV="1">
              <a:off x="4395" y="2132"/>
              <a:ext cx="220" cy="23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382" name="Freeform 22"/>
            <p:cNvSpPr>
              <a:spLocks/>
            </p:cNvSpPr>
            <p:nvPr/>
          </p:nvSpPr>
          <p:spPr bwMode="auto">
            <a:xfrm>
              <a:off x="4581" y="2132"/>
              <a:ext cx="390" cy="764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90" y="0"/>
                </a:cxn>
                <a:cxn ang="0">
                  <a:pos x="390" y="574"/>
                </a:cxn>
                <a:cxn ang="0">
                  <a:pos x="200" y="764"/>
                </a:cxn>
                <a:cxn ang="0">
                  <a:pos x="0" y="764"/>
                </a:cxn>
                <a:cxn ang="0">
                  <a:pos x="200" y="552"/>
                </a:cxn>
                <a:cxn ang="0">
                  <a:pos x="284" y="108"/>
                </a:cxn>
                <a:cxn ang="0">
                  <a:pos x="38" y="0"/>
                </a:cxn>
              </a:cxnLst>
              <a:rect l="0" t="0" r="r" b="b"/>
              <a:pathLst>
                <a:path w="390" h="764">
                  <a:moveTo>
                    <a:pt x="38" y="0"/>
                  </a:moveTo>
                  <a:lnTo>
                    <a:pt x="390" y="0"/>
                  </a:lnTo>
                  <a:lnTo>
                    <a:pt x="390" y="574"/>
                  </a:lnTo>
                  <a:lnTo>
                    <a:pt x="200" y="764"/>
                  </a:lnTo>
                  <a:lnTo>
                    <a:pt x="0" y="764"/>
                  </a:lnTo>
                  <a:lnTo>
                    <a:pt x="200" y="552"/>
                  </a:lnTo>
                  <a:lnTo>
                    <a:pt x="284" y="108"/>
                  </a:lnTo>
                  <a:lnTo>
                    <a:pt x="38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165" name="Freeform 23"/>
            <p:cNvSpPr>
              <a:spLocks/>
            </p:cNvSpPr>
            <p:nvPr/>
          </p:nvSpPr>
          <p:spPr bwMode="auto">
            <a:xfrm>
              <a:off x="4323" y="2132"/>
              <a:ext cx="542" cy="766"/>
            </a:xfrm>
            <a:custGeom>
              <a:avLst/>
              <a:gdLst>
                <a:gd name="T0" fmla="*/ 78 w 542"/>
                <a:gd name="T1" fmla="*/ 234 h 766"/>
                <a:gd name="T2" fmla="*/ 298 w 542"/>
                <a:gd name="T3" fmla="*/ 0 h 766"/>
                <a:gd name="T4" fmla="*/ 542 w 542"/>
                <a:gd name="T5" fmla="*/ 108 h 766"/>
                <a:gd name="T6" fmla="*/ 458 w 542"/>
                <a:gd name="T7" fmla="*/ 552 h 766"/>
                <a:gd name="T8" fmla="*/ 258 w 542"/>
                <a:gd name="T9" fmla="*/ 766 h 766"/>
                <a:gd name="T10" fmla="*/ 0 w 542"/>
                <a:gd name="T11" fmla="*/ 650 h 766"/>
                <a:gd name="T12" fmla="*/ 78 w 542"/>
                <a:gd name="T13" fmla="*/ 234 h 7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42"/>
                <a:gd name="T22" fmla="*/ 0 h 766"/>
                <a:gd name="T23" fmla="*/ 542 w 542"/>
                <a:gd name="T24" fmla="*/ 766 h 76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42" h="766">
                  <a:moveTo>
                    <a:pt x="78" y="234"/>
                  </a:moveTo>
                  <a:lnTo>
                    <a:pt x="298" y="0"/>
                  </a:lnTo>
                  <a:lnTo>
                    <a:pt x="542" y="108"/>
                  </a:lnTo>
                  <a:lnTo>
                    <a:pt x="458" y="552"/>
                  </a:lnTo>
                  <a:lnTo>
                    <a:pt x="258" y="766"/>
                  </a:lnTo>
                  <a:lnTo>
                    <a:pt x="0" y="650"/>
                  </a:lnTo>
                  <a:lnTo>
                    <a:pt x="78" y="234"/>
                  </a:lnTo>
                  <a:close/>
                </a:path>
              </a:pathLst>
            </a:custGeom>
            <a:solidFill>
              <a:srgbClr val="8969FD"/>
            </a:solidFill>
            <a:ln w="95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6" name="Line 24"/>
            <p:cNvSpPr>
              <a:spLocks noChangeShapeType="1"/>
            </p:cNvSpPr>
            <p:nvPr/>
          </p:nvSpPr>
          <p:spPr bwMode="auto">
            <a:xfrm flipV="1">
              <a:off x="4775" y="2684"/>
              <a:ext cx="0" cy="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7" name="Line 25"/>
            <p:cNvSpPr>
              <a:spLocks noChangeShapeType="1"/>
            </p:cNvSpPr>
            <p:nvPr/>
          </p:nvSpPr>
          <p:spPr bwMode="auto">
            <a:xfrm flipH="1">
              <a:off x="4859" y="2132"/>
              <a:ext cx="106" cy="1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8" name="AutoShape 26"/>
            <p:cNvSpPr>
              <a:spLocks noChangeArrowheads="1"/>
            </p:cNvSpPr>
            <p:nvPr/>
          </p:nvSpPr>
          <p:spPr bwMode="auto">
            <a:xfrm>
              <a:off x="4201" y="2132"/>
              <a:ext cx="765" cy="765"/>
            </a:xfrm>
            <a:prstGeom prst="cube">
              <a:avLst>
                <a:gd name="adj" fmla="val 25000"/>
              </a:avLst>
            </a:prstGeom>
            <a:noFill/>
            <a:ln w="3175">
              <a:solidFill>
                <a:schemeClr val="tx1"/>
              </a:solidFill>
              <a:miter lim="800000"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</p:grp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912813" y="1644650"/>
            <a:ext cx="1216025" cy="1220788"/>
            <a:chOff x="633" y="2862"/>
            <a:chExt cx="766" cy="769"/>
          </a:xfrm>
        </p:grpSpPr>
        <p:sp>
          <p:nvSpPr>
            <p:cNvPr id="143388" name="Freeform 28"/>
            <p:cNvSpPr>
              <a:spLocks/>
            </p:cNvSpPr>
            <p:nvPr/>
          </p:nvSpPr>
          <p:spPr bwMode="auto">
            <a:xfrm>
              <a:off x="633" y="2862"/>
              <a:ext cx="765" cy="768"/>
            </a:xfrm>
            <a:custGeom>
              <a:avLst/>
              <a:gdLst/>
              <a:ahLst/>
              <a:cxnLst>
                <a:cxn ang="0">
                  <a:pos x="0" y="768"/>
                </a:cxn>
                <a:cxn ang="0">
                  <a:pos x="0" y="192"/>
                </a:cxn>
                <a:cxn ang="0">
                  <a:pos x="192" y="0"/>
                </a:cxn>
                <a:cxn ang="0">
                  <a:pos x="765" y="0"/>
                </a:cxn>
                <a:cxn ang="0">
                  <a:pos x="765" y="579"/>
                </a:cxn>
                <a:cxn ang="0">
                  <a:pos x="576" y="768"/>
                </a:cxn>
                <a:cxn ang="0">
                  <a:pos x="0" y="768"/>
                </a:cxn>
              </a:cxnLst>
              <a:rect l="0" t="0" r="r" b="b"/>
              <a:pathLst>
                <a:path w="765" h="768">
                  <a:moveTo>
                    <a:pt x="0" y="768"/>
                  </a:moveTo>
                  <a:lnTo>
                    <a:pt x="0" y="192"/>
                  </a:lnTo>
                  <a:lnTo>
                    <a:pt x="192" y="0"/>
                  </a:lnTo>
                  <a:lnTo>
                    <a:pt x="765" y="0"/>
                  </a:lnTo>
                  <a:lnTo>
                    <a:pt x="765" y="579"/>
                  </a:lnTo>
                  <a:lnTo>
                    <a:pt x="576" y="768"/>
                  </a:lnTo>
                  <a:lnTo>
                    <a:pt x="0" y="768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154" name="Line 29"/>
            <p:cNvSpPr>
              <a:spLocks noChangeShapeType="1"/>
            </p:cNvSpPr>
            <p:nvPr/>
          </p:nvSpPr>
          <p:spPr bwMode="auto">
            <a:xfrm>
              <a:off x="633" y="3054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5" name="Line 30"/>
            <p:cNvSpPr>
              <a:spLocks noChangeShapeType="1"/>
            </p:cNvSpPr>
            <p:nvPr/>
          </p:nvSpPr>
          <p:spPr bwMode="auto">
            <a:xfrm flipH="1">
              <a:off x="1303" y="2864"/>
              <a:ext cx="95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6" name="Line 31"/>
            <p:cNvSpPr>
              <a:spLocks noChangeShapeType="1"/>
            </p:cNvSpPr>
            <p:nvPr/>
          </p:nvSpPr>
          <p:spPr bwMode="auto">
            <a:xfrm flipV="1">
              <a:off x="1208" y="3336"/>
              <a:ext cx="0" cy="2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7" name="Freeform 32"/>
            <p:cNvSpPr>
              <a:spLocks/>
            </p:cNvSpPr>
            <p:nvPr/>
          </p:nvSpPr>
          <p:spPr bwMode="auto">
            <a:xfrm>
              <a:off x="800" y="2942"/>
              <a:ext cx="522" cy="428"/>
            </a:xfrm>
            <a:custGeom>
              <a:avLst/>
              <a:gdLst>
                <a:gd name="T0" fmla="*/ 0 w 522"/>
                <a:gd name="T1" fmla="*/ 112 h 428"/>
                <a:gd name="T2" fmla="*/ 522 w 522"/>
                <a:gd name="T3" fmla="*/ 0 h 428"/>
                <a:gd name="T4" fmla="*/ 408 w 522"/>
                <a:gd name="T5" fmla="*/ 428 h 428"/>
                <a:gd name="T6" fmla="*/ 0 w 522"/>
                <a:gd name="T7" fmla="*/ 112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2"/>
                <a:gd name="T13" fmla="*/ 0 h 428"/>
                <a:gd name="T14" fmla="*/ 522 w 522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2" h="428">
                  <a:moveTo>
                    <a:pt x="0" y="112"/>
                  </a:moveTo>
                  <a:lnTo>
                    <a:pt x="522" y="0"/>
                  </a:lnTo>
                  <a:lnTo>
                    <a:pt x="408" y="428"/>
                  </a:lnTo>
                  <a:lnTo>
                    <a:pt x="0" y="112"/>
                  </a:lnTo>
                  <a:close/>
                </a:path>
              </a:pathLst>
            </a:custGeom>
            <a:solidFill>
              <a:srgbClr val="8969FD"/>
            </a:solidFill>
            <a:ln w="95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8" name="AutoShape 33"/>
            <p:cNvSpPr>
              <a:spLocks noChangeArrowheads="1"/>
            </p:cNvSpPr>
            <p:nvPr/>
          </p:nvSpPr>
          <p:spPr bwMode="auto">
            <a:xfrm>
              <a:off x="634" y="2863"/>
              <a:ext cx="765" cy="768"/>
            </a:xfrm>
            <a:prstGeom prst="cube">
              <a:avLst>
                <a:gd name="adj" fmla="val 25000"/>
              </a:avLst>
            </a:prstGeom>
            <a:noFill/>
            <a:ln w="3175">
              <a:solidFill>
                <a:schemeClr val="tx1"/>
              </a:solidFill>
              <a:miter lim="800000"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</p:grpSp>
      <p:sp>
        <p:nvSpPr>
          <p:cNvPr id="143395" name="Text Box 35"/>
          <p:cNvSpPr txBox="1">
            <a:spLocks noChangeArrowheads="1"/>
          </p:cNvSpPr>
          <p:nvPr/>
        </p:nvSpPr>
        <p:spPr bwMode="auto">
          <a:xfrm>
            <a:off x="158750" y="3403600"/>
            <a:ext cx="878046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lvl="1" eaLnBrk="1" hangingPunct="1">
              <a:buClrTx/>
              <a:buSzTx/>
              <a:buFontTx/>
              <a:buNone/>
            </a:pPr>
            <a:r>
              <a:rPr lang="zh-CN" altLang="en-US" b="1" i="0">
                <a:latin typeface="黑体" pitchFamily="2" charset="-122"/>
                <a:ea typeface="黑体" pitchFamily="2" charset="-122"/>
              </a:rPr>
              <a:t>平面立体的截交线的性质：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b="1" i="0">
                <a:latin typeface="黑体" pitchFamily="2" charset="-122"/>
                <a:ea typeface="黑体" pitchFamily="2" charset="-122"/>
              </a:rPr>
              <a:t> 封闭平面多边形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b="1" i="0">
                <a:latin typeface="黑体" pitchFamily="2" charset="-122"/>
                <a:ea typeface="黑体" pitchFamily="2" charset="-122"/>
              </a:rPr>
              <a:t> 多边形的边数 </a:t>
            </a:r>
            <a:r>
              <a:rPr lang="en-US" altLang="zh-CN" b="1" i="0">
                <a:latin typeface="黑体" pitchFamily="2" charset="-122"/>
                <a:ea typeface="黑体" pitchFamily="2" charset="-122"/>
              </a:rPr>
              <a:t>= </a:t>
            </a:r>
            <a:r>
              <a:rPr lang="zh-CN" altLang="en-US" b="1" i="0">
                <a:latin typeface="黑体" pitchFamily="2" charset="-122"/>
                <a:ea typeface="黑体" pitchFamily="2" charset="-122"/>
              </a:rPr>
              <a:t>切到立体的面数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b="1" i="0">
                <a:latin typeface="黑体" pitchFamily="2" charset="-122"/>
                <a:ea typeface="黑体" pitchFamily="2" charset="-122"/>
              </a:rPr>
              <a:t> 多边形的顶点数 </a:t>
            </a:r>
            <a:r>
              <a:rPr lang="en-US" altLang="zh-CN" b="1" i="0">
                <a:latin typeface="黑体" pitchFamily="2" charset="-122"/>
                <a:ea typeface="黑体" pitchFamily="2" charset="-122"/>
              </a:rPr>
              <a:t>= </a:t>
            </a:r>
            <a:r>
              <a:rPr lang="zh-CN" altLang="en-US" b="1" i="0">
                <a:latin typeface="黑体" pitchFamily="2" charset="-122"/>
                <a:ea typeface="黑体" pitchFamily="2" charset="-122"/>
              </a:rPr>
              <a:t>切到立体的棱数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3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3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3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43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3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2" grpId="0" build="p" autoUpdateAnimBg="0"/>
      <p:bldP spid="14339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67" name="Text Box 35"/>
          <p:cNvSpPr txBox="1">
            <a:spLocks noChangeArrowheads="1"/>
          </p:cNvSpPr>
          <p:nvPr/>
        </p:nvSpPr>
        <p:spPr bwMode="auto">
          <a:xfrm>
            <a:off x="452438" y="206375"/>
            <a:ext cx="4673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i="0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b="1" i="0">
                <a:latin typeface="黑体" pitchFamily="2" charset="-122"/>
                <a:ea typeface="黑体" pitchFamily="2" charset="-122"/>
              </a:rPr>
              <a:t>求截交线的两种方法：</a:t>
            </a:r>
          </a:p>
        </p:txBody>
      </p:sp>
      <p:sp>
        <p:nvSpPr>
          <p:cNvPr id="146468" name="Text Box 36"/>
          <p:cNvSpPr txBox="1">
            <a:spLocks noChangeArrowheads="1"/>
          </p:cNvSpPr>
          <p:nvPr/>
        </p:nvSpPr>
        <p:spPr bwMode="auto">
          <a:xfrm>
            <a:off x="838200" y="917575"/>
            <a:ext cx="5008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latin typeface="黑体" pitchFamily="2" charset="-122"/>
                <a:ea typeface="黑体" pitchFamily="2" charset="-122"/>
              </a:rPr>
              <a:t>1. </a:t>
            </a: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求各棱线与截平面的交点→</a:t>
            </a:r>
          </a:p>
        </p:txBody>
      </p:sp>
      <p:sp>
        <p:nvSpPr>
          <p:cNvPr id="146469" name="Text Box 37"/>
          <p:cNvSpPr txBox="1">
            <a:spLocks noChangeArrowheads="1"/>
          </p:cNvSpPr>
          <p:nvPr/>
        </p:nvSpPr>
        <p:spPr bwMode="auto">
          <a:xfrm>
            <a:off x="838200" y="1360488"/>
            <a:ext cx="5008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sz="2800" b="1" i="0">
                <a:latin typeface="黑体" pitchFamily="2" charset="-122"/>
                <a:ea typeface="黑体" pitchFamily="2" charset="-122"/>
              </a:rPr>
              <a:t>求各棱面与截平面的交线→</a:t>
            </a:r>
            <a:endParaRPr lang="zh-CN" altLang="en-US" sz="2800" b="1" i="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6470" name="Text Box 38"/>
          <p:cNvSpPr txBox="1">
            <a:spLocks noChangeArrowheads="1"/>
          </p:cNvSpPr>
          <p:nvPr/>
        </p:nvSpPr>
        <p:spPr bwMode="auto">
          <a:xfrm>
            <a:off x="5745163" y="911225"/>
            <a:ext cx="12557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i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棱线法</a:t>
            </a:r>
          </a:p>
        </p:txBody>
      </p:sp>
      <p:sp>
        <p:nvSpPr>
          <p:cNvPr id="146471" name="Text Box 39"/>
          <p:cNvSpPr txBox="1">
            <a:spLocks noChangeArrowheads="1"/>
          </p:cNvSpPr>
          <p:nvPr/>
        </p:nvSpPr>
        <p:spPr bwMode="auto">
          <a:xfrm>
            <a:off x="5762625" y="1377950"/>
            <a:ext cx="1255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i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棱面法</a:t>
            </a:r>
          </a:p>
        </p:txBody>
      </p:sp>
      <p:sp>
        <p:nvSpPr>
          <p:cNvPr id="146472" name="Text Box 40"/>
          <p:cNvSpPr txBox="1">
            <a:spLocks noChangeArrowheads="1"/>
          </p:cNvSpPr>
          <p:nvPr/>
        </p:nvSpPr>
        <p:spPr bwMode="auto">
          <a:xfrm>
            <a:off x="1573213" y="4107222"/>
            <a:ext cx="43156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 i="0">
                <a:latin typeface="黑体" pitchFamily="2" charset="-122"/>
                <a:ea typeface="黑体" pitchFamily="2" charset="-122"/>
                <a:sym typeface="Symbol" pitchFamily="18" charset="2"/>
              </a:rPr>
              <a:t>立体形状、截切位置 </a:t>
            </a:r>
            <a:r>
              <a:rPr lang="zh-CN" altLang="en-US" sz="2000" b="1" i="0">
                <a:latin typeface="黑体" pitchFamily="2" charset="-122"/>
                <a:ea typeface="黑体" pitchFamily="2" charset="-122"/>
              </a:rPr>
              <a:t>→ 截交线形状</a:t>
            </a:r>
          </a:p>
        </p:txBody>
      </p:sp>
      <p:sp>
        <p:nvSpPr>
          <p:cNvPr id="146473" name="Text Box 41"/>
          <p:cNvSpPr txBox="1">
            <a:spLocks noChangeArrowheads="1"/>
          </p:cNvSpPr>
          <p:nvPr/>
        </p:nvSpPr>
        <p:spPr bwMode="auto">
          <a:xfrm>
            <a:off x="1514475" y="4784377"/>
            <a:ext cx="58641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 i="0" dirty="0">
                <a:latin typeface="黑体" pitchFamily="2" charset="-122"/>
                <a:ea typeface="黑体" pitchFamily="2" charset="-122"/>
                <a:sym typeface="Symbol" pitchFamily="18" charset="2"/>
              </a:rPr>
              <a:t>截平面与投影面的相对位置 </a:t>
            </a:r>
            <a:r>
              <a:rPr lang="zh-CN" altLang="en-US" sz="2000" b="1" i="0" dirty="0">
                <a:latin typeface="黑体" pitchFamily="2" charset="-122"/>
                <a:ea typeface="黑体" pitchFamily="2" charset="-122"/>
              </a:rPr>
              <a:t>→ 截交线的投影特性</a:t>
            </a:r>
          </a:p>
        </p:txBody>
      </p:sp>
      <p:sp>
        <p:nvSpPr>
          <p:cNvPr id="146474" name="Text Box 42"/>
          <p:cNvSpPr txBox="1">
            <a:spLocks noChangeArrowheads="1"/>
          </p:cNvSpPr>
          <p:nvPr/>
        </p:nvSpPr>
        <p:spPr bwMode="auto">
          <a:xfrm>
            <a:off x="1069975" y="3701585"/>
            <a:ext cx="16065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0" dirty="0" smtClean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sz="2000" b="1" i="0" dirty="0" smtClean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空间</a:t>
            </a:r>
            <a:r>
              <a:rPr lang="zh-CN" altLang="en-US" sz="2000" b="1" i="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分析</a:t>
            </a:r>
          </a:p>
        </p:txBody>
      </p:sp>
      <p:sp>
        <p:nvSpPr>
          <p:cNvPr id="146475" name="Text Box 43"/>
          <p:cNvSpPr txBox="1">
            <a:spLocks noChangeArrowheads="1"/>
          </p:cNvSpPr>
          <p:nvPr/>
        </p:nvSpPr>
        <p:spPr bwMode="auto">
          <a:xfrm>
            <a:off x="1058863" y="5128040"/>
            <a:ext cx="16065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0" dirty="0" smtClean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4. </a:t>
            </a:r>
            <a:r>
              <a:rPr lang="zh-CN" altLang="en-US" sz="2000" b="1" i="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投影作图</a:t>
            </a:r>
          </a:p>
        </p:txBody>
      </p:sp>
      <p:sp>
        <p:nvSpPr>
          <p:cNvPr id="146476" name="Text Box 44"/>
          <p:cNvSpPr txBox="1">
            <a:spLocks noChangeArrowheads="1"/>
          </p:cNvSpPr>
          <p:nvPr/>
        </p:nvSpPr>
        <p:spPr bwMode="auto">
          <a:xfrm>
            <a:off x="1606550" y="5540026"/>
            <a:ext cx="63786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 i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面形法</a:t>
            </a:r>
            <a:r>
              <a:rPr lang="zh-CN" altLang="en-US" sz="2000" b="1" i="0">
                <a:latin typeface="黑体" pitchFamily="2" charset="-122"/>
                <a:ea typeface="黑体" pitchFamily="2" charset="-122"/>
              </a:rPr>
              <a:t>，求出截平面与棱面的交线，或与棱线的交点，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 i="0">
                <a:latin typeface="黑体" pitchFamily="2" charset="-122"/>
                <a:ea typeface="黑体" pitchFamily="2" charset="-122"/>
              </a:rPr>
              <a:t>连接成多边形，即为截断面的形状。</a:t>
            </a:r>
          </a:p>
        </p:txBody>
      </p:sp>
      <p:sp>
        <p:nvSpPr>
          <p:cNvPr id="146477" name="Text Box 45"/>
          <p:cNvSpPr txBox="1">
            <a:spLocks noChangeArrowheads="1"/>
          </p:cNvSpPr>
          <p:nvPr/>
        </p:nvSpPr>
        <p:spPr bwMode="auto">
          <a:xfrm>
            <a:off x="1047750" y="4405728"/>
            <a:ext cx="16065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0" dirty="0" smtClean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3. </a:t>
            </a:r>
            <a:r>
              <a:rPr lang="zh-CN" altLang="en-US" sz="2000" b="1" i="0" dirty="0" smtClean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投影</a:t>
            </a:r>
            <a:r>
              <a:rPr lang="zh-CN" altLang="en-US" sz="2000" b="1" i="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分析</a:t>
            </a:r>
          </a:p>
        </p:txBody>
      </p:sp>
      <p:sp>
        <p:nvSpPr>
          <p:cNvPr id="146478" name="Text Box 46"/>
          <p:cNvSpPr txBox="1">
            <a:spLocks noChangeArrowheads="1"/>
          </p:cNvSpPr>
          <p:nvPr/>
        </p:nvSpPr>
        <p:spPr bwMode="auto">
          <a:xfrm>
            <a:off x="384175" y="2247900"/>
            <a:ext cx="26336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i="0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b="1" i="0">
                <a:latin typeface="黑体" pitchFamily="2" charset="-122"/>
                <a:ea typeface="黑体" pitchFamily="2" charset="-122"/>
              </a:rPr>
              <a:t>作题步骤：</a:t>
            </a:r>
          </a:p>
        </p:txBody>
      </p:sp>
      <p:sp>
        <p:nvSpPr>
          <p:cNvPr id="146479" name="Text Box 47"/>
          <p:cNvSpPr txBox="1">
            <a:spLocks noChangeArrowheads="1"/>
          </p:cNvSpPr>
          <p:nvPr/>
        </p:nvSpPr>
        <p:spPr bwMode="auto">
          <a:xfrm>
            <a:off x="1606021" y="6241876"/>
            <a:ext cx="302358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 i="0" dirty="0">
                <a:latin typeface="黑体" pitchFamily="2" charset="-122"/>
                <a:ea typeface="黑体" pitchFamily="2" charset="-122"/>
              </a:rPr>
              <a:t>补全视图，判断可见性。</a:t>
            </a:r>
          </a:p>
        </p:txBody>
      </p:sp>
      <p:sp>
        <p:nvSpPr>
          <p:cNvPr id="16" name="Text Box 41"/>
          <p:cNvSpPr txBox="1">
            <a:spLocks noChangeArrowheads="1"/>
          </p:cNvSpPr>
          <p:nvPr/>
        </p:nvSpPr>
        <p:spPr bwMode="auto">
          <a:xfrm>
            <a:off x="1542696" y="3356317"/>
            <a:ext cx="56044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 i="0" dirty="0" smtClean="0">
                <a:latin typeface="黑体" pitchFamily="2" charset="-122"/>
                <a:ea typeface="黑体" pitchFamily="2" charset="-122"/>
                <a:sym typeface="Symbol" pitchFamily="18" charset="2"/>
              </a:rPr>
              <a:t>根据已知条件，确定基本体形状和截平面位置。</a:t>
            </a:r>
            <a:endParaRPr lang="zh-CN" altLang="en-US" sz="2000" b="1" i="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7" name="Text Box 45"/>
          <p:cNvSpPr txBox="1">
            <a:spLocks noChangeArrowheads="1"/>
          </p:cNvSpPr>
          <p:nvPr/>
        </p:nvSpPr>
        <p:spPr bwMode="auto">
          <a:xfrm>
            <a:off x="1075971" y="2977668"/>
            <a:ext cx="18365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0" dirty="0" smtClean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1. </a:t>
            </a:r>
            <a:r>
              <a:rPr lang="zh-CN" altLang="en-US" sz="2000" b="1" i="0" dirty="0" smtClean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投影</a:t>
            </a:r>
            <a:r>
              <a:rPr lang="zh-CN" altLang="en-US" sz="2000" b="1" i="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6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4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6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46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6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6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46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6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6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46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6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6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46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46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46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46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46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67" grpId="0" autoUpdateAnimBg="0"/>
      <p:bldP spid="146468" grpId="0" autoUpdateAnimBg="0"/>
      <p:bldP spid="146469" grpId="0" autoUpdateAnimBg="0"/>
      <p:bldP spid="146470" grpId="0" autoUpdateAnimBg="0"/>
      <p:bldP spid="146471" grpId="0" autoUpdateAnimBg="0"/>
      <p:bldP spid="146472" grpId="0" autoUpdateAnimBg="0"/>
      <p:bldP spid="146473" grpId="0" autoUpdateAnimBg="0"/>
      <p:bldP spid="146474" grpId="0" autoUpdateAnimBg="0"/>
      <p:bldP spid="146475" grpId="0" autoUpdateAnimBg="0"/>
      <p:bldP spid="146476" grpId="0" autoUpdateAnimBg="0"/>
      <p:bldP spid="146477" grpId="0" autoUpdateAnimBg="0"/>
      <p:bldP spid="146478" grpId="0" autoUpdateAnimBg="0"/>
      <p:bldP spid="146479" grpId="0" autoUpdateAnimBg="0"/>
      <p:bldP spid="16" grpId="0" autoUpdateAnimBg="0"/>
      <p:bldP spid="1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81A6B2CD-A553-420B-8364-AF3B2A91F241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6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48482" name="Freeform 2"/>
          <p:cNvSpPr>
            <a:spLocks/>
          </p:cNvSpPr>
          <p:nvPr/>
        </p:nvSpPr>
        <p:spPr bwMode="auto">
          <a:xfrm>
            <a:off x="6013450" y="3965575"/>
            <a:ext cx="587375" cy="1155700"/>
          </a:xfrm>
          <a:custGeom>
            <a:avLst/>
            <a:gdLst>
              <a:gd name="T0" fmla="*/ 0 w 370"/>
              <a:gd name="T1" fmla="*/ 2147483647 h 728"/>
              <a:gd name="T2" fmla="*/ 2147483647 w 370"/>
              <a:gd name="T3" fmla="*/ 0 h 728"/>
              <a:gd name="T4" fmla="*/ 2147483647 w 370"/>
              <a:gd name="T5" fmla="*/ 2147483647 h 728"/>
              <a:gd name="T6" fmla="*/ 2147483647 w 370"/>
              <a:gd name="T7" fmla="*/ 2147483647 h 728"/>
              <a:gd name="T8" fmla="*/ 2147483647 w 370"/>
              <a:gd name="T9" fmla="*/ 2147483647 h 728"/>
              <a:gd name="T10" fmla="*/ 0 w 370"/>
              <a:gd name="T11" fmla="*/ 2147483647 h 728"/>
              <a:gd name="T12" fmla="*/ 0 w 370"/>
              <a:gd name="T13" fmla="*/ 2147483647 h 7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70"/>
              <a:gd name="T22" fmla="*/ 0 h 728"/>
              <a:gd name="T23" fmla="*/ 370 w 370"/>
              <a:gd name="T24" fmla="*/ 728 h 72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70" h="728">
                <a:moveTo>
                  <a:pt x="0" y="232"/>
                </a:moveTo>
                <a:lnTo>
                  <a:pt x="232" y="0"/>
                </a:lnTo>
                <a:lnTo>
                  <a:pt x="370" y="136"/>
                </a:lnTo>
                <a:lnTo>
                  <a:pt x="370" y="592"/>
                </a:lnTo>
                <a:lnTo>
                  <a:pt x="234" y="728"/>
                </a:lnTo>
                <a:lnTo>
                  <a:pt x="0" y="494"/>
                </a:lnTo>
                <a:lnTo>
                  <a:pt x="0" y="232"/>
                </a:lnTo>
                <a:close/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483" name="Freeform 3"/>
          <p:cNvSpPr>
            <a:spLocks/>
          </p:cNvSpPr>
          <p:nvPr/>
        </p:nvSpPr>
        <p:spPr bwMode="auto">
          <a:xfrm>
            <a:off x="6289675" y="3965575"/>
            <a:ext cx="323850" cy="1155700"/>
          </a:xfrm>
          <a:custGeom>
            <a:avLst/>
            <a:gdLst>
              <a:gd name="T0" fmla="*/ 0 w 204"/>
              <a:gd name="T1" fmla="*/ 2147483647 h 728"/>
              <a:gd name="T2" fmla="*/ 0 w 204"/>
              <a:gd name="T3" fmla="*/ 2147483647 h 728"/>
              <a:gd name="T4" fmla="*/ 2147483647 w 204"/>
              <a:gd name="T5" fmla="*/ 0 h 728"/>
              <a:gd name="T6" fmla="*/ 2147483647 w 204"/>
              <a:gd name="T7" fmla="*/ 2147483647 h 728"/>
              <a:gd name="T8" fmla="*/ 2147483647 w 204"/>
              <a:gd name="T9" fmla="*/ 2147483647 h 728"/>
              <a:gd name="T10" fmla="*/ 2147483647 w 204"/>
              <a:gd name="T11" fmla="*/ 2147483647 h 728"/>
              <a:gd name="T12" fmla="*/ 0 w 204"/>
              <a:gd name="T13" fmla="*/ 2147483647 h 7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4"/>
              <a:gd name="T22" fmla="*/ 0 h 728"/>
              <a:gd name="T23" fmla="*/ 204 w 204"/>
              <a:gd name="T24" fmla="*/ 728 h 72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4" h="728">
                <a:moveTo>
                  <a:pt x="0" y="660"/>
                </a:moveTo>
                <a:lnTo>
                  <a:pt x="0" y="72"/>
                </a:lnTo>
                <a:lnTo>
                  <a:pt x="72" y="0"/>
                </a:lnTo>
                <a:lnTo>
                  <a:pt x="204" y="132"/>
                </a:lnTo>
                <a:lnTo>
                  <a:pt x="204" y="596"/>
                </a:lnTo>
                <a:lnTo>
                  <a:pt x="72" y="728"/>
                </a:lnTo>
                <a:lnTo>
                  <a:pt x="0" y="660"/>
                </a:lnTo>
                <a:close/>
              </a:path>
            </a:pathLst>
          </a:custGeom>
          <a:noFill/>
          <a:ln w="38100">
            <a:solidFill>
              <a:srgbClr val="99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484" name="Freeform 4"/>
          <p:cNvSpPr>
            <a:spLocks/>
          </p:cNvSpPr>
          <p:nvPr/>
        </p:nvSpPr>
        <p:spPr bwMode="auto">
          <a:xfrm>
            <a:off x="5810250" y="4076700"/>
            <a:ext cx="463550" cy="936625"/>
          </a:xfrm>
          <a:custGeom>
            <a:avLst/>
            <a:gdLst>
              <a:gd name="T0" fmla="*/ 0 w 292"/>
              <a:gd name="T1" fmla="*/ 2147483647 h 590"/>
              <a:gd name="T2" fmla="*/ 2147483647 w 292"/>
              <a:gd name="T3" fmla="*/ 0 h 590"/>
              <a:gd name="T4" fmla="*/ 2147483647 w 292"/>
              <a:gd name="T5" fmla="*/ 2147483647 h 590"/>
              <a:gd name="T6" fmla="*/ 0 w 292"/>
              <a:gd name="T7" fmla="*/ 2147483647 h 590"/>
              <a:gd name="T8" fmla="*/ 0 60000 65536"/>
              <a:gd name="T9" fmla="*/ 0 60000 65536"/>
              <a:gd name="T10" fmla="*/ 0 60000 65536"/>
              <a:gd name="T11" fmla="*/ 0 60000 65536"/>
              <a:gd name="T12" fmla="*/ 0 w 292"/>
              <a:gd name="T13" fmla="*/ 0 h 590"/>
              <a:gd name="T14" fmla="*/ 292 w 292"/>
              <a:gd name="T15" fmla="*/ 590 h 59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2" h="590">
                <a:moveTo>
                  <a:pt x="0" y="292"/>
                </a:moveTo>
                <a:lnTo>
                  <a:pt x="292" y="0"/>
                </a:lnTo>
                <a:lnTo>
                  <a:pt x="292" y="590"/>
                </a:lnTo>
                <a:lnTo>
                  <a:pt x="0" y="292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485" name="Line 5"/>
          <p:cNvSpPr>
            <a:spLocks noChangeShapeType="1"/>
          </p:cNvSpPr>
          <p:nvPr/>
        </p:nvSpPr>
        <p:spPr bwMode="auto">
          <a:xfrm>
            <a:off x="5705475" y="4541838"/>
            <a:ext cx="1400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486" name="Line 6"/>
          <p:cNvSpPr>
            <a:spLocks noChangeShapeType="1"/>
          </p:cNvSpPr>
          <p:nvPr/>
        </p:nvSpPr>
        <p:spPr bwMode="auto">
          <a:xfrm>
            <a:off x="7729538" y="2898775"/>
            <a:ext cx="0" cy="1262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8487" name="Line 7"/>
          <p:cNvSpPr>
            <a:spLocks noChangeShapeType="1"/>
          </p:cNvSpPr>
          <p:nvPr/>
        </p:nvSpPr>
        <p:spPr bwMode="auto">
          <a:xfrm>
            <a:off x="8677275" y="2898775"/>
            <a:ext cx="0" cy="1281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8488" name="Line 8"/>
          <p:cNvSpPr>
            <a:spLocks noChangeShapeType="1"/>
          </p:cNvSpPr>
          <p:nvPr/>
        </p:nvSpPr>
        <p:spPr bwMode="auto">
          <a:xfrm>
            <a:off x="8201025" y="1817688"/>
            <a:ext cx="0" cy="225107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489" name="Line 9"/>
          <p:cNvSpPr>
            <a:spLocks noChangeShapeType="1"/>
          </p:cNvSpPr>
          <p:nvPr/>
        </p:nvSpPr>
        <p:spPr bwMode="auto">
          <a:xfrm>
            <a:off x="7967663" y="1770063"/>
            <a:ext cx="0" cy="2257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490" name="Line 10"/>
          <p:cNvSpPr>
            <a:spLocks noChangeShapeType="1"/>
          </p:cNvSpPr>
          <p:nvPr/>
        </p:nvSpPr>
        <p:spPr bwMode="auto">
          <a:xfrm>
            <a:off x="7839075" y="2132013"/>
            <a:ext cx="0" cy="1952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8491" name="Line 11"/>
          <p:cNvSpPr>
            <a:spLocks noChangeShapeType="1"/>
          </p:cNvSpPr>
          <p:nvPr/>
        </p:nvSpPr>
        <p:spPr bwMode="auto">
          <a:xfrm>
            <a:off x="8424863" y="1793875"/>
            <a:ext cx="0" cy="2257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492" name="Line 12"/>
          <p:cNvSpPr>
            <a:spLocks noChangeShapeType="1"/>
          </p:cNvSpPr>
          <p:nvPr/>
        </p:nvSpPr>
        <p:spPr bwMode="auto">
          <a:xfrm>
            <a:off x="8562975" y="2122488"/>
            <a:ext cx="0" cy="1985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8493" name="Line 13"/>
          <p:cNvSpPr>
            <a:spLocks noChangeShapeType="1"/>
          </p:cNvSpPr>
          <p:nvPr/>
        </p:nvSpPr>
        <p:spPr bwMode="auto">
          <a:xfrm>
            <a:off x="5553075" y="3713163"/>
            <a:ext cx="3390900" cy="0"/>
          </a:xfrm>
          <a:prstGeom prst="line">
            <a:avLst/>
          </a:prstGeom>
          <a:noFill/>
          <a:ln w="317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8494" name="Line 14"/>
          <p:cNvSpPr>
            <a:spLocks noChangeShapeType="1"/>
          </p:cNvSpPr>
          <p:nvPr/>
        </p:nvSpPr>
        <p:spPr bwMode="auto">
          <a:xfrm>
            <a:off x="5610225" y="1951038"/>
            <a:ext cx="3419475" cy="0"/>
          </a:xfrm>
          <a:prstGeom prst="line">
            <a:avLst/>
          </a:prstGeom>
          <a:noFill/>
          <a:ln w="317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8495" name="Line 15"/>
          <p:cNvSpPr>
            <a:spLocks noChangeShapeType="1"/>
          </p:cNvSpPr>
          <p:nvPr/>
        </p:nvSpPr>
        <p:spPr bwMode="auto">
          <a:xfrm>
            <a:off x="6029325" y="2189163"/>
            <a:ext cx="300037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8496" name="Line 16"/>
          <p:cNvSpPr>
            <a:spLocks noChangeShapeType="1"/>
          </p:cNvSpPr>
          <p:nvPr/>
        </p:nvSpPr>
        <p:spPr bwMode="auto">
          <a:xfrm>
            <a:off x="6615113" y="2665413"/>
            <a:ext cx="2414587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8497" name="Line 17"/>
          <p:cNvSpPr>
            <a:spLocks noChangeShapeType="1"/>
          </p:cNvSpPr>
          <p:nvPr/>
        </p:nvSpPr>
        <p:spPr bwMode="auto">
          <a:xfrm>
            <a:off x="6615113" y="3160713"/>
            <a:ext cx="2414587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8498" name="Line 18"/>
          <p:cNvSpPr>
            <a:spLocks noChangeShapeType="1"/>
          </p:cNvSpPr>
          <p:nvPr/>
        </p:nvSpPr>
        <p:spPr bwMode="auto">
          <a:xfrm>
            <a:off x="5810250" y="3494088"/>
            <a:ext cx="326707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8499" name="Line 19"/>
          <p:cNvSpPr>
            <a:spLocks noChangeShapeType="1"/>
          </p:cNvSpPr>
          <p:nvPr/>
        </p:nvSpPr>
        <p:spPr bwMode="auto">
          <a:xfrm>
            <a:off x="7620000" y="1836738"/>
            <a:ext cx="0" cy="2124075"/>
          </a:xfrm>
          <a:prstGeom prst="line">
            <a:avLst/>
          </a:prstGeom>
          <a:noFill/>
          <a:ln w="317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00" name="Line 20"/>
          <p:cNvSpPr>
            <a:spLocks noChangeShapeType="1"/>
          </p:cNvSpPr>
          <p:nvPr/>
        </p:nvSpPr>
        <p:spPr bwMode="auto">
          <a:xfrm>
            <a:off x="8782050" y="1817688"/>
            <a:ext cx="0" cy="2124075"/>
          </a:xfrm>
          <a:prstGeom prst="line">
            <a:avLst/>
          </a:prstGeom>
          <a:noFill/>
          <a:ln w="317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01" name="Line 21"/>
          <p:cNvSpPr>
            <a:spLocks noChangeShapeType="1"/>
          </p:cNvSpPr>
          <p:nvPr/>
        </p:nvSpPr>
        <p:spPr bwMode="auto">
          <a:xfrm>
            <a:off x="6381750" y="2479675"/>
            <a:ext cx="26479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8503" name="Line 23"/>
          <p:cNvSpPr>
            <a:spLocks noChangeShapeType="1"/>
          </p:cNvSpPr>
          <p:nvPr/>
        </p:nvSpPr>
        <p:spPr bwMode="auto">
          <a:xfrm flipV="1">
            <a:off x="3676650" y="1881188"/>
            <a:ext cx="0" cy="15811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8504" name="Line 24"/>
          <p:cNvSpPr>
            <a:spLocks noChangeShapeType="1"/>
          </p:cNvSpPr>
          <p:nvPr/>
        </p:nvSpPr>
        <p:spPr bwMode="auto">
          <a:xfrm flipV="1">
            <a:off x="4222750" y="1868488"/>
            <a:ext cx="0" cy="161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8505" name="Line 25"/>
          <p:cNvSpPr>
            <a:spLocks noChangeShapeType="1"/>
          </p:cNvSpPr>
          <p:nvPr/>
        </p:nvSpPr>
        <p:spPr bwMode="auto">
          <a:xfrm flipV="1">
            <a:off x="4584700" y="1855788"/>
            <a:ext cx="0" cy="16002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8506" name="Line 26"/>
          <p:cNvSpPr>
            <a:spLocks noChangeShapeType="1"/>
          </p:cNvSpPr>
          <p:nvPr/>
        </p:nvSpPr>
        <p:spPr bwMode="auto">
          <a:xfrm>
            <a:off x="2870200" y="3244850"/>
            <a:ext cx="2074863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8507" name="Line 27"/>
          <p:cNvSpPr>
            <a:spLocks noChangeShapeType="1"/>
          </p:cNvSpPr>
          <p:nvPr/>
        </p:nvSpPr>
        <p:spPr bwMode="auto">
          <a:xfrm>
            <a:off x="2863850" y="2179638"/>
            <a:ext cx="196215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08" name="Line 28"/>
          <p:cNvSpPr>
            <a:spLocks noChangeShapeType="1"/>
          </p:cNvSpPr>
          <p:nvPr/>
        </p:nvSpPr>
        <p:spPr bwMode="auto">
          <a:xfrm>
            <a:off x="2406650" y="2351088"/>
            <a:ext cx="2451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09" name="Line 29"/>
          <p:cNvSpPr>
            <a:spLocks noChangeShapeType="1"/>
          </p:cNvSpPr>
          <p:nvPr/>
        </p:nvSpPr>
        <p:spPr bwMode="auto">
          <a:xfrm>
            <a:off x="2082800" y="2478088"/>
            <a:ext cx="2787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10" name="Line 30"/>
          <p:cNvSpPr>
            <a:spLocks noChangeShapeType="1"/>
          </p:cNvSpPr>
          <p:nvPr/>
        </p:nvSpPr>
        <p:spPr bwMode="auto">
          <a:xfrm>
            <a:off x="1416050" y="2719388"/>
            <a:ext cx="345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14" name="Text Box 34"/>
          <p:cNvSpPr txBox="1">
            <a:spLocks noChangeArrowheads="1"/>
          </p:cNvSpPr>
          <p:nvPr/>
        </p:nvSpPr>
        <p:spPr bwMode="auto">
          <a:xfrm>
            <a:off x="336841" y="1266879"/>
            <a:ext cx="2040943" cy="461665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i="0" dirty="0">
                <a:latin typeface="黑体" pitchFamily="2" charset="-122"/>
                <a:ea typeface="黑体" pitchFamily="2" charset="-122"/>
              </a:rPr>
              <a:t>例</a:t>
            </a:r>
            <a:r>
              <a:rPr lang="zh-CN" altLang="en-US" sz="2400" b="1" i="0" dirty="0" smtClean="0">
                <a:latin typeface="黑体" pitchFamily="2" charset="-122"/>
                <a:ea typeface="黑体" pitchFamily="2" charset="-122"/>
              </a:rPr>
              <a:t>：求左视图</a:t>
            </a:r>
            <a:endParaRPr kumimoji="0" lang="zh-CN" altLang="en-US" sz="2400" i="0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1416050" y="2185988"/>
            <a:ext cx="1447800" cy="1060450"/>
            <a:chOff x="844" y="2200"/>
            <a:chExt cx="912" cy="668"/>
          </a:xfrm>
        </p:grpSpPr>
        <p:sp>
          <p:nvSpPr>
            <p:cNvPr id="8314" name="Freeform 36"/>
            <p:cNvSpPr>
              <a:spLocks/>
            </p:cNvSpPr>
            <p:nvPr/>
          </p:nvSpPr>
          <p:spPr bwMode="auto">
            <a:xfrm>
              <a:off x="844" y="2200"/>
              <a:ext cx="912" cy="668"/>
            </a:xfrm>
            <a:custGeom>
              <a:avLst/>
              <a:gdLst>
                <a:gd name="T0" fmla="*/ 0 w 912"/>
                <a:gd name="T1" fmla="*/ 668 h 668"/>
                <a:gd name="T2" fmla="*/ 0 w 912"/>
                <a:gd name="T3" fmla="*/ 336 h 668"/>
                <a:gd name="T4" fmla="*/ 912 w 912"/>
                <a:gd name="T5" fmla="*/ 0 h 668"/>
                <a:gd name="T6" fmla="*/ 912 w 912"/>
                <a:gd name="T7" fmla="*/ 668 h 668"/>
                <a:gd name="T8" fmla="*/ 0 w 912"/>
                <a:gd name="T9" fmla="*/ 668 h 6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2"/>
                <a:gd name="T16" fmla="*/ 0 h 668"/>
                <a:gd name="T17" fmla="*/ 912 w 912"/>
                <a:gd name="T18" fmla="*/ 668 h 6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2" h="668">
                  <a:moveTo>
                    <a:pt x="0" y="668"/>
                  </a:moveTo>
                  <a:lnTo>
                    <a:pt x="0" y="336"/>
                  </a:lnTo>
                  <a:lnTo>
                    <a:pt x="912" y="0"/>
                  </a:lnTo>
                  <a:lnTo>
                    <a:pt x="912" y="668"/>
                  </a:lnTo>
                  <a:lnTo>
                    <a:pt x="0" y="668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15" name="Line 37"/>
            <p:cNvSpPr>
              <a:spLocks noChangeShapeType="1"/>
            </p:cNvSpPr>
            <p:nvPr/>
          </p:nvSpPr>
          <p:spPr bwMode="auto">
            <a:xfrm flipV="1">
              <a:off x="1264" y="2380"/>
              <a:ext cx="0" cy="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16" name="Line 38"/>
            <p:cNvSpPr>
              <a:spLocks noChangeShapeType="1"/>
            </p:cNvSpPr>
            <p:nvPr/>
          </p:nvSpPr>
          <p:spPr bwMode="auto">
            <a:xfrm flipV="1">
              <a:off x="1468" y="2308"/>
              <a:ext cx="0" cy="5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8519" name="Text Box 39"/>
          <p:cNvSpPr txBox="1">
            <a:spLocks noChangeArrowheads="1"/>
          </p:cNvSpPr>
          <p:nvPr/>
        </p:nvSpPr>
        <p:spPr bwMode="auto">
          <a:xfrm>
            <a:off x="1092200" y="3297238"/>
            <a:ext cx="16732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1            2  </a:t>
            </a:r>
            <a:endParaRPr kumimoji="0" lang="en-US" altLang="zh-CN" sz="2400" b="1">
              <a:latin typeface="ISOCPEUR" pitchFamily="34" charset="0"/>
            </a:endParaRPr>
          </a:p>
        </p:txBody>
      </p:sp>
      <p:sp>
        <p:nvSpPr>
          <p:cNvPr id="148520" name="Text Box 40"/>
          <p:cNvSpPr txBox="1">
            <a:spLocks noChangeArrowheads="1"/>
          </p:cNvSpPr>
          <p:nvPr/>
        </p:nvSpPr>
        <p:spPr bwMode="auto">
          <a:xfrm>
            <a:off x="2794000" y="3856038"/>
            <a:ext cx="306388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3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en-US" altLang="zh-CN" sz="1800" b="1">
              <a:latin typeface="ISOCPEUR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4</a:t>
            </a:r>
          </a:p>
        </p:txBody>
      </p:sp>
      <p:sp>
        <p:nvSpPr>
          <p:cNvPr id="148521" name="Text Box 41"/>
          <p:cNvSpPr txBox="1">
            <a:spLocks noChangeArrowheads="1"/>
          </p:cNvSpPr>
          <p:nvPr/>
        </p:nvSpPr>
        <p:spPr bwMode="auto">
          <a:xfrm>
            <a:off x="1997075" y="3868738"/>
            <a:ext cx="344488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6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en-US" altLang="zh-CN" sz="1800" b="1">
              <a:latin typeface="ISOCPEUR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5</a:t>
            </a:r>
          </a:p>
        </p:txBody>
      </p:sp>
      <p:sp>
        <p:nvSpPr>
          <p:cNvPr id="148522" name="Text Box 42"/>
          <p:cNvSpPr txBox="1">
            <a:spLocks noChangeArrowheads="1"/>
          </p:cNvSpPr>
          <p:nvPr/>
        </p:nvSpPr>
        <p:spPr bwMode="auto">
          <a:xfrm>
            <a:off x="1089025" y="3887788"/>
            <a:ext cx="3635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7</a:t>
            </a:r>
          </a:p>
        </p:txBody>
      </p:sp>
      <p:sp>
        <p:nvSpPr>
          <p:cNvPr id="148523" name="Text Box 43"/>
          <p:cNvSpPr txBox="1">
            <a:spLocks noChangeArrowheads="1"/>
          </p:cNvSpPr>
          <p:nvPr/>
        </p:nvSpPr>
        <p:spPr bwMode="auto">
          <a:xfrm>
            <a:off x="817563" y="2528888"/>
            <a:ext cx="6207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1’, 7’</a:t>
            </a:r>
          </a:p>
        </p:txBody>
      </p:sp>
      <p:sp>
        <p:nvSpPr>
          <p:cNvPr id="148524" name="Freeform 44"/>
          <p:cNvSpPr>
            <a:spLocks/>
          </p:cNvSpPr>
          <p:nvPr/>
        </p:nvSpPr>
        <p:spPr bwMode="auto">
          <a:xfrm>
            <a:off x="1416050" y="3589338"/>
            <a:ext cx="1447800" cy="914400"/>
          </a:xfrm>
          <a:custGeom>
            <a:avLst/>
            <a:gdLst>
              <a:gd name="T0" fmla="*/ 0 w 912"/>
              <a:gd name="T1" fmla="*/ 2147483647 h 576"/>
              <a:gd name="T2" fmla="*/ 0 w 912"/>
              <a:gd name="T3" fmla="*/ 0 h 576"/>
              <a:gd name="T4" fmla="*/ 2147483647 w 912"/>
              <a:gd name="T5" fmla="*/ 0 h 576"/>
              <a:gd name="T6" fmla="*/ 2147483647 w 912"/>
              <a:gd name="T7" fmla="*/ 2147483647 h 576"/>
              <a:gd name="T8" fmla="*/ 2147483647 w 912"/>
              <a:gd name="T9" fmla="*/ 2147483647 h 576"/>
              <a:gd name="T10" fmla="*/ 2147483647 w 912"/>
              <a:gd name="T11" fmla="*/ 2147483647 h 576"/>
              <a:gd name="T12" fmla="*/ 2147483647 w 912"/>
              <a:gd name="T13" fmla="*/ 2147483647 h 576"/>
              <a:gd name="T14" fmla="*/ 0 w 912"/>
              <a:gd name="T15" fmla="*/ 2147483647 h 57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912"/>
              <a:gd name="T25" fmla="*/ 0 h 576"/>
              <a:gd name="T26" fmla="*/ 912 w 912"/>
              <a:gd name="T27" fmla="*/ 576 h 57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912" h="576">
                <a:moveTo>
                  <a:pt x="0" y="348"/>
                </a:moveTo>
                <a:lnTo>
                  <a:pt x="0" y="0"/>
                </a:lnTo>
                <a:lnTo>
                  <a:pt x="632" y="0"/>
                </a:lnTo>
                <a:lnTo>
                  <a:pt x="912" y="348"/>
                </a:lnTo>
                <a:lnTo>
                  <a:pt x="912" y="576"/>
                </a:lnTo>
                <a:lnTo>
                  <a:pt x="420" y="576"/>
                </a:lnTo>
                <a:lnTo>
                  <a:pt x="420" y="348"/>
                </a:lnTo>
                <a:lnTo>
                  <a:pt x="0" y="348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25" name="Text Box 45"/>
          <p:cNvSpPr txBox="1">
            <a:spLocks noChangeArrowheads="1"/>
          </p:cNvSpPr>
          <p:nvPr/>
        </p:nvSpPr>
        <p:spPr bwMode="auto">
          <a:xfrm>
            <a:off x="1470025" y="2243138"/>
            <a:ext cx="6508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5’, 6’</a:t>
            </a:r>
          </a:p>
        </p:txBody>
      </p:sp>
      <p:sp>
        <p:nvSpPr>
          <p:cNvPr id="148526" name="Text Box 46"/>
          <p:cNvSpPr txBox="1">
            <a:spLocks noChangeArrowheads="1"/>
          </p:cNvSpPr>
          <p:nvPr/>
        </p:nvSpPr>
        <p:spPr bwMode="auto">
          <a:xfrm>
            <a:off x="2232025" y="2065338"/>
            <a:ext cx="3444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2’</a:t>
            </a:r>
          </a:p>
        </p:txBody>
      </p:sp>
      <p:sp>
        <p:nvSpPr>
          <p:cNvPr id="148527" name="Text Box 47"/>
          <p:cNvSpPr txBox="1">
            <a:spLocks noChangeArrowheads="1"/>
          </p:cNvSpPr>
          <p:nvPr/>
        </p:nvSpPr>
        <p:spPr bwMode="auto">
          <a:xfrm>
            <a:off x="2630488" y="1874838"/>
            <a:ext cx="666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3’, 4’</a:t>
            </a:r>
          </a:p>
        </p:txBody>
      </p:sp>
      <p:sp>
        <p:nvSpPr>
          <p:cNvPr id="148528" name="Text Box 48"/>
          <p:cNvSpPr txBox="1">
            <a:spLocks noChangeArrowheads="1"/>
          </p:cNvSpPr>
          <p:nvPr/>
        </p:nvSpPr>
        <p:spPr bwMode="auto">
          <a:xfrm>
            <a:off x="3233738" y="2560638"/>
            <a:ext cx="555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1”</a:t>
            </a:r>
          </a:p>
        </p:txBody>
      </p:sp>
      <p:sp>
        <p:nvSpPr>
          <p:cNvPr id="148529" name="Text Box 49"/>
          <p:cNvSpPr txBox="1">
            <a:spLocks noChangeArrowheads="1"/>
          </p:cNvSpPr>
          <p:nvPr/>
        </p:nvSpPr>
        <p:spPr bwMode="auto">
          <a:xfrm>
            <a:off x="3333750" y="2185988"/>
            <a:ext cx="3825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2”</a:t>
            </a:r>
          </a:p>
        </p:txBody>
      </p:sp>
      <p:sp>
        <p:nvSpPr>
          <p:cNvPr id="148530" name="Text Box 50"/>
          <p:cNvSpPr txBox="1">
            <a:spLocks noChangeArrowheads="1"/>
          </p:cNvSpPr>
          <p:nvPr/>
        </p:nvSpPr>
        <p:spPr bwMode="auto">
          <a:xfrm>
            <a:off x="4006850" y="1874838"/>
            <a:ext cx="3825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3”</a:t>
            </a:r>
          </a:p>
        </p:txBody>
      </p:sp>
      <p:sp>
        <p:nvSpPr>
          <p:cNvPr id="148531" name="Text Box 51"/>
          <p:cNvSpPr txBox="1">
            <a:spLocks noChangeArrowheads="1"/>
          </p:cNvSpPr>
          <p:nvPr/>
        </p:nvSpPr>
        <p:spPr bwMode="auto">
          <a:xfrm>
            <a:off x="4392613" y="1862138"/>
            <a:ext cx="3984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4”</a:t>
            </a:r>
          </a:p>
        </p:txBody>
      </p:sp>
      <p:sp>
        <p:nvSpPr>
          <p:cNvPr id="148532" name="Text Box 52"/>
          <p:cNvSpPr txBox="1">
            <a:spLocks noChangeArrowheads="1"/>
          </p:cNvSpPr>
          <p:nvPr/>
        </p:nvSpPr>
        <p:spPr bwMode="auto">
          <a:xfrm>
            <a:off x="4616450" y="2382838"/>
            <a:ext cx="3825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5”</a:t>
            </a:r>
          </a:p>
        </p:txBody>
      </p:sp>
      <p:sp>
        <p:nvSpPr>
          <p:cNvPr id="148533" name="Text Box 53"/>
          <p:cNvSpPr txBox="1">
            <a:spLocks noChangeArrowheads="1"/>
          </p:cNvSpPr>
          <p:nvPr/>
        </p:nvSpPr>
        <p:spPr bwMode="auto">
          <a:xfrm>
            <a:off x="4222750" y="2427288"/>
            <a:ext cx="3825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6”</a:t>
            </a:r>
          </a:p>
        </p:txBody>
      </p:sp>
      <p:sp>
        <p:nvSpPr>
          <p:cNvPr id="148534" name="Freeform 54"/>
          <p:cNvSpPr>
            <a:spLocks/>
          </p:cNvSpPr>
          <p:nvPr/>
        </p:nvSpPr>
        <p:spPr bwMode="auto">
          <a:xfrm>
            <a:off x="3676650" y="2179638"/>
            <a:ext cx="908050" cy="539750"/>
          </a:xfrm>
          <a:custGeom>
            <a:avLst/>
            <a:gdLst>
              <a:gd name="T0" fmla="*/ 0 w 572"/>
              <a:gd name="T1" fmla="*/ 2147483647 h 340"/>
              <a:gd name="T2" fmla="*/ 0 w 572"/>
              <a:gd name="T3" fmla="*/ 2147483647 h 340"/>
              <a:gd name="T4" fmla="*/ 2147483647 w 572"/>
              <a:gd name="T5" fmla="*/ 0 h 340"/>
              <a:gd name="T6" fmla="*/ 2147483647 w 572"/>
              <a:gd name="T7" fmla="*/ 0 h 340"/>
              <a:gd name="T8" fmla="*/ 2147483647 w 572"/>
              <a:gd name="T9" fmla="*/ 2147483647 h 340"/>
              <a:gd name="T10" fmla="*/ 2147483647 w 572"/>
              <a:gd name="T11" fmla="*/ 2147483647 h 340"/>
              <a:gd name="T12" fmla="*/ 2147483647 w 572"/>
              <a:gd name="T13" fmla="*/ 2147483647 h 340"/>
              <a:gd name="T14" fmla="*/ 0 w 572"/>
              <a:gd name="T15" fmla="*/ 2147483647 h 34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72"/>
              <a:gd name="T25" fmla="*/ 0 h 340"/>
              <a:gd name="T26" fmla="*/ 572 w 572"/>
              <a:gd name="T27" fmla="*/ 340 h 34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72" h="340">
                <a:moveTo>
                  <a:pt x="0" y="340"/>
                </a:moveTo>
                <a:lnTo>
                  <a:pt x="0" y="108"/>
                </a:lnTo>
                <a:lnTo>
                  <a:pt x="344" y="0"/>
                </a:lnTo>
                <a:lnTo>
                  <a:pt x="572" y="0"/>
                </a:lnTo>
                <a:lnTo>
                  <a:pt x="572" y="188"/>
                </a:lnTo>
                <a:lnTo>
                  <a:pt x="344" y="188"/>
                </a:lnTo>
                <a:lnTo>
                  <a:pt x="344" y="340"/>
                </a:lnTo>
                <a:lnTo>
                  <a:pt x="0" y="34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35" name="Text Box 55"/>
          <p:cNvSpPr txBox="1">
            <a:spLocks noChangeArrowheads="1"/>
          </p:cNvSpPr>
          <p:nvPr/>
        </p:nvSpPr>
        <p:spPr bwMode="auto">
          <a:xfrm>
            <a:off x="4203700" y="2681288"/>
            <a:ext cx="3825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7”</a:t>
            </a:r>
          </a:p>
        </p:txBody>
      </p:sp>
      <p:sp>
        <p:nvSpPr>
          <p:cNvPr id="148536" name="Line 56"/>
          <p:cNvSpPr>
            <a:spLocks noChangeShapeType="1"/>
          </p:cNvSpPr>
          <p:nvPr/>
        </p:nvSpPr>
        <p:spPr bwMode="auto">
          <a:xfrm>
            <a:off x="3676650" y="2719388"/>
            <a:ext cx="0" cy="527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37" name="Line 57"/>
          <p:cNvSpPr>
            <a:spLocks noChangeShapeType="1"/>
          </p:cNvSpPr>
          <p:nvPr/>
        </p:nvSpPr>
        <p:spPr bwMode="auto">
          <a:xfrm>
            <a:off x="3663950" y="3246438"/>
            <a:ext cx="920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38" name="AutoShape 58"/>
          <p:cNvSpPr>
            <a:spLocks noChangeArrowheads="1"/>
          </p:cNvSpPr>
          <p:nvPr/>
        </p:nvSpPr>
        <p:spPr bwMode="auto">
          <a:xfrm>
            <a:off x="3638550" y="2687638"/>
            <a:ext cx="74613" cy="74612"/>
          </a:xfrm>
          <a:prstGeom prst="flowChartConnector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8539" name="AutoShape 59"/>
          <p:cNvSpPr>
            <a:spLocks noChangeArrowheads="1"/>
          </p:cNvSpPr>
          <p:nvPr/>
        </p:nvSpPr>
        <p:spPr bwMode="auto">
          <a:xfrm>
            <a:off x="3638550" y="2312988"/>
            <a:ext cx="74613" cy="74612"/>
          </a:xfrm>
          <a:prstGeom prst="flowChartConnector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8540" name="AutoShape 60"/>
          <p:cNvSpPr>
            <a:spLocks noChangeArrowheads="1"/>
          </p:cNvSpPr>
          <p:nvPr/>
        </p:nvSpPr>
        <p:spPr bwMode="auto">
          <a:xfrm>
            <a:off x="4184650" y="2141538"/>
            <a:ext cx="74613" cy="74612"/>
          </a:xfrm>
          <a:prstGeom prst="flowChartConnector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8541" name="AutoShape 61"/>
          <p:cNvSpPr>
            <a:spLocks noChangeArrowheads="1"/>
          </p:cNvSpPr>
          <p:nvPr/>
        </p:nvSpPr>
        <p:spPr bwMode="auto">
          <a:xfrm>
            <a:off x="4184650" y="2439988"/>
            <a:ext cx="74613" cy="74612"/>
          </a:xfrm>
          <a:prstGeom prst="flowChartConnector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8542" name="Line 62"/>
          <p:cNvSpPr>
            <a:spLocks noChangeShapeType="1"/>
          </p:cNvSpPr>
          <p:nvPr/>
        </p:nvSpPr>
        <p:spPr bwMode="auto">
          <a:xfrm>
            <a:off x="4222750" y="2719388"/>
            <a:ext cx="0" cy="527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43" name="AutoShape 63"/>
          <p:cNvSpPr>
            <a:spLocks noChangeArrowheads="1"/>
          </p:cNvSpPr>
          <p:nvPr/>
        </p:nvSpPr>
        <p:spPr bwMode="auto">
          <a:xfrm>
            <a:off x="4546600" y="2141538"/>
            <a:ext cx="74613" cy="74612"/>
          </a:xfrm>
          <a:prstGeom prst="flowChartConnector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8544" name="Line 64"/>
          <p:cNvSpPr>
            <a:spLocks noChangeShapeType="1"/>
          </p:cNvSpPr>
          <p:nvPr/>
        </p:nvSpPr>
        <p:spPr bwMode="auto">
          <a:xfrm>
            <a:off x="4584700" y="2484438"/>
            <a:ext cx="0" cy="768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8545" name="AutoShape 65"/>
          <p:cNvSpPr>
            <a:spLocks noChangeArrowheads="1"/>
          </p:cNvSpPr>
          <p:nvPr/>
        </p:nvSpPr>
        <p:spPr bwMode="auto">
          <a:xfrm>
            <a:off x="4184650" y="2674938"/>
            <a:ext cx="74613" cy="74612"/>
          </a:xfrm>
          <a:prstGeom prst="flowChartConnector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8546" name="AutoShape 66"/>
          <p:cNvSpPr>
            <a:spLocks noChangeArrowheads="1"/>
          </p:cNvSpPr>
          <p:nvPr/>
        </p:nvSpPr>
        <p:spPr bwMode="auto">
          <a:xfrm>
            <a:off x="4546600" y="2439988"/>
            <a:ext cx="74613" cy="74612"/>
          </a:xfrm>
          <a:prstGeom prst="flowChartConnector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grpSp>
        <p:nvGrpSpPr>
          <p:cNvPr id="3" name="Group 67"/>
          <p:cNvGrpSpPr>
            <a:grpSpLocks/>
          </p:cNvGrpSpPr>
          <p:nvPr/>
        </p:nvGrpSpPr>
        <p:grpSpPr bwMode="auto">
          <a:xfrm>
            <a:off x="5810250" y="3960813"/>
            <a:ext cx="1162050" cy="1166812"/>
            <a:chOff x="3612" y="3318"/>
            <a:chExt cx="732" cy="735"/>
          </a:xfrm>
        </p:grpSpPr>
        <p:sp>
          <p:nvSpPr>
            <p:cNvPr id="8310" name="Freeform 68"/>
            <p:cNvSpPr>
              <a:spLocks/>
            </p:cNvSpPr>
            <p:nvPr/>
          </p:nvSpPr>
          <p:spPr bwMode="auto">
            <a:xfrm>
              <a:off x="3612" y="3318"/>
              <a:ext cx="732" cy="735"/>
            </a:xfrm>
            <a:custGeom>
              <a:avLst/>
              <a:gdLst>
                <a:gd name="T0" fmla="*/ 0 w 732"/>
                <a:gd name="T1" fmla="*/ 366 h 735"/>
                <a:gd name="T2" fmla="*/ 366 w 732"/>
                <a:gd name="T3" fmla="*/ 0 h 735"/>
                <a:gd name="T4" fmla="*/ 732 w 732"/>
                <a:gd name="T5" fmla="*/ 366 h 735"/>
                <a:gd name="T6" fmla="*/ 366 w 732"/>
                <a:gd name="T7" fmla="*/ 735 h 735"/>
                <a:gd name="T8" fmla="*/ 0 w 732"/>
                <a:gd name="T9" fmla="*/ 366 h 7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32"/>
                <a:gd name="T16" fmla="*/ 0 h 735"/>
                <a:gd name="T17" fmla="*/ 732 w 732"/>
                <a:gd name="T18" fmla="*/ 735 h 7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32" h="735">
                  <a:moveTo>
                    <a:pt x="0" y="366"/>
                  </a:moveTo>
                  <a:lnTo>
                    <a:pt x="366" y="0"/>
                  </a:lnTo>
                  <a:lnTo>
                    <a:pt x="732" y="366"/>
                  </a:lnTo>
                  <a:lnTo>
                    <a:pt x="366" y="735"/>
                  </a:lnTo>
                  <a:lnTo>
                    <a:pt x="0" y="366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11" name="Line 69"/>
            <p:cNvSpPr>
              <a:spLocks noChangeShapeType="1"/>
            </p:cNvSpPr>
            <p:nvPr/>
          </p:nvSpPr>
          <p:spPr bwMode="auto">
            <a:xfrm>
              <a:off x="3747" y="3549"/>
              <a:ext cx="0" cy="2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12" name="Line 70"/>
            <p:cNvSpPr>
              <a:spLocks noChangeShapeType="1"/>
            </p:cNvSpPr>
            <p:nvPr/>
          </p:nvSpPr>
          <p:spPr bwMode="auto">
            <a:xfrm>
              <a:off x="3909" y="3388"/>
              <a:ext cx="0" cy="5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13" name="Line 71"/>
            <p:cNvSpPr>
              <a:spLocks noChangeShapeType="1"/>
            </p:cNvSpPr>
            <p:nvPr/>
          </p:nvSpPr>
          <p:spPr bwMode="auto">
            <a:xfrm>
              <a:off x="4116" y="3453"/>
              <a:ext cx="0" cy="4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" name="Group 72"/>
          <p:cNvGrpSpPr>
            <a:grpSpLocks/>
          </p:cNvGrpSpPr>
          <p:nvPr/>
        </p:nvGrpSpPr>
        <p:grpSpPr bwMode="auto">
          <a:xfrm>
            <a:off x="5805488" y="1951038"/>
            <a:ext cx="1166812" cy="1762125"/>
            <a:chOff x="3609" y="2052"/>
            <a:chExt cx="735" cy="1110"/>
          </a:xfrm>
        </p:grpSpPr>
        <p:sp>
          <p:nvSpPr>
            <p:cNvPr id="8307" name="Freeform 73"/>
            <p:cNvSpPr>
              <a:spLocks/>
            </p:cNvSpPr>
            <p:nvPr/>
          </p:nvSpPr>
          <p:spPr bwMode="auto">
            <a:xfrm>
              <a:off x="3609" y="2052"/>
              <a:ext cx="735" cy="1110"/>
            </a:xfrm>
            <a:custGeom>
              <a:avLst/>
              <a:gdLst>
                <a:gd name="T0" fmla="*/ 138 w 735"/>
                <a:gd name="T1" fmla="*/ 0 h 1110"/>
                <a:gd name="T2" fmla="*/ 735 w 735"/>
                <a:gd name="T3" fmla="*/ 0 h 1110"/>
                <a:gd name="T4" fmla="*/ 735 w 735"/>
                <a:gd name="T5" fmla="*/ 1110 h 1110"/>
                <a:gd name="T6" fmla="*/ 3 w 735"/>
                <a:gd name="T7" fmla="*/ 1110 h 1110"/>
                <a:gd name="T8" fmla="*/ 0 w 735"/>
                <a:gd name="T9" fmla="*/ 972 h 1110"/>
                <a:gd name="T10" fmla="*/ 300 w 735"/>
                <a:gd name="T11" fmla="*/ 762 h 1110"/>
                <a:gd name="T12" fmla="*/ 507 w 735"/>
                <a:gd name="T13" fmla="*/ 762 h 1110"/>
                <a:gd name="T14" fmla="*/ 507 w 735"/>
                <a:gd name="T15" fmla="*/ 453 h 1110"/>
                <a:gd name="T16" fmla="*/ 138 w 735"/>
                <a:gd name="T17" fmla="*/ 150 h 1110"/>
                <a:gd name="T18" fmla="*/ 138 w 735"/>
                <a:gd name="T19" fmla="*/ 0 h 11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35"/>
                <a:gd name="T31" fmla="*/ 0 h 1110"/>
                <a:gd name="T32" fmla="*/ 735 w 735"/>
                <a:gd name="T33" fmla="*/ 1110 h 111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35" h="1110">
                  <a:moveTo>
                    <a:pt x="138" y="0"/>
                  </a:moveTo>
                  <a:lnTo>
                    <a:pt x="735" y="0"/>
                  </a:lnTo>
                  <a:lnTo>
                    <a:pt x="735" y="1110"/>
                  </a:lnTo>
                  <a:lnTo>
                    <a:pt x="3" y="1110"/>
                  </a:lnTo>
                  <a:lnTo>
                    <a:pt x="0" y="972"/>
                  </a:lnTo>
                  <a:lnTo>
                    <a:pt x="300" y="762"/>
                  </a:lnTo>
                  <a:lnTo>
                    <a:pt x="507" y="762"/>
                  </a:lnTo>
                  <a:lnTo>
                    <a:pt x="507" y="453"/>
                  </a:lnTo>
                  <a:lnTo>
                    <a:pt x="138" y="150"/>
                  </a:lnTo>
                  <a:lnTo>
                    <a:pt x="138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8" name="Line 74"/>
            <p:cNvSpPr>
              <a:spLocks noChangeShapeType="1"/>
            </p:cNvSpPr>
            <p:nvPr/>
          </p:nvSpPr>
          <p:spPr bwMode="auto">
            <a:xfrm flipV="1">
              <a:off x="3978" y="2052"/>
              <a:ext cx="0" cy="3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9" name="Line 75"/>
            <p:cNvSpPr>
              <a:spLocks noChangeShapeType="1"/>
            </p:cNvSpPr>
            <p:nvPr/>
          </p:nvSpPr>
          <p:spPr bwMode="auto">
            <a:xfrm flipV="1">
              <a:off x="3978" y="2814"/>
              <a:ext cx="0" cy="3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" name="Group 76"/>
          <p:cNvGrpSpPr>
            <a:grpSpLocks/>
          </p:cNvGrpSpPr>
          <p:nvPr/>
        </p:nvGrpSpPr>
        <p:grpSpPr bwMode="auto">
          <a:xfrm>
            <a:off x="5481638" y="2189163"/>
            <a:ext cx="771525" cy="366712"/>
            <a:chOff x="3516" y="2213"/>
            <a:chExt cx="366" cy="231"/>
          </a:xfrm>
        </p:grpSpPr>
        <p:sp>
          <p:nvSpPr>
            <p:cNvPr id="8305" name="Text Box 77"/>
            <p:cNvSpPr txBox="1">
              <a:spLocks noChangeArrowheads="1"/>
            </p:cNvSpPr>
            <p:nvPr/>
          </p:nvSpPr>
          <p:spPr bwMode="auto">
            <a:xfrm>
              <a:off x="3516" y="2213"/>
              <a:ext cx="36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1</a:t>
              </a:r>
              <a:r>
                <a:rPr kumimoji="0" lang="en-US" altLang="zh-CN" sz="1800" b="1">
                  <a:latin typeface="ISOCPEUR" pitchFamily="34" charset="0"/>
                </a:rPr>
                <a:t>’</a:t>
              </a:r>
            </a:p>
          </p:txBody>
        </p:sp>
        <p:sp>
          <p:nvSpPr>
            <p:cNvPr id="8306" name="Freeform 78"/>
            <p:cNvSpPr>
              <a:spLocks/>
            </p:cNvSpPr>
            <p:nvPr/>
          </p:nvSpPr>
          <p:spPr bwMode="auto">
            <a:xfrm>
              <a:off x="3732" y="2339"/>
              <a:ext cx="144" cy="42"/>
            </a:xfrm>
            <a:custGeom>
              <a:avLst/>
              <a:gdLst>
                <a:gd name="T0" fmla="*/ 0 w 144"/>
                <a:gd name="T1" fmla="*/ 36 h 42"/>
                <a:gd name="T2" fmla="*/ 96 w 144"/>
                <a:gd name="T3" fmla="*/ 36 h 42"/>
                <a:gd name="T4" fmla="*/ 144 w 144"/>
                <a:gd name="T5" fmla="*/ 0 h 42"/>
                <a:gd name="T6" fmla="*/ 0 60000 65536"/>
                <a:gd name="T7" fmla="*/ 0 60000 65536"/>
                <a:gd name="T8" fmla="*/ 0 60000 65536"/>
                <a:gd name="T9" fmla="*/ 0 w 144"/>
                <a:gd name="T10" fmla="*/ 0 h 42"/>
                <a:gd name="T11" fmla="*/ 144 w 144"/>
                <a:gd name="T12" fmla="*/ 42 h 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42">
                  <a:moveTo>
                    <a:pt x="0" y="36"/>
                  </a:moveTo>
                  <a:cubicBezTo>
                    <a:pt x="36" y="39"/>
                    <a:pt x="72" y="42"/>
                    <a:pt x="96" y="36"/>
                  </a:cubicBezTo>
                  <a:cubicBezTo>
                    <a:pt x="120" y="30"/>
                    <a:pt x="136" y="6"/>
                    <a:pt x="144" y="0"/>
                  </a:cubicBezTo>
                </a:path>
              </a:pathLst>
            </a:custGeom>
            <a:noFill/>
            <a:ln w="19050">
              <a:solidFill>
                <a:srgbClr val="3333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" name="Group 79"/>
          <p:cNvGrpSpPr>
            <a:grpSpLocks/>
          </p:cNvGrpSpPr>
          <p:nvPr/>
        </p:nvGrpSpPr>
        <p:grpSpPr bwMode="auto">
          <a:xfrm>
            <a:off x="6054725" y="2555875"/>
            <a:ext cx="600075" cy="366713"/>
            <a:chOff x="3766" y="2444"/>
            <a:chExt cx="378" cy="231"/>
          </a:xfrm>
        </p:grpSpPr>
        <p:sp>
          <p:nvSpPr>
            <p:cNvPr id="8303" name="Text Box 80"/>
            <p:cNvSpPr txBox="1">
              <a:spLocks noChangeArrowheads="1"/>
            </p:cNvSpPr>
            <p:nvPr/>
          </p:nvSpPr>
          <p:spPr bwMode="auto">
            <a:xfrm>
              <a:off x="3766" y="2444"/>
              <a:ext cx="37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2</a:t>
              </a:r>
              <a:r>
                <a:rPr kumimoji="0" lang="en-US" altLang="zh-CN" sz="1800" b="1">
                  <a:latin typeface="ISOCPEUR" pitchFamily="34" charset="0"/>
                </a:rPr>
                <a:t>’  </a:t>
              </a:r>
            </a:p>
          </p:txBody>
        </p:sp>
        <p:sp>
          <p:nvSpPr>
            <p:cNvPr id="8304" name="Freeform 81"/>
            <p:cNvSpPr>
              <a:spLocks/>
            </p:cNvSpPr>
            <p:nvPr/>
          </p:nvSpPr>
          <p:spPr bwMode="auto">
            <a:xfrm>
              <a:off x="3978" y="2574"/>
              <a:ext cx="138" cy="41"/>
            </a:xfrm>
            <a:custGeom>
              <a:avLst/>
              <a:gdLst>
                <a:gd name="T0" fmla="*/ 0 w 138"/>
                <a:gd name="T1" fmla="*/ 11 h 41"/>
                <a:gd name="T2" fmla="*/ 72 w 138"/>
                <a:gd name="T3" fmla="*/ 5 h 41"/>
                <a:gd name="T4" fmla="*/ 138 w 138"/>
                <a:gd name="T5" fmla="*/ 41 h 41"/>
                <a:gd name="T6" fmla="*/ 0 60000 65536"/>
                <a:gd name="T7" fmla="*/ 0 60000 65536"/>
                <a:gd name="T8" fmla="*/ 0 60000 65536"/>
                <a:gd name="T9" fmla="*/ 0 w 138"/>
                <a:gd name="T10" fmla="*/ 0 h 41"/>
                <a:gd name="T11" fmla="*/ 138 w 138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8" h="41">
                  <a:moveTo>
                    <a:pt x="0" y="11"/>
                  </a:moveTo>
                  <a:cubicBezTo>
                    <a:pt x="24" y="5"/>
                    <a:pt x="49" y="0"/>
                    <a:pt x="72" y="5"/>
                  </a:cubicBezTo>
                  <a:cubicBezTo>
                    <a:pt x="95" y="10"/>
                    <a:pt x="116" y="25"/>
                    <a:pt x="138" y="41"/>
                  </a:cubicBezTo>
                </a:path>
              </a:pathLst>
            </a:custGeom>
            <a:noFill/>
            <a:ln w="19050">
              <a:solidFill>
                <a:srgbClr val="3333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" name="Group 82"/>
          <p:cNvGrpSpPr>
            <a:grpSpLocks/>
          </p:cNvGrpSpPr>
          <p:nvPr/>
        </p:nvGrpSpPr>
        <p:grpSpPr bwMode="auto">
          <a:xfrm>
            <a:off x="6007100" y="2794000"/>
            <a:ext cx="600075" cy="366713"/>
            <a:chOff x="3736" y="2594"/>
            <a:chExt cx="378" cy="231"/>
          </a:xfrm>
        </p:grpSpPr>
        <p:sp>
          <p:nvSpPr>
            <p:cNvPr id="8301" name="Text Box 83"/>
            <p:cNvSpPr txBox="1">
              <a:spLocks noChangeArrowheads="1"/>
            </p:cNvSpPr>
            <p:nvPr/>
          </p:nvSpPr>
          <p:spPr bwMode="auto">
            <a:xfrm>
              <a:off x="3736" y="2594"/>
              <a:ext cx="37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3</a:t>
              </a:r>
              <a:r>
                <a:rPr kumimoji="0" lang="en-US" altLang="zh-CN" sz="1800" b="1">
                  <a:latin typeface="ISOCPEUR" pitchFamily="34" charset="0"/>
                </a:rPr>
                <a:t>’  </a:t>
              </a:r>
            </a:p>
          </p:txBody>
        </p:sp>
        <p:sp>
          <p:nvSpPr>
            <p:cNvPr id="8302" name="Freeform 84"/>
            <p:cNvSpPr>
              <a:spLocks/>
            </p:cNvSpPr>
            <p:nvPr/>
          </p:nvSpPr>
          <p:spPr bwMode="auto">
            <a:xfrm>
              <a:off x="3936" y="2729"/>
              <a:ext cx="114" cy="96"/>
            </a:xfrm>
            <a:custGeom>
              <a:avLst/>
              <a:gdLst>
                <a:gd name="T0" fmla="*/ 0 w 114"/>
                <a:gd name="T1" fmla="*/ 0 h 96"/>
                <a:gd name="T2" fmla="*/ 78 w 114"/>
                <a:gd name="T3" fmla="*/ 18 h 96"/>
                <a:gd name="T4" fmla="*/ 114 w 114"/>
                <a:gd name="T5" fmla="*/ 96 h 96"/>
                <a:gd name="T6" fmla="*/ 0 60000 65536"/>
                <a:gd name="T7" fmla="*/ 0 60000 65536"/>
                <a:gd name="T8" fmla="*/ 0 60000 65536"/>
                <a:gd name="T9" fmla="*/ 0 w 114"/>
                <a:gd name="T10" fmla="*/ 0 h 96"/>
                <a:gd name="T11" fmla="*/ 114 w 114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4" h="96">
                  <a:moveTo>
                    <a:pt x="0" y="0"/>
                  </a:moveTo>
                  <a:cubicBezTo>
                    <a:pt x="29" y="1"/>
                    <a:pt x="59" y="2"/>
                    <a:pt x="78" y="18"/>
                  </a:cubicBezTo>
                  <a:cubicBezTo>
                    <a:pt x="97" y="34"/>
                    <a:pt x="105" y="65"/>
                    <a:pt x="114" y="96"/>
                  </a:cubicBezTo>
                </a:path>
              </a:pathLst>
            </a:custGeom>
            <a:noFill/>
            <a:ln w="19050">
              <a:solidFill>
                <a:srgbClr val="3333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" name="Group 85"/>
          <p:cNvGrpSpPr>
            <a:grpSpLocks/>
          </p:cNvGrpSpPr>
          <p:nvPr/>
        </p:nvGrpSpPr>
        <p:grpSpPr bwMode="auto">
          <a:xfrm>
            <a:off x="5543550" y="3038475"/>
            <a:ext cx="885825" cy="366713"/>
            <a:chOff x="3444" y="2748"/>
            <a:chExt cx="558" cy="231"/>
          </a:xfrm>
        </p:grpSpPr>
        <p:sp>
          <p:nvSpPr>
            <p:cNvPr id="8299" name="Text Box 86"/>
            <p:cNvSpPr txBox="1">
              <a:spLocks noChangeArrowheads="1"/>
            </p:cNvSpPr>
            <p:nvPr/>
          </p:nvSpPr>
          <p:spPr bwMode="auto">
            <a:xfrm>
              <a:off x="3444" y="2748"/>
              <a:ext cx="55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4</a:t>
              </a:r>
              <a:r>
                <a:rPr kumimoji="0" lang="en-US" altLang="zh-CN" sz="1800" b="1">
                  <a:latin typeface="ISOCPEUR" pitchFamily="34" charset="0"/>
                </a:rPr>
                <a:t>’     </a:t>
              </a:r>
            </a:p>
          </p:txBody>
        </p:sp>
        <p:sp>
          <p:nvSpPr>
            <p:cNvPr id="8300" name="Freeform 87"/>
            <p:cNvSpPr>
              <a:spLocks/>
            </p:cNvSpPr>
            <p:nvPr/>
          </p:nvSpPr>
          <p:spPr bwMode="auto">
            <a:xfrm>
              <a:off x="3642" y="2885"/>
              <a:ext cx="114" cy="42"/>
            </a:xfrm>
            <a:custGeom>
              <a:avLst/>
              <a:gdLst>
                <a:gd name="T0" fmla="*/ 0 w 114"/>
                <a:gd name="T1" fmla="*/ 6 h 42"/>
                <a:gd name="T2" fmla="*/ 36 w 114"/>
                <a:gd name="T3" fmla="*/ 6 h 42"/>
                <a:gd name="T4" fmla="*/ 114 w 114"/>
                <a:gd name="T5" fmla="*/ 42 h 42"/>
                <a:gd name="T6" fmla="*/ 0 60000 65536"/>
                <a:gd name="T7" fmla="*/ 0 60000 65536"/>
                <a:gd name="T8" fmla="*/ 0 60000 65536"/>
                <a:gd name="T9" fmla="*/ 0 w 114"/>
                <a:gd name="T10" fmla="*/ 0 h 42"/>
                <a:gd name="T11" fmla="*/ 114 w 114"/>
                <a:gd name="T12" fmla="*/ 42 h 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4" h="42">
                  <a:moveTo>
                    <a:pt x="0" y="6"/>
                  </a:moveTo>
                  <a:cubicBezTo>
                    <a:pt x="8" y="3"/>
                    <a:pt x="17" y="0"/>
                    <a:pt x="36" y="6"/>
                  </a:cubicBezTo>
                  <a:cubicBezTo>
                    <a:pt x="55" y="12"/>
                    <a:pt x="84" y="27"/>
                    <a:pt x="114" y="42"/>
                  </a:cubicBezTo>
                </a:path>
              </a:pathLst>
            </a:custGeom>
            <a:noFill/>
            <a:ln w="19050">
              <a:solidFill>
                <a:srgbClr val="3333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8568" name="Freeform 88"/>
          <p:cNvSpPr>
            <a:spLocks/>
          </p:cNvSpPr>
          <p:nvPr/>
        </p:nvSpPr>
        <p:spPr bwMode="auto">
          <a:xfrm>
            <a:off x="7620000" y="2189163"/>
            <a:ext cx="1162050" cy="476250"/>
          </a:xfrm>
          <a:custGeom>
            <a:avLst/>
            <a:gdLst>
              <a:gd name="T0" fmla="*/ 2147483647 w 732"/>
              <a:gd name="T1" fmla="*/ 0 h 300"/>
              <a:gd name="T2" fmla="*/ 2147483647 w 732"/>
              <a:gd name="T3" fmla="*/ 0 h 300"/>
              <a:gd name="T4" fmla="*/ 2147483647 w 732"/>
              <a:gd name="T5" fmla="*/ 2147483647 h 300"/>
              <a:gd name="T6" fmla="*/ 2147483647 w 732"/>
              <a:gd name="T7" fmla="*/ 2147483647 h 300"/>
              <a:gd name="T8" fmla="*/ 2147483647 w 732"/>
              <a:gd name="T9" fmla="*/ 2147483647 h 300"/>
              <a:gd name="T10" fmla="*/ 0 w 732"/>
              <a:gd name="T11" fmla="*/ 2147483647 h 300"/>
              <a:gd name="T12" fmla="*/ 2147483647 w 732"/>
              <a:gd name="T13" fmla="*/ 0 h 3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32"/>
              <a:gd name="T22" fmla="*/ 0 h 300"/>
              <a:gd name="T23" fmla="*/ 732 w 732"/>
              <a:gd name="T24" fmla="*/ 300 h 3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32" h="300">
                <a:moveTo>
                  <a:pt x="222" y="0"/>
                </a:moveTo>
                <a:lnTo>
                  <a:pt x="504" y="0"/>
                </a:lnTo>
                <a:lnTo>
                  <a:pt x="732" y="186"/>
                </a:lnTo>
                <a:lnTo>
                  <a:pt x="600" y="300"/>
                </a:lnTo>
                <a:lnTo>
                  <a:pt x="138" y="300"/>
                </a:lnTo>
                <a:lnTo>
                  <a:pt x="0" y="180"/>
                </a:lnTo>
                <a:lnTo>
                  <a:pt x="222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69" name="Freeform 89"/>
          <p:cNvSpPr>
            <a:spLocks/>
          </p:cNvSpPr>
          <p:nvPr/>
        </p:nvSpPr>
        <p:spPr bwMode="auto">
          <a:xfrm>
            <a:off x="7848600" y="2665413"/>
            <a:ext cx="723900" cy="495300"/>
          </a:xfrm>
          <a:custGeom>
            <a:avLst/>
            <a:gdLst>
              <a:gd name="T0" fmla="*/ 0 w 456"/>
              <a:gd name="T1" fmla="*/ 0 h 312"/>
              <a:gd name="T2" fmla="*/ 0 w 456"/>
              <a:gd name="T3" fmla="*/ 2147483647 h 312"/>
              <a:gd name="T4" fmla="*/ 2147483647 w 456"/>
              <a:gd name="T5" fmla="*/ 2147483647 h 312"/>
              <a:gd name="T6" fmla="*/ 2147483647 w 456"/>
              <a:gd name="T7" fmla="*/ 0 h 312"/>
              <a:gd name="T8" fmla="*/ 0 w 456"/>
              <a:gd name="T9" fmla="*/ 0 h 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6"/>
              <a:gd name="T16" fmla="*/ 0 h 312"/>
              <a:gd name="T17" fmla="*/ 456 w 456"/>
              <a:gd name="T18" fmla="*/ 312 h 3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6" h="312">
                <a:moveTo>
                  <a:pt x="0" y="0"/>
                </a:moveTo>
                <a:lnTo>
                  <a:pt x="0" y="312"/>
                </a:lnTo>
                <a:lnTo>
                  <a:pt x="456" y="312"/>
                </a:lnTo>
                <a:lnTo>
                  <a:pt x="45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70" name="Line 90"/>
          <p:cNvSpPr>
            <a:spLocks noChangeShapeType="1"/>
          </p:cNvSpPr>
          <p:nvPr/>
        </p:nvSpPr>
        <p:spPr bwMode="auto">
          <a:xfrm>
            <a:off x="7620000" y="3160713"/>
            <a:ext cx="11620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8571" name="Freeform 91"/>
          <p:cNvSpPr>
            <a:spLocks/>
          </p:cNvSpPr>
          <p:nvPr/>
        </p:nvSpPr>
        <p:spPr bwMode="auto">
          <a:xfrm>
            <a:off x="7724775" y="3160713"/>
            <a:ext cx="942975" cy="333375"/>
          </a:xfrm>
          <a:custGeom>
            <a:avLst/>
            <a:gdLst>
              <a:gd name="T0" fmla="*/ 0 w 594"/>
              <a:gd name="T1" fmla="*/ 0 h 210"/>
              <a:gd name="T2" fmla="*/ 2147483647 w 594"/>
              <a:gd name="T3" fmla="*/ 2147483647 h 210"/>
              <a:gd name="T4" fmla="*/ 2147483647 w 594"/>
              <a:gd name="T5" fmla="*/ 0 h 210"/>
              <a:gd name="T6" fmla="*/ 0 w 594"/>
              <a:gd name="T7" fmla="*/ 0 h 210"/>
              <a:gd name="T8" fmla="*/ 0 60000 65536"/>
              <a:gd name="T9" fmla="*/ 0 60000 65536"/>
              <a:gd name="T10" fmla="*/ 0 60000 65536"/>
              <a:gd name="T11" fmla="*/ 0 60000 65536"/>
              <a:gd name="T12" fmla="*/ 0 w 594"/>
              <a:gd name="T13" fmla="*/ 0 h 210"/>
              <a:gd name="T14" fmla="*/ 594 w 594"/>
              <a:gd name="T15" fmla="*/ 210 h 2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94" h="210">
                <a:moveTo>
                  <a:pt x="0" y="0"/>
                </a:moveTo>
                <a:lnTo>
                  <a:pt x="300" y="210"/>
                </a:lnTo>
                <a:lnTo>
                  <a:pt x="594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72" name="Line 92"/>
          <p:cNvSpPr>
            <a:spLocks noChangeShapeType="1"/>
          </p:cNvSpPr>
          <p:nvPr/>
        </p:nvSpPr>
        <p:spPr bwMode="auto">
          <a:xfrm>
            <a:off x="7620000" y="1951038"/>
            <a:ext cx="11620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73" name="Line 93"/>
          <p:cNvSpPr>
            <a:spLocks noChangeShapeType="1"/>
          </p:cNvSpPr>
          <p:nvPr/>
        </p:nvSpPr>
        <p:spPr bwMode="auto">
          <a:xfrm>
            <a:off x="7620000" y="1951038"/>
            <a:ext cx="0" cy="5286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74" name="Line 94"/>
          <p:cNvSpPr>
            <a:spLocks noChangeShapeType="1"/>
          </p:cNvSpPr>
          <p:nvPr/>
        </p:nvSpPr>
        <p:spPr bwMode="auto">
          <a:xfrm>
            <a:off x="8782050" y="1951038"/>
            <a:ext cx="0" cy="538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75" name="Line 95"/>
          <p:cNvSpPr>
            <a:spLocks noChangeShapeType="1"/>
          </p:cNvSpPr>
          <p:nvPr/>
        </p:nvSpPr>
        <p:spPr bwMode="auto">
          <a:xfrm>
            <a:off x="7620000" y="3713163"/>
            <a:ext cx="11620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76" name="Line 96"/>
          <p:cNvSpPr>
            <a:spLocks noChangeShapeType="1"/>
          </p:cNvSpPr>
          <p:nvPr/>
        </p:nvSpPr>
        <p:spPr bwMode="auto">
          <a:xfrm flipV="1">
            <a:off x="7620000" y="3160713"/>
            <a:ext cx="0" cy="552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77" name="Line 97"/>
          <p:cNvSpPr>
            <a:spLocks noChangeShapeType="1"/>
          </p:cNvSpPr>
          <p:nvPr/>
        </p:nvSpPr>
        <p:spPr bwMode="auto">
          <a:xfrm flipV="1">
            <a:off x="8782050" y="3160713"/>
            <a:ext cx="0" cy="552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78" name="Line 98"/>
          <p:cNvSpPr>
            <a:spLocks noChangeShapeType="1"/>
          </p:cNvSpPr>
          <p:nvPr/>
        </p:nvSpPr>
        <p:spPr bwMode="auto">
          <a:xfrm flipV="1">
            <a:off x="8201025" y="3494088"/>
            <a:ext cx="0" cy="2190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79" name="Line 99"/>
          <p:cNvSpPr>
            <a:spLocks noChangeShapeType="1"/>
          </p:cNvSpPr>
          <p:nvPr/>
        </p:nvSpPr>
        <p:spPr bwMode="auto">
          <a:xfrm>
            <a:off x="8204200" y="1951038"/>
            <a:ext cx="0" cy="176212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8580" name="AutoShape 100"/>
          <p:cNvSpPr>
            <a:spLocks noChangeArrowheads="1"/>
          </p:cNvSpPr>
          <p:nvPr/>
        </p:nvSpPr>
        <p:spPr bwMode="auto">
          <a:xfrm>
            <a:off x="7583488" y="2441575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8581" name="AutoShape 101"/>
          <p:cNvSpPr>
            <a:spLocks noChangeArrowheads="1"/>
          </p:cNvSpPr>
          <p:nvPr/>
        </p:nvSpPr>
        <p:spPr bwMode="auto">
          <a:xfrm>
            <a:off x="8739188" y="2447925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8582" name="AutoShape 102"/>
          <p:cNvSpPr>
            <a:spLocks noChangeArrowheads="1"/>
          </p:cNvSpPr>
          <p:nvPr/>
        </p:nvSpPr>
        <p:spPr bwMode="auto">
          <a:xfrm>
            <a:off x="8529638" y="2632075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8583" name="AutoShape 103"/>
          <p:cNvSpPr>
            <a:spLocks noChangeArrowheads="1"/>
          </p:cNvSpPr>
          <p:nvPr/>
        </p:nvSpPr>
        <p:spPr bwMode="auto">
          <a:xfrm>
            <a:off x="7799388" y="2625725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8584" name="Text Box 104"/>
          <p:cNvSpPr txBox="1">
            <a:spLocks noChangeArrowheads="1"/>
          </p:cNvSpPr>
          <p:nvPr/>
        </p:nvSpPr>
        <p:spPr bwMode="auto">
          <a:xfrm>
            <a:off x="7724775" y="2236788"/>
            <a:ext cx="9794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1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</a:t>
            </a:r>
          </a:p>
        </p:txBody>
      </p:sp>
      <p:sp>
        <p:nvSpPr>
          <p:cNvPr id="148585" name="Text Box 105"/>
          <p:cNvSpPr txBox="1">
            <a:spLocks noChangeArrowheads="1"/>
          </p:cNvSpPr>
          <p:nvPr/>
        </p:nvSpPr>
        <p:spPr bwMode="auto">
          <a:xfrm>
            <a:off x="7888288" y="2765425"/>
            <a:ext cx="5111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2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</a:t>
            </a:r>
            <a:endParaRPr kumimoji="0" lang="en-US" altLang="zh-CN" sz="2400" b="1">
              <a:latin typeface="ISOCPEUR" pitchFamily="34" charset="0"/>
            </a:endParaRPr>
          </a:p>
        </p:txBody>
      </p:sp>
      <p:sp>
        <p:nvSpPr>
          <p:cNvPr id="148586" name="Text Box 106"/>
          <p:cNvSpPr txBox="1">
            <a:spLocks noChangeArrowheads="1"/>
          </p:cNvSpPr>
          <p:nvPr/>
        </p:nvSpPr>
        <p:spPr bwMode="auto">
          <a:xfrm>
            <a:off x="7996238" y="3089275"/>
            <a:ext cx="549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4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</a:t>
            </a:r>
            <a:endParaRPr kumimoji="0" lang="en-US" altLang="zh-CN" sz="1800" b="1">
              <a:latin typeface="ISOCPEUR" pitchFamily="34" charset="0"/>
            </a:endParaRPr>
          </a:p>
        </p:txBody>
      </p:sp>
      <p:grpSp>
        <p:nvGrpSpPr>
          <p:cNvPr id="9" name="Group 107"/>
          <p:cNvGrpSpPr>
            <a:grpSpLocks/>
          </p:cNvGrpSpPr>
          <p:nvPr/>
        </p:nvGrpSpPr>
        <p:grpSpPr bwMode="auto">
          <a:xfrm>
            <a:off x="7119938" y="2790825"/>
            <a:ext cx="563562" cy="366713"/>
            <a:chOff x="4437" y="2592"/>
            <a:chExt cx="355" cy="231"/>
          </a:xfrm>
        </p:grpSpPr>
        <p:sp>
          <p:nvSpPr>
            <p:cNvPr id="8297" name="Text Box 108"/>
            <p:cNvSpPr txBox="1">
              <a:spLocks noChangeArrowheads="1"/>
            </p:cNvSpPr>
            <p:nvPr/>
          </p:nvSpPr>
          <p:spPr bwMode="auto">
            <a:xfrm>
              <a:off x="4437" y="2592"/>
              <a:ext cx="31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3</a:t>
              </a:r>
              <a:r>
                <a:rPr kumimoji="0" lang="en-US" altLang="zh-CN" sz="1800" b="1">
                  <a:latin typeface="ISOCPEUR" pitchFamily="34" charset="0"/>
                  <a:sym typeface="CommercialPi BT" pitchFamily="18" charset="2"/>
                </a:rPr>
                <a:t>”</a:t>
              </a:r>
              <a:endParaRPr kumimoji="0" lang="en-US" altLang="zh-CN" sz="2400" b="1">
                <a:latin typeface="ISOCPEUR" pitchFamily="34" charset="0"/>
              </a:endParaRPr>
            </a:p>
          </p:txBody>
        </p:sp>
        <p:sp>
          <p:nvSpPr>
            <p:cNvPr id="8298" name="Freeform 109"/>
            <p:cNvSpPr>
              <a:spLocks/>
            </p:cNvSpPr>
            <p:nvPr/>
          </p:nvSpPr>
          <p:spPr bwMode="auto">
            <a:xfrm>
              <a:off x="4664" y="2743"/>
              <a:ext cx="128" cy="72"/>
            </a:xfrm>
            <a:custGeom>
              <a:avLst/>
              <a:gdLst>
                <a:gd name="T0" fmla="*/ 0 w 128"/>
                <a:gd name="T1" fmla="*/ 0 h 72"/>
                <a:gd name="T2" fmla="*/ 108 w 128"/>
                <a:gd name="T3" fmla="*/ 28 h 72"/>
                <a:gd name="T4" fmla="*/ 120 w 128"/>
                <a:gd name="T5" fmla="*/ 72 h 72"/>
                <a:gd name="T6" fmla="*/ 0 60000 65536"/>
                <a:gd name="T7" fmla="*/ 0 60000 65536"/>
                <a:gd name="T8" fmla="*/ 0 60000 65536"/>
                <a:gd name="T9" fmla="*/ 0 w 128"/>
                <a:gd name="T10" fmla="*/ 0 h 72"/>
                <a:gd name="T11" fmla="*/ 128 w 128"/>
                <a:gd name="T12" fmla="*/ 72 h 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8" h="72">
                  <a:moveTo>
                    <a:pt x="0" y="0"/>
                  </a:moveTo>
                  <a:cubicBezTo>
                    <a:pt x="44" y="8"/>
                    <a:pt x="88" y="16"/>
                    <a:pt x="108" y="28"/>
                  </a:cubicBezTo>
                  <a:cubicBezTo>
                    <a:pt x="128" y="40"/>
                    <a:pt x="118" y="65"/>
                    <a:pt x="120" y="72"/>
                  </a:cubicBezTo>
                </a:path>
              </a:pathLst>
            </a:custGeom>
            <a:noFill/>
            <a:ln w="19050">
              <a:solidFill>
                <a:srgbClr val="3333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8590" name="Text Box 110"/>
          <p:cNvSpPr txBox="1">
            <a:spLocks noChangeArrowheads="1"/>
          </p:cNvSpPr>
          <p:nvPr/>
        </p:nvSpPr>
        <p:spPr bwMode="auto">
          <a:xfrm>
            <a:off x="5621338" y="1782763"/>
            <a:ext cx="415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0</a:t>
            </a:r>
            <a:r>
              <a:rPr kumimoji="0" lang="en-US" altLang="zh-CN" sz="1800" b="1">
                <a:latin typeface="ISOCPEUR" pitchFamily="34" charset="0"/>
              </a:rPr>
              <a:t>’</a:t>
            </a:r>
          </a:p>
        </p:txBody>
      </p:sp>
      <p:sp>
        <p:nvSpPr>
          <p:cNvPr id="148591" name="Text Box 111"/>
          <p:cNvSpPr txBox="1">
            <a:spLocks noChangeArrowheads="1"/>
          </p:cNvSpPr>
          <p:nvPr/>
        </p:nvSpPr>
        <p:spPr bwMode="auto">
          <a:xfrm>
            <a:off x="7986713" y="1858963"/>
            <a:ext cx="615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0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</a:t>
            </a:r>
            <a:endParaRPr kumimoji="0" lang="en-US" altLang="zh-CN" sz="1800" b="1">
              <a:latin typeface="ISOCPEUR" pitchFamily="34" charset="0"/>
            </a:endParaRPr>
          </a:p>
        </p:txBody>
      </p:sp>
      <p:sp>
        <p:nvSpPr>
          <p:cNvPr id="148592" name="Rectangle 112"/>
          <p:cNvSpPr>
            <a:spLocks noChangeArrowheads="1"/>
          </p:cNvSpPr>
          <p:nvPr/>
        </p:nvSpPr>
        <p:spPr bwMode="auto">
          <a:xfrm>
            <a:off x="7962900" y="1951038"/>
            <a:ext cx="450850" cy="2413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8593" name="AutoShape 113"/>
          <p:cNvSpPr>
            <a:spLocks noChangeArrowheads="1"/>
          </p:cNvSpPr>
          <p:nvPr/>
        </p:nvSpPr>
        <p:spPr bwMode="auto">
          <a:xfrm>
            <a:off x="7923213" y="2149475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8594" name="AutoShape 114"/>
          <p:cNvSpPr>
            <a:spLocks noChangeArrowheads="1"/>
          </p:cNvSpPr>
          <p:nvPr/>
        </p:nvSpPr>
        <p:spPr bwMode="auto">
          <a:xfrm>
            <a:off x="8374063" y="2149475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8595" name="Text Box 115"/>
          <p:cNvSpPr txBox="1">
            <a:spLocks noChangeArrowheads="1"/>
          </p:cNvSpPr>
          <p:nvPr/>
        </p:nvSpPr>
        <p:spPr bwMode="auto">
          <a:xfrm>
            <a:off x="5452718" y="1181980"/>
            <a:ext cx="2187284" cy="461665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i="0" dirty="0">
                <a:latin typeface="黑体" pitchFamily="2" charset="-122"/>
                <a:ea typeface="黑体" pitchFamily="2" charset="-122"/>
              </a:rPr>
              <a:t>例</a:t>
            </a:r>
            <a:r>
              <a:rPr lang="zh-CN" altLang="en-US" sz="2400" b="1" i="0" dirty="0" smtClean="0">
                <a:latin typeface="黑体" pitchFamily="2" charset="-122"/>
                <a:ea typeface="黑体" pitchFamily="2" charset="-122"/>
              </a:rPr>
              <a:t>：求左视图</a:t>
            </a:r>
            <a:endParaRPr lang="zh-CN" altLang="en-US" sz="2400" b="1" i="0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0" name="Group 116"/>
          <p:cNvGrpSpPr>
            <a:grpSpLocks/>
          </p:cNvGrpSpPr>
          <p:nvPr/>
        </p:nvGrpSpPr>
        <p:grpSpPr bwMode="auto">
          <a:xfrm>
            <a:off x="5476875" y="3979863"/>
            <a:ext cx="538163" cy="506412"/>
            <a:chOff x="3402" y="3341"/>
            <a:chExt cx="339" cy="319"/>
          </a:xfrm>
        </p:grpSpPr>
        <p:sp>
          <p:nvSpPr>
            <p:cNvPr id="8295" name="Text Box 117"/>
            <p:cNvSpPr txBox="1">
              <a:spLocks noChangeArrowheads="1"/>
            </p:cNvSpPr>
            <p:nvPr/>
          </p:nvSpPr>
          <p:spPr bwMode="auto">
            <a:xfrm>
              <a:off x="3402" y="3341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0</a:t>
              </a:r>
            </a:p>
          </p:txBody>
        </p:sp>
        <p:sp>
          <p:nvSpPr>
            <p:cNvPr id="8296" name="Freeform 118"/>
            <p:cNvSpPr>
              <a:spLocks/>
            </p:cNvSpPr>
            <p:nvPr/>
          </p:nvSpPr>
          <p:spPr bwMode="auto">
            <a:xfrm>
              <a:off x="3594" y="3495"/>
              <a:ext cx="147" cy="165"/>
            </a:xfrm>
            <a:custGeom>
              <a:avLst/>
              <a:gdLst>
                <a:gd name="T0" fmla="*/ 0 w 147"/>
                <a:gd name="T1" fmla="*/ 0 h 165"/>
                <a:gd name="T2" fmla="*/ 66 w 147"/>
                <a:gd name="T3" fmla="*/ 63 h 165"/>
                <a:gd name="T4" fmla="*/ 69 w 147"/>
                <a:gd name="T5" fmla="*/ 114 h 165"/>
                <a:gd name="T6" fmla="*/ 147 w 147"/>
                <a:gd name="T7" fmla="*/ 165 h 1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7"/>
                <a:gd name="T13" fmla="*/ 0 h 165"/>
                <a:gd name="T14" fmla="*/ 147 w 147"/>
                <a:gd name="T15" fmla="*/ 165 h 1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7" h="165">
                  <a:moveTo>
                    <a:pt x="0" y="0"/>
                  </a:moveTo>
                  <a:cubicBezTo>
                    <a:pt x="27" y="22"/>
                    <a:pt x="55" y="44"/>
                    <a:pt x="66" y="63"/>
                  </a:cubicBezTo>
                  <a:cubicBezTo>
                    <a:pt x="77" y="82"/>
                    <a:pt x="56" y="97"/>
                    <a:pt x="69" y="114"/>
                  </a:cubicBezTo>
                  <a:cubicBezTo>
                    <a:pt x="82" y="131"/>
                    <a:pt x="134" y="156"/>
                    <a:pt x="147" y="165"/>
                  </a:cubicBezTo>
                </a:path>
              </a:pathLst>
            </a:custGeom>
            <a:noFill/>
            <a:ln w="19050">
              <a:solidFill>
                <a:srgbClr val="0033CC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Group 119"/>
          <p:cNvGrpSpPr>
            <a:grpSpLocks/>
          </p:cNvGrpSpPr>
          <p:nvPr/>
        </p:nvGrpSpPr>
        <p:grpSpPr bwMode="auto">
          <a:xfrm>
            <a:off x="6381750" y="3683000"/>
            <a:ext cx="361950" cy="684213"/>
            <a:chOff x="3972" y="3154"/>
            <a:chExt cx="228" cy="431"/>
          </a:xfrm>
        </p:grpSpPr>
        <p:sp>
          <p:nvSpPr>
            <p:cNvPr id="8293" name="Text Box 120"/>
            <p:cNvSpPr txBox="1">
              <a:spLocks noChangeArrowheads="1"/>
            </p:cNvSpPr>
            <p:nvPr/>
          </p:nvSpPr>
          <p:spPr bwMode="auto">
            <a:xfrm>
              <a:off x="3972" y="3154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2</a:t>
              </a:r>
            </a:p>
          </p:txBody>
        </p:sp>
        <p:sp>
          <p:nvSpPr>
            <p:cNvPr id="8294" name="Freeform 121"/>
            <p:cNvSpPr>
              <a:spLocks/>
            </p:cNvSpPr>
            <p:nvPr/>
          </p:nvSpPr>
          <p:spPr bwMode="auto">
            <a:xfrm>
              <a:off x="4053" y="3341"/>
              <a:ext cx="56" cy="244"/>
            </a:xfrm>
            <a:custGeom>
              <a:avLst/>
              <a:gdLst>
                <a:gd name="T0" fmla="*/ 20 w 56"/>
                <a:gd name="T1" fmla="*/ 0 h 244"/>
                <a:gd name="T2" fmla="*/ 46 w 56"/>
                <a:gd name="T3" fmla="*/ 70 h 244"/>
                <a:gd name="T4" fmla="*/ 2 w 56"/>
                <a:gd name="T5" fmla="*/ 162 h 244"/>
                <a:gd name="T6" fmla="*/ 56 w 56"/>
                <a:gd name="T7" fmla="*/ 244 h 2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244"/>
                <a:gd name="T14" fmla="*/ 56 w 56"/>
                <a:gd name="T15" fmla="*/ 244 h 2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244">
                  <a:moveTo>
                    <a:pt x="20" y="0"/>
                  </a:moveTo>
                  <a:cubicBezTo>
                    <a:pt x="34" y="21"/>
                    <a:pt x="49" y="43"/>
                    <a:pt x="46" y="70"/>
                  </a:cubicBezTo>
                  <a:cubicBezTo>
                    <a:pt x="43" y="97"/>
                    <a:pt x="0" y="133"/>
                    <a:pt x="2" y="162"/>
                  </a:cubicBezTo>
                  <a:cubicBezTo>
                    <a:pt x="4" y="191"/>
                    <a:pt x="30" y="217"/>
                    <a:pt x="56" y="244"/>
                  </a:cubicBezTo>
                </a:path>
              </a:pathLst>
            </a:custGeom>
            <a:noFill/>
            <a:ln w="19050">
              <a:solidFill>
                <a:srgbClr val="3333CC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8602" name="Text Box 122"/>
          <p:cNvSpPr txBox="1">
            <a:spLocks noChangeArrowheads="1"/>
          </p:cNvSpPr>
          <p:nvPr/>
        </p:nvSpPr>
        <p:spPr bwMode="auto">
          <a:xfrm>
            <a:off x="6170613" y="4135438"/>
            <a:ext cx="3413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1</a:t>
            </a:r>
          </a:p>
        </p:txBody>
      </p:sp>
      <p:sp>
        <p:nvSpPr>
          <p:cNvPr id="148603" name="Text Box 123"/>
          <p:cNvSpPr txBox="1">
            <a:spLocks noChangeArrowheads="1"/>
          </p:cNvSpPr>
          <p:nvPr/>
        </p:nvSpPr>
        <p:spPr bwMode="auto">
          <a:xfrm>
            <a:off x="6259513" y="4468813"/>
            <a:ext cx="361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3</a:t>
            </a:r>
          </a:p>
        </p:txBody>
      </p:sp>
      <p:sp>
        <p:nvSpPr>
          <p:cNvPr id="148604" name="Text Box 124"/>
          <p:cNvSpPr txBox="1">
            <a:spLocks noChangeArrowheads="1"/>
          </p:cNvSpPr>
          <p:nvPr/>
        </p:nvSpPr>
        <p:spPr bwMode="auto">
          <a:xfrm>
            <a:off x="5948363" y="4378325"/>
            <a:ext cx="371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4</a:t>
            </a:r>
          </a:p>
        </p:txBody>
      </p:sp>
      <p:sp>
        <p:nvSpPr>
          <p:cNvPr id="148606" name="Line 126"/>
          <p:cNvSpPr>
            <a:spLocks noChangeShapeType="1"/>
          </p:cNvSpPr>
          <p:nvPr/>
        </p:nvSpPr>
        <p:spPr bwMode="auto">
          <a:xfrm>
            <a:off x="4219575" y="2190750"/>
            <a:ext cx="0" cy="30003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48512" name="Line 32"/>
          <p:cNvSpPr>
            <a:spLocks noChangeShapeType="1"/>
          </p:cNvSpPr>
          <p:nvPr/>
        </p:nvSpPr>
        <p:spPr bwMode="auto">
          <a:xfrm flipV="1">
            <a:off x="4221163" y="2205038"/>
            <a:ext cx="3175" cy="25082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671513" y="5813425"/>
            <a:ext cx="74723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/>
              <a:t>Tip</a:t>
            </a:r>
            <a:r>
              <a:rPr kumimoji="0" lang="zh-CN" altLang="en-US" sz="2800"/>
              <a:t>：</a:t>
            </a:r>
            <a:r>
              <a:rPr kumimoji="0" lang="en-US" altLang="zh-CN" sz="2800" b="1">
                <a:solidFill>
                  <a:srgbClr val="FF0000"/>
                </a:solidFill>
              </a:rPr>
              <a:t>Process is more important than the result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8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8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8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8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8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8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8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8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8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8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8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48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8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8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48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48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8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48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48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48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48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48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4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4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4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4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14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14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148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14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148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14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14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4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148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148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14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148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148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0" dur="500"/>
                                        <p:tgtEl>
                                          <p:spTgt spid="148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 nodeType="clickPar">
                      <p:stCondLst>
                        <p:cond delay="indefinite"/>
                      </p:stCondLst>
                      <p:childTnLst>
                        <p:par>
                          <p:cTn id="2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 nodeType="clickPar">
                      <p:stCondLst>
                        <p:cond delay="indefinite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4" dur="500"/>
                                        <p:tgtEl>
                                          <p:spTgt spid="14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 nodeType="clickPar">
                      <p:stCondLst>
                        <p:cond delay="indefinite"/>
                      </p:stCondLst>
                      <p:childTnLst>
                        <p:par>
                          <p:cTn id="2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 nodeType="clickPar">
                      <p:stCondLst>
                        <p:cond delay="indefinite"/>
                      </p:stCondLst>
                      <p:childTnLst>
                        <p:par>
                          <p:cTn id="2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2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 nodeType="clickPar">
                      <p:stCondLst>
                        <p:cond delay="indefinite"/>
                      </p:stCondLst>
                      <p:childTnLst>
                        <p:par>
                          <p:cTn id="2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8" dur="500"/>
                                        <p:tgtEl>
                                          <p:spTgt spid="14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 nodeType="clickPar">
                      <p:stCondLst>
                        <p:cond delay="indefinite"/>
                      </p:stCondLst>
                      <p:childTnLst>
                        <p:par>
                          <p:cTn id="2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 nodeType="clickPar">
                      <p:stCondLst>
                        <p:cond delay="indefinite"/>
                      </p:stCondLst>
                      <p:childTnLst>
                        <p:par>
                          <p:cTn id="2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7" dur="500"/>
                                        <p:tgtEl>
                                          <p:spTgt spid="148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 nodeType="clickPar">
                      <p:stCondLst>
                        <p:cond delay="indefinite"/>
                      </p:stCondLst>
                      <p:childTnLst>
                        <p:par>
                          <p:cTn id="2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2" dur="500"/>
                                        <p:tgtEl>
                                          <p:spTgt spid="14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 nodeType="clickPar">
                      <p:stCondLst>
                        <p:cond delay="indefinite"/>
                      </p:stCondLst>
                      <p:childTnLst>
                        <p:par>
                          <p:cTn id="2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7" dur="500"/>
                                        <p:tgtEl>
                                          <p:spTgt spid="148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 nodeType="clickPar">
                      <p:stCondLst>
                        <p:cond delay="indefinite"/>
                      </p:stCondLst>
                      <p:childTnLst>
                        <p:par>
                          <p:cTn id="2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2" dur="500"/>
                                        <p:tgtEl>
                                          <p:spTgt spid="148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6" dur="500"/>
                                        <p:tgtEl>
                                          <p:spTgt spid="148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 nodeType="clickPar">
                      <p:stCondLst>
                        <p:cond delay="indefinite"/>
                      </p:stCondLst>
                      <p:childTnLst>
                        <p:par>
                          <p:cTn id="2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1" dur="500"/>
                                        <p:tgtEl>
                                          <p:spTgt spid="14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5" dur="500"/>
                                        <p:tgtEl>
                                          <p:spTgt spid="14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 nodeType="clickPar">
                      <p:stCondLst>
                        <p:cond delay="indefinite"/>
                      </p:stCondLst>
                      <p:childTnLst>
                        <p:par>
                          <p:cTn id="3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0" dur="500"/>
                                        <p:tgtEl>
                                          <p:spTgt spid="148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4" dur="500"/>
                                        <p:tgtEl>
                                          <p:spTgt spid="14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8" dur="500"/>
                                        <p:tgtEl>
                                          <p:spTgt spid="148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2" dur="500"/>
                                        <p:tgtEl>
                                          <p:spTgt spid="148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6" dur="500"/>
                                        <p:tgtEl>
                                          <p:spTgt spid="14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 nodeType="clickPar">
                      <p:stCondLst>
                        <p:cond delay="indefinite"/>
                      </p:stCondLst>
                      <p:childTnLst>
                        <p:par>
                          <p:cTn id="3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1" dur="500"/>
                                        <p:tgtEl>
                                          <p:spTgt spid="148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5" dur="500"/>
                                        <p:tgtEl>
                                          <p:spTgt spid="14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 nodeType="clickPar">
                      <p:stCondLst>
                        <p:cond delay="indefinite"/>
                      </p:stCondLst>
                      <p:childTnLst>
                        <p:par>
                          <p:cTn id="3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0" dur="500"/>
                                        <p:tgtEl>
                                          <p:spTgt spid="148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 nodeType="clickPar">
                      <p:stCondLst>
                        <p:cond delay="indefinite"/>
                      </p:stCondLst>
                      <p:childTnLst>
                        <p:par>
                          <p:cTn id="3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5" dur="500"/>
                                        <p:tgtEl>
                                          <p:spTgt spid="14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 nodeType="clickPar">
                      <p:stCondLst>
                        <p:cond delay="indefinite"/>
                      </p:stCondLst>
                      <p:childTnLst>
                        <p:par>
                          <p:cTn id="3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0" dur="500"/>
                                        <p:tgtEl>
                                          <p:spTgt spid="148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 nodeType="clickPar">
                      <p:stCondLst>
                        <p:cond delay="indefinite"/>
                      </p:stCondLst>
                      <p:childTnLst>
                        <p:par>
                          <p:cTn id="3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5" dur="500"/>
                                        <p:tgtEl>
                                          <p:spTgt spid="148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 nodeType="clickPar">
                      <p:stCondLst>
                        <p:cond delay="indefinite"/>
                      </p:stCondLst>
                      <p:childTnLst>
                        <p:par>
                          <p:cTn id="3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0" dur="500"/>
                                        <p:tgtEl>
                                          <p:spTgt spid="14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 nodeType="clickPar">
                      <p:stCondLst>
                        <p:cond delay="indefinite"/>
                      </p:stCondLst>
                      <p:childTnLst>
                        <p:par>
                          <p:cTn id="3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5" dur="500"/>
                                        <p:tgtEl>
                                          <p:spTgt spid="14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 nodeType="clickPar">
                      <p:stCondLst>
                        <p:cond delay="indefinite"/>
                      </p:stCondLst>
                      <p:childTnLst>
                        <p:par>
                          <p:cTn id="3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0" dur="500"/>
                                        <p:tgtEl>
                                          <p:spTgt spid="14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4" dur="500"/>
                                        <p:tgtEl>
                                          <p:spTgt spid="14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 nodeType="clickPar">
                      <p:stCondLst>
                        <p:cond delay="indefinite"/>
                      </p:stCondLst>
                      <p:childTnLst>
                        <p:par>
                          <p:cTn id="3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9" dur="500"/>
                                        <p:tgtEl>
                                          <p:spTgt spid="148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 nodeType="clickPar">
                      <p:stCondLst>
                        <p:cond delay="indefinite"/>
                      </p:stCondLst>
                      <p:childTnLst>
                        <p:par>
                          <p:cTn id="3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4" dur="500"/>
                                        <p:tgtEl>
                                          <p:spTgt spid="148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 nodeType="clickPar">
                      <p:stCondLst>
                        <p:cond delay="indefinite"/>
                      </p:stCondLst>
                      <p:childTnLst>
                        <p:par>
                          <p:cTn id="3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9" dur="500"/>
                                        <p:tgtEl>
                                          <p:spTgt spid="148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 nodeType="clickPar">
                      <p:stCondLst>
                        <p:cond delay="indefinite"/>
                      </p:stCondLst>
                      <p:childTnLst>
                        <p:par>
                          <p:cTn id="3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4" dur="500"/>
                                        <p:tgtEl>
                                          <p:spTgt spid="14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 nodeType="clickPar">
                      <p:stCondLst>
                        <p:cond delay="indefinite"/>
                      </p:stCondLst>
                      <p:childTnLst>
                        <p:par>
                          <p:cTn id="3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9" dur="500"/>
                                        <p:tgtEl>
                                          <p:spTgt spid="148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 nodeType="clickPar">
                      <p:stCondLst>
                        <p:cond delay="indefinite"/>
                      </p:stCondLst>
                      <p:childTnLst>
                        <p:par>
                          <p:cTn id="4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4" dur="500"/>
                                        <p:tgtEl>
                                          <p:spTgt spid="148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 nodeType="clickPar">
                      <p:stCondLst>
                        <p:cond delay="indefinite"/>
                      </p:stCondLst>
                      <p:childTnLst>
                        <p:par>
                          <p:cTn id="4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9" dur="500"/>
                                        <p:tgtEl>
                                          <p:spTgt spid="148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 nodeType="clickPar">
                      <p:stCondLst>
                        <p:cond delay="indefinite"/>
                      </p:stCondLst>
                      <p:childTnLst>
                        <p:par>
                          <p:cTn id="4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 nodeType="clickPar">
                      <p:stCondLst>
                        <p:cond delay="indefinite"/>
                      </p:stCondLst>
                      <p:childTnLst>
                        <p:par>
                          <p:cTn id="4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9" dur="500"/>
                                        <p:tgtEl>
                                          <p:spTgt spid="14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3" dur="500"/>
                                        <p:tgtEl>
                                          <p:spTgt spid="14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 nodeType="clickPar">
                      <p:stCondLst>
                        <p:cond delay="indefinite"/>
                      </p:stCondLst>
                      <p:childTnLst>
                        <p:par>
                          <p:cTn id="4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8" dur="500"/>
                                        <p:tgtEl>
                                          <p:spTgt spid="148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 nodeType="clickPar">
                      <p:stCondLst>
                        <p:cond delay="indefinite"/>
                      </p:stCondLst>
                      <p:childTnLst>
                        <p:par>
                          <p:cTn id="4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3" dur="500"/>
                                        <p:tgtEl>
                                          <p:spTgt spid="148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 nodeType="clickPar">
                      <p:stCondLst>
                        <p:cond delay="indefinite"/>
                      </p:stCondLst>
                      <p:childTnLst>
                        <p:par>
                          <p:cTn id="4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8" dur="500"/>
                                        <p:tgtEl>
                                          <p:spTgt spid="148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3" dur="500"/>
                                        <p:tgtEl>
                                          <p:spTgt spid="148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8" dur="500"/>
                                        <p:tgtEl>
                                          <p:spTgt spid="148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3" dur="500"/>
                                        <p:tgtEl>
                                          <p:spTgt spid="148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>
                      <p:stCondLst>
                        <p:cond delay="indefinite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8" dur="500"/>
                                        <p:tgtEl>
                                          <p:spTgt spid="148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3" dur="500"/>
                                        <p:tgtEl>
                                          <p:spTgt spid="148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fill="hold">
                      <p:stCondLst>
                        <p:cond delay="indefinite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id="4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8" dur="500"/>
                                        <p:tgtEl>
                                          <p:spTgt spid="14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 nodeType="clickPar">
                      <p:stCondLst>
                        <p:cond delay="indefinite"/>
                      </p:stCondLst>
                      <p:childTnLst>
                        <p:par>
                          <p:cTn id="4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3" dur="500"/>
                                        <p:tgtEl>
                                          <p:spTgt spid="14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5" dur="500"/>
                                        <p:tgtEl>
                                          <p:spTgt spid="148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 nodeType="clickPar">
                      <p:stCondLst>
                        <p:cond delay="indefinite"/>
                      </p:stCondLst>
                      <p:childTnLst>
                        <p:par>
                          <p:cTn id="4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2" grpId="0" animBg="1"/>
      <p:bldP spid="148483" grpId="0" animBg="1"/>
      <p:bldP spid="148484" grpId="0" animBg="1"/>
      <p:bldP spid="148485" grpId="0" animBg="1"/>
      <p:bldP spid="148486" grpId="0" animBg="1"/>
      <p:bldP spid="148487" grpId="0" animBg="1"/>
      <p:bldP spid="148488" grpId="0" animBg="1"/>
      <p:bldP spid="148488" grpId="1" animBg="1"/>
      <p:bldP spid="148489" grpId="0" animBg="1"/>
      <p:bldP spid="148490" grpId="0" animBg="1"/>
      <p:bldP spid="148491" grpId="0" animBg="1"/>
      <p:bldP spid="148492" grpId="0" animBg="1"/>
      <p:bldP spid="148493" grpId="0" animBg="1"/>
      <p:bldP spid="148494" grpId="0" animBg="1"/>
      <p:bldP spid="148495" grpId="0" animBg="1"/>
      <p:bldP spid="148496" grpId="0" animBg="1"/>
      <p:bldP spid="148497" grpId="0" animBg="1"/>
      <p:bldP spid="148498" grpId="0" animBg="1"/>
      <p:bldP spid="148499" grpId="0" animBg="1"/>
      <p:bldP spid="148500" grpId="0" animBg="1"/>
      <p:bldP spid="148501" grpId="0" animBg="1"/>
      <p:bldP spid="148503" grpId="0" animBg="1"/>
      <p:bldP spid="148504" grpId="0" animBg="1"/>
      <p:bldP spid="148505" grpId="0" animBg="1"/>
      <p:bldP spid="148506" grpId="0" animBg="1"/>
      <p:bldP spid="148507" grpId="0" animBg="1"/>
      <p:bldP spid="148508" grpId="0" animBg="1"/>
      <p:bldP spid="148509" grpId="0" animBg="1"/>
      <p:bldP spid="148510" grpId="0" animBg="1"/>
      <p:bldP spid="148514" grpId="0" animBg="1" autoUpdateAnimBg="0"/>
      <p:bldP spid="148519" grpId="0" autoUpdateAnimBg="0"/>
      <p:bldP spid="148520" grpId="0" autoUpdateAnimBg="0"/>
      <p:bldP spid="148521" grpId="0" autoUpdateAnimBg="0"/>
      <p:bldP spid="148522" grpId="0" autoUpdateAnimBg="0"/>
      <p:bldP spid="148523" grpId="0" autoUpdateAnimBg="0"/>
      <p:bldP spid="148524" grpId="0" animBg="1"/>
      <p:bldP spid="148525" grpId="0" autoUpdateAnimBg="0"/>
      <p:bldP spid="148526" grpId="0" autoUpdateAnimBg="0"/>
      <p:bldP spid="148527" grpId="0" autoUpdateAnimBg="0"/>
      <p:bldP spid="148528" grpId="0" autoUpdateAnimBg="0"/>
      <p:bldP spid="148529" grpId="0" autoUpdateAnimBg="0"/>
      <p:bldP spid="148530" grpId="0" autoUpdateAnimBg="0"/>
      <p:bldP spid="148531" grpId="0" autoUpdateAnimBg="0"/>
      <p:bldP spid="148532" grpId="0" autoUpdateAnimBg="0"/>
      <p:bldP spid="148533" grpId="0" autoUpdateAnimBg="0"/>
      <p:bldP spid="148534" grpId="0" animBg="1"/>
      <p:bldP spid="148535" grpId="0" autoUpdateAnimBg="0"/>
      <p:bldP spid="148536" grpId="0" animBg="1"/>
      <p:bldP spid="148537" grpId="0" animBg="1"/>
      <p:bldP spid="148538" grpId="0" animBg="1"/>
      <p:bldP spid="148539" grpId="0" animBg="1"/>
      <p:bldP spid="148540" grpId="0" animBg="1"/>
      <p:bldP spid="148541" grpId="0" animBg="1"/>
      <p:bldP spid="148542" grpId="0" animBg="1"/>
      <p:bldP spid="148543" grpId="0" animBg="1"/>
      <p:bldP spid="148544" grpId="0" animBg="1"/>
      <p:bldP spid="148545" grpId="0" animBg="1"/>
      <p:bldP spid="148546" grpId="0" animBg="1"/>
      <p:bldP spid="148568" grpId="0" animBg="1"/>
      <p:bldP spid="148569" grpId="0" animBg="1"/>
      <p:bldP spid="148570" grpId="0" animBg="1"/>
      <p:bldP spid="148571" grpId="0" animBg="1"/>
      <p:bldP spid="148572" grpId="0" animBg="1"/>
      <p:bldP spid="148573" grpId="0" animBg="1"/>
      <p:bldP spid="148574" grpId="0" animBg="1"/>
      <p:bldP spid="148575" grpId="0" animBg="1"/>
      <p:bldP spid="148576" grpId="0" animBg="1"/>
      <p:bldP spid="148577" grpId="0" animBg="1"/>
      <p:bldP spid="148578" grpId="0" animBg="1"/>
      <p:bldP spid="148579" grpId="0" animBg="1"/>
      <p:bldP spid="148580" grpId="0" animBg="1"/>
      <p:bldP spid="148581" grpId="0" animBg="1"/>
      <p:bldP spid="148582" grpId="0" animBg="1"/>
      <p:bldP spid="148583" grpId="0" animBg="1"/>
      <p:bldP spid="148584" grpId="0" autoUpdateAnimBg="0"/>
      <p:bldP spid="148585" grpId="0" autoUpdateAnimBg="0"/>
      <p:bldP spid="148586" grpId="0" autoUpdateAnimBg="0"/>
      <p:bldP spid="148590" grpId="0" build="p" autoUpdateAnimBg="0"/>
      <p:bldP spid="148591" grpId="0" build="p" autoUpdateAnimBg="0"/>
      <p:bldP spid="148592" grpId="0" animBg="1"/>
      <p:bldP spid="148593" grpId="0" animBg="1"/>
      <p:bldP spid="148594" grpId="0" animBg="1"/>
      <p:bldP spid="148595" grpId="0" animBg="1" autoUpdateAnimBg="0"/>
      <p:bldP spid="148602" grpId="0"/>
      <p:bldP spid="148603" grpId="0"/>
      <p:bldP spid="148604" grpId="0"/>
      <p:bldP spid="148606" grpId="0" animBg="1"/>
      <p:bldP spid="148512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4793716A-5879-4A7C-9856-9950B867586B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7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aphicFrame>
        <p:nvGraphicFramePr>
          <p:cNvPr id="140399" name="Group 111"/>
          <p:cNvGraphicFramePr>
            <a:graphicFrameLocks noGrp="1"/>
          </p:cNvGraphicFramePr>
          <p:nvPr/>
        </p:nvGraphicFramePr>
        <p:xfrm>
          <a:off x="355600" y="2044700"/>
          <a:ext cx="8367713" cy="4392613"/>
        </p:xfrm>
        <a:graphic>
          <a:graphicData uri="http://schemas.openxmlformats.org/drawingml/2006/table">
            <a:tbl>
              <a:tblPr/>
              <a:tblGrid>
                <a:gridCol w="742950"/>
                <a:gridCol w="2455863"/>
                <a:gridCol w="2598737"/>
                <a:gridCol w="2570163"/>
              </a:tblGrid>
              <a:tr h="655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位置关系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P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⊥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轴线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P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　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轴线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P∥</a:t>
                      </a: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轴线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98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图例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35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断面形状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3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交线形状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9246" name="Group 74"/>
          <p:cNvGrpSpPr>
            <a:grpSpLocks/>
          </p:cNvGrpSpPr>
          <p:nvPr/>
        </p:nvGrpSpPr>
        <p:grpSpPr bwMode="auto">
          <a:xfrm>
            <a:off x="4584700" y="2301875"/>
            <a:ext cx="173038" cy="120650"/>
            <a:chOff x="2734" y="1631"/>
            <a:chExt cx="163" cy="118"/>
          </a:xfrm>
        </p:grpSpPr>
        <p:sp>
          <p:nvSpPr>
            <p:cNvPr id="9269" name="Line 72"/>
            <p:cNvSpPr>
              <a:spLocks noChangeShapeType="1"/>
            </p:cNvSpPr>
            <p:nvPr/>
          </p:nvSpPr>
          <p:spPr bwMode="auto">
            <a:xfrm flipH="1">
              <a:off x="2805" y="1631"/>
              <a:ext cx="56" cy="1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70" name="Line 73"/>
            <p:cNvSpPr>
              <a:spLocks noChangeShapeType="1"/>
            </p:cNvSpPr>
            <p:nvPr/>
          </p:nvSpPr>
          <p:spPr bwMode="auto">
            <a:xfrm flipV="1">
              <a:off x="2734" y="1747"/>
              <a:ext cx="163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0363" name="Rectangle 75"/>
          <p:cNvSpPr>
            <a:spLocks noChangeArrowheads="1"/>
          </p:cNvSpPr>
          <p:nvPr/>
        </p:nvSpPr>
        <p:spPr bwMode="auto">
          <a:xfrm>
            <a:off x="2008188" y="5864225"/>
            <a:ext cx="4111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i="0">
                <a:latin typeface="黑体" pitchFamily="2" charset="-122"/>
                <a:ea typeface="黑体" pitchFamily="2" charset="-122"/>
              </a:rPr>
              <a:t>圆</a:t>
            </a:r>
          </a:p>
        </p:txBody>
      </p:sp>
      <p:sp>
        <p:nvSpPr>
          <p:cNvPr id="140364" name="Rectangle 76"/>
          <p:cNvSpPr>
            <a:spLocks noChangeArrowheads="1"/>
          </p:cNvSpPr>
          <p:nvPr/>
        </p:nvSpPr>
        <p:spPr bwMode="auto">
          <a:xfrm>
            <a:off x="4613275" y="5864225"/>
            <a:ext cx="641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i="0">
                <a:latin typeface="黑体" pitchFamily="2" charset="-122"/>
                <a:ea typeface="黑体" pitchFamily="2" charset="-122"/>
              </a:rPr>
              <a:t>椭圆</a:t>
            </a:r>
          </a:p>
        </p:txBody>
      </p:sp>
      <p:sp>
        <p:nvSpPr>
          <p:cNvPr id="140365" name="Rectangle 77"/>
          <p:cNvSpPr>
            <a:spLocks noChangeArrowheads="1"/>
          </p:cNvSpPr>
          <p:nvPr/>
        </p:nvSpPr>
        <p:spPr bwMode="auto">
          <a:xfrm>
            <a:off x="6956425" y="5864225"/>
            <a:ext cx="641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i="0">
                <a:latin typeface="黑体" pitchFamily="2" charset="-122"/>
                <a:ea typeface="黑体" pitchFamily="2" charset="-122"/>
              </a:rPr>
              <a:t>直线</a:t>
            </a:r>
          </a:p>
        </p:txBody>
      </p:sp>
      <p:sp>
        <p:nvSpPr>
          <p:cNvPr id="140366" name="Line 78"/>
          <p:cNvSpPr>
            <a:spLocks noChangeShapeType="1"/>
          </p:cNvSpPr>
          <p:nvPr/>
        </p:nvSpPr>
        <p:spPr bwMode="auto">
          <a:xfrm>
            <a:off x="2238375" y="2901950"/>
            <a:ext cx="0" cy="13573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0367" name="Line 79"/>
          <p:cNvSpPr>
            <a:spLocks noChangeShapeType="1"/>
          </p:cNvSpPr>
          <p:nvPr/>
        </p:nvSpPr>
        <p:spPr bwMode="auto">
          <a:xfrm flipH="1">
            <a:off x="4449763" y="2867025"/>
            <a:ext cx="828675" cy="14287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0368" name="Line 80"/>
          <p:cNvSpPr>
            <a:spLocks noChangeShapeType="1"/>
          </p:cNvSpPr>
          <p:nvPr/>
        </p:nvSpPr>
        <p:spPr bwMode="auto">
          <a:xfrm>
            <a:off x="6545263" y="3324225"/>
            <a:ext cx="169386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0369" name="Text Box 81"/>
          <p:cNvSpPr txBox="1">
            <a:spLocks noChangeArrowheads="1"/>
          </p:cNvSpPr>
          <p:nvPr/>
        </p:nvSpPr>
        <p:spPr bwMode="auto">
          <a:xfrm>
            <a:off x="2233613" y="2717800"/>
            <a:ext cx="3984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V</a:t>
            </a:r>
          </a:p>
        </p:txBody>
      </p:sp>
      <p:sp>
        <p:nvSpPr>
          <p:cNvPr id="140370" name="Text Box 82"/>
          <p:cNvSpPr txBox="1">
            <a:spLocks noChangeArrowheads="1"/>
          </p:cNvSpPr>
          <p:nvPr/>
        </p:nvSpPr>
        <p:spPr bwMode="auto">
          <a:xfrm>
            <a:off x="4830763" y="2682875"/>
            <a:ext cx="3984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V</a:t>
            </a:r>
          </a:p>
        </p:txBody>
      </p:sp>
      <p:sp>
        <p:nvSpPr>
          <p:cNvPr id="140371" name="Text Box 83"/>
          <p:cNvSpPr txBox="1">
            <a:spLocks noChangeArrowheads="1"/>
          </p:cNvSpPr>
          <p:nvPr/>
        </p:nvSpPr>
        <p:spPr bwMode="auto">
          <a:xfrm>
            <a:off x="8093075" y="2982913"/>
            <a:ext cx="3984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V</a:t>
            </a:r>
          </a:p>
        </p:txBody>
      </p:sp>
      <p:sp>
        <p:nvSpPr>
          <p:cNvPr id="140372" name="Oval 84"/>
          <p:cNvSpPr>
            <a:spLocks noChangeArrowheads="1"/>
          </p:cNvSpPr>
          <p:nvPr/>
        </p:nvSpPr>
        <p:spPr bwMode="auto">
          <a:xfrm>
            <a:off x="1755775" y="4543425"/>
            <a:ext cx="987425" cy="98742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0373" name="Oval 85"/>
          <p:cNvSpPr>
            <a:spLocks noChangeArrowheads="1"/>
          </p:cNvSpPr>
          <p:nvPr/>
        </p:nvSpPr>
        <p:spPr bwMode="auto">
          <a:xfrm>
            <a:off x="4314825" y="4543425"/>
            <a:ext cx="1116013" cy="992188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0374" name="Rectangle 86"/>
          <p:cNvSpPr>
            <a:spLocks noChangeArrowheads="1"/>
          </p:cNvSpPr>
          <p:nvPr/>
        </p:nvSpPr>
        <p:spPr bwMode="auto">
          <a:xfrm>
            <a:off x="6686550" y="4637088"/>
            <a:ext cx="1357313" cy="81121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grpSp>
        <p:nvGrpSpPr>
          <p:cNvPr id="3" name="Group 87"/>
          <p:cNvGrpSpPr>
            <a:grpSpLocks/>
          </p:cNvGrpSpPr>
          <p:nvPr/>
        </p:nvGrpSpPr>
        <p:grpSpPr bwMode="auto">
          <a:xfrm>
            <a:off x="1444625" y="3060700"/>
            <a:ext cx="1622425" cy="987425"/>
            <a:chOff x="778" y="2138"/>
            <a:chExt cx="1022" cy="622"/>
          </a:xfrm>
        </p:grpSpPr>
        <p:sp>
          <p:nvSpPr>
            <p:cNvPr id="9267" name="Rectangle 88"/>
            <p:cNvSpPr>
              <a:spLocks noChangeArrowheads="1"/>
            </p:cNvSpPr>
            <p:nvPr/>
          </p:nvSpPr>
          <p:spPr bwMode="auto">
            <a:xfrm>
              <a:off x="845" y="2138"/>
              <a:ext cx="855" cy="62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9268" name="Line 89"/>
            <p:cNvSpPr>
              <a:spLocks noChangeShapeType="1"/>
            </p:cNvSpPr>
            <p:nvPr/>
          </p:nvSpPr>
          <p:spPr bwMode="auto">
            <a:xfrm>
              <a:off x="778" y="2449"/>
              <a:ext cx="10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" name="Group 90"/>
          <p:cNvGrpSpPr>
            <a:grpSpLocks/>
          </p:cNvGrpSpPr>
          <p:nvPr/>
        </p:nvGrpSpPr>
        <p:grpSpPr bwMode="auto">
          <a:xfrm>
            <a:off x="4125913" y="3055938"/>
            <a:ext cx="1622425" cy="987425"/>
            <a:chOff x="2419" y="2135"/>
            <a:chExt cx="1022" cy="622"/>
          </a:xfrm>
        </p:grpSpPr>
        <p:sp>
          <p:nvSpPr>
            <p:cNvPr id="9265" name="Rectangle 91"/>
            <p:cNvSpPr>
              <a:spLocks noChangeArrowheads="1"/>
            </p:cNvSpPr>
            <p:nvPr/>
          </p:nvSpPr>
          <p:spPr bwMode="auto">
            <a:xfrm>
              <a:off x="2486" y="2135"/>
              <a:ext cx="855" cy="62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9266" name="Line 92"/>
            <p:cNvSpPr>
              <a:spLocks noChangeShapeType="1"/>
            </p:cNvSpPr>
            <p:nvPr/>
          </p:nvSpPr>
          <p:spPr bwMode="auto">
            <a:xfrm>
              <a:off x="2419" y="2446"/>
              <a:ext cx="10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" name="Group 93"/>
          <p:cNvGrpSpPr>
            <a:grpSpLocks/>
          </p:cNvGrpSpPr>
          <p:nvPr/>
        </p:nvGrpSpPr>
        <p:grpSpPr bwMode="auto">
          <a:xfrm>
            <a:off x="6584950" y="3065463"/>
            <a:ext cx="1622425" cy="987425"/>
            <a:chOff x="4148" y="2141"/>
            <a:chExt cx="1022" cy="622"/>
          </a:xfrm>
        </p:grpSpPr>
        <p:sp>
          <p:nvSpPr>
            <p:cNvPr id="9263" name="Rectangle 94"/>
            <p:cNvSpPr>
              <a:spLocks noChangeArrowheads="1"/>
            </p:cNvSpPr>
            <p:nvPr/>
          </p:nvSpPr>
          <p:spPr bwMode="auto">
            <a:xfrm>
              <a:off x="4215" y="2141"/>
              <a:ext cx="855" cy="62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9264" name="Line 95"/>
            <p:cNvSpPr>
              <a:spLocks noChangeShapeType="1"/>
            </p:cNvSpPr>
            <p:nvPr/>
          </p:nvSpPr>
          <p:spPr bwMode="auto">
            <a:xfrm>
              <a:off x="4148" y="2452"/>
              <a:ext cx="10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9262" name="Rectangle 108"/>
          <p:cNvSpPr>
            <a:spLocks noChangeArrowheads="1"/>
          </p:cNvSpPr>
          <p:nvPr/>
        </p:nvSpPr>
        <p:spPr bwMode="auto">
          <a:xfrm>
            <a:off x="255588" y="182563"/>
            <a:ext cx="8780462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i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§8.2 </a:t>
            </a:r>
            <a:r>
              <a:rPr lang="zh-CN" altLang="en-US" sz="3600" b="1" i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平面与回转体相交</a:t>
            </a:r>
          </a:p>
          <a:p>
            <a:pPr eaLnBrk="1" hangingPunct="1">
              <a:buClrTx/>
              <a:buFontTx/>
              <a:buNone/>
            </a:pPr>
            <a:r>
              <a:rPr lang="zh-CN" altLang="en-US" b="1" i="0">
                <a:latin typeface="黑体" pitchFamily="2" charset="-122"/>
                <a:ea typeface="黑体" pitchFamily="2" charset="-122"/>
              </a:rPr>
              <a:t>一．平面与圆柱相交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2400" b="1" i="0">
                <a:latin typeface="黑体" pitchFamily="2" charset="-122"/>
                <a:ea typeface="黑体" pitchFamily="2" charset="-122"/>
              </a:rPr>
              <a:t>  截切平面与轴线的相互位置关系、及截断面的形状：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0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0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0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0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0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0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0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40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363" grpId="0"/>
      <p:bldP spid="140364" grpId="0"/>
      <p:bldP spid="140365" grpId="0"/>
      <p:bldP spid="140366" grpId="0" animBg="1"/>
      <p:bldP spid="140367" grpId="0" animBg="1"/>
      <p:bldP spid="140368" grpId="0" animBg="1"/>
      <p:bldP spid="140369" grpId="0" autoUpdateAnimBg="0"/>
      <p:bldP spid="140370" grpId="0" autoUpdateAnimBg="0"/>
      <p:bldP spid="140371" grpId="0" autoUpdateAnimBg="0"/>
      <p:bldP spid="140372" grpId="0" animBg="1"/>
      <p:bldP spid="140373" grpId="0" animBg="1"/>
      <p:bldP spid="14037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64467AF0-AEC4-43D7-AB61-4D51B50474C2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8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91445" name="Oval 309"/>
          <p:cNvSpPr>
            <a:spLocks noChangeArrowheads="1"/>
          </p:cNvSpPr>
          <p:nvPr/>
        </p:nvSpPr>
        <p:spPr bwMode="auto">
          <a:xfrm>
            <a:off x="1885950" y="4889500"/>
            <a:ext cx="374650" cy="889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381" name="Line 245"/>
          <p:cNvSpPr>
            <a:spLocks noChangeShapeType="1"/>
          </p:cNvSpPr>
          <p:nvPr/>
        </p:nvSpPr>
        <p:spPr bwMode="auto">
          <a:xfrm>
            <a:off x="4941888" y="2024063"/>
            <a:ext cx="2687637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446" name="Oval 310"/>
          <p:cNvSpPr>
            <a:spLocks noChangeArrowheads="1"/>
          </p:cNvSpPr>
          <p:nvPr/>
        </p:nvSpPr>
        <p:spPr bwMode="auto">
          <a:xfrm>
            <a:off x="923925" y="4846638"/>
            <a:ext cx="106363" cy="74612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42" name="Oval 306"/>
          <p:cNvSpPr>
            <a:spLocks noChangeArrowheads="1"/>
          </p:cNvSpPr>
          <p:nvPr/>
        </p:nvSpPr>
        <p:spPr bwMode="auto">
          <a:xfrm>
            <a:off x="911225" y="3656013"/>
            <a:ext cx="131763" cy="74612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44" name="Oval 308"/>
          <p:cNvSpPr>
            <a:spLocks noChangeArrowheads="1"/>
          </p:cNvSpPr>
          <p:nvPr/>
        </p:nvSpPr>
        <p:spPr bwMode="auto">
          <a:xfrm>
            <a:off x="1885950" y="3606800"/>
            <a:ext cx="374650" cy="889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40" name="Oval 304"/>
          <p:cNvSpPr>
            <a:spLocks noChangeArrowheads="1"/>
          </p:cNvSpPr>
          <p:nvPr/>
        </p:nvSpPr>
        <p:spPr bwMode="auto">
          <a:xfrm>
            <a:off x="6781800" y="3609975"/>
            <a:ext cx="476250" cy="74613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41" name="Oval 305"/>
          <p:cNvSpPr>
            <a:spLocks noChangeArrowheads="1"/>
          </p:cNvSpPr>
          <p:nvPr/>
        </p:nvSpPr>
        <p:spPr bwMode="auto">
          <a:xfrm>
            <a:off x="6772275" y="4895850"/>
            <a:ext cx="476250" cy="74613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360" name="Rectangle 224"/>
          <p:cNvSpPr>
            <a:spLocks noChangeArrowheads="1"/>
          </p:cNvSpPr>
          <p:nvPr/>
        </p:nvSpPr>
        <p:spPr bwMode="auto">
          <a:xfrm>
            <a:off x="5103813" y="3644900"/>
            <a:ext cx="2205037" cy="1287463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357" name="Line 221"/>
          <p:cNvSpPr>
            <a:spLocks noChangeShapeType="1"/>
          </p:cNvSpPr>
          <p:nvPr/>
        </p:nvSpPr>
        <p:spPr bwMode="auto">
          <a:xfrm flipV="1">
            <a:off x="5105400" y="3992563"/>
            <a:ext cx="0" cy="571500"/>
          </a:xfrm>
          <a:prstGeom prst="line">
            <a:avLst/>
          </a:prstGeom>
          <a:noFill/>
          <a:ln w="317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436" name="Oval 300"/>
          <p:cNvSpPr>
            <a:spLocks noChangeArrowheads="1"/>
          </p:cNvSpPr>
          <p:nvPr/>
        </p:nvSpPr>
        <p:spPr bwMode="auto">
          <a:xfrm>
            <a:off x="6738938" y="3805238"/>
            <a:ext cx="352425" cy="762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37" name="Oval 301"/>
          <p:cNvSpPr>
            <a:spLocks noChangeArrowheads="1"/>
          </p:cNvSpPr>
          <p:nvPr/>
        </p:nvSpPr>
        <p:spPr bwMode="auto">
          <a:xfrm>
            <a:off x="6753225" y="4686300"/>
            <a:ext cx="352425" cy="762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38" name="Oval 302"/>
          <p:cNvSpPr>
            <a:spLocks noChangeArrowheads="1"/>
          </p:cNvSpPr>
          <p:nvPr/>
        </p:nvSpPr>
        <p:spPr bwMode="auto">
          <a:xfrm>
            <a:off x="6548438" y="4114800"/>
            <a:ext cx="104775" cy="300038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39" name="Oval 303"/>
          <p:cNvSpPr>
            <a:spLocks noChangeArrowheads="1"/>
          </p:cNvSpPr>
          <p:nvPr/>
        </p:nvSpPr>
        <p:spPr bwMode="auto">
          <a:xfrm>
            <a:off x="5053013" y="4124325"/>
            <a:ext cx="104775" cy="300038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35" name="Line 299"/>
          <p:cNvSpPr>
            <a:spLocks noChangeShapeType="1"/>
          </p:cNvSpPr>
          <p:nvPr/>
        </p:nvSpPr>
        <p:spPr bwMode="auto">
          <a:xfrm>
            <a:off x="6599238" y="1657350"/>
            <a:ext cx="0" cy="337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434" name="Line 298"/>
          <p:cNvSpPr>
            <a:spLocks noChangeShapeType="1"/>
          </p:cNvSpPr>
          <p:nvPr/>
        </p:nvSpPr>
        <p:spPr bwMode="auto">
          <a:xfrm>
            <a:off x="5829300" y="1676400"/>
            <a:ext cx="0" cy="337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190" name="Rectangle 54"/>
          <p:cNvSpPr>
            <a:spLocks noChangeArrowheads="1"/>
          </p:cNvSpPr>
          <p:nvPr/>
        </p:nvSpPr>
        <p:spPr bwMode="auto">
          <a:xfrm>
            <a:off x="263525" y="3770313"/>
            <a:ext cx="711200" cy="1041400"/>
          </a:xfrm>
          <a:prstGeom prst="rect">
            <a:avLst/>
          </a:prstGeom>
          <a:solidFill>
            <a:srgbClr val="FF3300"/>
          </a:solidFill>
          <a:ln w="19050">
            <a:solidFill>
              <a:srgbClr val="FF3300"/>
            </a:solidFill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31" name="Line 295"/>
          <p:cNvSpPr>
            <a:spLocks noChangeShapeType="1"/>
          </p:cNvSpPr>
          <p:nvPr/>
        </p:nvSpPr>
        <p:spPr bwMode="auto">
          <a:xfrm>
            <a:off x="4972050" y="4813300"/>
            <a:ext cx="2476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430" name="Line 294"/>
          <p:cNvSpPr>
            <a:spLocks noChangeShapeType="1"/>
          </p:cNvSpPr>
          <p:nvPr/>
        </p:nvSpPr>
        <p:spPr bwMode="auto">
          <a:xfrm>
            <a:off x="5022850" y="37465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167" name="Line 31"/>
          <p:cNvSpPr>
            <a:spLocks noChangeShapeType="1"/>
          </p:cNvSpPr>
          <p:nvPr/>
        </p:nvSpPr>
        <p:spPr bwMode="auto">
          <a:xfrm>
            <a:off x="127000" y="3759200"/>
            <a:ext cx="24574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168" name="Line 32"/>
          <p:cNvSpPr>
            <a:spLocks noChangeShapeType="1"/>
          </p:cNvSpPr>
          <p:nvPr/>
        </p:nvSpPr>
        <p:spPr bwMode="auto">
          <a:xfrm>
            <a:off x="107950" y="4816475"/>
            <a:ext cx="2471738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169" name="Line 33"/>
          <p:cNvSpPr>
            <a:spLocks noChangeShapeType="1"/>
          </p:cNvSpPr>
          <p:nvPr/>
        </p:nvSpPr>
        <p:spPr bwMode="auto">
          <a:xfrm>
            <a:off x="979488" y="2868613"/>
            <a:ext cx="0" cy="2138362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170" name="Line 34"/>
          <p:cNvSpPr>
            <a:spLocks noChangeShapeType="1"/>
          </p:cNvSpPr>
          <p:nvPr/>
        </p:nvSpPr>
        <p:spPr bwMode="auto">
          <a:xfrm>
            <a:off x="1741488" y="2725738"/>
            <a:ext cx="0" cy="235267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266700" y="1741488"/>
            <a:ext cx="2205038" cy="1287462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260350" y="3644900"/>
            <a:ext cx="2205038" cy="1287463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144" name="Rectangle 8"/>
          <p:cNvSpPr>
            <a:spLocks noChangeArrowheads="1"/>
          </p:cNvSpPr>
          <p:nvPr/>
        </p:nvSpPr>
        <p:spPr bwMode="auto">
          <a:xfrm>
            <a:off x="0" y="-10230"/>
            <a:ext cx="436562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139" name="Text Box 3"/>
          <p:cNvSpPr txBox="1">
            <a:spLocks noChangeArrowheads="1"/>
          </p:cNvSpPr>
          <p:nvPr/>
        </p:nvSpPr>
        <p:spPr bwMode="auto">
          <a:xfrm>
            <a:off x="371475" y="292100"/>
            <a:ext cx="8772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i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b="1" i="0">
                <a:latin typeface="黑体" pitchFamily="2" charset="-122"/>
                <a:ea typeface="黑体" pitchFamily="2" charset="-122"/>
              </a:rPr>
              <a:t>．截切平面平行于轴线</a:t>
            </a:r>
          </a:p>
        </p:txBody>
      </p:sp>
      <p:sp>
        <p:nvSpPr>
          <p:cNvPr id="91142" name="Line 6"/>
          <p:cNvSpPr>
            <a:spLocks noChangeShapeType="1"/>
          </p:cNvSpPr>
          <p:nvPr/>
        </p:nvSpPr>
        <p:spPr bwMode="auto">
          <a:xfrm>
            <a:off x="107950" y="4286250"/>
            <a:ext cx="2540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143" name="Line 7"/>
          <p:cNvSpPr>
            <a:spLocks noChangeShapeType="1"/>
          </p:cNvSpPr>
          <p:nvPr/>
        </p:nvSpPr>
        <p:spPr bwMode="auto">
          <a:xfrm>
            <a:off x="101600" y="2392363"/>
            <a:ext cx="24161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2636838" y="1552575"/>
            <a:ext cx="1887537" cy="1763713"/>
            <a:chOff x="2447" y="989"/>
            <a:chExt cx="1189" cy="1111"/>
          </a:xfrm>
        </p:grpSpPr>
        <p:sp>
          <p:nvSpPr>
            <p:cNvPr id="10384" name="Line 9"/>
            <p:cNvSpPr>
              <a:spLocks noChangeShapeType="1"/>
            </p:cNvSpPr>
            <p:nvPr/>
          </p:nvSpPr>
          <p:spPr bwMode="auto">
            <a:xfrm>
              <a:off x="2447" y="1518"/>
              <a:ext cx="11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385" name="Line 10"/>
            <p:cNvSpPr>
              <a:spLocks noChangeShapeType="1"/>
            </p:cNvSpPr>
            <p:nvPr/>
          </p:nvSpPr>
          <p:spPr bwMode="auto">
            <a:xfrm>
              <a:off x="3069" y="989"/>
              <a:ext cx="0" cy="1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386" name="Oval 11"/>
            <p:cNvSpPr>
              <a:spLocks noChangeArrowheads="1"/>
            </p:cNvSpPr>
            <p:nvPr/>
          </p:nvSpPr>
          <p:spPr bwMode="auto">
            <a:xfrm>
              <a:off x="2660" y="1107"/>
              <a:ext cx="811" cy="81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</p:grpSp>
      <p:sp>
        <p:nvSpPr>
          <p:cNvPr id="91162" name="Freeform 26"/>
          <p:cNvSpPr>
            <a:spLocks/>
          </p:cNvSpPr>
          <p:nvPr/>
        </p:nvSpPr>
        <p:spPr bwMode="auto">
          <a:xfrm>
            <a:off x="271463" y="1739900"/>
            <a:ext cx="2205037" cy="1290638"/>
          </a:xfrm>
          <a:custGeom>
            <a:avLst/>
            <a:gdLst>
              <a:gd name="T0" fmla="*/ 0 w 1389"/>
              <a:gd name="T1" fmla="*/ 2147483647 h 813"/>
              <a:gd name="T2" fmla="*/ 2147483647 w 1389"/>
              <a:gd name="T3" fmla="*/ 2147483647 h 813"/>
              <a:gd name="T4" fmla="*/ 2147483647 w 1389"/>
              <a:gd name="T5" fmla="*/ 0 h 813"/>
              <a:gd name="T6" fmla="*/ 2147483647 w 1389"/>
              <a:gd name="T7" fmla="*/ 0 h 813"/>
              <a:gd name="T8" fmla="*/ 2147483647 w 1389"/>
              <a:gd name="T9" fmla="*/ 2147483647 h 813"/>
              <a:gd name="T10" fmla="*/ 2147483647 w 1389"/>
              <a:gd name="T11" fmla="*/ 2147483647 h 813"/>
              <a:gd name="T12" fmla="*/ 2147483647 w 1389"/>
              <a:gd name="T13" fmla="*/ 2147483647 h 813"/>
              <a:gd name="T14" fmla="*/ 2147483647 w 1389"/>
              <a:gd name="T15" fmla="*/ 2147483647 h 813"/>
              <a:gd name="T16" fmla="*/ 2147483647 w 1389"/>
              <a:gd name="T17" fmla="*/ 2147483647 h 813"/>
              <a:gd name="T18" fmla="*/ 2147483647 w 1389"/>
              <a:gd name="T19" fmla="*/ 2147483647 h 813"/>
              <a:gd name="T20" fmla="*/ 2147483647 w 1389"/>
              <a:gd name="T21" fmla="*/ 2147483647 h 813"/>
              <a:gd name="T22" fmla="*/ 0 w 1389"/>
              <a:gd name="T23" fmla="*/ 2147483647 h 813"/>
              <a:gd name="T24" fmla="*/ 0 w 1389"/>
              <a:gd name="T25" fmla="*/ 2147483647 h 813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389"/>
              <a:gd name="T40" fmla="*/ 0 h 813"/>
              <a:gd name="T41" fmla="*/ 1389 w 1389"/>
              <a:gd name="T42" fmla="*/ 813 h 813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389" h="813">
                <a:moveTo>
                  <a:pt x="0" y="183"/>
                </a:moveTo>
                <a:lnTo>
                  <a:pt x="450" y="183"/>
                </a:lnTo>
                <a:lnTo>
                  <a:pt x="450" y="0"/>
                </a:lnTo>
                <a:lnTo>
                  <a:pt x="1389" y="0"/>
                </a:lnTo>
                <a:lnTo>
                  <a:pt x="1389" y="183"/>
                </a:lnTo>
                <a:lnTo>
                  <a:pt x="936" y="183"/>
                </a:lnTo>
                <a:lnTo>
                  <a:pt x="936" y="636"/>
                </a:lnTo>
                <a:lnTo>
                  <a:pt x="1389" y="636"/>
                </a:lnTo>
                <a:lnTo>
                  <a:pt x="1389" y="813"/>
                </a:lnTo>
                <a:lnTo>
                  <a:pt x="450" y="813"/>
                </a:lnTo>
                <a:lnTo>
                  <a:pt x="450" y="639"/>
                </a:lnTo>
                <a:lnTo>
                  <a:pt x="0" y="636"/>
                </a:lnTo>
                <a:lnTo>
                  <a:pt x="0" y="183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163" name="Line 27"/>
          <p:cNvSpPr>
            <a:spLocks noChangeShapeType="1"/>
          </p:cNvSpPr>
          <p:nvPr/>
        </p:nvSpPr>
        <p:spPr bwMode="auto">
          <a:xfrm>
            <a:off x="3086100" y="2030413"/>
            <a:ext cx="1076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164" name="Line 28"/>
          <p:cNvSpPr>
            <a:spLocks noChangeShapeType="1"/>
          </p:cNvSpPr>
          <p:nvPr/>
        </p:nvSpPr>
        <p:spPr bwMode="auto">
          <a:xfrm>
            <a:off x="3095625" y="2749550"/>
            <a:ext cx="10525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171" name="Freeform 35"/>
          <p:cNvSpPr>
            <a:spLocks/>
          </p:cNvSpPr>
          <p:nvPr/>
        </p:nvSpPr>
        <p:spPr bwMode="auto">
          <a:xfrm>
            <a:off x="258763" y="3760788"/>
            <a:ext cx="719137" cy="1057275"/>
          </a:xfrm>
          <a:custGeom>
            <a:avLst/>
            <a:gdLst>
              <a:gd name="T0" fmla="*/ 0 w 453"/>
              <a:gd name="T1" fmla="*/ 0 h 666"/>
              <a:gd name="T2" fmla="*/ 2147483647 w 453"/>
              <a:gd name="T3" fmla="*/ 0 h 666"/>
              <a:gd name="T4" fmla="*/ 2147483647 w 453"/>
              <a:gd name="T5" fmla="*/ 2147483647 h 666"/>
              <a:gd name="T6" fmla="*/ 0 w 453"/>
              <a:gd name="T7" fmla="*/ 2147483647 h 666"/>
              <a:gd name="T8" fmla="*/ 0 60000 65536"/>
              <a:gd name="T9" fmla="*/ 0 60000 65536"/>
              <a:gd name="T10" fmla="*/ 0 60000 65536"/>
              <a:gd name="T11" fmla="*/ 0 60000 65536"/>
              <a:gd name="T12" fmla="*/ 0 w 453"/>
              <a:gd name="T13" fmla="*/ 0 h 666"/>
              <a:gd name="T14" fmla="*/ 453 w 453"/>
              <a:gd name="T15" fmla="*/ 666 h 6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53" h="666">
                <a:moveTo>
                  <a:pt x="0" y="0"/>
                </a:moveTo>
                <a:lnTo>
                  <a:pt x="453" y="0"/>
                </a:lnTo>
                <a:lnTo>
                  <a:pt x="453" y="666"/>
                </a:lnTo>
                <a:lnTo>
                  <a:pt x="0" y="666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176" name="Line 40"/>
          <p:cNvSpPr>
            <a:spLocks noChangeShapeType="1"/>
          </p:cNvSpPr>
          <p:nvPr/>
        </p:nvSpPr>
        <p:spPr bwMode="auto">
          <a:xfrm>
            <a:off x="2465388" y="3754438"/>
            <a:ext cx="0" cy="1062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179" name="Text Box 43"/>
          <p:cNvSpPr txBox="1">
            <a:spLocks noChangeArrowheads="1"/>
          </p:cNvSpPr>
          <p:nvPr/>
        </p:nvSpPr>
        <p:spPr bwMode="auto">
          <a:xfrm>
            <a:off x="2490788" y="1704975"/>
            <a:ext cx="550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V</a:t>
            </a:r>
            <a:r>
              <a:rPr kumimoji="0" lang="zh-CN" altLang="en-US" sz="1800" b="1" baseline="-10000">
                <a:latin typeface="ISOCPEUR" pitchFamily="34" charset="0"/>
              </a:rPr>
              <a:t>　</a:t>
            </a:r>
            <a:endParaRPr kumimoji="0" lang="zh-CN" altLang="en-US" sz="2400" b="1" i="0">
              <a:latin typeface="ISOCPEUR" pitchFamily="34" charset="0"/>
            </a:endParaRPr>
          </a:p>
        </p:txBody>
      </p:sp>
      <p:sp>
        <p:nvSpPr>
          <p:cNvPr id="91180" name="Line 44"/>
          <p:cNvSpPr>
            <a:spLocks noChangeShapeType="1"/>
          </p:cNvSpPr>
          <p:nvPr/>
        </p:nvSpPr>
        <p:spPr bwMode="auto">
          <a:xfrm>
            <a:off x="3086100" y="2030413"/>
            <a:ext cx="10763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201" name="Line 65"/>
          <p:cNvSpPr>
            <a:spLocks noChangeShapeType="1"/>
          </p:cNvSpPr>
          <p:nvPr/>
        </p:nvSpPr>
        <p:spPr bwMode="auto">
          <a:xfrm>
            <a:off x="1746250" y="3754438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202" name="Line 66"/>
          <p:cNvSpPr>
            <a:spLocks noChangeShapeType="1"/>
          </p:cNvSpPr>
          <p:nvPr/>
        </p:nvSpPr>
        <p:spPr bwMode="auto">
          <a:xfrm>
            <a:off x="1751013" y="4816475"/>
            <a:ext cx="7096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203" name="Line 67"/>
          <p:cNvSpPr>
            <a:spLocks noChangeShapeType="1"/>
          </p:cNvSpPr>
          <p:nvPr/>
        </p:nvSpPr>
        <p:spPr bwMode="auto">
          <a:xfrm flipV="1">
            <a:off x="1746250" y="3644900"/>
            <a:ext cx="0" cy="1190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204" name="Line 68"/>
          <p:cNvSpPr>
            <a:spLocks noChangeShapeType="1"/>
          </p:cNvSpPr>
          <p:nvPr/>
        </p:nvSpPr>
        <p:spPr bwMode="auto">
          <a:xfrm>
            <a:off x="1751013" y="4816475"/>
            <a:ext cx="0" cy="114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177" name="Line 41"/>
          <p:cNvSpPr>
            <a:spLocks noChangeShapeType="1"/>
          </p:cNvSpPr>
          <p:nvPr/>
        </p:nvSpPr>
        <p:spPr bwMode="auto">
          <a:xfrm>
            <a:off x="1754188" y="3754438"/>
            <a:ext cx="0" cy="1062037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205" name="Line 69"/>
          <p:cNvSpPr>
            <a:spLocks noChangeShapeType="1"/>
          </p:cNvSpPr>
          <p:nvPr/>
        </p:nvSpPr>
        <p:spPr bwMode="auto">
          <a:xfrm flipH="1">
            <a:off x="260350" y="3644900"/>
            <a:ext cx="14906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206" name="Line 70"/>
          <p:cNvSpPr>
            <a:spLocks noChangeShapeType="1"/>
          </p:cNvSpPr>
          <p:nvPr/>
        </p:nvSpPr>
        <p:spPr bwMode="auto">
          <a:xfrm>
            <a:off x="260350" y="4930775"/>
            <a:ext cx="1495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207" name="Line 71"/>
          <p:cNvSpPr>
            <a:spLocks noChangeShapeType="1"/>
          </p:cNvSpPr>
          <p:nvPr/>
        </p:nvSpPr>
        <p:spPr bwMode="auto">
          <a:xfrm flipV="1">
            <a:off x="268288" y="3636963"/>
            <a:ext cx="0" cy="139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158" name="Line 22"/>
          <p:cNvSpPr>
            <a:spLocks noChangeShapeType="1"/>
          </p:cNvSpPr>
          <p:nvPr/>
        </p:nvSpPr>
        <p:spPr bwMode="auto">
          <a:xfrm>
            <a:off x="92075" y="2025650"/>
            <a:ext cx="2954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353" name="Line 217"/>
          <p:cNvSpPr>
            <a:spLocks noChangeShapeType="1"/>
          </p:cNvSpPr>
          <p:nvPr/>
        </p:nvSpPr>
        <p:spPr bwMode="auto">
          <a:xfrm>
            <a:off x="4970463" y="4559300"/>
            <a:ext cx="2471737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354" name="Line 218"/>
          <p:cNvSpPr>
            <a:spLocks noChangeShapeType="1"/>
          </p:cNvSpPr>
          <p:nvPr/>
        </p:nvSpPr>
        <p:spPr bwMode="auto">
          <a:xfrm>
            <a:off x="4994275" y="4002088"/>
            <a:ext cx="24574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355" name="Rectangle 219"/>
          <p:cNvSpPr>
            <a:spLocks noChangeArrowheads="1"/>
          </p:cNvSpPr>
          <p:nvPr/>
        </p:nvSpPr>
        <p:spPr bwMode="auto">
          <a:xfrm>
            <a:off x="5110163" y="1741488"/>
            <a:ext cx="2205037" cy="1287462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356" name="Line 220"/>
          <p:cNvSpPr>
            <a:spLocks noChangeShapeType="1"/>
          </p:cNvSpPr>
          <p:nvPr/>
        </p:nvSpPr>
        <p:spPr bwMode="auto">
          <a:xfrm>
            <a:off x="6592888" y="4002088"/>
            <a:ext cx="0" cy="552450"/>
          </a:xfrm>
          <a:prstGeom prst="line">
            <a:avLst/>
          </a:prstGeom>
          <a:noFill/>
          <a:ln w="10160">
            <a:solidFill>
              <a:srgbClr val="FF33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358" name="Line 222"/>
          <p:cNvSpPr>
            <a:spLocks noChangeShapeType="1"/>
          </p:cNvSpPr>
          <p:nvPr/>
        </p:nvSpPr>
        <p:spPr bwMode="auto">
          <a:xfrm>
            <a:off x="6588125" y="3840163"/>
            <a:ext cx="723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359" name="Line 223"/>
          <p:cNvSpPr>
            <a:spLocks noChangeShapeType="1"/>
          </p:cNvSpPr>
          <p:nvPr/>
        </p:nvSpPr>
        <p:spPr bwMode="auto">
          <a:xfrm>
            <a:off x="6592888" y="4730750"/>
            <a:ext cx="7143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361" name="Rectangle 225"/>
          <p:cNvSpPr>
            <a:spLocks noChangeArrowheads="1"/>
          </p:cNvSpPr>
          <p:nvPr/>
        </p:nvSpPr>
        <p:spPr bwMode="auto">
          <a:xfrm>
            <a:off x="4784725" y="0"/>
            <a:ext cx="43592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362" name="Line 226"/>
          <p:cNvSpPr>
            <a:spLocks noChangeShapeType="1"/>
          </p:cNvSpPr>
          <p:nvPr/>
        </p:nvSpPr>
        <p:spPr bwMode="auto">
          <a:xfrm flipV="1">
            <a:off x="5108575" y="4797425"/>
            <a:ext cx="0" cy="141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363" name="Line 227"/>
          <p:cNvSpPr>
            <a:spLocks noChangeShapeType="1"/>
          </p:cNvSpPr>
          <p:nvPr/>
        </p:nvSpPr>
        <p:spPr bwMode="auto">
          <a:xfrm>
            <a:off x="4951413" y="4286250"/>
            <a:ext cx="2540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364" name="Line 228"/>
          <p:cNvSpPr>
            <a:spLocks noChangeShapeType="1"/>
          </p:cNvSpPr>
          <p:nvPr/>
        </p:nvSpPr>
        <p:spPr bwMode="auto">
          <a:xfrm>
            <a:off x="4945063" y="2392363"/>
            <a:ext cx="24590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365" name="Freeform 229"/>
          <p:cNvSpPr>
            <a:spLocks/>
          </p:cNvSpPr>
          <p:nvPr/>
        </p:nvSpPr>
        <p:spPr bwMode="auto">
          <a:xfrm>
            <a:off x="5114925" y="1739900"/>
            <a:ext cx="2205038" cy="1290638"/>
          </a:xfrm>
          <a:custGeom>
            <a:avLst/>
            <a:gdLst>
              <a:gd name="T0" fmla="*/ 0 w 1389"/>
              <a:gd name="T1" fmla="*/ 2147483647 h 813"/>
              <a:gd name="T2" fmla="*/ 2147483647 w 1389"/>
              <a:gd name="T3" fmla="*/ 2147483647 h 813"/>
              <a:gd name="T4" fmla="*/ 2147483647 w 1389"/>
              <a:gd name="T5" fmla="*/ 0 h 813"/>
              <a:gd name="T6" fmla="*/ 2147483647 w 1389"/>
              <a:gd name="T7" fmla="*/ 0 h 813"/>
              <a:gd name="T8" fmla="*/ 2147483647 w 1389"/>
              <a:gd name="T9" fmla="*/ 2147483647 h 813"/>
              <a:gd name="T10" fmla="*/ 2147483647 w 1389"/>
              <a:gd name="T11" fmla="*/ 2147483647 h 813"/>
              <a:gd name="T12" fmla="*/ 2147483647 w 1389"/>
              <a:gd name="T13" fmla="*/ 2147483647 h 813"/>
              <a:gd name="T14" fmla="*/ 2147483647 w 1389"/>
              <a:gd name="T15" fmla="*/ 2147483647 h 813"/>
              <a:gd name="T16" fmla="*/ 2147483647 w 1389"/>
              <a:gd name="T17" fmla="*/ 2147483647 h 813"/>
              <a:gd name="T18" fmla="*/ 2147483647 w 1389"/>
              <a:gd name="T19" fmla="*/ 2147483647 h 813"/>
              <a:gd name="T20" fmla="*/ 2147483647 w 1389"/>
              <a:gd name="T21" fmla="*/ 2147483647 h 813"/>
              <a:gd name="T22" fmla="*/ 0 w 1389"/>
              <a:gd name="T23" fmla="*/ 2147483647 h 813"/>
              <a:gd name="T24" fmla="*/ 0 w 1389"/>
              <a:gd name="T25" fmla="*/ 2147483647 h 813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389"/>
              <a:gd name="T40" fmla="*/ 0 h 813"/>
              <a:gd name="T41" fmla="*/ 1389 w 1389"/>
              <a:gd name="T42" fmla="*/ 813 h 813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389" h="813">
                <a:moveTo>
                  <a:pt x="0" y="183"/>
                </a:moveTo>
                <a:lnTo>
                  <a:pt x="450" y="183"/>
                </a:lnTo>
                <a:lnTo>
                  <a:pt x="450" y="0"/>
                </a:lnTo>
                <a:lnTo>
                  <a:pt x="1389" y="0"/>
                </a:lnTo>
                <a:lnTo>
                  <a:pt x="1389" y="183"/>
                </a:lnTo>
                <a:lnTo>
                  <a:pt x="936" y="183"/>
                </a:lnTo>
                <a:lnTo>
                  <a:pt x="936" y="636"/>
                </a:lnTo>
                <a:lnTo>
                  <a:pt x="1389" y="636"/>
                </a:lnTo>
                <a:lnTo>
                  <a:pt x="1389" y="813"/>
                </a:lnTo>
                <a:lnTo>
                  <a:pt x="450" y="813"/>
                </a:lnTo>
                <a:lnTo>
                  <a:pt x="450" y="639"/>
                </a:lnTo>
                <a:lnTo>
                  <a:pt x="0" y="636"/>
                </a:lnTo>
                <a:lnTo>
                  <a:pt x="0" y="183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366" name="Line 230"/>
          <p:cNvSpPr>
            <a:spLocks noChangeShapeType="1"/>
          </p:cNvSpPr>
          <p:nvPr/>
        </p:nvSpPr>
        <p:spPr bwMode="auto">
          <a:xfrm>
            <a:off x="8534400" y="2030413"/>
            <a:ext cx="285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367" name="Line 231"/>
          <p:cNvSpPr>
            <a:spLocks noChangeShapeType="1"/>
          </p:cNvSpPr>
          <p:nvPr/>
        </p:nvSpPr>
        <p:spPr bwMode="auto">
          <a:xfrm>
            <a:off x="8534400" y="2749550"/>
            <a:ext cx="271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368" name="Line 232"/>
          <p:cNvSpPr>
            <a:spLocks noChangeShapeType="1"/>
          </p:cNvSpPr>
          <p:nvPr/>
        </p:nvSpPr>
        <p:spPr bwMode="auto">
          <a:xfrm>
            <a:off x="7307263" y="3754438"/>
            <a:ext cx="0" cy="2524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369" name="Text Box 233"/>
          <p:cNvSpPr txBox="1">
            <a:spLocks noChangeArrowheads="1"/>
          </p:cNvSpPr>
          <p:nvPr/>
        </p:nvSpPr>
        <p:spPr bwMode="auto">
          <a:xfrm>
            <a:off x="7334250" y="1704975"/>
            <a:ext cx="550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V</a:t>
            </a:r>
            <a:r>
              <a:rPr kumimoji="0" lang="zh-CN" altLang="en-US" sz="1800" b="1" baseline="-10000">
                <a:latin typeface="ISOCPEUR" pitchFamily="34" charset="0"/>
              </a:rPr>
              <a:t>　</a:t>
            </a:r>
            <a:endParaRPr kumimoji="0" lang="zh-CN" altLang="en-US" sz="2400" b="1" i="0">
              <a:latin typeface="ISOCPEUR" pitchFamily="34" charset="0"/>
            </a:endParaRPr>
          </a:p>
        </p:txBody>
      </p:sp>
      <p:sp>
        <p:nvSpPr>
          <p:cNvPr id="91370" name="Line 234"/>
          <p:cNvSpPr>
            <a:spLocks noChangeShapeType="1"/>
          </p:cNvSpPr>
          <p:nvPr/>
        </p:nvSpPr>
        <p:spPr bwMode="auto">
          <a:xfrm>
            <a:off x="5106988" y="2032000"/>
            <a:ext cx="711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372" name="Line 236"/>
          <p:cNvSpPr>
            <a:spLocks noChangeShapeType="1"/>
          </p:cNvSpPr>
          <p:nvPr/>
        </p:nvSpPr>
        <p:spPr bwMode="auto">
          <a:xfrm>
            <a:off x="6589713" y="3754438"/>
            <a:ext cx="7191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374" name="Line 238"/>
          <p:cNvSpPr>
            <a:spLocks noChangeShapeType="1"/>
          </p:cNvSpPr>
          <p:nvPr/>
        </p:nvSpPr>
        <p:spPr bwMode="auto">
          <a:xfrm>
            <a:off x="6594475" y="4816475"/>
            <a:ext cx="7096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376" name="Line 240"/>
          <p:cNvSpPr>
            <a:spLocks noChangeShapeType="1"/>
          </p:cNvSpPr>
          <p:nvPr/>
        </p:nvSpPr>
        <p:spPr bwMode="auto">
          <a:xfrm flipV="1">
            <a:off x="6589713" y="3644900"/>
            <a:ext cx="0" cy="1190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377" name="Line 241"/>
          <p:cNvSpPr>
            <a:spLocks noChangeShapeType="1"/>
          </p:cNvSpPr>
          <p:nvPr/>
        </p:nvSpPr>
        <p:spPr bwMode="auto">
          <a:xfrm>
            <a:off x="6594475" y="4816475"/>
            <a:ext cx="0" cy="114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378" name="Line 242"/>
          <p:cNvSpPr>
            <a:spLocks noChangeShapeType="1"/>
          </p:cNvSpPr>
          <p:nvPr/>
        </p:nvSpPr>
        <p:spPr bwMode="auto">
          <a:xfrm flipH="1">
            <a:off x="5103813" y="3644900"/>
            <a:ext cx="14906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379" name="Line 243"/>
          <p:cNvSpPr>
            <a:spLocks noChangeShapeType="1"/>
          </p:cNvSpPr>
          <p:nvPr/>
        </p:nvSpPr>
        <p:spPr bwMode="auto">
          <a:xfrm>
            <a:off x="5103813" y="4930775"/>
            <a:ext cx="1495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380" name="Line 244"/>
          <p:cNvSpPr>
            <a:spLocks noChangeShapeType="1"/>
          </p:cNvSpPr>
          <p:nvPr/>
        </p:nvSpPr>
        <p:spPr bwMode="auto">
          <a:xfrm flipV="1">
            <a:off x="5106988" y="3635375"/>
            <a:ext cx="1587" cy="1317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386" name="Line 250"/>
          <p:cNvSpPr>
            <a:spLocks noChangeShapeType="1"/>
          </p:cNvSpPr>
          <p:nvPr/>
        </p:nvSpPr>
        <p:spPr bwMode="auto">
          <a:xfrm>
            <a:off x="5830888" y="1939925"/>
            <a:ext cx="1485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387" name="Line 251"/>
          <p:cNvSpPr>
            <a:spLocks noChangeShapeType="1"/>
          </p:cNvSpPr>
          <p:nvPr/>
        </p:nvSpPr>
        <p:spPr bwMode="auto">
          <a:xfrm>
            <a:off x="5830888" y="2830513"/>
            <a:ext cx="1485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388" name="Line 252"/>
          <p:cNvSpPr>
            <a:spLocks noChangeShapeType="1"/>
          </p:cNvSpPr>
          <p:nvPr/>
        </p:nvSpPr>
        <p:spPr bwMode="auto">
          <a:xfrm>
            <a:off x="5106988" y="3840163"/>
            <a:ext cx="14811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389" name="Line 253"/>
          <p:cNvSpPr>
            <a:spLocks noChangeShapeType="1"/>
          </p:cNvSpPr>
          <p:nvPr/>
        </p:nvSpPr>
        <p:spPr bwMode="auto">
          <a:xfrm>
            <a:off x="5097463" y="4730750"/>
            <a:ext cx="149066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390" name="Line 254"/>
          <p:cNvSpPr>
            <a:spLocks noChangeShapeType="1"/>
          </p:cNvSpPr>
          <p:nvPr/>
        </p:nvSpPr>
        <p:spPr bwMode="auto">
          <a:xfrm>
            <a:off x="7753350" y="2749550"/>
            <a:ext cx="2571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391" name="Line 255"/>
          <p:cNvSpPr>
            <a:spLocks noChangeShapeType="1"/>
          </p:cNvSpPr>
          <p:nvPr/>
        </p:nvSpPr>
        <p:spPr bwMode="auto">
          <a:xfrm>
            <a:off x="7739063" y="2030413"/>
            <a:ext cx="2762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392" name="Line 256"/>
          <p:cNvSpPr>
            <a:spLocks noChangeShapeType="1"/>
          </p:cNvSpPr>
          <p:nvPr/>
        </p:nvSpPr>
        <p:spPr bwMode="auto">
          <a:xfrm>
            <a:off x="7735888" y="2030413"/>
            <a:ext cx="266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393" name="Line 257"/>
          <p:cNvSpPr>
            <a:spLocks noChangeShapeType="1"/>
          </p:cNvSpPr>
          <p:nvPr/>
        </p:nvSpPr>
        <p:spPr bwMode="auto">
          <a:xfrm>
            <a:off x="8555038" y="2024063"/>
            <a:ext cx="266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Group 258"/>
          <p:cNvGrpSpPr>
            <a:grpSpLocks/>
          </p:cNvGrpSpPr>
          <p:nvPr/>
        </p:nvGrpSpPr>
        <p:grpSpPr bwMode="auto">
          <a:xfrm>
            <a:off x="7470775" y="1624013"/>
            <a:ext cx="1568450" cy="1516062"/>
            <a:chOff x="4464" y="1023"/>
            <a:chExt cx="988" cy="955"/>
          </a:xfrm>
        </p:grpSpPr>
        <p:sp>
          <p:nvSpPr>
            <p:cNvPr id="10381" name="Line 259"/>
            <p:cNvSpPr>
              <a:spLocks noChangeShapeType="1"/>
            </p:cNvSpPr>
            <p:nvPr/>
          </p:nvSpPr>
          <p:spPr bwMode="auto">
            <a:xfrm>
              <a:off x="4464" y="1507"/>
              <a:ext cx="9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382" name="Line 260"/>
            <p:cNvSpPr>
              <a:spLocks noChangeShapeType="1"/>
            </p:cNvSpPr>
            <p:nvPr/>
          </p:nvSpPr>
          <p:spPr bwMode="auto">
            <a:xfrm>
              <a:off x="4975" y="1023"/>
              <a:ext cx="1" cy="9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383" name="Oval 261"/>
            <p:cNvSpPr>
              <a:spLocks noChangeArrowheads="1"/>
            </p:cNvSpPr>
            <p:nvPr/>
          </p:nvSpPr>
          <p:spPr bwMode="auto">
            <a:xfrm>
              <a:off x="4566" y="1096"/>
              <a:ext cx="811" cy="81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</p:grpSp>
      <p:sp>
        <p:nvSpPr>
          <p:cNvPr id="91398" name="Oval 262"/>
          <p:cNvSpPr>
            <a:spLocks noChangeArrowheads="1"/>
          </p:cNvSpPr>
          <p:nvPr/>
        </p:nvSpPr>
        <p:spPr bwMode="auto">
          <a:xfrm>
            <a:off x="7832725" y="1939925"/>
            <a:ext cx="890588" cy="89058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03" name="Rectangle 267"/>
          <p:cNvSpPr>
            <a:spLocks noChangeArrowheads="1"/>
          </p:cNvSpPr>
          <p:nvPr/>
        </p:nvSpPr>
        <p:spPr bwMode="auto">
          <a:xfrm>
            <a:off x="5106988" y="3759200"/>
            <a:ext cx="714375" cy="2428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04" name="Rectangle 268"/>
          <p:cNvSpPr>
            <a:spLocks noChangeArrowheads="1"/>
          </p:cNvSpPr>
          <p:nvPr/>
        </p:nvSpPr>
        <p:spPr bwMode="auto">
          <a:xfrm>
            <a:off x="5106988" y="4568825"/>
            <a:ext cx="714375" cy="2428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05" name="Line 269"/>
          <p:cNvSpPr>
            <a:spLocks noChangeShapeType="1"/>
          </p:cNvSpPr>
          <p:nvPr/>
        </p:nvSpPr>
        <p:spPr bwMode="auto">
          <a:xfrm>
            <a:off x="5821363" y="3997325"/>
            <a:ext cx="0" cy="571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415" name="Line 279"/>
          <p:cNvSpPr>
            <a:spLocks noChangeShapeType="1"/>
          </p:cNvSpPr>
          <p:nvPr/>
        </p:nvSpPr>
        <p:spPr bwMode="auto">
          <a:xfrm>
            <a:off x="6588125" y="3995738"/>
            <a:ext cx="7143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416" name="Line 280"/>
          <p:cNvSpPr>
            <a:spLocks noChangeShapeType="1"/>
          </p:cNvSpPr>
          <p:nvPr/>
        </p:nvSpPr>
        <p:spPr bwMode="auto">
          <a:xfrm>
            <a:off x="6589713" y="4564063"/>
            <a:ext cx="723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419" name="Line 283"/>
          <p:cNvSpPr>
            <a:spLocks noChangeShapeType="1"/>
          </p:cNvSpPr>
          <p:nvPr/>
        </p:nvSpPr>
        <p:spPr bwMode="auto">
          <a:xfrm>
            <a:off x="6589713" y="3751263"/>
            <a:ext cx="0" cy="242887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423" name="Line 287"/>
          <p:cNvSpPr>
            <a:spLocks noChangeShapeType="1"/>
          </p:cNvSpPr>
          <p:nvPr/>
        </p:nvSpPr>
        <p:spPr bwMode="auto">
          <a:xfrm>
            <a:off x="6589713" y="4564063"/>
            <a:ext cx="0" cy="27622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428" name="Line 292"/>
          <p:cNvSpPr>
            <a:spLocks noChangeShapeType="1"/>
          </p:cNvSpPr>
          <p:nvPr/>
        </p:nvSpPr>
        <p:spPr bwMode="auto">
          <a:xfrm>
            <a:off x="7308850" y="4559300"/>
            <a:ext cx="0" cy="257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429" name="Line 293"/>
          <p:cNvSpPr>
            <a:spLocks noChangeShapeType="1"/>
          </p:cNvSpPr>
          <p:nvPr/>
        </p:nvSpPr>
        <p:spPr bwMode="auto">
          <a:xfrm>
            <a:off x="7308850" y="4002088"/>
            <a:ext cx="0" cy="561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432" name="Line 296"/>
          <p:cNvSpPr>
            <a:spLocks noChangeShapeType="1"/>
          </p:cNvSpPr>
          <p:nvPr/>
        </p:nvSpPr>
        <p:spPr bwMode="auto">
          <a:xfrm>
            <a:off x="266700" y="3757613"/>
            <a:ext cx="0" cy="1062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433" name="Line 297"/>
          <p:cNvSpPr>
            <a:spLocks noChangeShapeType="1"/>
          </p:cNvSpPr>
          <p:nvPr/>
        </p:nvSpPr>
        <p:spPr bwMode="auto">
          <a:xfrm flipV="1">
            <a:off x="268288" y="4810125"/>
            <a:ext cx="0" cy="1349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371" name="Line 235"/>
          <p:cNvSpPr>
            <a:spLocks noChangeShapeType="1"/>
          </p:cNvSpPr>
          <p:nvPr/>
        </p:nvSpPr>
        <p:spPr bwMode="auto">
          <a:xfrm>
            <a:off x="6592888" y="2022475"/>
            <a:ext cx="7239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449" name="Text Box 313"/>
          <p:cNvSpPr txBox="1">
            <a:spLocks noChangeArrowheads="1"/>
          </p:cNvSpPr>
          <p:nvPr/>
        </p:nvSpPr>
        <p:spPr bwMode="auto">
          <a:xfrm>
            <a:off x="344488" y="1096963"/>
            <a:ext cx="793750" cy="4572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i="0">
                <a:latin typeface="黑体" pitchFamily="2" charset="-122"/>
                <a:ea typeface="黑体" pitchFamily="2" charset="-122"/>
              </a:rPr>
              <a:t>例：</a:t>
            </a:r>
          </a:p>
        </p:txBody>
      </p:sp>
      <p:sp>
        <p:nvSpPr>
          <p:cNvPr id="91450" name="Text Box 314"/>
          <p:cNvSpPr txBox="1">
            <a:spLocks noChangeArrowheads="1"/>
          </p:cNvSpPr>
          <p:nvPr/>
        </p:nvSpPr>
        <p:spPr bwMode="auto">
          <a:xfrm>
            <a:off x="4714875" y="1096963"/>
            <a:ext cx="793750" cy="4572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i="0">
                <a:latin typeface="黑体" pitchFamily="2" charset="-122"/>
                <a:ea typeface="黑体" pitchFamily="2" charset="-122"/>
              </a:rPr>
              <a:t>例：</a:t>
            </a:r>
          </a:p>
        </p:txBody>
      </p:sp>
      <p:sp>
        <p:nvSpPr>
          <p:cNvPr id="91181" name="Line 45"/>
          <p:cNvSpPr>
            <a:spLocks noChangeShapeType="1"/>
          </p:cNvSpPr>
          <p:nvPr/>
        </p:nvSpPr>
        <p:spPr bwMode="auto">
          <a:xfrm>
            <a:off x="263525" y="2032000"/>
            <a:ext cx="711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200" name="Line 64"/>
          <p:cNvSpPr>
            <a:spLocks noChangeShapeType="1"/>
          </p:cNvSpPr>
          <p:nvPr/>
        </p:nvSpPr>
        <p:spPr bwMode="auto">
          <a:xfrm>
            <a:off x="1743075" y="2032000"/>
            <a:ext cx="7239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399" name="AutoShape 263"/>
          <p:cNvSpPr>
            <a:spLocks noChangeArrowheads="1"/>
          </p:cNvSpPr>
          <p:nvPr/>
        </p:nvSpPr>
        <p:spPr bwMode="auto">
          <a:xfrm>
            <a:off x="7697788" y="1989138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01" name="AutoShape 265"/>
          <p:cNvSpPr>
            <a:spLocks noChangeArrowheads="1"/>
          </p:cNvSpPr>
          <p:nvPr/>
        </p:nvSpPr>
        <p:spPr bwMode="auto">
          <a:xfrm>
            <a:off x="8775700" y="1989138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24" name="AutoShape 288"/>
          <p:cNvSpPr>
            <a:spLocks noChangeArrowheads="1"/>
          </p:cNvSpPr>
          <p:nvPr/>
        </p:nvSpPr>
        <p:spPr bwMode="auto">
          <a:xfrm>
            <a:off x="7964488" y="1995488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25" name="AutoShape 289"/>
          <p:cNvSpPr>
            <a:spLocks noChangeArrowheads="1"/>
          </p:cNvSpPr>
          <p:nvPr/>
        </p:nvSpPr>
        <p:spPr bwMode="auto">
          <a:xfrm>
            <a:off x="8516938" y="1989138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194" name="AutoShape 58"/>
          <p:cNvSpPr>
            <a:spLocks noChangeArrowheads="1"/>
          </p:cNvSpPr>
          <p:nvPr/>
        </p:nvSpPr>
        <p:spPr bwMode="auto">
          <a:xfrm>
            <a:off x="4098925" y="1989138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184" name="AutoShape 48"/>
          <p:cNvSpPr>
            <a:spLocks noChangeArrowheads="1"/>
          </p:cNvSpPr>
          <p:nvPr/>
        </p:nvSpPr>
        <p:spPr bwMode="auto">
          <a:xfrm>
            <a:off x="3044825" y="1989138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185" name="AutoShape 49"/>
          <p:cNvSpPr>
            <a:spLocks noChangeArrowheads="1"/>
          </p:cNvSpPr>
          <p:nvPr/>
        </p:nvSpPr>
        <p:spPr bwMode="auto">
          <a:xfrm>
            <a:off x="4098925" y="1989138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189" name="AutoShape 53"/>
          <p:cNvSpPr>
            <a:spLocks noChangeArrowheads="1"/>
          </p:cNvSpPr>
          <p:nvPr/>
        </p:nvSpPr>
        <p:spPr bwMode="auto">
          <a:xfrm>
            <a:off x="939800" y="3725863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188" name="AutoShape 52"/>
          <p:cNvSpPr>
            <a:spLocks noChangeArrowheads="1"/>
          </p:cNvSpPr>
          <p:nvPr/>
        </p:nvSpPr>
        <p:spPr bwMode="auto">
          <a:xfrm>
            <a:off x="942975" y="4778375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193" name="AutoShape 57"/>
          <p:cNvSpPr>
            <a:spLocks noChangeArrowheads="1"/>
          </p:cNvSpPr>
          <p:nvPr/>
        </p:nvSpPr>
        <p:spPr bwMode="auto">
          <a:xfrm>
            <a:off x="3044825" y="1989138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196" name="AutoShape 60"/>
          <p:cNvSpPr>
            <a:spLocks noChangeArrowheads="1"/>
          </p:cNvSpPr>
          <p:nvPr/>
        </p:nvSpPr>
        <p:spPr bwMode="auto">
          <a:xfrm>
            <a:off x="2428875" y="3722688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198" name="AutoShape 62"/>
          <p:cNvSpPr>
            <a:spLocks noChangeArrowheads="1"/>
          </p:cNvSpPr>
          <p:nvPr/>
        </p:nvSpPr>
        <p:spPr bwMode="auto">
          <a:xfrm>
            <a:off x="2422525" y="4776788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195" name="AutoShape 59"/>
          <p:cNvSpPr>
            <a:spLocks noChangeArrowheads="1"/>
          </p:cNvSpPr>
          <p:nvPr/>
        </p:nvSpPr>
        <p:spPr bwMode="auto">
          <a:xfrm>
            <a:off x="1711325" y="3719513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197" name="AutoShape 61"/>
          <p:cNvSpPr>
            <a:spLocks noChangeArrowheads="1"/>
          </p:cNvSpPr>
          <p:nvPr/>
        </p:nvSpPr>
        <p:spPr bwMode="auto">
          <a:xfrm>
            <a:off x="1714500" y="4776788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192" name="AutoShape 56"/>
          <p:cNvSpPr>
            <a:spLocks noChangeArrowheads="1"/>
          </p:cNvSpPr>
          <p:nvPr/>
        </p:nvSpPr>
        <p:spPr bwMode="auto">
          <a:xfrm>
            <a:off x="2433638" y="1990725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191" name="AutoShape 55"/>
          <p:cNvSpPr>
            <a:spLocks noChangeArrowheads="1"/>
          </p:cNvSpPr>
          <p:nvPr/>
        </p:nvSpPr>
        <p:spPr bwMode="auto">
          <a:xfrm>
            <a:off x="1719263" y="1993900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183" name="AutoShape 47"/>
          <p:cNvSpPr>
            <a:spLocks noChangeArrowheads="1"/>
          </p:cNvSpPr>
          <p:nvPr/>
        </p:nvSpPr>
        <p:spPr bwMode="auto">
          <a:xfrm>
            <a:off x="923925" y="1989138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182" name="AutoShape 46"/>
          <p:cNvSpPr>
            <a:spLocks noChangeArrowheads="1"/>
          </p:cNvSpPr>
          <p:nvPr/>
        </p:nvSpPr>
        <p:spPr bwMode="auto">
          <a:xfrm>
            <a:off x="230188" y="1985963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186" name="AutoShape 50"/>
          <p:cNvSpPr>
            <a:spLocks noChangeArrowheads="1"/>
          </p:cNvSpPr>
          <p:nvPr/>
        </p:nvSpPr>
        <p:spPr bwMode="auto">
          <a:xfrm>
            <a:off x="231775" y="3724275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187" name="AutoShape 51"/>
          <p:cNvSpPr>
            <a:spLocks noChangeArrowheads="1"/>
          </p:cNvSpPr>
          <p:nvPr/>
        </p:nvSpPr>
        <p:spPr bwMode="auto">
          <a:xfrm>
            <a:off x="223838" y="4779963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373" name="AutoShape 237"/>
          <p:cNvSpPr>
            <a:spLocks noChangeArrowheads="1"/>
          </p:cNvSpPr>
          <p:nvPr/>
        </p:nvSpPr>
        <p:spPr bwMode="auto">
          <a:xfrm>
            <a:off x="7269163" y="3719513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384" name="AutoShape 248"/>
          <p:cNvSpPr>
            <a:spLocks noChangeArrowheads="1"/>
          </p:cNvSpPr>
          <p:nvPr/>
        </p:nvSpPr>
        <p:spPr bwMode="auto">
          <a:xfrm>
            <a:off x="5789613" y="1989138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385" name="AutoShape 249"/>
          <p:cNvSpPr>
            <a:spLocks noChangeArrowheads="1"/>
          </p:cNvSpPr>
          <p:nvPr/>
        </p:nvSpPr>
        <p:spPr bwMode="auto">
          <a:xfrm>
            <a:off x="5073650" y="1985963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00" name="AutoShape 264"/>
          <p:cNvSpPr>
            <a:spLocks noChangeArrowheads="1"/>
          </p:cNvSpPr>
          <p:nvPr/>
        </p:nvSpPr>
        <p:spPr bwMode="auto">
          <a:xfrm>
            <a:off x="7697788" y="1989138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02" name="AutoShape 266"/>
          <p:cNvSpPr>
            <a:spLocks noChangeArrowheads="1"/>
          </p:cNvSpPr>
          <p:nvPr/>
        </p:nvSpPr>
        <p:spPr bwMode="auto">
          <a:xfrm>
            <a:off x="8775700" y="1990725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06" name="AutoShape 270"/>
          <p:cNvSpPr>
            <a:spLocks noChangeArrowheads="1"/>
          </p:cNvSpPr>
          <p:nvPr/>
        </p:nvSpPr>
        <p:spPr bwMode="auto">
          <a:xfrm>
            <a:off x="5064125" y="3719513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07" name="AutoShape 271"/>
          <p:cNvSpPr>
            <a:spLocks noChangeArrowheads="1"/>
          </p:cNvSpPr>
          <p:nvPr/>
        </p:nvSpPr>
        <p:spPr bwMode="auto">
          <a:xfrm>
            <a:off x="5064125" y="3957638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08" name="AutoShape 272"/>
          <p:cNvSpPr>
            <a:spLocks noChangeArrowheads="1"/>
          </p:cNvSpPr>
          <p:nvPr/>
        </p:nvSpPr>
        <p:spPr bwMode="auto">
          <a:xfrm>
            <a:off x="5067300" y="4770438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09" name="AutoShape 273"/>
          <p:cNvSpPr>
            <a:spLocks noChangeArrowheads="1"/>
          </p:cNvSpPr>
          <p:nvPr/>
        </p:nvSpPr>
        <p:spPr bwMode="auto">
          <a:xfrm>
            <a:off x="5067300" y="4518025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10" name="AutoShape 274"/>
          <p:cNvSpPr>
            <a:spLocks noChangeArrowheads="1"/>
          </p:cNvSpPr>
          <p:nvPr/>
        </p:nvSpPr>
        <p:spPr bwMode="auto">
          <a:xfrm>
            <a:off x="5781675" y="3717925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11" name="AutoShape 275"/>
          <p:cNvSpPr>
            <a:spLocks noChangeArrowheads="1"/>
          </p:cNvSpPr>
          <p:nvPr/>
        </p:nvSpPr>
        <p:spPr bwMode="auto">
          <a:xfrm>
            <a:off x="5781675" y="3956050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12" name="AutoShape 276"/>
          <p:cNvSpPr>
            <a:spLocks noChangeArrowheads="1"/>
          </p:cNvSpPr>
          <p:nvPr/>
        </p:nvSpPr>
        <p:spPr bwMode="auto">
          <a:xfrm>
            <a:off x="5781675" y="4772025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13" name="AutoShape 277"/>
          <p:cNvSpPr>
            <a:spLocks noChangeArrowheads="1"/>
          </p:cNvSpPr>
          <p:nvPr/>
        </p:nvSpPr>
        <p:spPr bwMode="auto">
          <a:xfrm>
            <a:off x="5781675" y="4519613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20" name="AutoShape 284"/>
          <p:cNvSpPr>
            <a:spLocks noChangeArrowheads="1"/>
          </p:cNvSpPr>
          <p:nvPr/>
        </p:nvSpPr>
        <p:spPr bwMode="auto">
          <a:xfrm>
            <a:off x="6554788" y="3708400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21" name="AutoShape 285"/>
          <p:cNvSpPr>
            <a:spLocks noChangeArrowheads="1"/>
          </p:cNvSpPr>
          <p:nvPr/>
        </p:nvSpPr>
        <p:spPr bwMode="auto">
          <a:xfrm>
            <a:off x="6559550" y="3960813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26" name="AutoShape 290"/>
          <p:cNvSpPr>
            <a:spLocks noChangeArrowheads="1"/>
          </p:cNvSpPr>
          <p:nvPr/>
        </p:nvSpPr>
        <p:spPr bwMode="auto">
          <a:xfrm>
            <a:off x="7964488" y="1995488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27" name="AutoShape 291"/>
          <p:cNvSpPr>
            <a:spLocks noChangeArrowheads="1"/>
          </p:cNvSpPr>
          <p:nvPr/>
        </p:nvSpPr>
        <p:spPr bwMode="auto">
          <a:xfrm>
            <a:off x="8516938" y="1989138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17" name="AutoShape 281"/>
          <p:cNvSpPr>
            <a:spLocks noChangeArrowheads="1"/>
          </p:cNvSpPr>
          <p:nvPr/>
        </p:nvSpPr>
        <p:spPr bwMode="auto">
          <a:xfrm>
            <a:off x="7272338" y="3965575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18" name="AutoShape 282"/>
          <p:cNvSpPr>
            <a:spLocks noChangeArrowheads="1"/>
          </p:cNvSpPr>
          <p:nvPr/>
        </p:nvSpPr>
        <p:spPr bwMode="auto">
          <a:xfrm>
            <a:off x="7275513" y="4514850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22" name="AutoShape 286"/>
          <p:cNvSpPr>
            <a:spLocks noChangeArrowheads="1"/>
          </p:cNvSpPr>
          <p:nvPr/>
        </p:nvSpPr>
        <p:spPr bwMode="auto">
          <a:xfrm>
            <a:off x="6564313" y="4519613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414" name="AutoShape 278"/>
          <p:cNvSpPr>
            <a:spLocks noChangeArrowheads="1"/>
          </p:cNvSpPr>
          <p:nvPr/>
        </p:nvSpPr>
        <p:spPr bwMode="auto">
          <a:xfrm>
            <a:off x="6564313" y="4781550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375" name="AutoShape 239"/>
          <p:cNvSpPr>
            <a:spLocks noChangeArrowheads="1"/>
          </p:cNvSpPr>
          <p:nvPr/>
        </p:nvSpPr>
        <p:spPr bwMode="auto">
          <a:xfrm>
            <a:off x="7270750" y="4776788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383" name="AutoShape 247"/>
          <p:cNvSpPr>
            <a:spLocks noChangeArrowheads="1"/>
          </p:cNvSpPr>
          <p:nvPr/>
        </p:nvSpPr>
        <p:spPr bwMode="auto">
          <a:xfrm>
            <a:off x="6562725" y="1993900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1382" name="AutoShape 246"/>
          <p:cNvSpPr>
            <a:spLocks noChangeArrowheads="1"/>
          </p:cNvSpPr>
          <p:nvPr/>
        </p:nvSpPr>
        <p:spPr bwMode="auto">
          <a:xfrm>
            <a:off x="7277100" y="1990725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14048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9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9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1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1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9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91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91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91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9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9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91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9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91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9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91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9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91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911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6"/>
                                            </p:cond>
                                          </p:stCondLst>
                                        </p:cTn>
                                        <p:tgtEl>
                                          <p:spTgt spid="9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9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9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91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9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9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91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9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9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9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9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91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91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91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9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9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1" dur="500"/>
                                        <p:tgtEl>
                                          <p:spTgt spid="91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6" dur="500"/>
                                        <p:tgtEl>
                                          <p:spTgt spid="9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500"/>
                            </p:stCondLst>
                            <p:childTnLst>
                              <p:par>
                                <p:cTn id="2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0" dur="500"/>
                                        <p:tgtEl>
                                          <p:spTgt spid="9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5" dur="500"/>
                                        <p:tgtEl>
                                          <p:spTgt spid="9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500"/>
                            </p:stCondLst>
                            <p:childTnLst>
                              <p:par>
                                <p:cTn id="2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91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9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9" dur="500"/>
                                        <p:tgtEl>
                                          <p:spTgt spid="9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500"/>
                            </p:stCondLst>
                            <p:childTnLst>
                              <p:par>
                                <p:cTn id="2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9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1000"/>
                            </p:stCondLst>
                            <p:childTnLst>
                              <p:par>
                                <p:cTn id="2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7" dur="500"/>
                                        <p:tgtEl>
                                          <p:spTgt spid="9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Par">
                      <p:stCondLst>
                        <p:cond delay="indefinite"/>
                      </p:stCondLst>
                      <p:childTnLst>
                        <p:par>
                          <p:cTn id="2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 nodeType="clickPar">
                      <p:stCondLst>
                        <p:cond delay="indefinite"/>
                      </p:stCondLst>
                      <p:childTnLst>
                        <p:par>
                          <p:cTn id="2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5" dur="500"/>
                                        <p:tgtEl>
                                          <p:spTgt spid="9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9" dur="500"/>
                                        <p:tgtEl>
                                          <p:spTgt spid="9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3" dur="500"/>
                                        <p:tgtEl>
                                          <p:spTgt spid="91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500"/>
                                        <p:tgtEl>
                                          <p:spTgt spid="9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 nodeType="clickPar">
                      <p:stCondLst>
                        <p:cond delay="indefinite"/>
                      </p:stCondLst>
                      <p:childTnLst>
                        <p:par>
                          <p:cTn id="2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9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6" dur="500"/>
                                        <p:tgtEl>
                                          <p:spTgt spid="9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 nodeType="clickPar">
                      <p:stCondLst>
                        <p:cond delay="indefinite"/>
                      </p:stCondLst>
                      <p:childTnLst>
                        <p:par>
                          <p:cTn id="2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1" dur="500"/>
                                        <p:tgtEl>
                                          <p:spTgt spid="9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 nodeType="clickPar">
                      <p:stCondLst>
                        <p:cond delay="indefinite"/>
                      </p:stCondLst>
                      <p:childTnLst>
                        <p:par>
                          <p:cTn id="2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6" dur="500"/>
                                        <p:tgtEl>
                                          <p:spTgt spid="9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 nodeType="clickPar">
                      <p:stCondLst>
                        <p:cond delay="indefinite"/>
                      </p:stCondLst>
                      <p:childTnLst>
                        <p:par>
                          <p:cTn id="2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1" dur="500"/>
                                        <p:tgtEl>
                                          <p:spTgt spid="9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5" dur="500"/>
                                        <p:tgtEl>
                                          <p:spTgt spid="91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 nodeType="clickPar">
                      <p:stCondLst>
                        <p:cond delay="indefinite"/>
                      </p:stCondLst>
                      <p:childTnLst>
                        <p:par>
                          <p:cTn id="3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0" dur="500"/>
                                        <p:tgtEl>
                                          <p:spTgt spid="9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 nodeType="clickPar">
                      <p:stCondLst>
                        <p:cond delay="indefinite"/>
                      </p:stCondLst>
                      <p:childTnLst>
                        <p:par>
                          <p:cTn id="3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5" dur="500"/>
                                        <p:tgtEl>
                                          <p:spTgt spid="91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9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3" dur="500"/>
                                        <p:tgtEl>
                                          <p:spTgt spid="91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7" dur="500"/>
                                        <p:tgtEl>
                                          <p:spTgt spid="9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1" dur="500"/>
                                        <p:tgtEl>
                                          <p:spTgt spid="91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 nodeType="clickPar">
                      <p:stCondLst>
                        <p:cond delay="indefinite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6" dur="500"/>
                                        <p:tgtEl>
                                          <p:spTgt spid="9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0" dur="500"/>
                                        <p:tgtEl>
                                          <p:spTgt spid="91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 nodeType="clickPar">
                      <p:stCondLst>
                        <p:cond delay="indefinite"/>
                      </p:stCondLst>
                      <p:childTnLst>
                        <p:par>
                          <p:cTn id="3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9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 nodeType="clickPar">
                      <p:stCondLst>
                        <p:cond delay="indefinite"/>
                      </p:stCondLst>
                      <p:childTnLst>
                        <p:par>
                          <p:cTn id="3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0" dur="500"/>
                                        <p:tgtEl>
                                          <p:spTgt spid="9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4" dur="500"/>
                                        <p:tgtEl>
                                          <p:spTgt spid="9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8" dur="500"/>
                                        <p:tgtEl>
                                          <p:spTgt spid="9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2" dur="500"/>
                                        <p:tgtEl>
                                          <p:spTgt spid="9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 nodeType="clickPar">
                      <p:stCondLst>
                        <p:cond delay="indefinite"/>
                      </p:stCondLst>
                      <p:childTnLst>
                        <p:par>
                          <p:cTn id="3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7" dur="500"/>
                                        <p:tgtEl>
                                          <p:spTgt spid="9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1" dur="500"/>
                                        <p:tgtEl>
                                          <p:spTgt spid="9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 nodeType="clickPar">
                      <p:stCondLst>
                        <p:cond delay="indefinite"/>
                      </p:stCondLst>
                      <p:childTnLst>
                        <p:par>
                          <p:cTn id="3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6" dur="500"/>
                                        <p:tgtEl>
                                          <p:spTgt spid="9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0" dur="500"/>
                                        <p:tgtEl>
                                          <p:spTgt spid="91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 nodeType="clickPar">
                      <p:stCondLst>
                        <p:cond delay="indefinite"/>
                      </p:stCondLst>
                      <p:childTnLst>
                        <p:par>
                          <p:cTn id="3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5" dur="500"/>
                                        <p:tgtEl>
                                          <p:spTgt spid="9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 nodeType="clickPar">
                      <p:stCondLst>
                        <p:cond delay="indefinite"/>
                      </p:stCondLst>
                      <p:childTnLst>
                        <p:par>
                          <p:cTn id="3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0" dur="500"/>
                                        <p:tgtEl>
                                          <p:spTgt spid="91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4" dur="500"/>
                                        <p:tgtEl>
                                          <p:spTgt spid="9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8" dur="500"/>
                                        <p:tgtEl>
                                          <p:spTgt spid="9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2" dur="500"/>
                                        <p:tgtEl>
                                          <p:spTgt spid="9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 nodeType="clickPar">
                      <p:stCondLst>
                        <p:cond delay="indefinite"/>
                      </p:stCondLst>
                      <p:childTnLst>
                        <p:par>
                          <p:cTn id="4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7" dur="500"/>
                                        <p:tgtEl>
                                          <p:spTgt spid="91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1" dur="500"/>
                                        <p:tgtEl>
                                          <p:spTgt spid="91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 nodeType="clickPar">
                      <p:stCondLst>
                        <p:cond delay="indefinite"/>
                      </p:stCondLst>
                      <p:childTnLst>
                        <p:par>
                          <p:cTn id="4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6" dur="500"/>
                                        <p:tgtEl>
                                          <p:spTgt spid="91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0" dur="500"/>
                                        <p:tgtEl>
                                          <p:spTgt spid="9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 nodeType="clickPar">
                      <p:stCondLst>
                        <p:cond delay="indefinite"/>
                      </p:stCondLst>
                      <p:childTnLst>
                        <p:par>
                          <p:cTn id="4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5" dur="500"/>
                                        <p:tgtEl>
                                          <p:spTgt spid="91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9" dur="500"/>
                                        <p:tgtEl>
                                          <p:spTgt spid="9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3" dur="500"/>
                                        <p:tgtEl>
                                          <p:spTgt spid="9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7" dur="500"/>
                                        <p:tgtEl>
                                          <p:spTgt spid="9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 nodeType="clickPar">
                      <p:stCondLst>
                        <p:cond delay="indefinite"/>
                      </p:stCondLst>
                      <p:childTnLst>
                        <p:par>
                          <p:cTn id="4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2" dur="500"/>
                                        <p:tgtEl>
                                          <p:spTgt spid="91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6" dur="500"/>
                                        <p:tgtEl>
                                          <p:spTgt spid="9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 nodeType="clickPar">
                      <p:stCondLst>
                        <p:cond delay="indefinite"/>
                      </p:stCondLst>
                      <p:childTnLst>
                        <p:par>
                          <p:cTn id="4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1" dur="500"/>
                                        <p:tgtEl>
                                          <p:spTgt spid="9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fill="hold" nodeType="clickPar">
                      <p:stCondLst>
                        <p:cond delay="indefinite"/>
                      </p:stCondLst>
                      <p:childTnLst>
                        <p:par>
                          <p:cTn id="4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6" dur="500"/>
                                        <p:tgtEl>
                                          <p:spTgt spid="91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 nodeType="clickPar">
                      <p:stCondLst>
                        <p:cond delay="indefinite"/>
                      </p:stCondLst>
                      <p:childTnLst>
                        <p:par>
                          <p:cTn id="4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1" dur="500"/>
                                        <p:tgtEl>
                                          <p:spTgt spid="91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2" fill="hold" nodeType="clickPar">
                      <p:stCondLst>
                        <p:cond delay="indefinite"/>
                      </p:stCondLst>
                      <p:childTnLst>
                        <p:par>
                          <p:cTn id="4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6" dur="500"/>
                                        <p:tgtEl>
                                          <p:spTgt spid="91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 nodeType="clickPar">
                      <p:stCondLst>
                        <p:cond delay="indefinite"/>
                      </p:stCondLst>
                      <p:childTnLst>
                        <p:par>
                          <p:cTn id="4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1" dur="500"/>
                                        <p:tgtEl>
                                          <p:spTgt spid="9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5" dur="500"/>
                                        <p:tgtEl>
                                          <p:spTgt spid="9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 nodeType="clickPar">
                      <p:stCondLst>
                        <p:cond delay="indefinite"/>
                      </p:stCondLst>
                      <p:childTnLst>
                        <p:par>
                          <p:cTn id="4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0" dur="500"/>
                                        <p:tgtEl>
                                          <p:spTgt spid="9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4" dur="500"/>
                                        <p:tgtEl>
                                          <p:spTgt spid="9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8" dur="500"/>
                                        <p:tgtEl>
                                          <p:spTgt spid="9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2" dur="500"/>
                                        <p:tgtEl>
                                          <p:spTgt spid="91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3" fill="hold" nodeType="clickPar">
                      <p:stCondLst>
                        <p:cond delay="indefinite"/>
                      </p:stCondLst>
                      <p:childTnLst>
                        <p:par>
                          <p:cTn id="4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7" dur="500"/>
                                        <p:tgtEl>
                                          <p:spTgt spid="9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8" fill="hold" nodeType="clickPar">
                      <p:stCondLst>
                        <p:cond delay="indefinite"/>
                      </p:stCondLst>
                      <p:childTnLst>
                        <p:par>
                          <p:cTn id="4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2" dur="500"/>
                                        <p:tgtEl>
                                          <p:spTgt spid="91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6" dur="500"/>
                                        <p:tgtEl>
                                          <p:spTgt spid="91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0" dur="500"/>
                                        <p:tgtEl>
                                          <p:spTgt spid="9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4" dur="500"/>
                                        <p:tgtEl>
                                          <p:spTgt spid="9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5" fill="hold" nodeType="clickPar">
                      <p:stCondLst>
                        <p:cond delay="indefinite"/>
                      </p:stCondLst>
                      <p:childTnLst>
                        <p:par>
                          <p:cTn id="5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9" dur="500"/>
                                        <p:tgtEl>
                                          <p:spTgt spid="91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3" dur="500"/>
                                        <p:tgtEl>
                                          <p:spTgt spid="9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7" dur="500"/>
                                        <p:tgtEl>
                                          <p:spTgt spid="91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1" dur="500"/>
                                        <p:tgtEl>
                                          <p:spTgt spid="91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 nodeType="clickPar">
                      <p:stCondLst>
                        <p:cond delay="indefinite"/>
                      </p:stCondLst>
                      <p:childTnLst>
                        <p:par>
                          <p:cTn id="5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6" dur="500"/>
                                        <p:tgtEl>
                                          <p:spTgt spid="91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7" fill="hold" nodeType="clickPar">
                      <p:stCondLst>
                        <p:cond delay="indefinite"/>
                      </p:stCondLst>
                      <p:childTnLst>
                        <p:par>
                          <p:cTn id="5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1" dur="500"/>
                                        <p:tgtEl>
                                          <p:spTgt spid="91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2" fill="hold" nodeType="clickPar">
                      <p:stCondLst>
                        <p:cond delay="indefinite"/>
                      </p:stCondLst>
                      <p:childTnLst>
                        <p:par>
                          <p:cTn id="5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6" dur="500"/>
                                        <p:tgtEl>
                                          <p:spTgt spid="9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 nodeType="clickPar">
                      <p:stCondLst>
                        <p:cond delay="indefinite"/>
                      </p:stCondLst>
                      <p:childTnLst>
                        <p:par>
                          <p:cTn id="5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1" dur="500"/>
                                        <p:tgtEl>
                                          <p:spTgt spid="91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2" fill="hold" nodeType="clickPar">
                      <p:stCondLst>
                        <p:cond delay="indefinite"/>
                      </p:stCondLst>
                      <p:childTnLst>
                        <p:par>
                          <p:cTn id="5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6" dur="500"/>
                                        <p:tgtEl>
                                          <p:spTgt spid="9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0" dur="500"/>
                                        <p:tgtEl>
                                          <p:spTgt spid="9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4" dur="500"/>
                                        <p:tgtEl>
                                          <p:spTgt spid="9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8" dur="500"/>
                                        <p:tgtEl>
                                          <p:spTgt spid="91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 nodeType="clickPar">
                      <p:stCondLst>
                        <p:cond delay="indefinite"/>
                      </p:stCondLst>
                      <p:childTnLst>
                        <p:par>
                          <p:cTn id="5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3" dur="500"/>
                                        <p:tgtEl>
                                          <p:spTgt spid="91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4" fill="hold" nodeType="clickPar">
                      <p:stCondLst>
                        <p:cond delay="indefinite"/>
                      </p:stCondLst>
                      <p:childTnLst>
                        <p:par>
                          <p:cTn id="5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8" dur="500"/>
                                        <p:tgtEl>
                                          <p:spTgt spid="91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9" fill="hold" nodeType="clickPar">
                      <p:stCondLst>
                        <p:cond delay="indefinite"/>
                      </p:stCondLst>
                      <p:childTnLst>
                        <p:par>
                          <p:cTn id="5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3" dur="500"/>
                                        <p:tgtEl>
                                          <p:spTgt spid="9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4" fill="hold" nodeType="clickPar">
                      <p:stCondLst>
                        <p:cond delay="indefinite"/>
                      </p:stCondLst>
                      <p:childTnLst>
                        <p:par>
                          <p:cTn id="5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8" dur="500"/>
                                        <p:tgtEl>
                                          <p:spTgt spid="9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2" dur="500"/>
                                        <p:tgtEl>
                                          <p:spTgt spid="9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3" fill="hold" nodeType="clickPar">
                      <p:stCondLst>
                        <p:cond delay="indefinite"/>
                      </p:stCondLst>
                      <p:childTnLst>
                        <p:par>
                          <p:cTn id="5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7" dur="500"/>
                                        <p:tgtEl>
                                          <p:spTgt spid="9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1" dur="500"/>
                                        <p:tgtEl>
                                          <p:spTgt spid="9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2" fill="hold" nodeType="clickPar">
                      <p:stCondLst>
                        <p:cond delay="indefinite"/>
                      </p:stCondLst>
                      <p:childTnLst>
                        <p:par>
                          <p:cTn id="6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6" dur="500"/>
                                        <p:tgtEl>
                                          <p:spTgt spid="9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0" dur="500"/>
                                        <p:tgtEl>
                                          <p:spTgt spid="9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1" fill="hold" nodeType="clickPar">
                      <p:stCondLst>
                        <p:cond delay="indefinite"/>
                      </p:stCondLst>
                      <p:childTnLst>
                        <p:par>
                          <p:cTn id="6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5" dur="500"/>
                                        <p:tgtEl>
                                          <p:spTgt spid="9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9" dur="500"/>
                                        <p:tgtEl>
                                          <p:spTgt spid="9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0" fill="hold" nodeType="clickPar">
                      <p:stCondLst>
                        <p:cond delay="indefinite"/>
                      </p:stCondLst>
                      <p:childTnLst>
                        <p:par>
                          <p:cTn id="6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4" dur="500"/>
                                        <p:tgtEl>
                                          <p:spTgt spid="91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8" dur="500"/>
                                        <p:tgtEl>
                                          <p:spTgt spid="9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9" fill="hold" nodeType="clickPar">
                      <p:stCondLst>
                        <p:cond delay="indefinite"/>
                      </p:stCondLst>
                      <p:childTnLst>
                        <p:par>
                          <p:cTn id="6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3" dur="500"/>
                                        <p:tgtEl>
                                          <p:spTgt spid="91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445" grpId="0" animBg="1"/>
      <p:bldP spid="91381" grpId="0" animBg="1"/>
      <p:bldP spid="91446" grpId="0" animBg="1"/>
      <p:bldP spid="91442" grpId="0" animBg="1"/>
      <p:bldP spid="91444" grpId="0" animBg="1"/>
      <p:bldP spid="91440" grpId="0" animBg="1"/>
      <p:bldP spid="91441" grpId="0" animBg="1"/>
      <p:bldP spid="91360" grpId="0" animBg="1"/>
      <p:bldP spid="91357" grpId="0" animBg="1"/>
      <p:bldP spid="91436" grpId="0" animBg="1"/>
      <p:bldP spid="91437" grpId="0" animBg="1"/>
      <p:bldP spid="91438" grpId="0" animBg="1"/>
      <p:bldP spid="91439" grpId="0" animBg="1"/>
      <p:bldP spid="91435" grpId="0" animBg="1"/>
      <p:bldP spid="91434" grpId="0" animBg="1"/>
      <p:bldP spid="91190" grpId="0" animBg="1"/>
      <p:bldP spid="91431" grpId="0" animBg="1"/>
      <p:bldP spid="91430" grpId="0" animBg="1"/>
      <p:bldP spid="91167" grpId="0" animBg="1"/>
      <p:bldP spid="91168" grpId="0" animBg="1"/>
      <p:bldP spid="91169" grpId="0" animBg="1"/>
      <p:bldP spid="91170" grpId="0" animBg="1"/>
      <p:bldP spid="91140" grpId="0" animBg="1"/>
      <p:bldP spid="91141" grpId="0" animBg="1"/>
      <p:bldP spid="91144" grpId="0" animBg="1"/>
      <p:bldP spid="91139" grpId="0" autoUpdateAnimBg="0"/>
      <p:bldP spid="91142" grpId="0" animBg="1"/>
      <p:bldP spid="91143" grpId="0" animBg="1"/>
      <p:bldP spid="91162" grpId="0" animBg="1"/>
      <p:bldP spid="91163" grpId="0" animBg="1"/>
      <p:bldP spid="91164" grpId="0" animBg="1"/>
      <p:bldP spid="91171" grpId="0" animBg="1"/>
      <p:bldP spid="91176" grpId="0" animBg="1"/>
      <p:bldP spid="91179" grpId="0" autoUpdateAnimBg="0"/>
      <p:bldP spid="91180" grpId="0" animBg="1"/>
      <p:bldP spid="91201" grpId="0" animBg="1"/>
      <p:bldP spid="91202" grpId="0" animBg="1"/>
      <p:bldP spid="91203" grpId="0" animBg="1"/>
      <p:bldP spid="91204" grpId="0" animBg="1"/>
      <p:bldP spid="91177" grpId="0" animBg="1"/>
      <p:bldP spid="91205" grpId="0" animBg="1"/>
      <p:bldP spid="91206" grpId="0" animBg="1"/>
      <p:bldP spid="91207" grpId="0" animBg="1"/>
      <p:bldP spid="91158" grpId="0" animBg="1"/>
      <p:bldP spid="91353" grpId="0" animBg="1"/>
      <p:bldP spid="91354" grpId="0" animBg="1"/>
      <p:bldP spid="91355" grpId="0" animBg="1"/>
      <p:bldP spid="91356" grpId="0" animBg="1"/>
      <p:bldP spid="91358" grpId="0" animBg="1"/>
      <p:bldP spid="91359" grpId="0" animBg="1"/>
      <p:bldP spid="91361" grpId="0" animBg="1"/>
      <p:bldP spid="91362" grpId="0" animBg="1"/>
      <p:bldP spid="91363" grpId="0" animBg="1"/>
      <p:bldP spid="91364" grpId="0" animBg="1"/>
      <p:bldP spid="91365" grpId="0" animBg="1"/>
      <p:bldP spid="91366" grpId="0" animBg="1"/>
      <p:bldP spid="91367" grpId="0" animBg="1"/>
      <p:bldP spid="91368" grpId="0" animBg="1"/>
      <p:bldP spid="91369" grpId="0" autoUpdateAnimBg="0"/>
      <p:bldP spid="91370" grpId="0" animBg="1"/>
      <p:bldP spid="91372" grpId="0" animBg="1"/>
      <p:bldP spid="91374" grpId="0" animBg="1"/>
      <p:bldP spid="91376" grpId="0" animBg="1"/>
      <p:bldP spid="91377" grpId="0" animBg="1"/>
      <p:bldP spid="91378" grpId="0" animBg="1"/>
      <p:bldP spid="91379" grpId="0" animBg="1"/>
      <p:bldP spid="91380" grpId="0" animBg="1"/>
      <p:bldP spid="91386" grpId="0" animBg="1"/>
      <p:bldP spid="91387" grpId="0" animBg="1"/>
      <p:bldP spid="91388" grpId="0" animBg="1"/>
      <p:bldP spid="91389" grpId="0" animBg="1"/>
      <p:bldP spid="91390" grpId="0" animBg="1"/>
      <p:bldP spid="91391" grpId="0" animBg="1"/>
      <p:bldP spid="91392" grpId="0" animBg="1"/>
      <p:bldP spid="91393" grpId="0" animBg="1"/>
      <p:bldP spid="91398" grpId="0" animBg="1"/>
      <p:bldP spid="91403" grpId="0" animBg="1"/>
      <p:bldP spid="91404" grpId="0" animBg="1"/>
      <p:bldP spid="91405" grpId="0" animBg="1"/>
      <p:bldP spid="91415" grpId="0" animBg="1"/>
      <p:bldP spid="91416" grpId="0" animBg="1"/>
      <p:bldP spid="91419" grpId="0" animBg="1"/>
      <p:bldP spid="91423" grpId="0" animBg="1"/>
      <p:bldP spid="91428" grpId="0" animBg="1"/>
      <p:bldP spid="91429" grpId="0" animBg="1"/>
      <p:bldP spid="91432" grpId="0" animBg="1"/>
      <p:bldP spid="91433" grpId="0" animBg="1"/>
      <p:bldP spid="91371" grpId="0" animBg="1"/>
      <p:bldP spid="91449" grpId="0" animBg="1" autoUpdateAnimBg="0"/>
      <p:bldP spid="91450" grpId="0" animBg="1" autoUpdateAnimBg="0"/>
      <p:bldP spid="91181" grpId="0" animBg="1"/>
      <p:bldP spid="91200" grpId="0" animBg="1"/>
      <p:bldP spid="91399" grpId="0" animBg="1"/>
      <p:bldP spid="91401" grpId="0" animBg="1"/>
      <p:bldP spid="91424" grpId="0" animBg="1"/>
      <p:bldP spid="91425" grpId="0" animBg="1"/>
      <p:bldP spid="91194" grpId="0" animBg="1"/>
      <p:bldP spid="91184" grpId="0" animBg="1"/>
      <p:bldP spid="91185" grpId="0" animBg="1"/>
      <p:bldP spid="91189" grpId="0" animBg="1"/>
      <p:bldP spid="91188" grpId="0" animBg="1"/>
      <p:bldP spid="91193" grpId="0" animBg="1"/>
      <p:bldP spid="91196" grpId="0" animBg="1"/>
      <p:bldP spid="91198" grpId="0" animBg="1"/>
      <p:bldP spid="91195" grpId="0" animBg="1"/>
      <p:bldP spid="91197" grpId="0" animBg="1"/>
      <p:bldP spid="91192" grpId="0" animBg="1"/>
      <p:bldP spid="91191" grpId="0" animBg="1"/>
      <p:bldP spid="91183" grpId="0" animBg="1"/>
      <p:bldP spid="91182" grpId="0" animBg="1"/>
      <p:bldP spid="91186" grpId="0" animBg="1"/>
      <p:bldP spid="91187" grpId="0" animBg="1"/>
      <p:bldP spid="91373" grpId="0" animBg="1"/>
      <p:bldP spid="91384" grpId="0" animBg="1"/>
      <p:bldP spid="91385" grpId="0" animBg="1"/>
      <p:bldP spid="91400" grpId="0" animBg="1"/>
      <p:bldP spid="91402" grpId="0" animBg="1"/>
      <p:bldP spid="91406" grpId="0" animBg="1"/>
      <p:bldP spid="91407" grpId="0" animBg="1"/>
      <p:bldP spid="91408" grpId="0" animBg="1"/>
      <p:bldP spid="91409" grpId="0" animBg="1"/>
      <p:bldP spid="91410" grpId="0" animBg="1"/>
      <p:bldP spid="91411" grpId="0" animBg="1"/>
      <p:bldP spid="91412" grpId="0" animBg="1"/>
      <p:bldP spid="91413" grpId="0" animBg="1"/>
      <p:bldP spid="91420" grpId="0" animBg="1"/>
      <p:bldP spid="91421" grpId="0" animBg="1"/>
      <p:bldP spid="91426" grpId="0" animBg="1"/>
      <p:bldP spid="91427" grpId="0" animBg="1"/>
      <p:bldP spid="91417" grpId="0" animBg="1"/>
      <p:bldP spid="91418" grpId="0" animBg="1"/>
      <p:bldP spid="91422" grpId="0" animBg="1"/>
      <p:bldP spid="91414" grpId="0" animBg="1"/>
      <p:bldP spid="91375" grpId="0" animBg="1"/>
      <p:bldP spid="91383" grpId="0" animBg="1"/>
      <p:bldP spid="9138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4B3A5BC1-BAA9-4275-A4E8-13764499685E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9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92245" name="Line 85"/>
          <p:cNvSpPr>
            <a:spLocks noChangeShapeType="1"/>
          </p:cNvSpPr>
          <p:nvPr/>
        </p:nvSpPr>
        <p:spPr bwMode="auto">
          <a:xfrm>
            <a:off x="5691188" y="2943225"/>
            <a:ext cx="0" cy="1166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46" name="Line 86"/>
          <p:cNvSpPr>
            <a:spLocks noChangeShapeType="1"/>
          </p:cNvSpPr>
          <p:nvPr/>
        </p:nvSpPr>
        <p:spPr bwMode="auto">
          <a:xfrm>
            <a:off x="5248275" y="3062288"/>
            <a:ext cx="28575" cy="47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47" name="Line 87"/>
          <p:cNvSpPr>
            <a:spLocks noChangeShapeType="1"/>
          </p:cNvSpPr>
          <p:nvPr/>
        </p:nvSpPr>
        <p:spPr bwMode="auto">
          <a:xfrm>
            <a:off x="5295900" y="3062288"/>
            <a:ext cx="28575" cy="52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48" name="Line 88"/>
          <p:cNvSpPr>
            <a:spLocks noChangeShapeType="1"/>
          </p:cNvSpPr>
          <p:nvPr/>
        </p:nvSpPr>
        <p:spPr bwMode="auto">
          <a:xfrm>
            <a:off x="5534025" y="3057525"/>
            <a:ext cx="28575" cy="47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2249" name="Line 89"/>
          <p:cNvSpPr>
            <a:spLocks noChangeShapeType="1"/>
          </p:cNvSpPr>
          <p:nvPr/>
        </p:nvSpPr>
        <p:spPr bwMode="auto">
          <a:xfrm>
            <a:off x="5581650" y="3057525"/>
            <a:ext cx="28575" cy="52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50" name="Line 90"/>
          <p:cNvSpPr>
            <a:spLocks noChangeShapeType="1"/>
          </p:cNvSpPr>
          <p:nvPr/>
        </p:nvSpPr>
        <p:spPr bwMode="auto">
          <a:xfrm>
            <a:off x="4738688" y="3986213"/>
            <a:ext cx="1495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51" name="Line 91"/>
          <p:cNvSpPr>
            <a:spLocks noChangeShapeType="1"/>
          </p:cNvSpPr>
          <p:nvPr/>
        </p:nvSpPr>
        <p:spPr bwMode="auto">
          <a:xfrm>
            <a:off x="4743450" y="3081338"/>
            <a:ext cx="1495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55" name="Oval 95"/>
          <p:cNvSpPr>
            <a:spLocks noChangeArrowheads="1"/>
          </p:cNvSpPr>
          <p:nvPr/>
        </p:nvSpPr>
        <p:spPr bwMode="auto">
          <a:xfrm>
            <a:off x="4843463" y="2905125"/>
            <a:ext cx="376237" cy="74613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256" name="Oval 96"/>
          <p:cNvSpPr>
            <a:spLocks noChangeArrowheads="1"/>
          </p:cNvSpPr>
          <p:nvPr/>
        </p:nvSpPr>
        <p:spPr bwMode="auto">
          <a:xfrm>
            <a:off x="4819650" y="4071938"/>
            <a:ext cx="376238" cy="74612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257" name="Rectangle 97"/>
          <p:cNvSpPr>
            <a:spLocks noChangeArrowheads="1"/>
          </p:cNvSpPr>
          <p:nvPr/>
        </p:nvSpPr>
        <p:spPr bwMode="auto">
          <a:xfrm>
            <a:off x="4743450" y="1485900"/>
            <a:ext cx="1498600" cy="116522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258" name="Rectangle 98"/>
          <p:cNvSpPr>
            <a:spLocks noChangeArrowheads="1"/>
          </p:cNvSpPr>
          <p:nvPr/>
        </p:nvSpPr>
        <p:spPr bwMode="auto">
          <a:xfrm>
            <a:off x="4737100" y="2943225"/>
            <a:ext cx="1498600" cy="116522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338" name="Rectangle 178"/>
          <p:cNvSpPr>
            <a:spLocks noChangeArrowheads="1"/>
          </p:cNvSpPr>
          <p:nvPr/>
        </p:nvSpPr>
        <p:spPr bwMode="auto">
          <a:xfrm>
            <a:off x="4316413" y="0"/>
            <a:ext cx="4821237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244" name="Rectangle 84"/>
          <p:cNvSpPr>
            <a:spLocks noChangeArrowheads="1"/>
          </p:cNvSpPr>
          <p:nvPr/>
        </p:nvSpPr>
        <p:spPr bwMode="auto">
          <a:xfrm>
            <a:off x="376238" y="292100"/>
            <a:ext cx="87677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i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b="1" i="0">
                <a:latin typeface="黑体" pitchFamily="2" charset="-122"/>
                <a:ea typeface="黑体" pitchFamily="2" charset="-122"/>
              </a:rPr>
              <a:t>．截切平面倾斜于轴线</a:t>
            </a:r>
          </a:p>
        </p:txBody>
      </p:sp>
      <p:sp>
        <p:nvSpPr>
          <p:cNvPr id="92252" name="Line 92"/>
          <p:cNvSpPr>
            <a:spLocks noChangeShapeType="1"/>
          </p:cNvSpPr>
          <p:nvPr/>
        </p:nvSpPr>
        <p:spPr bwMode="auto">
          <a:xfrm>
            <a:off x="5853113" y="1485900"/>
            <a:ext cx="3175" cy="2036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2253" name="Line 93"/>
          <p:cNvSpPr>
            <a:spLocks noChangeShapeType="1"/>
          </p:cNvSpPr>
          <p:nvPr/>
        </p:nvSpPr>
        <p:spPr bwMode="auto">
          <a:xfrm>
            <a:off x="5429250" y="2082800"/>
            <a:ext cx="0" cy="747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2254" name="Line 94"/>
          <p:cNvSpPr>
            <a:spLocks noChangeShapeType="1"/>
          </p:cNvSpPr>
          <p:nvPr/>
        </p:nvSpPr>
        <p:spPr bwMode="auto">
          <a:xfrm>
            <a:off x="5010150" y="2652713"/>
            <a:ext cx="0" cy="862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2259" name="Line 99"/>
          <p:cNvSpPr>
            <a:spLocks noChangeShapeType="1"/>
          </p:cNvSpPr>
          <p:nvPr/>
        </p:nvSpPr>
        <p:spPr bwMode="auto">
          <a:xfrm rot="-5400000">
            <a:off x="5568950" y="120015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2260" name="Line 100"/>
          <p:cNvSpPr>
            <a:spLocks noChangeShapeType="1"/>
          </p:cNvSpPr>
          <p:nvPr/>
        </p:nvSpPr>
        <p:spPr bwMode="auto">
          <a:xfrm>
            <a:off x="7478713" y="1323975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2261" name="Line 101"/>
          <p:cNvSpPr>
            <a:spLocks noChangeShapeType="1"/>
          </p:cNvSpPr>
          <p:nvPr/>
        </p:nvSpPr>
        <p:spPr bwMode="auto">
          <a:xfrm>
            <a:off x="6704013" y="2068513"/>
            <a:ext cx="15351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2262" name="Oval 102"/>
          <p:cNvSpPr>
            <a:spLocks noChangeArrowheads="1"/>
          </p:cNvSpPr>
          <p:nvPr/>
        </p:nvSpPr>
        <p:spPr bwMode="auto">
          <a:xfrm>
            <a:off x="6897688" y="1485900"/>
            <a:ext cx="1165225" cy="116522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263" name="Line 103"/>
          <p:cNvSpPr>
            <a:spLocks noChangeShapeType="1"/>
          </p:cNvSpPr>
          <p:nvPr/>
        </p:nvSpPr>
        <p:spPr bwMode="auto">
          <a:xfrm rot="-5400000">
            <a:off x="5557838" y="2652712"/>
            <a:ext cx="0" cy="176212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2264" name="AutoShape 104"/>
          <p:cNvSpPr>
            <a:spLocks noChangeArrowheads="1"/>
          </p:cNvSpPr>
          <p:nvPr/>
        </p:nvSpPr>
        <p:spPr bwMode="auto">
          <a:xfrm>
            <a:off x="6858000" y="2025650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265" name="Freeform 105"/>
          <p:cNvSpPr>
            <a:spLocks/>
          </p:cNvSpPr>
          <p:nvPr/>
        </p:nvSpPr>
        <p:spPr bwMode="auto">
          <a:xfrm>
            <a:off x="5003800" y="1487488"/>
            <a:ext cx="1244600" cy="1168400"/>
          </a:xfrm>
          <a:custGeom>
            <a:avLst/>
            <a:gdLst>
              <a:gd name="T0" fmla="*/ 0 w 784"/>
              <a:gd name="T1" fmla="*/ 2147483647 h 736"/>
              <a:gd name="T2" fmla="*/ 2147483647 w 784"/>
              <a:gd name="T3" fmla="*/ 0 h 736"/>
              <a:gd name="T4" fmla="*/ 2147483647 w 784"/>
              <a:gd name="T5" fmla="*/ 0 h 736"/>
              <a:gd name="T6" fmla="*/ 2147483647 w 784"/>
              <a:gd name="T7" fmla="*/ 2147483647 h 736"/>
              <a:gd name="T8" fmla="*/ 0 w 784"/>
              <a:gd name="T9" fmla="*/ 2147483647 h 7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84"/>
              <a:gd name="T16" fmla="*/ 0 h 736"/>
              <a:gd name="T17" fmla="*/ 784 w 784"/>
              <a:gd name="T18" fmla="*/ 736 h 7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84" h="736">
                <a:moveTo>
                  <a:pt x="0" y="736"/>
                </a:moveTo>
                <a:lnTo>
                  <a:pt x="532" y="0"/>
                </a:lnTo>
                <a:lnTo>
                  <a:pt x="784" y="0"/>
                </a:lnTo>
                <a:lnTo>
                  <a:pt x="784" y="736"/>
                </a:lnTo>
                <a:lnTo>
                  <a:pt x="0" y="736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66" name="Line 106"/>
          <p:cNvSpPr>
            <a:spLocks noChangeShapeType="1"/>
          </p:cNvSpPr>
          <p:nvPr/>
        </p:nvSpPr>
        <p:spPr bwMode="auto">
          <a:xfrm flipH="1">
            <a:off x="5005388" y="1482725"/>
            <a:ext cx="841375" cy="1168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2267" name="Text Box 107"/>
          <p:cNvSpPr txBox="1">
            <a:spLocks noChangeArrowheads="1"/>
          </p:cNvSpPr>
          <p:nvPr/>
        </p:nvSpPr>
        <p:spPr bwMode="auto">
          <a:xfrm>
            <a:off x="7315200" y="1787525"/>
            <a:ext cx="544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 o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</a:t>
            </a:r>
          </a:p>
        </p:txBody>
      </p:sp>
      <p:sp>
        <p:nvSpPr>
          <p:cNvPr id="92268" name="Text Box 108"/>
          <p:cNvSpPr txBox="1">
            <a:spLocks noChangeArrowheads="1"/>
          </p:cNvSpPr>
          <p:nvPr/>
        </p:nvSpPr>
        <p:spPr bwMode="auto">
          <a:xfrm>
            <a:off x="6378575" y="1730375"/>
            <a:ext cx="749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a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  </a:t>
            </a:r>
          </a:p>
        </p:txBody>
      </p:sp>
      <p:sp>
        <p:nvSpPr>
          <p:cNvPr id="92269" name="AutoShape 109"/>
          <p:cNvSpPr>
            <a:spLocks noChangeArrowheads="1"/>
          </p:cNvSpPr>
          <p:nvPr/>
        </p:nvSpPr>
        <p:spPr bwMode="auto">
          <a:xfrm>
            <a:off x="8024813" y="2020888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270" name="AutoShape 110"/>
          <p:cNvSpPr>
            <a:spLocks noChangeArrowheads="1"/>
          </p:cNvSpPr>
          <p:nvPr/>
        </p:nvSpPr>
        <p:spPr bwMode="auto">
          <a:xfrm>
            <a:off x="7439025" y="1444625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271" name="AutoShape 111"/>
          <p:cNvSpPr>
            <a:spLocks noChangeArrowheads="1"/>
          </p:cNvSpPr>
          <p:nvPr/>
        </p:nvSpPr>
        <p:spPr bwMode="auto">
          <a:xfrm>
            <a:off x="7434263" y="2616200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272" name="Text Box 112"/>
          <p:cNvSpPr txBox="1">
            <a:spLocks noChangeArrowheads="1"/>
          </p:cNvSpPr>
          <p:nvPr/>
        </p:nvSpPr>
        <p:spPr bwMode="auto">
          <a:xfrm>
            <a:off x="8091488" y="1812925"/>
            <a:ext cx="5159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c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</a:t>
            </a:r>
            <a:endParaRPr kumimoji="0" lang="en-US" altLang="zh-CN" sz="2400" b="1">
              <a:latin typeface="ISOCPEUR" pitchFamily="34" charset="0"/>
            </a:endParaRPr>
          </a:p>
        </p:txBody>
      </p:sp>
      <p:sp>
        <p:nvSpPr>
          <p:cNvPr id="92273" name="Text Box 113"/>
          <p:cNvSpPr txBox="1">
            <a:spLocks noChangeArrowheads="1"/>
          </p:cNvSpPr>
          <p:nvPr/>
        </p:nvSpPr>
        <p:spPr bwMode="auto">
          <a:xfrm>
            <a:off x="4679950" y="1749425"/>
            <a:ext cx="850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o’,a’,c’ </a:t>
            </a:r>
          </a:p>
        </p:txBody>
      </p:sp>
      <p:sp>
        <p:nvSpPr>
          <p:cNvPr id="92274" name="Text Box 114"/>
          <p:cNvSpPr txBox="1">
            <a:spLocks noChangeArrowheads="1"/>
          </p:cNvSpPr>
          <p:nvPr/>
        </p:nvSpPr>
        <p:spPr bwMode="auto">
          <a:xfrm>
            <a:off x="5519738" y="1268413"/>
            <a:ext cx="3444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b’</a:t>
            </a:r>
          </a:p>
        </p:txBody>
      </p:sp>
      <p:sp>
        <p:nvSpPr>
          <p:cNvPr id="92275" name="Text Box 115"/>
          <p:cNvSpPr txBox="1">
            <a:spLocks noChangeArrowheads="1"/>
          </p:cNvSpPr>
          <p:nvPr/>
        </p:nvSpPr>
        <p:spPr bwMode="auto">
          <a:xfrm>
            <a:off x="4681538" y="2420938"/>
            <a:ext cx="3444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d’</a:t>
            </a:r>
          </a:p>
        </p:txBody>
      </p:sp>
      <p:sp>
        <p:nvSpPr>
          <p:cNvPr id="92276" name="Text Box 116"/>
          <p:cNvSpPr txBox="1">
            <a:spLocks noChangeArrowheads="1"/>
          </p:cNvSpPr>
          <p:nvPr/>
        </p:nvSpPr>
        <p:spPr bwMode="auto">
          <a:xfrm>
            <a:off x="5102225" y="2625725"/>
            <a:ext cx="290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a</a:t>
            </a:r>
          </a:p>
        </p:txBody>
      </p:sp>
      <p:sp>
        <p:nvSpPr>
          <p:cNvPr id="92277" name="Text Box 117"/>
          <p:cNvSpPr txBox="1">
            <a:spLocks noChangeArrowheads="1"/>
          </p:cNvSpPr>
          <p:nvPr/>
        </p:nvSpPr>
        <p:spPr bwMode="auto">
          <a:xfrm>
            <a:off x="5186363" y="4073525"/>
            <a:ext cx="276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c</a:t>
            </a:r>
          </a:p>
        </p:txBody>
      </p:sp>
      <p:sp>
        <p:nvSpPr>
          <p:cNvPr id="92278" name="Text Box 118"/>
          <p:cNvSpPr txBox="1">
            <a:spLocks noChangeArrowheads="1"/>
          </p:cNvSpPr>
          <p:nvPr/>
        </p:nvSpPr>
        <p:spPr bwMode="auto">
          <a:xfrm>
            <a:off x="5121275" y="3259138"/>
            <a:ext cx="474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 o </a:t>
            </a:r>
          </a:p>
        </p:txBody>
      </p:sp>
      <p:sp>
        <p:nvSpPr>
          <p:cNvPr id="92288" name="Line 128"/>
          <p:cNvSpPr>
            <a:spLocks noChangeShapeType="1"/>
          </p:cNvSpPr>
          <p:nvPr/>
        </p:nvSpPr>
        <p:spPr bwMode="auto">
          <a:xfrm>
            <a:off x="5429250" y="4110038"/>
            <a:ext cx="804863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2287" name="Line 127"/>
          <p:cNvSpPr>
            <a:spLocks noChangeShapeType="1"/>
          </p:cNvSpPr>
          <p:nvPr/>
        </p:nvSpPr>
        <p:spPr bwMode="auto">
          <a:xfrm>
            <a:off x="5424488" y="2938463"/>
            <a:ext cx="81280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2279" name="Oval 119"/>
          <p:cNvSpPr>
            <a:spLocks noChangeArrowheads="1"/>
          </p:cNvSpPr>
          <p:nvPr/>
        </p:nvSpPr>
        <p:spPr bwMode="auto">
          <a:xfrm>
            <a:off x="5010150" y="2943225"/>
            <a:ext cx="838200" cy="1166813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280" name="Text Box 120"/>
          <p:cNvSpPr txBox="1">
            <a:spLocks noChangeArrowheads="1"/>
          </p:cNvSpPr>
          <p:nvPr/>
        </p:nvSpPr>
        <p:spPr bwMode="auto">
          <a:xfrm>
            <a:off x="4729163" y="2149475"/>
            <a:ext cx="704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1’</a:t>
            </a:r>
          </a:p>
        </p:txBody>
      </p:sp>
      <p:sp>
        <p:nvSpPr>
          <p:cNvPr id="92281" name="Text Box 121"/>
          <p:cNvSpPr txBox="1">
            <a:spLocks noChangeArrowheads="1"/>
          </p:cNvSpPr>
          <p:nvPr/>
        </p:nvSpPr>
        <p:spPr bwMode="auto">
          <a:xfrm>
            <a:off x="7824788" y="2311400"/>
            <a:ext cx="6334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1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“</a:t>
            </a:r>
          </a:p>
        </p:txBody>
      </p:sp>
      <p:sp>
        <p:nvSpPr>
          <p:cNvPr id="92282" name="Text Box 122"/>
          <p:cNvSpPr txBox="1">
            <a:spLocks noChangeArrowheads="1"/>
          </p:cNvSpPr>
          <p:nvPr/>
        </p:nvSpPr>
        <p:spPr bwMode="auto">
          <a:xfrm>
            <a:off x="5086350" y="3698875"/>
            <a:ext cx="352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1 </a:t>
            </a:r>
            <a:endParaRPr kumimoji="0" lang="en-US" altLang="zh-CN" sz="2400" b="1">
              <a:latin typeface="ISOCPEUR" pitchFamily="34" charset="0"/>
            </a:endParaRPr>
          </a:p>
        </p:txBody>
      </p:sp>
      <p:sp>
        <p:nvSpPr>
          <p:cNvPr id="92283" name="AutoShape 123"/>
          <p:cNvSpPr>
            <a:spLocks noChangeArrowheads="1"/>
          </p:cNvSpPr>
          <p:nvPr/>
        </p:nvSpPr>
        <p:spPr bwMode="auto">
          <a:xfrm>
            <a:off x="5805488" y="3492500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284" name="AutoShape 124"/>
          <p:cNvSpPr>
            <a:spLocks noChangeArrowheads="1"/>
          </p:cNvSpPr>
          <p:nvPr/>
        </p:nvSpPr>
        <p:spPr bwMode="auto">
          <a:xfrm>
            <a:off x="4972050" y="3492500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285" name="AutoShape 125"/>
          <p:cNvSpPr>
            <a:spLocks noChangeArrowheads="1"/>
          </p:cNvSpPr>
          <p:nvPr/>
        </p:nvSpPr>
        <p:spPr bwMode="auto">
          <a:xfrm>
            <a:off x="5653088" y="3040063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286" name="AutoShape 126"/>
          <p:cNvSpPr>
            <a:spLocks noChangeArrowheads="1"/>
          </p:cNvSpPr>
          <p:nvPr/>
        </p:nvSpPr>
        <p:spPr bwMode="auto">
          <a:xfrm>
            <a:off x="5657850" y="3949700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289" name="Line 129"/>
          <p:cNvSpPr>
            <a:spLocks noChangeShapeType="1"/>
          </p:cNvSpPr>
          <p:nvPr/>
        </p:nvSpPr>
        <p:spPr bwMode="auto">
          <a:xfrm>
            <a:off x="6234113" y="2930525"/>
            <a:ext cx="0" cy="1196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2290" name="AutoShape 130"/>
          <p:cNvSpPr>
            <a:spLocks noChangeArrowheads="1"/>
          </p:cNvSpPr>
          <p:nvPr/>
        </p:nvSpPr>
        <p:spPr bwMode="auto">
          <a:xfrm>
            <a:off x="5381625" y="2039938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291" name="AutoShape 131"/>
          <p:cNvSpPr>
            <a:spLocks noChangeArrowheads="1"/>
          </p:cNvSpPr>
          <p:nvPr/>
        </p:nvSpPr>
        <p:spPr bwMode="auto">
          <a:xfrm>
            <a:off x="5810250" y="1450975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292" name="AutoShape 132"/>
          <p:cNvSpPr>
            <a:spLocks noChangeArrowheads="1"/>
          </p:cNvSpPr>
          <p:nvPr/>
        </p:nvSpPr>
        <p:spPr bwMode="auto">
          <a:xfrm>
            <a:off x="4972050" y="2616200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293" name="Text Box 133"/>
          <p:cNvSpPr txBox="1">
            <a:spLocks noChangeArrowheads="1"/>
          </p:cNvSpPr>
          <p:nvPr/>
        </p:nvSpPr>
        <p:spPr bwMode="auto">
          <a:xfrm>
            <a:off x="238125" y="1438275"/>
            <a:ext cx="8780463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i="0">
                <a:latin typeface="黑体" pitchFamily="2" charset="-122"/>
                <a:ea typeface="黑体" pitchFamily="2" charset="-122"/>
              </a:rPr>
              <a:t>分析：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b="1" i="0">
                <a:latin typeface="黑体" pitchFamily="2" charset="-122"/>
                <a:ea typeface="黑体" pitchFamily="2" charset="-122"/>
              </a:rPr>
              <a:t>长短轴的端点</a:t>
            </a:r>
            <a:r>
              <a:rPr kumimoji="0" lang="en-US" altLang="zh-CN" sz="2400" b="1" i="0">
                <a:ea typeface="黑体" pitchFamily="2" charset="-122"/>
              </a:rPr>
              <a:t>—</a:t>
            </a:r>
            <a:r>
              <a:rPr kumimoji="0" lang="en-US" altLang="zh-CN" sz="2400" b="1" i="0">
                <a:latin typeface="黑体" pitchFamily="2" charset="-122"/>
                <a:ea typeface="黑体" pitchFamily="2" charset="-122"/>
              </a:rPr>
              <a:t>A</a:t>
            </a:r>
            <a:r>
              <a:rPr kumimoji="0" lang="zh-CN" altLang="en-US" sz="2400" b="1" i="0">
                <a:latin typeface="黑体" pitchFamily="2" charset="-122"/>
                <a:ea typeface="黑体" pitchFamily="2" charset="-122"/>
              </a:rPr>
              <a:t>、</a:t>
            </a:r>
            <a:r>
              <a:rPr kumimoji="0" lang="en-US" altLang="zh-CN" sz="2400" b="1" i="0">
                <a:latin typeface="黑体" pitchFamily="2" charset="-122"/>
                <a:ea typeface="黑体" pitchFamily="2" charset="-122"/>
              </a:rPr>
              <a:t>B</a:t>
            </a:r>
            <a:r>
              <a:rPr kumimoji="0" lang="zh-CN" altLang="en-US" sz="2400" b="1" i="0">
                <a:latin typeface="黑体" pitchFamily="2" charset="-122"/>
                <a:ea typeface="黑体" pitchFamily="2" charset="-122"/>
              </a:rPr>
              <a:t>、</a:t>
            </a:r>
            <a:r>
              <a:rPr kumimoji="0" lang="en-US" altLang="zh-CN" sz="2400" b="1" i="0">
                <a:latin typeface="黑体" pitchFamily="2" charset="-122"/>
                <a:ea typeface="黑体" pitchFamily="2" charset="-122"/>
              </a:rPr>
              <a:t>C</a:t>
            </a:r>
            <a:r>
              <a:rPr kumimoji="0" lang="zh-CN" altLang="en-US" sz="2400" b="1" i="0">
                <a:latin typeface="黑体" pitchFamily="2" charset="-122"/>
                <a:ea typeface="黑体" pitchFamily="2" charset="-122"/>
              </a:rPr>
              <a:t>、</a:t>
            </a:r>
            <a:r>
              <a:rPr kumimoji="0" lang="en-US" altLang="zh-CN" sz="2400" b="1" i="0">
                <a:latin typeface="黑体" pitchFamily="2" charset="-122"/>
                <a:ea typeface="黑体" pitchFamily="2" charset="-122"/>
              </a:rPr>
              <a:t>D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b="1" i="0">
                <a:latin typeface="黑体" pitchFamily="2" charset="-122"/>
                <a:ea typeface="黑体" pitchFamily="2" charset="-122"/>
              </a:rPr>
              <a:t>可见性分界点</a:t>
            </a:r>
            <a:r>
              <a:rPr kumimoji="0" lang="en-US" altLang="zh-CN" sz="2400" b="1" i="0">
                <a:ea typeface="黑体" pitchFamily="2" charset="-122"/>
              </a:rPr>
              <a:t>—</a:t>
            </a:r>
            <a:r>
              <a:rPr kumimoji="0" lang="en-US" altLang="zh-CN" sz="2400" b="1" i="0">
                <a:latin typeface="黑体" pitchFamily="2" charset="-122"/>
                <a:ea typeface="黑体" pitchFamily="2" charset="-122"/>
              </a:rPr>
              <a:t>A</a:t>
            </a:r>
            <a:r>
              <a:rPr kumimoji="0" lang="zh-CN" altLang="en-US" sz="2400" b="1" i="0">
                <a:latin typeface="黑体" pitchFamily="2" charset="-122"/>
                <a:ea typeface="黑体" pitchFamily="2" charset="-122"/>
              </a:rPr>
              <a:t>、</a:t>
            </a:r>
            <a:r>
              <a:rPr kumimoji="0" lang="en-US" altLang="zh-CN" sz="2400" b="1" i="0">
                <a:latin typeface="黑体" pitchFamily="2" charset="-122"/>
                <a:ea typeface="黑体" pitchFamily="2" charset="-122"/>
              </a:rPr>
              <a:t>C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b="1" i="0">
                <a:latin typeface="黑体" pitchFamily="2" charset="-122"/>
                <a:ea typeface="黑体" pitchFamily="2" charset="-122"/>
              </a:rPr>
              <a:t>轮廓线上的点</a:t>
            </a:r>
            <a:r>
              <a:rPr kumimoji="0" lang="en-US" altLang="zh-CN" sz="2400" b="1" i="0">
                <a:ea typeface="黑体" pitchFamily="2" charset="-122"/>
              </a:rPr>
              <a:t>—</a:t>
            </a:r>
            <a:r>
              <a:rPr kumimoji="0" lang="en-US" altLang="zh-CN" sz="2400" b="1" i="0">
                <a:latin typeface="黑体" pitchFamily="2" charset="-122"/>
                <a:ea typeface="黑体" pitchFamily="2" charset="-122"/>
              </a:rPr>
              <a:t>A</a:t>
            </a:r>
            <a:r>
              <a:rPr kumimoji="0" lang="zh-CN" altLang="en-US" sz="2400" b="1" i="0">
                <a:latin typeface="黑体" pitchFamily="2" charset="-122"/>
                <a:ea typeface="黑体" pitchFamily="2" charset="-122"/>
              </a:rPr>
              <a:t>、</a:t>
            </a:r>
            <a:r>
              <a:rPr kumimoji="0" lang="en-US" altLang="zh-CN" sz="2400" b="1" i="0">
                <a:latin typeface="黑体" pitchFamily="2" charset="-122"/>
                <a:ea typeface="黑体" pitchFamily="2" charset="-122"/>
              </a:rPr>
              <a:t>C</a:t>
            </a:r>
          </a:p>
        </p:txBody>
      </p:sp>
      <p:sp>
        <p:nvSpPr>
          <p:cNvPr id="92294" name="Text Box 134"/>
          <p:cNvSpPr txBox="1">
            <a:spLocks noChangeArrowheads="1"/>
          </p:cNvSpPr>
          <p:nvPr/>
        </p:nvSpPr>
        <p:spPr bwMode="auto">
          <a:xfrm>
            <a:off x="5251450" y="769204"/>
            <a:ext cx="38925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 b="1" i="0" dirty="0" smtClean="0">
                <a:latin typeface="黑体" pitchFamily="2" charset="-122"/>
                <a:ea typeface="黑体" pitchFamily="2" charset="-122"/>
              </a:rPr>
              <a:t>绘制曲线时，务必确定</a:t>
            </a:r>
            <a:r>
              <a:rPr kumimoji="0" lang="zh-CN" altLang="en-US" sz="2000" b="1" i="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中间点</a:t>
            </a:r>
            <a:r>
              <a:rPr kumimoji="0" lang="zh-CN" altLang="en-US" sz="2000" b="1" i="0" dirty="0" smtClean="0">
                <a:latin typeface="黑体" pitchFamily="2" charset="-122"/>
                <a:ea typeface="黑体" pitchFamily="2" charset="-122"/>
              </a:rPr>
              <a:t>。</a:t>
            </a:r>
            <a:endParaRPr kumimoji="0" lang="zh-CN" altLang="en-US" sz="2000" b="1" i="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295" name="Text Box 135"/>
          <p:cNvSpPr txBox="1">
            <a:spLocks noChangeArrowheads="1"/>
          </p:cNvSpPr>
          <p:nvPr/>
        </p:nvSpPr>
        <p:spPr bwMode="auto">
          <a:xfrm>
            <a:off x="801688" y="3751214"/>
            <a:ext cx="785812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i="0" dirty="0">
                <a:latin typeface="黑体" pitchFamily="2" charset="-122"/>
                <a:ea typeface="黑体" pitchFamily="2" charset="-122"/>
              </a:rPr>
              <a:t>步骤：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b="1" i="0" dirty="0">
                <a:latin typeface="黑体" pitchFamily="2" charset="-122"/>
                <a:ea typeface="黑体" pitchFamily="2" charset="-122"/>
              </a:rPr>
              <a:t>找全特殊点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b="1" i="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适当的中间点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b="1" i="0" dirty="0">
                <a:latin typeface="黑体" pitchFamily="2" charset="-122"/>
                <a:ea typeface="黑体" pitchFamily="2" charset="-122"/>
              </a:rPr>
              <a:t>光滑连线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b="1" i="0" dirty="0" smtClean="0">
                <a:latin typeface="黑体" pitchFamily="2" charset="-122"/>
                <a:ea typeface="黑体" pitchFamily="2" charset="-122"/>
              </a:rPr>
              <a:t>补充轮廓</a:t>
            </a:r>
            <a:r>
              <a:rPr kumimoji="0" lang="zh-CN" altLang="en-US" sz="2400" b="1" i="0" dirty="0">
                <a:latin typeface="黑体" pitchFamily="2" charset="-122"/>
                <a:ea typeface="黑体" pitchFamily="2" charset="-122"/>
              </a:rPr>
              <a:t>线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b="1" i="0" dirty="0" smtClean="0">
                <a:latin typeface="黑体" pitchFamily="2" charset="-122"/>
                <a:ea typeface="黑体" pitchFamily="2" charset="-122"/>
              </a:rPr>
              <a:t>判断可见性</a:t>
            </a:r>
            <a:endParaRPr kumimoji="0" lang="zh-CN" altLang="en-US" sz="2400" b="1" i="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296" name="Text Box 136"/>
          <p:cNvSpPr txBox="1">
            <a:spLocks noChangeArrowheads="1"/>
          </p:cNvSpPr>
          <p:nvPr/>
        </p:nvSpPr>
        <p:spPr bwMode="auto">
          <a:xfrm>
            <a:off x="4700588" y="3254375"/>
            <a:ext cx="3825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d </a:t>
            </a:r>
          </a:p>
        </p:txBody>
      </p:sp>
      <p:sp>
        <p:nvSpPr>
          <p:cNvPr id="92297" name="Text Box 137"/>
          <p:cNvSpPr txBox="1">
            <a:spLocks noChangeArrowheads="1"/>
          </p:cNvSpPr>
          <p:nvPr/>
        </p:nvSpPr>
        <p:spPr bwMode="auto">
          <a:xfrm>
            <a:off x="5730875" y="3216275"/>
            <a:ext cx="4746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  b</a:t>
            </a:r>
          </a:p>
        </p:txBody>
      </p:sp>
      <p:sp>
        <p:nvSpPr>
          <p:cNvPr id="92298" name="Text Box 138"/>
          <p:cNvSpPr txBox="1">
            <a:spLocks noChangeArrowheads="1"/>
          </p:cNvSpPr>
          <p:nvPr/>
        </p:nvSpPr>
        <p:spPr bwMode="auto">
          <a:xfrm>
            <a:off x="7123113" y="1131888"/>
            <a:ext cx="5667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b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  </a:t>
            </a:r>
            <a:endParaRPr kumimoji="0" lang="en-US" altLang="zh-CN" sz="2400" b="1">
              <a:latin typeface="ISOCPEUR" pitchFamily="34" charset="0"/>
            </a:endParaRPr>
          </a:p>
        </p:txBody>
      </p:sp>
      <p:sp>
        <p:nvSpPr>
          <p:cNvPr id="92299" name="Text Box 139"/>
          <p:cNvSpPr txBox="1">
            <a:spLocks noChangeArrowheads="1"/>
          </p:cNvSpPr>
          <p:nvPr/>
        </p:nvSpPr>
        <p:spPr bwMode="auto">
          <a:xfrm>
            <a:off x="7248525" y="2693988"/>
            <a:ext cx="5159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d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</a:t>
            </a:r>
            <a:endParaRPr kumimoji="0" lang="en-US" altLang="zh-CN" sz="2400" b="1">
              <a:latin typeface="ISOCPEUR" pitchFamily="34" charset="0"/>
            </a:endParaRPr>
          </a:p>
        </p:txBody>
      </p:sp>
      <p:sp>
        <p:nvSpPr>
          <p:cNvPr id="92300" name="Line 140"/>
          <p:cNvSpPr>
            <a:spLocks noChangeShapeType="1"/>
          </p:cNvSpPr>
          <p:nvPr/>
        </p:nvSpPr>
        <p:spPr bwMode="auto">
          <a:xfrm flipH="1">
            <a:off x="5429250" y="2838450"/>
            <a:ext cx="0" cy="1385888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2301" name="AutoShape 141"/>
          <p:cNvSpPr>
            <a:spLocks noChangeArrowheads="1"/>
          </p:cNvSpPr>
          <p:nvPr/>
        </p:nvSpPr>
        <p:spPr bwMode="auto">
          <a:xfrm>
            <a:off x="5391150" y="4073525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302" name="AutoShape 142"/>
          <p:cNvSpPr>
            <a:spLocks noChangeArrowheads="1"/>
          </p:cNvSpPr>
          <p:nvPr/>
        </p:nvSpPr>
        <p:spPr bwMode="auto">
          <a:xfrm>
            <a:off x="5386388" y="2906713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303" name="Line 143"/>
          <p:cNvSpPr>
            <a:spLocks noChangeShapeType="1"/>
          </p:cNvSpPr>
          <p:nvPr/>
        </p:nvSpPr>
        <p:spPr bwMode="auto">
          <a:xfrm>
            <a:off x="7681913" y="2390775"/>
            <a:ext cx="52387" cy="809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304" name="Line 144"/>
          <p:cNvSpPr>
            <a:spLocks noChangeShapeType="1"/>
          </p:cNvSpPr>
          <p:nvPr/>
        </p:nvSpPr>
        <p:spPr bwMode="auto">
          <a:xfrm>
            <a:off x="5165725" y="2430463"/>
            <a:ext cx="2778125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2305" name="AutoShape 145"/>
          <p:cNvSpPr>
            <a:spLocks noChangeArrowheads="1"/>
          </p:cNvSpPr>
          <p:nvPr/>
        </p:nvSpPr>
        <p:spPr bwMode="auto">
          <a:xfrm>
            <a:off x="6977063" y="2392363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306" name="AutoShape 146"/>
          <p:cNvSpPr>
            <a:spLocks noChangeArrowheads="1"/>
          </p:cNvSpPr>
          <p:nvPr/>
        </p:nvSpPr>
        <p:spPr bwMode="auto">
          <a:xfrm>
            <a:off x="7905750" y="2392363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307" name="Line 147"/>
          <p:cNvSpPr>
            <a:spLocks noChangeShapeType="1"/>
          </p:cNvSpPr>
          <p:nvPr/>
        </p:nvSpPr>
        <p:spPr bwMode="auto">
          <a:xfrm>
            <a:off x="5133975" y="3729038"/>
            <a:ext cx="61913" cy="428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308" name="Line 148"/>
          <p:cNvSpPr>
            <a:spLocks noChangeShapeType="1"/>
          </p:cNvSpPr>
          <p:nvPr/>
        </p:nvSpPr>
        <p:spPr bwMode="auto">
          <a:xfrm>
            <a:off x="5129213" y="3267075"/>
            <a:ext cx="52387" cy="428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309" name="Line 149"/>
          <p:cNvSpPr>
            <a:spLocks noChangeShapeType="1"/>
          </p:cNvSpPr>
          <p:nvPr/>
        </p:nvSpPr>
        <p:spPr bwMode="auto">
          <a:xfrm>
            <a:off x="5167313" y="2428875"/>
            <a:ext cx="0" cy="1552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2310" name="AutoShape 150"/>
          <p:cNvSpPr>
            <a:spLocks noChangeArrowheads="1"/>
          </p:cNvSpPr>
          <p:nvPr/>
        </p:nvSpPr>
        <p:spPr bwMode="auto">
          <a:xfrm>
            <a:off x="5129213" y="3044825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311" name="AutoShape 151"/>
          <p:cNvSpPr>
            <a:spLocks noChangeArrowheads="1"/>
          </p:cNvSpPr>
          <p:nvPr/>
        </p:nvSpPr>
        <p:spPr bwMode="auto">
          <a:xfrm>
            <a:off x="5124450" y="3944938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312" name="AutoShape 152"/>
          <p:cNvSpPr>
            <a:spLocks noChangeArrowheads="1"/>
          </p:cNvSpPr>
          <p:nvPr/>
        </p:nvSpPr>
        <p:spPr bwMode="auto">
          <a:xfrm>
            <a:off x="5124450" y="2392363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grpSp>
        <p:nvGrpSpPr>
          <p:cNvPr id="2" name="Group 181"/>
          <p:cNvGrpSpPr>
            <a:grpSpLocks/>
          </p:cNvGrpSpPr>
          <p:nvPr/>
        </p:nvGrpSpPr>
        <p:grpSpPr bwMode="auto">
          <a:xfrm>
            <a:off x="6496050" y="3184525"/>
            <a:ext cx="2216150" cy="1481138"/>
            <a:chOff x="4092" y="2006"/>
            <a:chExt cx="1396" cy="933"/>
          </a:xfrm>
        </p:grpSpPr>
        <p:sp>
          <p:nvSpPr>
            <p:cNvPr id="11358" name="Text Box 155"/>
            <p:cNvSpPr txBox="1">
              <a:spLocks noChangeArrowheads="1"/>
            </p:cNvSpPr>
            <p:nvPr/>
          </p:nvSpPr>
          <p:spPr bwMode="auto">
            <a:xfrm>
              <a:off x="4092" y="2006"/>
              <a:ext cx="1396" cy="672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1" i="0">
                  <a:latin typeface="黑体" pitchFamily="2" charset="-122"/>
                  <a:ea typeface="黑体" pitchFamily="2" charset="-122"/>
                </a:rPr>
                <a:t>  </a:t>
              </a:r>
              <a:r>
                <a:rPr kumimoji="0" lang="zh-CN" altLang="en-US" sz="2000" b="1" i="0">
                  <a:latin typeface="黑体" pitchFamily="2" charset="-122"/>
                  <a:ea typeface="黑体" pitchFamily="2" charset="-122"/>
                </a:rPr>
                <a:t>若截切平面与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 b="1" i="0">
                  <a:latin typeface="黑体" pitchFamily="2" charset="-122"/>
                  <a:ea typeface="黑体" pitchFamily="2" charset="-122"/>
                </a:rPr>
                <a:t>轴线成</a:t>
              </a:r>
              <a:r>
                <a:rPr kumimoji="0" lang="en-US" altLang="zh-CN" sz="2000" b="1" i="0">
                  <a:latin typeface="黑体" pitchFamily="2" charset="-122"/>
                  <a:ea typeface="黑体" pitchFamily="2" charset="-122"/>
                </a:rPr>
                <a:t>45°</a:t>
              </a:r>
              <a:r>
                <a:rPr kumimoji="0" lang="zh-CN" altLang="en-US" sz="2000" b="1" i="0">
                  <a:latin typeface="黑体" pitchFamily="2" charset="-122"/>
                  <a:ea typeface="黑体" pitchFamily="2" charset="-122"/>
                </a:rPr>
                <a:t>，则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 b="1" i="0">
                  <a:latin typeface="黑体" pitchFamily="2" charset="-122"/>
                  <a:ea typeface="黑体" pitchFamily="2" charset="-122"/>
                </a:rPr>
                <a:t>椭圆的投影为圆！</a:t>
              </a:r>
              <a:endParaRPr kumimoji="0" lang="zh-CN" altLang="en-US" sz="2400" b="1" i="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1359" name="Freeform 156"/>
            <p:cNvSpPr>
              <a:spLocks/>
            </p:cNvSpPr>
            <p:nvPr/>
          </p:nvSpPr>
          <p:spPr bwMode="auto">
            <a:xfrm>
              <a:off x="4101" y="2650"/>
              <a:ext cx="411" cy="289"/>
            </a:xfrm>
            <a:custGeom>
              <a:avLst/>
              <a:gdLst>
                <a:gd name="T0" fmla="*/ 188 w 411"/>
                <a:gd name="T1" fmla="*/ 0 h 289"/>
                <a:gd name="T2" fmla="*/ 0 w 411"/>
                <a:gd name="T3" fmla="*/ 289 h 289"/>
                <a:gd name="T4" fmla="*/ 411 w 411"/>
                <a:gd name="T5" fmla="*/ 23 h 289"/>
                <a:gd name="T6" fmla="*/ 188 w 411"/>
                <a:gd name="T7" fmla="*/ 0 h 2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1"/>
                <a:gd name="T13" fmla="*/ 0 h 289"/>
                <a:gd name="T14" fmla="*/ 411 w 411"/>
                <a:gd name="T15" fmla="*/ 289 h 2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1" h="289">
                  <a:moveTo>
                    <a:pt x="188" y="0"/>
                  </a:moveTo>
                  <a:lnTo>
                    <a:pt x="0" y="289"/>
                  </a:lnTo>
                  <a:lnTo>
                    <a:pt x="411" y="23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92320" name="Line 160"/>
          <p:cNvSpPr>
            <a:spLocks noChangeShapeType="1"/>
          </p:cNvSpPr>
          <p:nvPr/>
        </p:nvSpPr>
        <p:spPr bwMode="auto">
          <a:xfrm flipH="1">
            <a:off x="4937125" y="5062538"/>
            <a:ext cx="15430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2321" name="Line 161"/>
          <p:cNvSpPr>
            <a:spLocks noChangeShapeType="1"/>
          </p:cNvSpPr>
          <p:nvPr/>
        </p:nvSpPr>
        <p:spPr bwMode="auto">
          <a:xfrm flipH="1">
            <a:off x="4919663" y="5902325"/>
            <a:ext cx="15621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Group 174"/>
          <p:cNvGrpSpPr>
            <a:grpSpLocks/>
          </p:cNvGrpSpPr>
          <p:nvPr/>
        </p:nvGrpSpPr>
        <p:grpSpPr bwMode="auto">
          <a:xfrm>
            <a:off x="6654800" y="4603750"/>
            <a:ext cx="1022350" cy="917575"/>
            <a:chOff x="4192" y="2900"/>
            <a:chExt cx="644" cy="578"/>
          </a:xfrm>
        </p:grpSpPr>
        <p:sp>
          <p:nvSpPr>
            <p:cNvPr id="11355" name="Line 158"/>
            <p:cNvSpPr>
              <a:spLocks noChangeShapeType="1"/>
            </p:cNvSpPr>
            <p:nvPr/>
          </p:nvSpPr>
          <p:spPr bwMode="auto">
            <a:xfrm>
              <a:off x="4525" y="2900"/>
              <a:ext cx="0" cy="5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56" name="Line 159"/>
            <p:cNvSpPr>
              <a:spLocks noChangeShapeType="1"/>
            </p:cNvSpPr>
            <p:nvPr/>
          </p:nvSpPr>
          <p:spPr bwMode="auto">
            <a:xfrm>
              <a:off x="4192" y="3189"/>
              <a:ext cx="6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57" name="Oval 162"/>
            <p:cNvSpPr>
              <a:spLocks noChangeArrowheads="1"/>
            </p:cNvSpPr>
            <p:nvPr/>
          </p:nvSpPr>
          <p:spPr bwMode="auto">
            <a:xfrm>
              <a:off x="4312" y="2973"/>
              <a:ext cx="424" cy="42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</p:grpSp>
      <p:sp>
        <p:nvSpPr>
          <p:cNvPr id="92323" name="Rectangle 163"/>
          <p:cNvSpPr>
            <a:spLocks noChangeArrowheads="1"/>
          </p:cNvSpPr>
          <p:nvPr/>
        </p:nvSpPr>
        <p:spPr bwMode="auto">
          <a:xfrm>
            <a:off x="5022850" y="4719638"/>
            <a:ext cx="1168400" cy="673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324" name="Rectangle 164"/>
          <p:cNvSpPr>
            <a:spLocks noChangeArrowheads="1"/>
          </p:cNvSpPr>
          <p:nvPr/>
        </p:nvSpPr>
        <p:spPr bwMode="auto">
          <a:xfrm>
            <a:off x="5022850" y="5564188"/>
            <a:ext cx="1168400" cy="673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326" name="Freeform 166"/>
          <p:cNvSpPr>
            <a:spLocks/>
          </p:cNvSpPr>
          <p:nvPr/>
        </p:nvSpPr>
        <p:spPr bwMode="auto">
          <a:xfrm>
            <a:off x="5111750" y="4719638"/>
            <a:ext cx="1079500" cy="673100"/>
          </a:xfrm>
          <a:custGeom>
            <a:avLst/>
            <a:gdLst>
              <a:gd name="T0" fmla="*/ 0 w 680"/>
              <a:gd name="T1" fmla="*/ 2147483647 h 424"/>
              <a:gd name="T2" fmla="*/ 2147483647 w 680"/>
              <a:gd name="T3" fmla="*/ 0 h 424"/>
              <a:gd name="T4" fmla="*/ 2147483647 w 680"/>
              <a:gd name="T5" fmla="*/ 0 h 424"/>
              <a:gd name="T6" fmla="*/ 2147483647 w 680"/>
              <a:gd name="T7" fmla="*/ 2147483647 h 424"/>
              <a:gd name="T8" fmla="*/ 0 w 680"/>
              <a:gd name="T9" fmla="*/ 2147483647 h 4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80"/>
              <a:gd name="T16" fmla="*/ 0 h 424"/>
              <a:gd name="T17" fmla="*/ 680 w 680"/>
              <a:gd name="T18" fmla="*/ 424 h 4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80" h="424">
                <a:moveTo>
                  <a:pt x="0" y="424"/>
                </a:moveTo>
                <a:lnTo>
                  <a:pt x="424" y="0"/>
                </a:lnTo>
                <a:lnTo>
                  <a:pt x="680" y="0"/>
                </a:lnTo>
                <a:lnTo>
                  <a:pt x="680" y="424"/>
                </a:lnTo>
                <a:lnTo>
                  <a:pt x="0" y="424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327" name="Line 167"/>
          <p:cNvSpPr>
            <a:spLocks noChangeShapeType="1"/>
          </p:cNvSpPr>
          <p:nvPr/>
        </p:nvSpPr>
        <p:spPr bwMode="auto">
          <a:xfrm>
            <a:off x="5448300" y="5062538"/>
            <a:ext cx="0" cy="44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328" name="Line 168"/>
          <p:cNvSpPr>
            <a:spLocks noChangeShapeType="1"/>
          </p:cNvSpPr>
          <p:nvPr/>
        </p:nvSpPr>
        <p:spPr bwMode="auto">
          <a:xfrm>
            <a:off x="5448300" y="5513388"/>
            <a:ext cx="0" cy="7683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330" name="Line 170"/>
          <p:cNvSpPr>
            <a:spLocks noChangeShapeType="1"/>
          </p:cNvSpPr>
          <p:nvPr/>
        </p:nvSpPr>
        <p:spPr bwMode="auto">
          <a:xfrm>
            <a:off x="5111750" y="5392738"/>
            <a:ext cx="0" cy="50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331" name="Line 171"/>
          <p:cNvSpPr>
            <a:spLocks noChangeShapeType="1"/>
          </p:cNvSpPr>
          <p:nvPr/>
        </p:nvSpPr>
        <p:spPr bwMode="auto">
          <a:xfrm>
            <a:off x="5784850" y="4719638"/>
            <a:ext cx="0" cy="1181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325" name="Line 165"/>
          <p:cNvSpPr>
            <a:spLocks noChangeShapeType="1"/>
          </p:cNvSpPr>
          <p:nvPr/>
        </p:nvSpPr>
        <p:spPr bwMode="auto">
          <a:xfrm flipV="1">
            <a:off x="5111750" y="4719638"/>
            <a:ext cx="673100" cy="6731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333" name="Freeform 173"/>
          <p:cNvSpPr>
            <a:spLocks/>
          </p:cNvSpPr>
          <p:nvPr/>
        </p:nvSpPr>
        <p:spPr bwMode="auto">
          <a:xfrm>
            <a:off x="5448300" y="5557838"/>
            <a:ext cx="742950" cy="681037"/>
          </a:xfrm>
          <a:custGeom>
            <a:avLst/>
            <a:gdLst>
              <a:gd name="T0" fmla="*/ 0 w 468"/>
              <a:gd name="T1" fmla="*/ 0 h 429"/>
              <a:gd name="T2" fmla="*/ 2147483647 w 468"/>
              <a:gd name="T3" fmla="*/ 0 h 429"/>
              <a:gd name="T4" fmla="*/ 2147483647 w 468"/>
              <a:gd name="T5" fmla="*/ 2147483647 h 429"/>
              <a:gd name="T6" fmla="*/ 0 w 468"/>
              <a:gd name="T7" fmla="*/ 2147483647 h 429"/>
              <a:gd name="T8" fmla="*/ 0 60000 65536"/>
              <a:gd name="T9" fmla="*/ 0 60000 65536"/>
              <a:gd name="T10" fmla="*/ 0 60000 65536"/>
              <a:gd name="T11" fmla="*/ 0 60000 65536"/>
              <a:gd name="T12" fmla="*/ 0 w 468"/>
              <a:gd name="T13" fmla="*/ 0 h 429"/>
              <a:gd name="T14" fmla="*/ 468 w 468"/>
              <a:gd name="T15" fmla="*/ 429 h 42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68" h="429">
                <a:moveTo>
                  <a:pt x="0" y="0"/>
                </a:moveTo>
                <a:lnTo>
                  <a:pt x="468" y="0"/>
                </a:lnTo>
                <a:lnTo>
                  <a:pt x="468" y="429"/>
                </a:lnTo>
                <a:lnTo>
                  <a:pt x="0" y="429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329" name="Oval 169"/>
          <p:cNvSpPr>
            <a:spLocks noChangeArrowheads="1"/>
          </p:cNvSpPr>
          <p:nvPr/>
        </p:nvSpPr>
        <p:spPr bwMode="auto">
          <a:xfrm>
            <a:off x="5105400" y="5564188"/>
            <a:ext cx="673100" cy="6731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2336" name="Arc 176"/>
          <p:cNvSpPr>
            <a:spLocks/>
          </p:cNvSpPr>
          <p:nvPr/>
        </p:nvSpPr>
        <p:spPr bwMode="auto">
          <a:xfrm flipH="1">
            <a:off x="5497513" y="4721225"/>
            <a:ext cx="292100" cy="187325"/>
          </a:xfrm>
          <a:custGeom>
            <a:avLst/>
            <a:gdLst>
              <a:gd name="T0" fmla="*/ 2147483647 w 21598"/>
              <a:gd name="T1" fmla="*/ 120219090 h 14303"/>
              <a:gd name="T2" fmla="*/ 2147483647 w 21598"/>
              <a:gd name="T3" fmla="*/ 2147483647 h 14303"/>
              <a:gd name="T4" fmla="*/ 0 w 21598"/>
              <a:gd name="T5" fmla="*/ 0 h 14303"/>
              <a:gd name="T6" fmla="*/ 0 60000 65536"/>
              <a:gd name="T7" fmla="*/ 0 60000 65536"/>
              <a:gd name="T8" fmla="*/ 0 60000 65536"/>
              <a:gd name="T9" fmla="*/ 0 w 21598"/>
              <a:gd name="T10" fmla="*/ 0 h 14303"/>
              <a:gd name="T11" fmla="*/ 21598 w 21598"/>
              <a:gd name="T12" fmla="*/ 14303 h 1430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98" h="14303" fill="none" extrusionOk="0">
                <a:moveTo>
                  <a:pt x="21597" y="311"/>
                </a:moveTo>
                <a:cubicBezTo>
                  <a:pt x="21523" y="5472"/>
                  <a:pt x="19603" y="10435"/>
                  <a:pt x="16185" y="14302"/>
                </a:cubicBezTo>
              </a:path>
              <a:path w="21598" h="14303" stroke="0" extrusionOk="0">
                <a:moveTo>
                  <a:pt x="21597" y="311"/>
                </a:moveTo>
                <a:cubicBezTo>
                  <a:pt x="21523" y="5472"/>
                  <a:pt x="19603" y="10435"/>
                  <a:pt x="16185" y="14302"/>
                </a:cubicBezTo>
                <a:lnTo>
                  <a:pt x="0" y="0"/>
                </a:lnTo>
                <a:lnTo>
                  <a:pt x="21597" y="31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2337" name="Text Box 177"/>
          <p:cNvSpPr txBox="1">
            <a:spLocks noChangeArrowheads="1"/>
          </p:cNvSpPr>
          <p:nvPr/>
        </p:nvSpPr>
        <p:spPr bwMode="auto">
          <a:xfrm>
            <a:off x="5067300" y="4721225"/>
            <a:ext cx="5921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45°</a:t>
            </a:r>
            <a:endParaRPr kumimoji="0" lang="en-US" altLang="zh-CN" sz="2400" b="1">
              <a:latin typeface="ISOCPEUR" pitchFamily="34" charset="0"/>
            </a:endParaRPr>
          </a:p>
        </p:txBody>
      </p:sp>
      <p:sp>
        <p:nvSpPr>
          <p:cNvPr id="92339" name="Text Box 179"/>
          <p:cNvSpPr txBox="1">
            <a:spLocks noChangeArrowheads="1"/>
          </p:cNvSpPr>
          <p:nvPr/>
        </p:nvSpPr>
        <p:spPr bwMode="auto">
          <a:xfrm>
            <a:off x="4260850" y="938213"/>
            <a:ext cx="793750" cy="4572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i="0">
                <a:latin typeface="黑体" pitchFamily="2" charset="-122"/>
                <a:ea typeface="黑体" pitchFamily="2" charset="-122"/>
              </a:rPr>
              <a:t>例：</a:t>
            </a:r>
          </a:p>
        </p:txBody>
      </p:sp>
      <p:sp>
        <p:nvSpPr>
          <p:cNvPr id="92340" name="Text Box 180"/>
          <p:cNvSpPr txBox="1">
            <a:spLocks noChangeArrowheads="1"/>
          </p:cNvSpPr>
          <p:nvPr/>
        </p:nvSpPr>
        <p:spPr bwMode="auto">
          <a:xfrm>
            <a:off x="4117975" y="4252913"/>
            <a:ext cx="793750" cy="4572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i="0">
                <a:latin typeface="黑体" pitchFamily="2" charset="-122"/>
                <a:ea typeface="黑体" pitchFamily="2" charset="-122"/>
              </a:rPr>
              <a:t>例：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9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92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2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2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9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92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9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92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9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9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9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92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92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9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9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92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92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92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9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92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9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9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9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9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92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9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9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9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9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9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9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92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9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9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9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9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9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9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9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9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9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9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6" dur="500"/>
                                        <p:tgtEl>
                                          <p:spTgt spid="9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500"/>
                                        <p:tgtEl>
                                          <p:spTgt spid="9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6" dur="500"/>
                                        <p:tgtEl>
                                          <p:spTgt spid="9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1" dur="500"/>
                                        <p:tgtEl>
                                          <p:spTgt spid="9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 nodeType="clickPar">
                      <p:stCondLst>
                        <p:cond delay="indefinite"/>
                      </p:stCondLst>
                      <p:childTnLst>
                        <p:par>
                          <p:cTn id="2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6" dur="500"/>
                                        <p:tgtEl>
                                          <p:spTgt spid="92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1" dur="500"/>
                                        <p:tgtEl>
                                          <p:spTgt spid="9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5" dur="500"/>
                                        <p:tgtEl>
                                          <p:spTgt spid="9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 nodeType="clickPar">
                      <p:stCondLst>
                        <p:cond delay="indefinite"/>
                      </p:stCondLst>
                      <p:childTnLst>
                        <p:par>
                          <p:cTn id="2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0" dur="500"/>
                                        <p:tgtEl>
                                          <p:spTgt spid="9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 nodeType="clickPar">
                      <p:stCondLst>
                        <p:cond delay="indefinite"/>
                      </p:stCondLst>
                      <p:childTnLst>
                        <p:par>
                          <p:cTn id="2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5" dur="500"/>
                                        <p:tgtEl>
                                          <p:spTgt spid="9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 nodeType="clickPar">
                      <p:stCondLst>
                        <p:cond delay="indefinite"/>
                      </p:stCondLst>
                      <p:childTnLst>
                        <p:par>
                          <p:cTn id="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0" dur="500"/>
                                        <p:tgtEl>
                                          <p:spTgt spid="92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 nodeType="clickPar">
                      <p:stCondLst>
                        <p:cond delay="indefinite"/>
                      </p:stCondLst>
                      <p:childTnLst>
                        <p:par>
                          <p:cTn id="2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5" dur="500"/>
                                        <p:tgtEl>
                                          <p:spTgt spid="9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 nodeType="clickPar">
                      <p:stCondLst>
                        <p:cond delay="indefinite"/>
                      </p:stCondLst>
                      <p:childTnLst>
                        <p:par>
                          <p:cTn id="2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0" dur="500"/>
                                        <p:tgtEl>
                                          <p:spTgt spid="9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4" dur="500"/>
                                        <p:tgtEl>
                                          <p:spTgt spid="9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8" dur="500"/>
                                        <p:tgtEl>
                                          <p:spTgt spid="92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2" dur="500"/>
                                        <p:tgtEl>
                                          <p:spTgt spid="9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 nodeType="clickPar">
                      <p:stCondLst>
                        <p:cond delay="indefinite"/>
                      </p:stCondLst>
                      <p:childTnLst>
                        <p:par>
                          <p:cTn id="2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7" dur="500"/>
                                        <p:tgtEl>
                                          <p:spTgt spid="9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 nodeType="clickPar">
                      <p:stCondLst>
                        <p:cond delay="indefinite"/>
                      </p:stCondLst>
                      <p:childTnLst>
                        <p:par>
                          <p:cTn id="2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2" dur="500"/>
                                        <p:tgtEl>
                                          <p:spTgt spid="92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 nodeType="clickPar">
                      <p:stCondLst>
                        <p:cond delay="indefinite"/>
                      </p:stCondLst>
                      <p:childTnLst>
                        <p:par>
                          <p:cTn id="3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7" dur="500"/>
                                        <p:tgtEl>
                                          <p:spTgt spid="92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 nodeType="clickPar">
                      <p:stCondLst>
                        <p:cond delay="indefinite"/>
                      </p:stCondLst>
                      <p:childTnLst>
                        <p:par>
                          <p:cTn id="3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2" dur="500"/>
                                        <p:tgtEl>
                                          <p:spTgt spid="9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 nodeType="clickPar">
                      <p:stCondLst>
                        <p:cond delay="indefinite"/>
                      </p:stCondLst>
                      <p:childTnLst>
                        <p:par>
                          <p:cTn id="3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7" dur="500"/>
                                        <p:tgtEl>
                                          <p:spTgt spid="9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 nodeType="clickPar">
                      <p:stCondLst>
                        <p:cond delay="indefinite"/>
                      </p:stCondLst>
                      <p:childTnLst>
                        <p:par>
                          <p:cTn id="3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2" dur="500"/>
                                        <p:tgtEl>
                                          <p:spTgt spid="92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 nodeType="clickPar">
                      <p:stCondLst>
                        <p:cond delay="indefinite"/>
                      </p:stCondLst>
                      <p:childTnLst>
                        <p:par>
                          <p:cTn id="3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7" dur="500"/>
                                        <p:tgtEl>
                                          <p:spTgt spid="92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 nodeType="clickPar">
                      <p:stCondLst>
                        <p:cond delay="indefinite"/>
                      </p:stCondLst>
                      <p:childTnLst>
                        <p:par>
                          <p:cTn id="3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2" dur="500"/>
                                        <p:tgtEl>
                                          <p:spTgt spid="9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 nodeType="clickPar">
                      <p:stCondLst>
                        <p:cond delay="indefinite"/>
                      </p:stCondLst>
                      <p:childTnLst>
                        <p:par>
                          <p:cTn id="3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7" dur="500"/>
                                        <p:tgtEl>
                                          <p:spTgt spid="92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 nodeType="clickPar">
                      <p:stCondLst>
                        <p:cond delay="indefinite"/>
                      </p:stCondLst>
                      <p:childTnLst>
                        <p:par>
                          <p:cTn id="3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2" dur="500"/>
                                        <p:tgtEl>
                                          <p:spTgt spid="9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 nodeType="clickPar">
                      <p:stCondLst>
                        <p:cond delay="indefinite"/>
                      </p:stCondLst>
                      <p:childTnLst>
                        <p:par>
                          <p:cTn id="3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7" dur="500"/>
                                        <p:tgtEl>
                                          <p:spTgt spid="922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 nodeType="clickPar">
                      <p:stCondLst>
                        <p:cond delay="indefinite"/>
                      </p:stCondLst>
                      <p:childTnLst>
                        <p:par>
                          <p:cTn id="3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2" dur="500"/>
                                        <p:tgtEl>
                                          <p:spTgt spid="92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 nodeType="clickPar">
                      <p:stCondLst>
                        <p:cond delay="indefinite"/>
                      </p:stCondLst>
                      <p:childTnLst>
                        <p:par>
                          <p:cTn id="3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7" dur="500"/>
                                        <p:tgtEl>
                                          <p:spTgt spid="92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 nodeType="clickPar">
                      <p:stCondLst>
                        <p:cond delay="indefinite"/>
                      </p:stCondLst>
                      <p:childTnLst>
                        <p:par>
                          <p:cTn id="3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2" dur="500"/>
                                        <p:tgtEl>
                                          <p:spTgt spid="922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 nodeType="clickPar">
                      <p:stCondLst>
                        <p:cond delay="indefinite"/>
                      </p:stCondLst>
                      <p:childTnLst>
                        <p:par>
                          <p:cTn id="3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7" dur="500"/>
                                        <p:tgtEl>
                                          <p:spTgt spid="922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 nodeType="clickPar">
                      <p:stCondLst>
                        <p:cond delay="indefinite"/>
                      </p:stCondLst>
                      <p:childTnLst>
                        <p:par>
                          <p:cTn id="3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2" dur="500"/>
                                        <p:tgtEl>
                                          <p:spTgt spid="9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 nodeType="clickPar">
                      <p:stCondLst>
                        <p:cond delay="indefinite"/>
                      </p:stCondLst>
                      <p:childTnLst>
                        <p:par>
                          <p:cTn id="3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 nodeType="clickPar">
                      <p:stCondLst>
                        <p:cond delay="indefinite"/>
                      </p:stCondLst>
                      <p:childTnLst>
                        <p:par>
                          <p:cTn id="3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5" dur="500"/>
                                        <p:tgtEl>
                                          <p:spTgt spid="9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9" dur="500"/>
                                        <p:tgtEl>
                                          <p:spTgt spid="9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3" dur="500"/>
                                        <p:tgtEl>
                                          <p:spTgt spid="9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7" dur="500"/>
                                        <p:tgtEl>
                                          <p:spTgt spid="9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 nodeType="clickPar">
                      <p:stCondLst>
                        <p:cond delay="indefinite"/>
                      </p:stCondLst>
                      <p:childTnLst>
                        <p:par>
                          <p:cTn id="3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2" dur="500"/>
                                        <p:tgtEl>
                                          <p:spTgt spid="92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 nodeType="clickPar">
                      <p:stCondLst>
                        <p:cond delay="indefinite"/>
                      </p:stCondLst>
                      <p:childTnLst>
                        <p:par>
                          <p:cTn id="4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 nodeType="clickPar">
                      <p:stCondLst>
                        <p:cond delay="indefinite"/>
                      </p:stCondLst>
                      <p:childTnLst>
                        <p:par>
                          <p:cTn id="4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2" dur="500"/>
                                        <p:tgtEl>
                                          <p:spTgt spid="9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6" dur="500"/>
                                        <p:tgtEl>
                                          <p:spTgt spid="92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0" dur="500"/>
                                        <p:tgtEl>
                                          <p:spTgt spid="92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 nodeType="clickPar">
                      <p:stCondLst>
                        <p:cond delay="indefinite"/>
                      </p:stCondLst>
                      <p:childTnLst>
                        <p:par>
                          <p:cTn id="4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5" dur="500"/>
                                        <p:tgtEl>
                                          <p:spTgt spid="9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9" dur="500"/>
                                        <p:tgtEl>
                                          <p:spTgt spid="9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 nodeType="clickPar">
                      <p:stCondLst>
                        <p:cond delay="indefinite"/>
                      </p:stCondLst>
                      <p:childTnLst>
                        <p:par>
                          <p:cTn id="4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4" dur="500"/>
                                        <p:tgtEl>
                                          <p:spTgt spid="92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8" dur="500"/>
                                        <p:tgtEl>
                                          <p:spTgt spid="9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 nodeType="clickPar">
                      <p:stCondLst>
                        <p:cond delay="indefinite"/>
                      </p:stCondLst>
                      <p:childTnLst>
                        <p:par>
                          <p:cTn id="4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3" dur="500"/>
                                        <p:tgtEl>
                                          <p:spTgt spid="9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 nodeType="clickPar">
                      <p:stCondLst>
                        <p:cond delay="indefinite"/>
                      </p:stCondLst>
                      <p:childTnLst>
                        <p:par>
                          <p:cTn id="4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8" dur="500"/>
                                        <p:tgtEl>
                                          <p:spTgt spid="92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45" grpId="0" animBg="1"/>
      <p:bldP spid="92246" grpId="0" animBg="1"/>
      <p:bldP spid="92247" grpId="0" animBg="1"/>
      <p:bldP spid="92248" grpId="0" animBg="1"/>
      <p:bldP spid="92249" grpId="0" animBg="1"/>
      <p:bldP spid="92250" grpId="0" animBg="1"/>
      <p:bldP spid="92251" grpId="0" animBg="1"/>
      <p:bldP spid="92255" grpId="0" animBg="1"/>
      <p:bldP spid="92256" grpId="0" animBg="1"/>
      <p:bldP spid="92257" grpId="0" animBg="1"/>
      <p:bldP spid="92258" grpId="0" animBg="1"/>
      <p:bldP spid="92338" grpId="0" animBg="1"/>
      <p:bldP spid="92244" grpId="0" autoUpdateAnimBg="0"/>
      <p:bldP spid="92252" grpId="0" animBg="1"/>
      <p:bldP spid="92253" grpId="0" animBg="1"/>
      <p:bldP spid="92254" grpId="0" animBg="1"/>
      <p:bldP spid="92259" grpId="0" animBg="1"/>
      <p:bldP spid="92260" grpId="0" animBg="1"/>
      <p:bldP spid="92261" grpId="0" animBg="1"/>
      <p:bldP spid="92262" grpId="0" animBg="1"/>
      <p:bldP spid="92263" grpId="0" animBg="1"/>
      <p:bldP spid="92264" grpId="0" animBg="1"/>
      <p:bldP spid="92265" grpId="0" animBg="1"/>
      <p:bldP spid="92266" grpId="0" animBg="1"/>
      <p:bldP spid="92267" grpId="0" autoUpdateAnimBg="0"/>
      <p:bldP spid="92268" grpId="0" autoUpdateAnimBg="0"/>
      <p:bldP spid="92269" grpId="0" animBg="1"/>
      <p:bldP spid="92270" grpId="0" animBg="1"/>
      <p:bldP spid="92271" grpId="0" animBg="1"/>
      <p:bldP spid="92272" grpId="0" autoUpdateAnimBg="0"/>
      <p:bldP spid="92273" grpId="0" autoUpdateAnimBg="0"/>
      <p:bldP spid="92274" grpId="0" autoUpdateAnimBg="0"/>
      <p:bldP spid="92275" grpId="0" autoUpdateAnimBg="0"/>
      <p:bldP spid="92276" grpId="0" autoUpdateAnimBg="0"/>
      <p:bldP spid="92277" grpId="0" autoUpdateAnimBg="0"/>
      <p:bldP spid="92278" grpId="0" autoUpdateAnimBg="0"/>
      <p:bldP spid="92288" grpId="0" animBg="1"/>
      <p:bldP spid="92287" grpId="0" animBg="1"/>
      <p:bldP spid="92279" grpId="0" animBg="1"/>
      <p:bldP spid="92280" grpId="0" autoUpdateAnimBg="0"/>
      <p:bldP spid="92281" grpId="0" autoUpdateAnimBg="0"/>
      <p:bldP spid="92282" grpId="0" autoUpdateAnimBg="0"/>
      <p:bldP spid="92283" grpId="0" animBg="1"/>
      <p:bldP spid="92284" grpId="0" animBg="1"/>
      <p:bldP spid="92285" grpId="0" animBg="1"/>
      <p:bldP spid="92286" grpId="0" animBg="1"/>
      <p:bldP spid="92289" grpId="0" animBg="1"/>
      <p:bldP spid="92290" grpId="0" animBg="1"/>
      <p:bldP spid="92291" grpId="0" animBg="1"/>
      <p:bldP spid="92292" grpId="0" animBg="1"/>
      <p:bldP spid="92293" grpId="0" build="p" autoUpdateAnimBg="0"/>
      <p:bldP spid="92294" grpId="0" autoUpdateAnimBg="0"/>
      <p:bldP spid="92295" grpId="0" build="p" autoUpdateAnimBg="0"/>
      <p:bldP spid="92296" grpId="0" autoUpdateAnimBg="0"/>
      <p:bldP spid="92297" grpId="0" autoUpdateAnimBg="0"/>
      <p:bldP spid="92298" grpId="0"/>
      <p:bldP spid="92299" grpId="0" autoUpdateAnimBg="0"/>
      <p:bldP spid="92300" grpId="0" animBg="1"/>
      <p:bldP spid="92301" grpId="0" animBg="1"/>
      <p:bldP spid="92302" grpId="0" animBg="1"/>
      <p:bldP spid="92303" grpId="0" animBg="1"/>
      <p:bldP spid="92304" grpId="0" animBg="1"/>
      <p:bldP spid="92305" grpId="0" animBg="1"/>
      <p:bldP spid="92306" grpId="0" animBg="1"/>
      <p:bldP spid="92307" grpId="0" animBg="1"/>
      <p:bldP spid="92308" grpId="0" animBg="1"/>
      <p:bldP spid="92309" grpId="0" animBg="1"/>
      <p:bldP spid="92310" grpId="0" animBg="1"/>
      <p:bldP spid="92311" grpId="0" animBg="1"/>
      <p:bldP spid="92312" grpId="0" animBg="1"/>
      <p:bldP spid="92320" grpId="0" animBg="1"/>
      <p:bldP spid="92321" grpId="0" animBg="1"/>
      <p:bldP spid="92323" grpId="0" animBg="1"/>
      <p:bldP spid="92324" grpId="0" animBg="1"/>
      <p:bldP spid="92326" grpId="0" animBg="1"/>
      <p:bldP spid="92327" grpId="0" animBg="1"/>
      <p:bldP spid="92328" grpId="0" animBg="1"/>
      <p:bldP spid="92330" grpId="0" animBg="1"/>
      <p:bldP spid="92331" grpId="0" animBg="1"/>
      <p:bldP spid="92325" grpId="0" animBg="1"/>
      <p:bldP spid="92333" grpId="0" animBg="1"/>
      <p:bldP spid="92329" grpId="0" animBg="1"/>
      <p:bldP spid="92336" grpId="0" animBg="1"/>
      <p:bldP spid="92337" grpId="0" autoUpdateAnimBg="0"/>
      <p:bldP spid="92339" grpId="0" animBg="1" autoUpdateAnimBg="0"/>
      <p:bldP spid="92340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4B7CBCE5-436D-43A8-89DE-CB0B2A9FDF26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10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96267" name="Line 11"/>
          <p:cNvSpPr>
            <a:spLocks noChangeShapeType="1"/>
          </p:cNvSpPr>
          <p:nvPr/>
        </p:nvSpPr>
        <p:spPr bwMode="auto">
          <a:xfrm flipV="1">
            <a:off x="4941888" y="2243849"/>
            <a:ext cx="1157287" cy="1157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6276" name="Line 20"/>
          <p:cNvSpPr>
            <a:spLocks noChangeShapeType="1"/>
          </p:cNvSpPr>
          <p:nvPr/>
        </p:nvSpPr>
        <p:spPr bwMode="auto">
          <a:xfrm>
            <a:off x="5238750" y="3112211"/>
            <a:ext cx="0" cy="1758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6277" name="Line 21"/>
          <p:cNvSpPr>
            <a:spLocks noChangeShapeType="1"/>
          </p:cNvSpPr>
          <p:nvPr/>
        </p:nvSpPr>
        <p:spPr bwMode="auto">
          <a:xfrm>
            <a:off x="5956300" y="2394661"/>
            <a:ext cx="0" cy="2476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6278" name="Line 22"/>
          <p:cNvSpPr>
            <a:spLocks noChangeShapeType="1"/>
          </p:cNvSpPr>
          <p:nvPr/>
        </p:nvSpPr>
        <p:spPr bwMode="auto">
          <a:xfrm>
            <a:off x="6299200" y="2394661"/>
            <a:ext cx="0" cy="2476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6279" name="Line 23"/>
          <p:cNvSpPr>
            <a:spLocks noChangeShapeType="1"/>
          </p:cNvSpPr>
          <p:nvPr/>
        </p:nvSpPr>
        <p:spPr bwMode="auto">
          <a:xfrm>
            <a:off x="5518150" y="2839161"/>
            <a:ext cx="0" cy="768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4702175" y="3705936"/>
            <a:ext cx="2184400" cy="116522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4708525" y="2248611"/>
            <a:ext cx="2184400" cy="116522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6281" name="Oval 25"/>
          <p:cNvSpPr>
            <a:spLocks noChangeArrowheads="1"/>
          </p:cNvSpPr>
          <p:nvPr/>
        </p:nvSpPr>
        <p:spPr bwMode="auto">
          <a:xfrm>
            <a:off x="4946650" y="3709111"/>
            <a:ext cx="1155700" cy="1155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6293" name="Rectangle 37"/>
          <p:cNvSpPr>
            <a:spLocks noChangeArrowheads="1"/>
          </p:cNvSpPr>
          <p:nvPr/>
        </p:nvSpPr>
        <p:spPr bwMode="auto">
          <a:xfrm>
            <a:off x="4348163" y="0"/>
            <a:ext cx="269081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363538" y="292100"/>
            <a:ext cx="87804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i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b="1" i="0">
                <a:latin typeface="黑体" pitchFamily="2" charset="-122"/>
                <a:ea typeface="黑体" pitchFamily="2" charset="-122"/>
              </a:rPr>
              <a:t>．多平面截切圆柱体</a:t>
            </a:r>
          </a:p>
        </p:txBody>
      </p:sp>
      <p:sp>
        <p:nvSpPr>
          <p:cNvPr id="96261" name="Line 5"/>
          <p:cNvSpPr>
            <a:spLocks noChangeShapeType="1"/>
          </p:cNvSpPr>
          <p:nvPr/>
        </p:nvSpPr>
        <p:spPr bwMode="auto">
          <a:xfrm rot="-5400000">
            <a:off x="5850732" y="1592179"/>
            <a:ext cx="0" cy="2493963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6262" name="Line 6"/>
          <p:cNvSpPr>
            <a:spLocks noChangeShapeType="1"/>
          </p:cNvSpPr>
          <p:nvPr/>
        </p:nvSpPr>
        <p:spPr bwMode="auto">
          <a:xfrm>
            <a:off x="8078788" y="2086686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6263" name="Line 7"/>
          <p:cNvSpPr>
            <a:spLocks noChangeShapeType="1"/>
          </p:cNvSpPr>
          <p:nvPr/>
        </p:nvSpPr>
        <p:spPr bwMode="auto">
          <a:xfrm>
            <a:off x="7304088" y="2831224"/>
            <a:ext cx="15351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6264" name="Oval 8"/>
          <p:cNvSpPr>
            <a:spLocks noChangeArrowheads="1"/>
          </p:cNvSpPr>
          <p:nvPr/>
        </p:nvSpPr>
        <p:spPr bwMode="auto">
          <a:xfrm>
            <a:off x="7497763" y="2248611"/>
            <a:ext cx="1165225" cy="116522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6265" name="Line 9"/>
          <p:cNvSpPr>
            <a:spLocks noChangeShapeType="1"/>
          </p:cNvSpPr>
          <p:nvPr/>
        </p:nvSpPr>
        <p:spPr bwMode="auto">
          <a:xfrm rot="-5400000">
            <a:off x="5839619" y="3081255"/>
            <a:ext cx="0" cy="2430462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6274" name="Line 18"/>
          <p:cNvSpPr>
            <a:spLocks noChangeShapeType="1"/>
          </p:cNvSpPr>
          <p:nvPr/>
        </p:nvSpPr>
        <p:spPr bwMode="auto">
          <a:xfrm>
            <a:off x="7569200" y="3112211"/>
            <a:ext cx="101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6275" name="Line 19"/>
          <p:cNvSpPr>
            <a:spLocks noChangeShapeType="1"/>
          </p:cNvSpPr>
          <p:nvPr/>
        </p:nvSpPr>
        <p:spPr bwMode="auto">
          <a:xfrm>
            <a:off x="7683500" y="2394661"/>
            <a:ext cx="7810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6280" name="Line 24"/>
          <p:cNvSpPr>
            <a:spLocks noChangeShapeType="1"/>
          </p:cNvSpPr>
          <p:nvPr/>
        </p:nvSpPr>
        <p:spPr bwMode="auto">
          <a:xfrm>
            <a:off x="5518150" y="3613861"/>
            <a:ext cx="0" cy="13271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6284" name="Rectangle 28"/>
          <p:cNvSpPr>
            <a:spLocks noChangeArrowheads="1"/>
          </p:cNvSpPr>
          <p:nvPr/>
        </p:nvSpPr>
        <p:spPr bwMode="auto">
          <a:xfrm>
            <a:off x="4705350" y="3785311"/>
            <a:ext cx="533400" cy="10096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6285" name="Rectangle 29"/>
          <p:cNvSpPr>
            <a:spLocks noChangeArrowheads="1"/>
          </p:cNvSpPr>
          <p:nvPr/>
        </p:nvSpPr>
        <p:spPr bwMode="auto">
          <a:xfrm>
            <a:off x="5956300" y="3905961"/>
            <a:ext cx="342900" cy="7683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6286" name="Arc 30"/>
          <p:cNvSpPr>
            <a:spLocks/>
          </p:cNvSpPr>
          <p:nvPr/>
        </p:nvSpPr>
        <p:spPr bwMode="auto">
          <a:xfrm>
            <a:off x="5232400" y="3710699"/>
            <a:ext cx="736600" cy="588962"/>
          </a:xfrm>
          <a:custGeom>
            <a:avLst/>
            <a:gdLst>
              <a:gd name="T0" fmla="*/ 0 w 26981"/>
              <a:gd name="T1" fmla="*/ 2147483647 h 21600"/>
              <a:gd name="T2" fmla="*/ 2147483647 w 26981"/>
              <a:gd name="T3" fmla="*/ 2147483647 h 21600"/>
              <a:gd name="T4" fmla="*/ 2147483647 w 26981"/>
              <a:gd name="T5" fmla="*/ 2147483647 h 21600"/>
              <a:gd name="T6" fmla="*/ 0 60000 65536"/>
              <a:gd name="T7" fmla="*/ 0 60000 65536"/>
              <a:gd name="T8" fmla="*/ 0 60000 65536"/>
              <a:gd name="T9" fmla="*/ 0 w 26981"/>
              <a:gd name="T10" fmla="*/ 0 h 21600"/>
              <a:gd name="T11" fmla="*/ 26981 w 2698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981" h="21600" fill="none" extrusionOk="0">
                <a:moveTo>
                  <a:pt x="0" y="2847"/>
                </a:moveTo>
                <a:cubicBezTo>
                  <a:pt x="3264" y="981"/>
                  <a:pt x="6959" y="-1"/>
                  <a:pt x="10719" y="0"/>
                </a:cubicBezTo>
                <a:cubicBezTo>
                  <a:pt x="16950" y="0"/>
                  <a:pt x="22879" y="2691"/>
                  <a:pt x="26980" y="7383"/>
                </a:cubicBezTo>
              </a:path>
              <a:path w="26981" h="21600" stroke="0" extrusionOk="0">
                <a:moveTo>
                  <a:pt x="0" y="2847"/>
                </a:moveTo>
                <a:cubicBezTo>
                  <a:pt x="3264" y="981"/>
                  <a:pt x="6959" y="-1"/>
                  <a:pt x="10719" y="0"/>
                </a:cubicBezTo>
                <a:cubicBezTo>
                  <a:pt x="16950" y="0"/>
                  <a:pt x="22879" y="2691"/>
                  <a:pt x="26980" y="7383"/>
                </a:cubicBezTo>
                <a:lnTo>
                  <a:pt x="10719" y="21600"/>
                </a:lnTo>
                <a:lnTo>
                  <a:pt x="0" y="2847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6287" name="Arc 31"/>
          <p:cNvSpPr>
            <a:spLocks/>
          </p:cNvSpPr>
          <p:nvPr/>
        </p:nvSpPr>
        <p:spPr bwMode="auto">
          <a:xfrm>
            <a:off x="5241925" y="4282199"/>
            <a:ext cx="719138" cy="584200"/>
          </a:xfrm>
          <a:custGeom>
            <a:avLst/>
            <a:gdLst>
              <a:gd name="T0" fmla="*/ 2147483647 w 26620"/>
              <a:gd name="T1" fmla="*/ 2147483647 h 21600"/>
              <a:gd name="T2" fmla="*/ 0 w 26620"/>
              <a:gd name="T3" fmla="*/ 2147483647 h 21600"/>
              <a:gd name="T4" fmla="*/ 2147483647 w 26620"/>
              <a:gd name="T5" fmla="*/ 0 h 21600"/>
              <a:gd name="T6" fmla="*/ 0 60000 65536"/>
              <a:gd name="T7" fmla="*/ 0 60000 65536"/>
              <a:gd name="T8" fmla="*/ 0 60000 65536"/>
              <a:gd name="T9" fmla="*/ 0 w 26620"/>
              <a:gd name="T10" fmla="*/ 0 h 21600"/>
              <a:gd name="T11" fmla="*/ 26620 w 2662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620" h="21600" fill="none" extrusionOk="0">
                <a:moveTo>
                  <a:pt x="26619" y="14382"/>
                </a:moveTo>
                <a:cubicBezTo>
                  <a:pt x="22521" y="18974"/>
                  <a:pt x="16659" y="21599"/>
                  <a:pt x="10505" y="21600"/>
                </a:cubicBezTo>
                <a:cubicBezTo>
                  <a:pt x="6828" y="21600"/>
                  <a:pt x="3212" y="20661"/>
                  <a:pt x="-1" y="18873"/>
                </a:cubicBezTo>
              </a:path>
              <a:path w="26620" h="21600" stroke="0" extrusionOk="0">
                <a:moveTo>
                  <a:pt x="26619" y="14382"/>
                </a:moveTo>
                <a:cubicBezTo>
                  <a:pt x="22521" y="18974"/>
                  <a:pt x="16659" y="21599"/>
                  <a:pt x="10505" y="21600"/>
                </a:cubicBezTo>
                <a:cubicBezTo>
                  <a:pt x="6828" y="21600"/>
                  <a:pt x="3212" y="20661"/>
                  <a:pt x="-1" y="18873"/>
                </a:cubicBezTo>
                <a:lnTo>
                  <a:pt x="10505" y="0"/>
                </a:lnTo>
                <a:lnTo>
                  <a:pt x="26619" y="14382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6288" name="Line 32"/>
          <p:cNvSpPr>
            <a:spLocks noChangeShapeType="1"/>
          </p:cNvSpPr>
          <p:nvPr/>
        </p:nvSpPr>
        <p:spPr bwMode="auto">
          <a:xfrm>
            <a:off x="5518150" y="3712286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6289" name="Line 33"/>
          <p:cNvSpPr>
            <a:spLocks noChangeShapeType="1"/>
          </p:cNvSpPr>
          <p:nvPr/>
        </p:nvSpPr>
        <p:spPr bwMode="auto">
          <a:xfrm>
            <a:off x="5518150" y="4864811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6290" name="Line 34"/>
          <p:cNvSpPr>
            <a:spLocks noChangeShapeType="1"/>
          </p:cNvSpPr>
          <p:nvPr/>
        </p:nvSpPr>
        <p:spPr bwMode="auto">
          <a:xfrm>
            <a:off x="6889750" y="3709111"/>
            <a:ext cx="0" cy="1162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6294" name="Rectangle 38"/>
          <p:cNvSpPr>
            <a:spLocks noChangeArrowheads="1"/>
          </p:cNvSpPr>
          <p:nvPr/>
        </p:nvSpPr>
        <p:spPr bwMode="auto">
          <a:xfrm>
            <a:off x="4856163" y="2775661"/>
            <a:ext cx="3952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1</a:t>
            </a:r>
            <a:r>
              <a:rPr kumimoji="0" lang="en-US" altLang="zh-CN" sz="1800" b="1">
                <a:latin typeface="ISOCPEUR" pitchFamily="34" charset="0"/>
              </a:rPr>
              <a:t>’</a:t>
            </a:r>
          </a:p>
        </p:txBody>
      </p:sp>
      <p:sp>
        <p:nvSpPr>
          <p:cNvPr id="96295" name="Text Box 39"/>
          <p:cNvSpPr txBox="1">
            <a:spLocks noChangeArrowheads="1"/>
          </p:cNvSpPr>
          <p:nvPr/>
        </p:nvSpPr>
        <p:spPr bwMode="auto">
          <a:xfrm>
            <a:off x="5243513" y="2451811"/>
            <a:ext cx="508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2</a:t>
            </a:r>
            <a:r>
              <a:rPr kumimoji="0" lang="en-US" altLang="zh-CN" sz="1800" b="1">
                <a:latin typeface="ISOCPEUR" pitchFamily="34" charset="0"/>
              </a:rPr>
              <a:t>’ </a:t>
            </a:r>
          </a:p>
        </p:txBody>
      </p:sp>
      <p:sp>
        <p:nvSpPr>
          <p:cNvPr id="96299" name="Text Box 43"/>
          <p:cNvSpPr txBox="1">
            <a:spLocks noChangeArrowheads="1"/>
          </p:cNvSpPr>
          <p:nvPr/>
        </p:nvSpPr>
        <p:spPr bwMode="auto">
          <a:xfrm>
            <a:off x="7621588" y="2496261"/>
            <a:ext cx="5286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2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“</a:t>
            </a:r>
          </a:p>
        </p:txBody>
      </p:sp>
      <p:sp>
        <p:nvSpPr>
          <p:cNvPr id="96312" name="Text Box 56"/>
          <p:cNvSpPr txBox="1">
            <a:spLocks noChangeArrowheads="1"/>
          </p:cNvSpPr>
          <p:nvPr/>
        </p:nvSpPr>
        <p:spPr bwMode="auto">
          <a:xfrm>
            <a:off x="4699000" y="3990099"/>
            <a:ext cx="393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1</a:t>
            </a:r>
          </a:p>
        </p:txBody>
      </p:sp>
      <p:sp>
        <p:nvSpPr>
          <p:cNvPr id="96313" name="Text Box 57"/>
          <p:cNvSpPr txBox="1">
            <a:spLocks noChangeArrowheads="1"/>
          </p:cNvSpPr>
          <p:nvPr/>
        </p:nvSpPr>
        <p:spPr bwMode="auto">
          <a:xfrm>
            <a:off x="5465763" y="3955174"/>
            <a:ext cx="4270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2</a:t>
            </a:r>
          </a:p>
        </p:txBody>
      </p:sp>
      <p:sp>
        <p:nvSpPr>
          <p:cNvPr id="96314" name="Text Box 58"/>
          <p:cNvSpPr txBox="1">
            <a:spLocks noChangeArrowheads="1"/>
          </p:cNvSpPr>
          <p:nvPr/>
        </p:nvSpPr>
        <p:spPr bwMode="auto">
          <a:xfrm>
            <a:off x="5889625" y="3964699"/>
            <a:ext cx="4460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3</a:t>
            </a:r>
          </a:p>
        </p:txBody>
      </p:sp>
      <p:grpSp>
        <p:nvGrpSpPr>
          <p:cNvPr id="2" name="Group 65"/>
          <p:cNvGrpSpPr>
            <a:grpSpLocks/>
          </p:cNvGrpSpPr>
          <p:nvPr/>
        </p:nvGrpSpPr>
        <p:grpSpPr bwMode="auto">
          <a:xfrm>
            <a:off x="5605463" y="2605799"/>
            <a:ext cx="488950" cy="274637"/>
            <a:chOff x="3531" y="1293"/>
            <a:chExt cx="308" cy="173"/>
          </a:xfrm>
        </p:grpSpPr>
        <p:sp>
          <p:nvSpPr>
            <p:cNvPr id="12344" name="Arc 63"/>
            <p:cNvSpPr>
              <a:spLocks/>
            </p:cNvSpPr>
            <p:nvPr/>
          </p:nvSpPr>
          <p:spPr bwMode="auto">
            <a:xfrm>
              <a:off x="3543" y="1357"/>
              <a:ext cx="57" cy="86"/>
            </a:xfrm>
            <a:custGeom>
              <a:avLst/>
              <a:gdLst>
                <a:gd name="T0" fmla="*/ 0 w 21522"/>
                <a:gd name="T1" fmla="*/ 0 h 19635"/>
                <a:gd name="T2" fmla="*/ 0 w 21522"/>
                <a:gd name="T3" fmla="*/ 0 h 19635"/>
                <a:gd name="T4" fmla="*/ 0 w 21522"/>
                <a:gd name="T5" fmla="*/ 0 h 19635"/>
                <a:gd name="T6" fmla="*/ 0 60000 65536"/>
                <a:gd name="T7" fmla="*/ 0 60000 65536"/>
                <a:gd name="T8" fmla="*/ 0 60000 65536"/>
                <a:gd name="T9" fmla="*/ 0 w 21522"/>
                <a:gd name="T10" fmla="*/ 0 h 19635"/>
                <a:gd name="T11" fmla="*/ 21522 w 21522"/>
                <a:gd name="T12" fmla="*/ 19635 h 196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22" h="19635" fill="none" extrusionOk="0">
                  <a:moveTo>
                    <a:pt x="9001" y="-1"/>
                  </a:moveTo>
                  <a:cubicBezTo>
                    <a:pt x="16079" y="3244"/>
                    <a:pt x="20863" y="10048"/>
                    <a:pt x="21522" y="17806"/>
                  </a:cubicBezTo>
                </a:path>
                <a:path w="21522" h="19635" stroke="0" extrusionOk="0">
                  <a:moveTo>
                    <a:pt x="9001" y="-1"/>
                  </a:moveTo>
                  <a:cubicBezTo>
                    <a:pt x="16079" y="3244"/>
                    <a:pt x="20863" y="10048"/>
                    <a:pt x="21522" y="17806"/>
                  </a:cubicBezTo>
                  <a:lnTo>
                    <a:pt x="0" y="19635"/>
                  </a:lnTo>
                  <a:lnTo>
                    <a:pt x="9001" y="-1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345" name="Text Box 64"/>
            <p:cNvSpPr txBox="1">
              <a:spLocks noChangeArrowheads="1"/>
            </p:cNvSpPr>
            <p:nvPr/>
          </p:nvSpPr>
          <p:spPr bwMode="auto">
            <a:xfrm>
              <a:off x="3531" y="1293"/>
              <a:ext cx="30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200" b="1">
                  <a:latin typeface="ISOCPEUR" pitchFamily="34" charset="0"/>
                </a:rPr>
                <a:t>45°</a:t>
              </a:r>
              <a:endParaRPr kumimoji="0" lang="en-US" altLang="zh-CN" sz="1800" b="1">
                <a:latin typeface="ISOCPEUR" pitchFamily="34" charset="0"/>
              </a:endParaRPr>
            </a:p>
          </p:txBody>
        </p:sp>
      </p:grpSp>
      <p:sp>
        <p:nvSpPr>
          <p:cNvPr id="96323" name="Freeform 67"/>
          <p:cNvSpPr>
            <a:spLocks/>
          </p:cNvSpPr>
          <p:nvPr/>
        </p:nvSpPr>
        <p:spPr bwMode="auto">
          <a:xfrm>
            <a:off x="4714875" y="2243849"/>
            <a:ext cx="2185988" cy="1166812"/>
          </a:xfrm>
          <a:custGeom>
            <a:avLst/>
            <a:gdLst>
              <a:gd name="T0" fmla="*/ 0 w 1377"/>
              <a:gd name="T1" fmla="*/ 2147483647 h 735"/>
              <a:gd name="T2" fmla="*/ 0 w 1377"/>
              <a:gd name="T3" fmla="*/ 2147483647 h 735"/>
              <a:gd name="T4" fmla="*/ 2147483647 w 1377"/>
              <a:gd name="T5" fmla="*/ 2147483647 h 735"/>
              <a:gd name="T6" fmla="*/ 2147483647 w 1377"/>
              <a:gd name="T7" fmla="*/ 2147483647 h 735"/>
              <a:gd name="T8" fmla="*/ 2147483647 w 1377"/>
              <a:gd name="T9" fmla="*/ 2147483647 h 735"/>
              <a:gd name="T10" fmla="*/ 2147483647 w 1377"/>
              <a:gd name="T11" fmla="*/ 0 h 735"/>
              <a:gd name="T12" fmla="*/ 2147483647 w 1377"/>
              <a:gd name="T13" fmla="*/ 0 h 735"/>
              <a:gd name="T14" fmla="*/ 2147483647 w 1377"/>
              <a:gd name="T15" fmla="*/ 2147483647 h 735"/>
              <a:gd name="T16" fmla="*/ 0 w 1377"/>
              <a:gd name="T17" fmla="*/ 2147483647 h 73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377"/>
              <a:gd name="T28" fmla="*/ 0 h 735"/>
              <a:gd name="T29" fmla="*/ 1377 w 1377"/>
              <a:gd name="T30" fmla="*/ 735 h 73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377" h="735">
                <a:moveTo>
                  <a:pt x="0" y="735"/>
                </a:moveTo>
                <a:lnTo>
                  <a:pt x="0" y="543"/>
                </a:lnTo>
                <a:lnTo>
                  <a:pt x="330" y="543"/>
                </a:lnTo>
                <a:lnTo>
                  <a:pt x="783" y="90"/>
                </a:lnTo>
                <a:lnTo>
                  <a:pt x="1002" y="90"/>
                </a:lnTo>
                <a:lnTo>
                  <a:pt x="1002" y="0"/>
                </a:lnTo>
                <a:lnTo>
                  <a:pt x="1377" y="0"/>
                </a:lnTo>
                <a:lnTo>
                  <a:pt x="1377" y="735"/>
                </a:lnTo>
                <a:lnTo>
                  <a:pt x="0" y="735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6324" name="Text Box 68"/>
          <p:cNvSpPr txBox="1">
            <a:spLocks noChangeArrowheads="1"/>
          </p:cNvSpPr>
          <p:nvPr/>
        </p:nvSpPr>
        <p:spPr bwMode="auto">
          <a:xfrm>
            <a:off x="273226" y="1757356"/>
            <a:ext cx="8780462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None/>
            </a:pPr>
            <a:r>
              <a:rPr kumimoji="0" lang="zh-CN" altLang="en-US" sz="2800" b="1" i="0" dirty="0" smtClean="0">
                <a:latin typeface="黑体" pitchFamily="2" charset="-122"/>
                <a:ea typeface="黑体" pitchFamily="2" charset="-122"/>
              </a:rPr>
              <a:t>求解过程：</a:t>
            </a:r>
            <a:endParaRPr kumimoji="0" lang="en-US" altLang="zh-CN" sz="2800" b="1" i="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endParaRPr kumimoji="0" lang="en-US" altLang="zh-CN" sz="2800" b="1" i="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en-US" altLang="zh-CN" sz="2400" b="1" i="0" dirty="0"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2400" b="1" i="0" dirty="0" smtClean="0">
                <a:latin typeface="黑体" pitchFamily="2" charset="-122"/>
                <a:ea typeface="黑体" pitchFamily="2" charset="-122"/>
              </a:rPr>
              <a:t>基本体？截平面？</a:t>
            </a:r>
            <a:endParaRPr kumimoji="0" lang="zh-CN" altLang="en-US" sz="2400" b="1" i="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b="1" i="0" dirty="0"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2400" b="1" i="0" dirty="0" smtClean="0">
                <a:latin typeface="黑体" pitchFamily="2" charset="-122"/>
                <a:ea typeface="黑体" pitchFamily="2" charset="-122"/>
              </a:rPr>
              <a:t>每个截断面的形状？</a:t>
            </a:r>
            <a:endParaRPr kumimoji="0" lang="en-US" altLang="zh-CN" sz="2400" b="1" i="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b="1" i="0" dirty="0" smtClean="0">
                <a:latin typeface="黑体" pitchFamily="2" charset="-122"/>
                <a:ea typeface="黑体" pitchFamily="2" charset="-122"/>
              </a:rPr>
              <a:t> 每个截断面的投影形状？</a:t>
            </a:r>
            <a:endParaRPr kumimoji="0" lang="zh-CN" altLang="en-US" sz="2400" b="1" i="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i="0" dirty="0">
                <a:latin typeface="黑体" pitchFamily="2" charset="-122"/>
                <a:ea typeface="黑体" pitchFamily="2" charset="-122"/>
              </a:rPr>
              <a:t> （是否 </a:t>
            </a:r>
            <a:r>
              <a:rPr kumimoji="0" lang="en-US" altLang="zh-CN" sz="2400" b="1" i="0" dirty="0">
                <a:latin typeface="黑体" pitchFamily="2" charset="-122"/>
                <a:ea typeface="黑体" pitchFamily="2" charset="-122"/>
              </a:rPr>
              <a:t>45°</a:t>
            </a:r>
            <a:r>
              <a:rPr kumimoji="0" lang="zh-CN" altLang="en-US" sz="2400" b="1" i="0" dirty="0">
                <a:latin typeface="黑体" pitchFamily="2" charset="-122"/>
                <a:ea typeface="黑体" pitchFamily="2" charset="-122"/>
              </a:rPr>
              <a:t>？）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b="1" i="0" dirty="0"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2400" b="1" i="0" dirty="0" smtClean="0">
                <a:latin typeface="黑体" pitchFamily="2" charset="-122"/>
                <a:ea typeface="黑体" pitchFamily="2" charset="-122"/>
              </a:rPr>
              <a:t>面形法</a:t>
            </a:r>
            <a:r>
              <a:rPr kumimoji="0" lang="en-US" altLang="zh-CN" sz="2400" b="1" i="0" dirty="0" smtClean="0">
                <a:latin typeface="黑体" pitchFamily="2" charset="-122"/>
                <a:ea typeface="黑体" pitchFamily="2" charset="-122"/>
              </a:rPr>
              <a:t>!</a:t>
            </a:r>
            <a:endParaRPr kumimoji="0" lang="en-US" altLang="zh-CN" sz="2400" b="1" i="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en-US" altLang="zh-CN" sz="2800" b="1" i="0" dirty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3" name="Group 75"/>
          <p:cNvGrpSpPr>
            <a:grpSpLocks/>
          </p:cNvGrpSpPr>
          <p:nvPr/>
        </p:nvGrpSpPr>
        <p:grpSpPr bwMode="auto">
          <a:xfrm>
            <a:off x="5605463" y="2059699"/>
            <a:ext cx="784225" cy="366712"/>
            <a:chOff x="3534" y="949"/>
            <a:chExt cx="494" cy="231"/>
          </a:xfrm>
        </p:grpSpPr>
        <p:sp>
          <p:nvSpPr>
            <p:cNvPr id="12342" name="Text Box 76"/>
            <p:cNvSpPr txBox="1">
              <a:spLocks noChangeArrowheads="1"/>
            </p:cNvSpPr>
            <p:nvPr/>
          </p:nvSpPr>
          <p:spPr bwMode="auto">
            <a:xfrm>
              <a:off x="3534" y="949"/>
              <a:ext cx="4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3</a:t>
              </a:r>
              <a:r>
                <a:rPr kumimoji="0" lang="en-US" altLang="zh-CN" sz="1800" b="1">
                  <a:latin typeface="ISOCPEUR" pitchFamily="34" charset="0"/>
                </a:rPr>
                <a:t>’    </a:t>
              </a:r>
              <a:endParaRPr kumimoji="0" lang="en-US" altLang="zh-CN" sz="1400" b="1">
                <a:latin typeface="ISOCPEUR" pitchFamily="34" charset="0"/>
              </a:endParaRPr>
            </a:p>
          </p:txBody>
        </p:sp>
        <p:sp>
          <p:nvSpPr>
            <p:cNvPr id="12343" name="Freeform 77"/>
            <p:cNvSpPr>
              <a:spLocks/>
            </p:cNvSpPr>
            <p:nvPr/>
          </p:nvSpPr>
          <p:spPr bwMode="auto">
            <a:xfrm>
              <a:off x="3736" y="1088"/>
              <a:ext cx="96" cy="60"/>
            </a:xfrm>
            <a:custGeom>
              <a:avLst/>
              <a:gdLst>
                <a:gd name="T0" fmla="*/ 0 w 96"/>
                <a:gd name="T1" fmla="*/ 0 h 60"/>
                <a:gd name="T2" fmla="*/ 40 w 96"/>
                <a:gd name="T3" fmla="*/ 4 h 60"/>
                <a:gd name="T4" fmla="*/ 68 w 96"/>
                <a:gd name="T5" fmla="*/ 16 h 60"/>
                <a:gd name="T6" fmla="*/ 96 w 96"/>
                <a:gd name="T7" fmla="*/ 60 h 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60"/>
                <a:gd name="T14" fmla="*/ 96 w 96"/>
                <a:gd name="T15" fmla="*/ 60 h 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60">
                  <a:moveTo>
                    <a:pt x="0" y="0"/>
                  </a:moveTo>
                  <a:cubicBezTo>
                    <a:pt x="14" y="0"/>
                    <a:pt x="29" y="1"/>
                    <a:pt x="40" y="4"/>
                  </a:cubicBezTo>
                  <a:cubicBezTo>
                    <a:pt x="51" y="7"/>
                    <a:pt x="59" y="7"/>
                    <a:pt x="68" y="16"/>
                  </a:cubicBezTo>
                  <a:cubicBezTo>
                    <a:pt x="77" y="25"/>
                    <a:pt x="91" y="53"/>
                    <a:pt x="96" y="60"/>
                  </a:cubicBezTo>
                </a:path>
              </a:pathLst>
            </a:custGeom>
            <a:noFill/>
            <a:ln w="12700">
              <a:solidFill>
                <a:srgbClr val="3333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" name="Group 78"/>
          <p:cNvGrpSpPr>
            <a:grpSpLocks/>
          </p:cNvGrpSpPr>
          <p:nvPr/>
        </p:nvGrpSpPr>
        <p:grpSpPr bwMode="auto">
          <a:xfrm>
            <a:off x="6037263" y="1802524"/>
            <a:ext cx="517525" cy="522287"/>
            <a:chOff x="3803" y="787"/>
            <a:chExt cx="326" cy="329"/>
          </a:xfrm>
        </p:grpSpPr>
        <p:sp>
          <p:nvSpPr>
            <p:cNvPr id="12340" name="Text Box 79"/>
            <p:cNvSpPr txBox="1">
              <a:spLocks noChangeArrowheads="1"/>
            </p:cNvSpPr>
            <p:nvPr/>
          </p:nvSpPr>
          <p:spPr bwMode="auto">
            <a:xfrm>
              <a:off x="3803" y="787"/>
              <a:ext cx="32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 p</a:t>
              </a:r>
              <a:r>
                <a:rPr kumimoji="0" lang="en-US" altLang="zh-CN" sz="1800" b="1" baseline="-10000">
                  <a:latin typeface="ISOCPEUR" pitchFamily="34" charset="0"/>
                </a:rPr>
                <a:t>4</a:t>
              </a:r>
              <a:r>
                <a:rPr kumimoji="0" lang="en-US" altLang="zh-CN" sz="1800" b="1">
                  <a:latin typeface="ISOCPEUR" pitchFamily="34" charset="0"/>
                </a:rPr>
                <a:t>‘</a:t>
              </a:r>
            </a:p>
          </p:txBody>
        </p:sp>
        <p:sp>
          <p:nvSpPr>
            <p:cNvPr id="12341" name="Freeform 80"/>
            <p:cNvSpPr>
              <a:spLocks/>
            </p:cNvSpPr>
            <p:nvPr/>
          </p:nvSpPr>
          <p:spPr bwMode="auto">
            <a:xfrm>
              <a:off x="3884" y="976"/>
              <a:ext cx="72" cy="140"/>
            </a:xfrm>
            <a:custGeom>
              <a:avLst/>
              <a:gdLst>
                <a:gd name="T0" fmla="*/ 0 w 72"/>
                <a:gd name="T1" fmla="*/ 0 h 140"/>
                <a:gd name="T2" fmla="*/ 12 w 72"/>
                <a:gd name="T3" fmla="*/ 64 h 140"/>
                <a:gd name="T4" fmla="*/ 36 w 72"/>
                <a:gd name="T5" fmla="*/ 124 h 140"/>
                <a:gd name="T6" fmla="*/ 72 w 72"/>
                <a:gd name="T7" fmla="*/ 140 h 1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"/>
                <a:gd name="T13" fmla="*/ 0 h 140"/>
                <a:gd name="T14" fmla="*/ 72 w 72"/>
                <a:gd name="T15" fmla="*/ 140 h 1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" h="140">
                  <a:moveTo>
                    <a:pt x="0" y="0"/>
                  </a:moveTo>
                  <a:cubicBezTo>
                    <a:pt x="3" y="21"/>
                    <a:pt x="6" y="43"/>
                    <a:pt x="12" y="64"/>
                  </a:cubicBezTo>
                  <a:cubicBezTo>
                    <a:pt x="18" y="85"/>
                    <a:pt x="26" y="111"/>
                    <a:pt x="36" y="124"/>
                  </a:cubicBezTo>
                  <a:cubicBezTo>
                    <a:pt x="46" y="137"/>
                    <a:pt x="66" y="137"/>
                    <a:pt x="72" y="140"/>
                  </a:cubicBezTo>
                </a:path>
              </a:pathLst>
            </a:custGeom>
            <a:noFill/>
            <a:ln w="12700">
              <a:solidFill>
                <a:srgbClr val="3333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" name="Group 81"/>
          <p:cNvGrpSpPr>
            <a:grpSpLocks/>
          </p:cNvGrpSpPr>
          <p:nvPr/>
        </p:nvGrpSpPr>
        <p:grpSpPr bwMode="auto">
          <a:xfrm>
            <a:off x="7037388" y="2751849"/>
            <a:ext cx="817562" cy="366712"/>
            <a:chOff x="4433" y="1385"/>
            <a:chExt cx="515" cy="231"/>
          </a:xfrm>
        </p:grpSpPr>
        <p:sp>
          <p:nvSpPr>
            <p:cNvPr id="12338" name="Text Box 82"/>
            <p:cNvSpPr txBox="1">
              <a:spLocks noChangeArrowheads="1"/>
            </p:cNvSpPr>
            <p:nvPr/>
          </p:nvSpPr>
          <p:spPr bwMode="auto">
            <a:xfrm>
              <a:off x="4433" y="1385"/>
              <a:ext cx="2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1</a:t>
              </a:r>
              <a:r>
                <a:rPr kumimoji="0" lang="en-US" altLang="zh-CN" sz="1800" b="1">
                  <a:latin typeface="ISOCPEUR" pitchFamily="34" charset="0"/>
                  <a:sym typeface="CommercialPi BT" pitchFamily="18" charset="2"/>
                </a:rPr>
                <a:t>”</a:t>
              </a:r>
            </a:p>
          </p:txBody>
        </p:sp>
        <p:sp>
          <p:nvSpPr>
            <p:cNvPr id="12339" name="Freeform 83"/>
            <p:cNvSpPr>
              <a:spLocks/>
            </p:cNvSpPr>
            <p:nvPr/>
          </p:nvSpPr>
          <p:spPr bwMode="auto">
            <a:xfrm>
              <a:off x="4679" y="1509"/>
              <a:ext cx="269" cy="91"/>
            </a:xfrm>
            <a:custGeom>
              <a:avLst/>
              <a:gdLst>
                <a:gd name="T0" fmla="*/ 0 w 252"/>
                <a:gd name="T1" fmla="*/ 3 h 91"/>
                <a:gd name="T2" fmla="*/ 98 w 252"/>
                <a:gd name="T3" fmla="*/ 3 h 91"/>
                <a:gd name="T4" fmla="*/ 213 w 252"/>
                <a:gd name="T5" fmla="*/ 19 h 91"/>
                <a:gd name="T6" fmla="*/ 286 w 252"/>
                <a:gd name="T7" fmla="*/ 59 h 91"/>
                <a:gd name="T8" fmla="*/ 327 w 252"/>
                <a:gd name="T9" fmla="*/ 91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"/>
                <a:gd name="T16" fmla="*/ 0 h 91"/>
                <a:gd name="T17" fmla="*/ 252 w 252"/>
                <a:gd name="T18" fmla="*/ 91 h 9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" h="91">
                  <a:moveTo>
                    <a:pt x="0" y="3"/>
                  </a:moveTo>
                  <a:cubicBezTo>
                    <a:pt x="24" y="1"/>
                    <a:pt x="49" y="0"/>
                    <a:pt x="76" y="3"/>
                  </a:cubicBezTo>
                  <a:cubicBezTo>
                    <a:pt x="103" y="6"/>
                    <a:pt x="140" y="10"/>
                    <a:pt x="164" y="19"/>
                  </a:cubicBezTo>
                  <a:cubicBezTo>
                    <a:pt x="188" y="28"/>
                    <a:pt x="205" y="47"/>
                    <a:pt x="220" y="59"/>
                  </a:cubicBezTo>
                  <a:cubicBezTo>
                    <a:pt x="235" y="71"/>
                    <a:pt x="247" y="86"/>
                    <a:pt x="252" y="91"/>
                  </a:cubicBezTo>
                </a:path>
              </a:pathLst>
            </a:custGeom>
            <a:noFill/>
            <a:ln w="12700">
              <a:solidFill>
                <a:srgbClr val="3333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" name="Group 84"/>
          <p:cNvGrpSpPr>
            <a:grpSpLocks/>
          </p:cNvGrpSpPr>
          <p:nvPr/>
        </p:nvGrpSpPr>
        <p:grpSpPr bwMode="auto">
          <a:xfrm>
            <a:off x="7485063" y="1978736"/>
            <a:ext cx="466725" cy="403225"/>
            <a:chOff x="4715" y="898"/>
            <a:chExt cx="294" cy="254"/>
          </a:xfrm>
        </p:grpSpPr>
        <p:sp>
          <p:nvSpPr>
            <p:cNvPr id="12336" name="Text Box 85"/>
            <p:cNvSpPr txBox="1">
              <a:spLocks noChangeArrowheads="1"/>
            </p:cNvSpPr>
            <p:nvPr/>
          </p:nvSpPr>
          <p:spPr bwMode="auto">
            <a:xfrm>
              <a:off x="4715" y="898"/>
              <a:ext cx="28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3</a:t>
              </a:r>
              <a:r>
                <a:rPr kumimoji="0" lang="en-US" altLang="zh-CN" sz="1800" b="1">
                  <a:latin typeface="ISOCPEUR" pitchFamily="34" charset="0"/>
                  <a:sym typeface="CommercialPi BT" pitchFamily="18" charset="2"/>
                </a:rPr>
                <a:t>”</a:t>
              </a:r>
            </a:p>
          </p:txBody>
        </p:sp>
        <p:sp>
          <p:nvSpPr>
            <p:cNvPr id="12337" name="Freeform 86"/>
            <p:cNvSpPr>
              <a:spLocks/>
            </p:cNvSpPr>
            <p:nvPr/>
          </p:nvSpPr>
          <p:spPr bwMode="auto">
            <a:xfrm>
              <a:off x="4916" y="1052"/>
              <a:ext cx="93" cy="100"/>
            </a:xfrm>
            <a:custGeom>
              <a:avLst/>
              <a:gdLst>
                <a:gd name="T0" fmla="*/ 0 w 88"/>
                <a:gd name="T1" fmla="*/ 0 h 100"/>
                <a:gd name="T2" fmla="*/ 40 w 88"/>
                <a:gd name="T3" fmla="*/ 20 h 100"/>
                <a:gd name="T4" fmla="*/ 85 w 88"/>
                <a:gd name="T5" fmla="*/ 56 h 100"/>
                <a:gd name="T6" fmla="*/ 110 w 88"/>
                <a:gd name="T7" fmla="*/ 100 h 1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100"/>
                <a:gd name="T14" fmla="*/ 88 w 88"/>
                <a:gd name="T15" fmla="*/ 100 h 1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100">
                  <a:moveTo>
                    <a:pt x="0" y="0"/>
                  </a:moveTo>
                  <a:cubicBezTo>
                    <a:pt x="10" y="5"/>
                    <a:pt x="21" y="11"/>
                    <a:pt x="32" y="20"/>
                  </a:cubicBezTo>
                  <a:cubicBezTo>
                    <a:pt x="43" y="29"/>
                    <a:pt x="59" y="43"/>
                    <a:pt x="68" y="56"/>
                  </a:cubicBezTo>
                  <a:cubicBezTo>
                    <a:pt x="77" y="69"/>
                    <a:pt x="85" y="93"/>
                    <a:pt x="88" y="100"/>
                  </a:cubicBezTo>
                </a:path>
              </a:pathLst>
            </a:custGeom>
            <a:noFill/>
            <a:ln w="12700">
              <a:solidFill>
                <a:srgbClr val="3333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" name="Group 87"/>
          <p:cNvGrpSpPr>
            <a:grpSpLocks/>
          </p:cNvGrpSpPr>
          <p:nvPr/>
        </p:nvGrpSpPr>
        <p:grpSpPr bwMode="auto">
          <a:xfrm>
            <a:off x="8004175" y="1845386"/>
            <a:ext cx="463550" cy="473075"/>
            <a:chOff x="5042" y="814"/>
            <a:chExt cx="292" cy="298"/>
          </a:xfrm>
        </p:grpSpPr>
        <p:sp>
          <p:nvSpPr>
            <p:cNvPr id="12334" name="Text Box 88"/>
            <p:cNvSpPr txBox="1">
              <a:spLocks noChangeArrowheads="1"/>
            </p:cNvSpPr>
            <p:nvPr/>
          </p:nvSpPr>
          <p:spPr bwMode="auto">
            <a:xfrm>
              <a:off x="5042" y="814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4</a:t>
              </a:r>
              <a:r>
                <a:rPr kumimoji="0" lang="en-US" altLang="zh-CN" sz="1800" b="1">
                  <a:latin typeface="ISOCPEUR" pitchFamily="34" charset="0"/>
                  <a:sym typeface="CommercialPi BT" pitchFamily="18" charset="2"/>
                </a:rPr>
                <a:t>“</a:t>
              </a:r>
            </a:p>
          </p:txBody>
        </p:sp>
        <p:sp>
          <p:nvSpPr>
            <p:cNvPr id="12335" name="Freeform 89"/>
            <p:cNvSpPr>
              <a:spLocks/>
            </p:cNvSpPr>
            <p:nvPr/>
          </p:nvSpPr>
          <p:spPr bwMode="auto">
            <a:xfrm>
              <a:off x="5138" y="1000"/>
              <a:ext cx="12" cy="112"/>
            </a:xfrm>
            <a:custGeom>
              <a:avLst/>
              <a:gdLst>
                <a:gd name="T0" fmla="*/ 12 w 12"/>
                <a:gd name="T1" fmla="*/ 0 h 112"/>
                <a:gd name="T2" fmla="*/ 0 w 12"/>
                <a:gd name="T3" fmla="*/ 112 h 112"/>
                <a:gd name="T4" fmla="*/ 0 60000 65536"/>
                <a:gd name="T5" fmla="*/ 0 60000 65536"/>
                <a:gd name="T6" fmla="*/ 0 w 12"/>
                <a:gd name="T7" fmla="*/ 0 h 112"/>
                <a:gd name="T8" fmla="*/ 12 w 12"/>
                <a:gd name="T9" fmla="*/ 112 h 1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" h="112">
                  <a:moveTo>
                    <a:pt x="12" y="0"/>
                  </a:moveTo>
                  <a:cubicBezTo>
                    <a:pt x="12" y="0"/>
                    <a:pt x="6" y="56"/>
                    <a:pt x="0" y="112"/>
                  </a:cubicBezTo>
                </a:path>
              </a:pathLst>
            </a:custGeom>
            <a:noFill/>
            <a:ln w="127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" name="Group 90"/>
          <p:cNvGrpSpPr>
            <a:grpSpLocks/>
          </p:cNvGrpSpPr>
          <p:nvPr/>
        </p:nvGrpSpPr>
        <p:grpSpPr bwMode="auto">
          <a:xfrm>
            <a:off x="5832475" y="3331286"/>
            <a:ext cx="463550" cy="754063"/>
            <a:chOff x="3674" y="1750"/>
            <a:chExt cx="292" cy="475"/>
          </a:xfrm>
        </p:grpSpPr>
        <p:sp>
          <p:nvSpPr>
            <p:cNvPr id="12332" name="Text Box 91"/>
            <p:cNvSpPr txBox="1">
              <a:spLocks noChangeArrowheads="1"/>
            </p:cNvSpPr>
            <p:nvPr/>
          </p:nvSpPr>
          <p:spPr bwMode="auto">
            <a:xfrm>
              <a:off x="3674" y="1750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4</a:t>
              </a:r>
            </a:p>
          </p:txBody>
        </p:sp>
        <p:sp>
          <p:nvSpPr>
            <p:cNvPr id="12333" name="Line 92"/>
            <p:cNvSpPr>
              <a:spLocks noChangeShapeType="1"/>
            </p:cNvSpPr>
            <p:nvPr/>
          </p:nvSpPr>
          <p:spPr bwMode="auto">
            <a:xfrm flipH="1" flipV="1">
              <a:off x="3820" y="1937"/>
              <a:ext cx="136" cy="28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96349" name="Text Box 93"/>
          <p:cNvSpPr txBox="1">
            <a:spLocks noChangeArrowheads="1"/>
          </p:cNvSpPr>
          <p:nvPr/>
        </p:nvSpPr>
        <p:spPr bwMode="auto">
          <a:xfrm>
            <a:off x="4437063" y="1350086"/>
            <a:ext cx="793750" cy="4572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i="0">
                <a:latin typeface="黑体" pitchFamily="2" charset="-122"/>
                <a:ea typeface="黑体" pitchFamily="2" charset="-122"/>
              </a:rPr>
              <a:t>例：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6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9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9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9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96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96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963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963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9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9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96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96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96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96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96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96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9" dur="500"/>
                                        <p:tgtEl>
                                          <p:spTgt spid="96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96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9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9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96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96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9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96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9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96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4" dur="500"/>
                                        <p:tgtEl>
                                          <p:spTgt spid="96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9" dur="500"/>
                                        <p:tgtEl>
                                          <p:spTgt spid="96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9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7" grpId="0" animBg="1"/>
      <p:bldP spid="96276" grpId="0" animBg="1"/>
      <p:bldP spid="96277" grpId="0" animBg="1"/>
      <p:bldP spid="96278" grpId="0" animBg="1"/>
      <p:bldP spid="96279" grpId="0" animBg="1"/>
      <p:bldP spid="96260" grpId="0" animBg="1"/>
      <p:bldP spid="96259" grpId="0" animBg="1"/>
      <p:bldP spid="96281" grpId="0" animBg="1"/>
      <p:bldP spid="96293" grpId="0" animBg="1"/>
      <p:bldP spid="96258" grpId="0" autoUpdateAnimBg="0"/>
      <p:bldP spid="96261" grpId="0" animBg="1"/>
      <p:bldP spid="96262" grpId="0" animBg="1"/>
      <p:bldP spid="96263" grpId="0" animBg="1"/>
      <p:bldP spid="96264" grpId="0" animBg="1"/>
      <p:bldP spid="96265" grpId="0" animBg="1"/>
      <p:bldP spid="96274" grpId="0" animBg="1"/>
      <p:bldP spid="96275" grpId="0" animBg="1"/>
      <p:bldP spid="96280" grpId="0" animBg="1"/>
      <p:bldP spid="96284" grpId="0" animBg="1"/>
      <p:bldP spid="96285" grpId="0" animBg="1"/>
      <p:bldP spid="96286" grpId="0" animBg="1"/>
      <p:bldP spid="96287" grpId="0" animBg="1"/>
      <p:bldP spid="96288" grpId="0" animBg="1"/>
      <p:bldP spid="96289" grpId="0" animBg="1"/>
      <p:bldP spid="96290" grpId="0" animBg="1"/>
      <p:bldP spid="96294" grpId="0" autoUpdateAnimBg="0"/>
      <p:bldP spid="96295" grpId="0" autoUpdateAnimBg="0"/>
      <p:bldP spid="96299" grpId="0" autoUpdateAnimBg="0"/>
      <p:bldP spid="96312" grpId="0" autoUpdateAnimBg="0"/>
      <p:bldP spid="96313" grpId="0" autoUpdateAnimBg="0"/>
      <p:bldP spid="96314" grpId="0" autoUpdateAnimBg="0"/>
      <p:bldP spid="96323" grpId="0" animBg="1"/>
      <p:bldP spid="96324" grpId="0" build="p" autoUpdateAnimBg="0"/>
      <p:bldP spid="96349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0FFD9F8C-CB63-45EB-85B1-212FE88EAF00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11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203200" y="169863"/>
            <a:ext cx="87804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 i="0">
                <a:latin typeface="黑体" pitchFamily="2" charset="-122"/>
                <a:ea typeface="黑体" pitchFamily="2" charset="-122"/>
              </a:rPr>
              <a:t>二．平面与圆锥体相交</a:t>
            </a:r>
            <a:endParaRPr lang="zh-CN" altLang="en-US" sz="1800" b="1" i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209"/>
          <p:cNvGrpSpPr>
            <a:grpSpLocks/>
          </p:cNvGrpSpPr>
          <p:nvPr/>
        </p:nvGrpSpPr>
        <p:grpSpPr bwMode="auto">
          <a:xfrm>
            <a:off x="831850" y="1293813"/>
            <a:ext cx="2857500" cy="3314700"/>
            <a:chOff x="576" y="696"/>
            <a:chExt cx="1800" cy="2088"/>
          </a:xfrm>
        </p:grpSpPr>
        <p:grpSp>
          <p:nvGrpSpPr>
            <p:cNvPr id="13377" name="Group 210"/>
            <p:cNvGrpSpPr>
              <a:grpSpLocks/>
            </p:cNvGrpSpPr>
            <p:nvPr/>
          </p:nvGrpSpPr>
          <p:grpSpPr bwMode="auto">
            <a:xfrm>
              <a:off x="576" y="1800"/>
              <a:ext cx="968" cy="984"/>
              <a:chOff x="576" y="1800"/>
              <a:chExt cx="968" cy="984"/>
            </a:xfrm>
          </p:grpSpPr>
          <p:sp>
            <p:nvSpPr>
              <p:cNvPr id="13388" name="Oval 211"/>
              <p:cNvSpPr>
                <a:spLocks noChangeArrowheads="1"/>
              </p:cNvSpPr>
              <p:nvPr/>
            </p:nvSpPr>
            <p:spPr bwMode="auto">
              <a:xfrm>
                <a:off x="662" y="1888"/>
                <a:ext cx="800" cy="80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/>
              </a:p>
            </p:txBody>
          </p:sp>
          <p:sp>
            <p:nvSpPr>
              <p:cNvPr id="13389" name="Line 212"/>
              <p:cNvSpPr>
                <a:spLocks noChangeShapeType="1"/>
              </p:cNvSpPr>
              <p:nvPr/>
            </p:nvSpPr>
            <p:spPr bwMode="auto">
              <a:xfrm>
                <a:off x="576" y="2288"/>
                <a:ext cx="96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90" name="Line 213"/>
              <p:cNvSpPr>
                <a:spLocks noChangeShapeType="1"/>
              </p:cNvSpPr>
              <p:nvPr/>
            </p:nvSpPr>
            <p:spPr bwMode="auto">
              <a:xfrm>
                <a:off x="1064" y="1800"/>
                <a:ext cx="0" cy="9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378" name="Group 214"/>
            <p:cNvGrpSpPr>
              <a:grpSpLocks/>
            </p:cNvGrpSpPr>
            <p:nvPr/>
          </p:nvGrpSpPr>
          <p:grpSpPr bwMode="auto">
            <a:xfrm>
              <a:off x="656" y="696"/>
              <a:ext cx="808" cy="1032"/>
              <a:chOff x="656" y="696"/>
              <a:chExt cx="808" cy="1032"/>
            </a:xfrm>
          </p:grpSpPr>
          <p:sp>
            <p:nvSpPr>
              <p:cNvPr id="13384" name="Line 215"/>
              <p:cNvSpPr>
                <a:spLocks noChangeShapeType="1"/>
              </p:cNvSpPr>
              <p:nvPr/>
            </p:nvSpPr>
            <p:spPr bwMode="auto">
              <a:xfrm flipV="1">
                <a:off x="1064" y="696"/>
                <a:ext cx="0" cy="10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85" name="Line 216"/>
              <p:cNvSpPr>
                <a:spLocks noChangeShapeType="1"/>
              </p:cNvSpPr>
              <p:nvPr/>
            </p:nvSpPr>
            <p:spPr bwMode="auto">
              <a:xfrm>
                <a:off x="656" y="1608"/>
                <a:ext cx="80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86" name="Line 217"/>
              <p:cNvSpPr>
                <a:spLocks noChangeShapeType="1"/>
              </p:cNvSpPr>
              <p:nvPr/>
            </p:nvSpPr>
            <p:spPr bwMode="auto">
              <a:xfrm flipH="1" flipV="1">
                <a:off x="1064" y="784"/>
                <a:ext cx="400" cy="8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87" name="Line 218"/>
              <p:cNvSpPr>
                <a:spLocks noChangeShapeType="1"/>
              </p:cNvSpPr>
              <p:nvPr/>
            </p:nvSpPr>
            <p:spPr bwMode="auto">
              <a:xfrm flipH="1">
                <a:off x="656" y="792"/>
                <a:ext cx="408" cy="8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379" name="Group 219"/>
            <p:cNvGrpSpPr>
              <a:grpSpLocks/>
            </p:cNvGrpSpPr>
            <p:nvPr/>
          </p:nvGrpSpPr>
          <p:grpSpPr bwMode="auto">
            <a:xfrm>
              <a:off x="1568" y="696"/>
              <a:ext cx="808" cy="1032"/>
              <a:chOff x="656" y="696"/>
              <a:chExt cx="808" cy="1032"/>
            </a:xfrm>
          </p:grpSpPr>
          <p:sp>
            <p:nvSpPr>
              <p:cNvPr id="13380" name="Line 220"/>
              <p:cNvSpPr>
                <a:spLocks noChangeShapeType="1"/>
              </p:cNvSpPr>
              <p:nvPr/>
            </p:nvSpPr>
            <p:spPr bwMode="auto">
              <a:xfrm flipV="1">
                <a:off x="1064" y="696"/>
                <a:ext cx="0" cy="10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81" name="Line 221"/>
              <p:cNvSpPr>
                <a:spLocks noChangeShapeType="1"/>
              </p:cNvSpPr>
              <p:nvPr/>
            </p:nvSpPr>
            <p:spPr bwMode="auto">
              <a:xfrm>
                <a:off x="656" y="1608"/>
                <a:ext cx="80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82" name="Line 222"/>
              <p:cNvSpPr>
                <a:spLocks noChangeShapeType="1"/>
              </p:cNvSpPr>
              <p:nvPr/>
            </p:nvSpPr>
            <p:spPr bwMode="auto">
              <a:xfrm flipH="1" flipV="1">
                <a:off x="1064" y="784"/>
                <a:ext cx="400" cy="8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83" name="Line 223"/>
              <p:cNvSpPr>
                <a:spLocks noChangeShapeType="1"/>
              </p:cNvSpPr>
              <p:nvPr/>
            </p:nvSpPr>
            <p:spPr bwMode="auto">
              <a:xfrm flipH="1">
                <a:off x="656" y="792"/>
                <a:ext cx="408" cy="8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36416" name="Line 224"/>
          <p:cNvSpPr>
            <a:spLocks noChangeShapeType="1"/>
          </p:cNvSpPr>
          <p:nvPr/>
        </p:nvSpPr>
        <p:spPr bwMode="auto">
          <a:xfrm>
            <a:off x="1244600" y="2211388"/>
            <a:ext cx="74930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17" name="Oval 225"/>
          <p:cNvSpPr>
            <a:spLocks noChangeArrowheads="1"/>
          </p:cNvSpPr>
          <p:nvPr/>
        </p:nvSpPr>
        <p:spPr bwMode="auto">
          <a:xfrm>
            <a:off x="1225550" y="3440113"/>
            <a:ext cx="749300" cy="749300"/>
          </a:xfrm>
          <a:prstGeom prst="ellipse">
            <a:avLst/>
          </a:prstGeom>
          <a:solidFill>
            <a:srgbClr val="FFFFCC">
              <a:alpha val="50195"/>
            </a:srgbClr>
          </a:solidFill>
          <a:ln w="38100">
            <a:solidFill>
              <a:srgbClr val="A5002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6418" name="Line 226"/>
          <p:cNvSpPr>
            <a:spLocks noChangeShapeType="1"/>
          </p:cNvSpPr>
          <p:nvPr/>
        </p:nvSpPr>
        <p:spPr bwMode="auto">
          <a:xfrm>
            <a:off x="1974850" y="2208213"/>
            <a:ext cx="0" cy="160020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19" name="Freeform 227"/>
          <p:cNvSpPr>
            <a:spLocks/>
          </p:cNvSpPr>
          <p:nvPr/>
        </p:nvSpPr>
        <p:spPr bwMode="auto">
          <a:xfrm>
            <a:off x="1123950" y="1268413"/>
            <a:ext cx="1054100" cy="968375"/>
          </a:xfrm>
          <a:custGeom>
            <a:avLst/>
            <a:gdLst>
              <a:gd name="T0" fmla="*/ 0 w 664"/>
              <a:gd name="T1" fmla="*/ 2147483647 h 610"/>
              <a:gd name="T2" fmla="*/ 2147483647 w 664"/>
              <a:gd name="T3" fmla="*/ 2147483647 h 610"/>
              <a:gd name="T4" fmla="*/ 2147483647 w 664"/>
              <a:gd name="T5" fmla="*/ 2147483647 h 610"/>
              <a:gd name="T6" fmla="*/ 2147483647 w 664"/>
              <a:gd name="T7" fmla="*/ 2147483647 h 610"/>
              <a:gd name="T8" fmla="*/ 2147483647 w 664"/>
              <a:gd name="T9" fmla="*/ 2147483647 h 610"/>
              <a:gd name="T10" fmla="*/ 2147483647 w 664"/>
              <a:gd name="T11" fmla="*/ 2147483647 h 610"/>
              <a:gd name="T12" fmla="*/ 2147483647 w 664"/>
              <a:gd name="T13" fmla="*/ 0 h 610"/>
              <a:gd name="T14" fmla="*/ 0 w 664"/>
              <a:gd name="T15" fmla="*/ 0 h 610"/>
              <a:gd name="T16" fmla="*/ 0 w 664"/>
              <a:gd name="T17" fmla="*/ 2147483647 h 61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664"/>
              <a:gd name="T28" fmla="*/ 0 h 610"/>
              <a:gd name="T29" fmla="*/ 664 w 664"/>
              <a:gd name="T30" fmla="*/ 610 h 61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664" h="610">
                <a:moveTo>
                  <a:pt x="0" y="576"/>
                </a:moveTo>
                <a:lnTo>
                  <a:pt x="260" y="574"/>
                </a:lnTo>
                <a:lnTo>
                  <a:pt x="260" y="448"/>
                </a:lnTo>
                <a:lnTo>
                  <a:pt x="374" y="448"/>
                </a:lnTo>
                <a:cubicBezTo>
                  <a:pt x="363" y="610"/>
                  <a:pt x="338" y="553"/>
                  <a:pt x="386" y="574"/>
                </a:cubicBezTo>
                <a:lnTo>
                  <a:pt x="664" y="576"/>
                </a:lnTo>
                <a:lnTo>
                  <a:pt x="664" y="0"/>
                </a:lnTo>
                <a:lnTo>
                  <a:pt x="0" y="0"/>
                </a:lnTo>
                <a:lnTo>
                  <a:pt x="0" y="576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6420" name="Line 228"/>
          <p:cNvSpPr>
            <a:spLocks noChangeShapeType="1"/>
          </p:cNvSpPr>
          <p:nvPr/>
        </p:nvSpPr>
        <p:spPr bwMode="auto">
          <a:xfrm>
            <a:off x="2003425" y="2208213"/>
            <a:ext cx="676275" cy="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6421" name="Line 229"/>
          <p:cNvSpPr>
            <a:spLocks noChangeShapeType="1"/>
          </p:cNvSpPr>
          <p:nvPr/>
        </p:nvSpPr>
        <p:spPr bwMode="auto">
          <a:xfrm>
            <a:off x="2670175" y="2208213"/>
            <a:ext cx="771525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6422" name="Freeform 230"/>
          <p:cNvSpPr>
            <a:spLocks/>
          </p:cNvSpPr>
          <p:nvPr/>
        </p:nvSpPr>
        <p:spPr bwMode="auto">
          <a:xfrm>
            <a:off x="2514600" y="1268413"/>
            <a:ext cx="1054100" cy="968375"/>
          </a:xfrm>
          <a:custGeom>
            <a:avLst/>
            <a:gdLst>
              <a:gd name="T0" fmla="*/ 0 w 664"/>
              <a:gd name="T1" fmla="*/ 2147483647 h 610"/>
              <a:gd name="T2" fmla="*/ 2147483647 w 664"/>
              <a:gd name="T3" fmla="*/ 2147483647 h 610"/>
              <a:gd name="T4" fmla="*/ 2147483647 w 664"/>
              <a:gd name="T5" fmla="*/ 2147483647 h 610"/>
              <a:gd name="T6" fmla="*/ 2147483647 w 664"/>
              <a:gd name="T7" fmla="*/ 2147483647 h 610"/>
              <a:gd name="T8" fmla="*/ 2147483647 w 664"/>
              <a:gd name="T9" fmla="*/ 2147483647 h 610"/>
              <a:gd name="T10" fmla="*/ 2147483647 w 664"/>
              <a:gd name="T11" fmla="*/ 2147483647 h 610"/>
              <a:gd name="T12" fmla="*/ 2147483647 w 664"/>
              <a:gd name="T13" fmla="*/ 0 h 610"/>
              <a:gd name="T14" fmla="*/ 0 w 664"/>
              <a:gd name="T15" fmla="*/ 0 h 610"/>
              <a:gd name="T16" fmla="*/ 0 w 664"/>
              <a:gd name="T17" fmla="*/ 2147483647 h 61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664"/>
              <a:gd name="T28" fmla="*/ 0 h 610"/>
              <a:gd name="T29" fmla="*/ 664 w 664"/>
              <a:gd name="T30" fmla="*/ 610 h 61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664" h="610">
                <a:moveTo>
                  <a:pt x="0" y="576"/>
                </a:moveTo>
                <a:lnTo>
                  <a:pt x="260" y="574"/>
                </a:lnTo>
                <a:lnTo>
                  <a:pt x="260" y="448"/>
                </a:lnTo>
                <a:lnTo>
                  <a:pt x="374" y="448"/>
                </a:lnTo>
                <a:cubicBezTo>
                  <a:pt x="363" y="610"/>
                  <a:pt x="338" y="553"/>
                  <a:pt x="386" y="574"/>
                </a:cubicBezTo>
                <a:lnTo>
                  <a:pt x="664" y="576"/>
                </a:lnTo>
                <a:lnTo>
                  <a:pt x="664" y="0"/>
                </a:lnTo>
                <a:lnTo>
                  <a:pt x="0" y="0"/>
                </a:lnTo>
                <a:lnTo>
                  <a:pt x="0" y="576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6423" name="Text Box 231"/>
          <p:cNvSpPr txBox="1">
            <a:spLocks noChangeArrowheads="1"/>
          </p:cNvSpPr>
          <p:nvPr/>
        </p:nvSpPr>
        <p:spPr bwMode="auto">
          <a:xfrm>
            <a:off x="1079500" y="1673225"/>
            <a:ext cx="401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solidFill>
                  <a:srgbClr val="990033"/>
                </a:solidFill>
              </a:rPr>
              <a:t>P</a:t>
            </a:r>
          </a:p>
        </p:txBody>
      </p:sp>
      <p:sp>
        <p:nvSpPr>
          <p:cNvPr id="136424" name="Line 232"/>
          <p:cNvSpPr>
            <a:spLocks noChangeShapeType="1"/>
          </p:cNvSpPr>
          <p:nvPr/>
        </p:nvSpPr>
        <p:spPr bwMode="auto">
          <a:xfrm flipH="1" flipV="1">
            <a:off x="1346200" y="2008188"/>
            <a:ext cx="152400" cy="17145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6425" name="Text Box 233"/>
          <p:cNvSpPr txBox="1">
            <a:spLocks noChangeArrowheads="1"/>
          </p:cNvSpPr>
          <p:nvPr/>
        </p:nvSpPr>
        <p:spPr bwMode="auto">
          <a:xfrm>
            <a:off x="887413" y="4924425"/>
            <a:ext cx="2311400" cy="946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800" b="1" i="0">
                <a:latin typeface="黑体" pitchFamily="2" charset="-122"/>
                <a:ea typeface="黑体" pitchFamily="2" charset="-122"/>
                <a:sym typeface="Symbol" pitchFamily="18" charset="2"/>
              </a:rPr>
              <a:t></a:t>
            </a:r>
            <a:r>
              <a:rPr lang="zh-CN" altLang="zh-CN" sz="2800" b="1" i="0">
                <a:latin typeface="黑体" pitchFamily="2" charset="-122"/>
                <a:ea typeface="黑体" pitchFamily="2" charset="-122"/>
                <a:sym typeface="Symbol" pitchFamily="18" charset="2"/>
              </a:rPr>
              <a:t>轴线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2800" b="1" i="0">
                <a:latin typeface="黑体" pitchFamily="2" charset="-122"/>
                <a:ea typeface="黑体" pitchFamily="2" charset="-122"/>
                <a:sym typeface="Symbol" pitchFamily="18" charset="2"/>
              </a:rPr>
              <a:t>交线为圆</a:t>
            </a:r>
            <a:endParaRPr lang="zh-CN" altLang="en-US" sz="2800" b="1" i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6" name="Group 234"/>
          <p:cNvGrpSpPr>
            <a:grpSpLocks/>
          </p:cNvGrpSpPr>
          <p:nvPr/>
        </p:nvGrpSpPr>
        <p:grpSpPr bwMode="auto">
          <a:xfrm>
            <a:off x="4643438" y="1274763"/>
            <a:ext cx="2857500" cy="3314700"/>
            <a:chOff x="576" y="696"/>
            <a:chExt cx="1800" cy="2088"/>
          </a:xfrm>
        </p:grpSpPr>
        <p:grpSp>
          <p:nvGrpSpPr>
            <p:cNvPr id="13363" name="Group 235"/>
            <p:cNvGrpSpPr>
              <a:grpSpLocks/>
            </p:cNvGrpSpPr>
            <p:nvPr/>
          </p:nvGrpSpPr>
          <p:grpSpPr bwMode="auto">
            <a:xfrm>
              <a:off x="576" y="1800"/>
              <a:ext cx="968" cy="984"/>
              <a:chOff x="576" y="1800"/>
              <a:chExt cx="968" cy="984"/>
            </a:xfrm>
          </p:grpSpPr>
          <p:sp>
            <p:nvSpPr>
              <p:cNvPr id="13374" name="Oval 236"/>
              <p:cNvSpPr>
                <a:spLocks noChangeArrowheads="1"/>
              </p:cNvSpPr>
              <p:nvPr/>
            </p:nvSpPr>
            <p:spPr bwMode="auto">
              <a:xfrm>
                <a:off x="662" y="1888"/>
                <a:ext cx="800" cy="80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/>
              </a:p>
            </p:txBody>
          </p:sp>
          <p:sp>
            <p:nvSpPr>
              <p:cNvPr id="13375" name="Line 237"/>
              <p:cNvSpPr>
                <a:spLocks noChangeShapeType="1"/>
              </p:cNvSpPr>
              <p:nvPr/>
            </p:nvSpPr>
            <p:spPr bwMode="auto">
              <a:xfrm>
                <a:off x="576" y="2288"/>
                <a:ext cx="96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76" name="Line 238"/>
              <p:cNvSpPr>
                <a:spLocks noChangeShapeType="1"/>
              </p:cNvSpPr>
              <p:nvPr/>
            </p:nvSpPr>
            <p:spPr bwMode="auto">
              <a:xfrm>
                <a:off x="1064" y="1800"/>
                <a:ext cx="0" cy="9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364" name="Group 239"/>
            <p:cNvGrpSpPr>
              <a:grpSpLocks/>
            </p:cNvGrpSpPr>
            <p:nvPr/>
          </p:nvGrpSpPr>
          <p:grpSpPr bwMode="auto">
            <a:xfrm>
              <a:off x="656" y="696"/>
              <a:ext cx="808" cy="1032"/>
              <a:chOff x="656" y="696"/>
              <a:chExt cx="808" cy="1032"/>
            </a:xfrm>
          </p:grpSpPr>
          <p:sp>
            <p:nvSpPr>
              <p:cNvPr id="13370" name="Line 240"/>
              <p:cNvSpPr>
                <a:spLocks noChangeShapeType="1"/>
              </p:cNvSpPr>
              <p:nvPr/>
            </p:nvSpPr>
            <p:spPr bwMode="auto">
              <a:xfrm flipV="1">
                <a:off x="1064" y="696"/>
                <a:ext cx="0" cy="10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71" name="Line 241"/>
              <p:cNvSpPr>
                <a:spLocks noChangeShapeType="1"/>
              </p:cNvSpPr>
              <p:nvPr/>
            </p:nvSpPr>
            <p:spPr bwMode="auto">
              <a:xfrm>
                <a:off x="656" y="1608"/>
                <a:ext cx="80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72" name="Line 242"/>
              <p:cNvSpPr>
                <a:spLocks noChangeShapeType="1"/>
              </p:cNvSpPr>
              <p:nvPr/>
            </p:nvSpPr>
            <p:spPr bwMode="auto">
              <a:xfrm flipH="1" flipV="1">
                <a:off x="1064" y="784"/>
                <a:ext cx="400" cy="8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73" name="Line 243"/>
              <p:cNvSpPr>
                <a:spLocks noChangeShapeType="1"/>
              </p:cNvSpPr>
              <p:nvPr/>
            </p:nvSpPr>
            <p:spPr bwMode="auto">
              <a:xfrm flipH="1">
                <a:off x="656" y="792"/>
                <a:ext cx="408" cy="8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365" name="Group 244"/>
            <p:cNvGrpSpPr>
              <a:grpSpLocks/>
            </p:cNvGrpSpPr>
            <p:nvPr/>
          </p:nvGrpSpPr>
          <p:grpSpPr bwMode="auto">
            <a:xfrm>
              <a:off x="1568" y="696"/>
              <a:ext cx="808" cy="1032"/>
              <a:chOff x="656" y="696"/>
              <a:chExt cx="808" cy="1032"/>
            </a:xfrm>
          </p:grpSpPr>
          <p:sp>
            <p:nvSpPr>
              <p:cNvPr id="13366" name="Line 245"/>
              <p:cNvSpPr>
                <a:spLocks noChangeShapeType="1"/>
              </p:cNvSpPr>
              <p:nvPr/>
            </p:nvSpPr>
            <p:spPr bwMode="auto">
              <a:xfrm flipV="1">
                <a:off x="1064" y="696"/>
                <a:ext cx="0" cy="10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67" name="Line 246"/>
              <p:cNvSpPr>
                <a:spLocks noChangeShapeType="1"/>
              </p:cNvSpPr>
              <p:nvPr/>
            </p:nvSpPr>
            <p:spPr bwMode="auto">
              <a:xfrm>
                <a:off x="656" y="1608"/>
                <a:ext cx="80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68" name="Line 247"/>
              <p:cNvSpPr>
                <a:spLocks noChangeShapeType="1"/>
              </p:cNvSpPr>
              <p:nvPr/>
            </p:nvSpPr>
            <p:spPr bwMode="auto">
              <a:xfrm flipH="1" flipV="1">
                <a:off x="1064" y="784"/>
                <a:ext cx="400" cy="8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69" name="Line 248"/>
              <p:cNvSpPr>
                <a:spLocks noChangeShapeType="1"/>
              </p:cNvSpPr>
              <p:nvPr/>
            </p:nvSpPr>
            <p:spPr bwMode="auto">
              <a:xfrm flipH="1">
                <a:off x="656" y="792"/>
                <a:ext cx="408" cy="8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36441" name="Line 249"/>
          <p:cNvSpPr>
            <a:spLocks noChangeShapeType="1"/>
          </p:cNvSpPr>
          <p:nvPr/>
        </p:nvSpPr>
        <p:spPr bwMode="auto">
          <a:xfrm flipV="1">
            <a:off x="4868863" y="1411288"/>
            <a:ext cx="558800" cy="113030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42" name="Line 250"/>
          <p:cNvSpPr>
            <a:spLocks noChangeShapeType="1"/>
          </p:cNvSpPr>
          <p:nvPr/>
        </p:nvSpPr>
        <p:spPr bwMode="auto">
          <a:xfrm flipH="1" flipV="1">
            <a:off x="5426075" y="1397000"/>
            <a:ext cx="163513" cy="39370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43" name="Line 251"/>
          <p:cNvSpPr>
            <a:spLocks noChangeShapeType="1"/>
          </p:cNvSpPr>
          <p:nvPr/>
        </p:nvSpPr>
        <p:spPr bwMode="auto">
          <a:xfrm flipH="1" flipV="1">
            <a:off x="5426075" y="1374775"/>
            <a:ext cx="168275" cy="398463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44" name="Line 252"/>
          <p:cNvSpPr>
            <a:spLocks noChangeShapeType="1"/>
          </p:cNvSpPr>
          <p:nvPr/>
        </p:nvSpPr>
        <p:spPr bwMode="auto">
          <a:xfrm flipV="1">
            <a:off x="4872038" y="1385888"/>
            <a:ext cx="539750" cy="11303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45" name="Line 253"/>
          <p:cNvSpPr>
            <a:spLocks noChangeShapeType="1"/>
          </p:cNvSpPr>
          <p:nvPr/>
        </p:nvSpPr>
        <p:spPr bwMode="auto">
          <a:xfrm flipV="1">
            <a:off x="4840288" y="1819275"/>
            <a:ext cx="765175" cy="765175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46" name="Text Box 254"/>
          <p:cNvSpPr txBox="1">
            <a:spLocks noChangeArrowheads="1"/>
          </p:cNvSpPr>
          <p:nvPr/>
        </p:nvSpPr>
        <p:spPr bwMode="auto">
          <a:xfrm>
            <a:off x="5100638" y="2027238"/>
            <a:ext cx="376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0">
                <a:solidFill>
                  <a:srgbClr val="A50021"/>
                </a:solidFill>
                <a:sym typeface="Symbol" pitchFamily="18" charset="2"/>
              </a:rPr>
              <a:t></a:t>
            </a:r>
            <a:endParaRPr lang="en-US" altLang="zh-CN" sz="2400" b="1" i="0">
              <a:solidFill>
                <a:srgbClr val="A50021"/>
              </a:solidFill>
            </a:endParaRPr>
          </a:p>
        </p:txBody>
      </p:sp>
      <p:sp>
        <p:nvSpPr>
          <p:cNvPr id="136447" name="Arc 255"/>
          <p:cNvSpPr>
            <a:spLocks/>
          </p:cNvSpPr>
          <p:nvPr/>
        </p:nvSpPr>
        <p:spPr bwMode="auto">
          <a:xfrm rot="2930715" flipV="1">
            <a:off x="5150644" y="2259806"/>
            <a:ext cx="300038" cy="200025"/>
          </a:xfrm>
          <a:custGeom>
            <a:avLst/>
            <a:gdLst>
              <a:gd name="T0" fmla="*/ 0 w 20640"/>
              <a:gd name="T1" fmla="*/ 0 h 21600"/>
              <a:gd name="T2" fmla="*/ 2147483647 w 20640"/>
              <a:gd name="T3" fmla="*/ 1037314833 h 21600"/>
              <a:gd name="T4" fmla="*/ 0 w 20640"/>
              <a:gd name="T5" fmla="*/ 1470978877 h 21600"/>
              <a:gd name="T6" fmla="*/ 0 60000 65536"/>
              <a:gd name="T7" fmla="*/ 0 60000 65536"/>
              <a:gd name="T8" fmla="*/ 0 60000 65536"/>
              <a:gd name="T9" fmla="*/ 0 w 20640"/>
              <a:gd name="T10" fmla="*/ 0 h 21600"/>
              <a:gd name="T11" fmla="*/ 20640 w 2064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640" h="21600" fill="none" extrusionOk="0">
                <a:moveTo>
                  <a:pt x="-1" y="0"/>
                </a:moveTo>
                <a:cubicBezTo>
                  <a:pt x="9476" y="0"/>
                  <a:pt x="17846" y="6176"/>
                  <a:pt x="20639" y="15232"/>
                </a:cubicBezTo>
              </a:path>
              <a:path w="20640" h="21600" stroke="0" extrusionOk="0">
                <a:moveTo>
                  <a:pt x="-1" y="0"/>
                </a:moveTo>
                <a:cubicBezTo>
                  <a:pt x="9476" y="0"/>
                  <a:pt x="17846" y="6176"/>
                  <a:pt x="20639" y="15232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6448" name="Text Box 256"/>
          <p:cNvSpPr txBox="1">
            <a:spLocks noChangeArrowheads="1"/>
          </p:cNvSpPr>
          <p:nvPr/>
        </p:nvSpPr>
        <p:spPr bwMode="auto">
          <a:xfrm>
            <a:off x="5156200" y="1550988"/>
            <a:ext cx="34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0">
                <a:solidFill>
                  <a:srgbClr val="A50021"/>
                </a:solidFill>
                <a:sym typeface="Symbol" pitchFamily="18" charset="2"/>
              </a:rPr>
              <a:t></a:t>
            </a:r>
            <a:endParaRPr lang="en-US" altLang="zh-CN" sz="2400" b="1" i="0">
              <a:solidFill>
                <a:srgbClr val="A50021"/>
              </a:solidFill>
            </a:endParaRPr>
          </a:p>
        </p:txBody>
      </p:sp>
      <p:sp>
        <p:nvSpPr>
          <p:cNvPr id="136449" name="Arc 257"/>
          <p:cNvSpPr>
            <a:spLocks/>
          </p:cNvSpPr>
          <p:nvPr/>
        </p:nvSpPr>
        <p:spPr bwMode="auto">
          <a:xfrm rot="2234214" flipV="1">
            <a:off x="5205413" y="1760538"/>
            <a:ext cx="250825" cy="200025"/>
          </a:xfrm>
          <a:custGeom>
            <a:avLst/>
            <a:gdLst>
              <a:gd name="T0" fmla="*/ 0 w 17241"/>
              <a:gd name="T1" fmla="*/ 0 h 21600"/>
              <a:gd name="T2" fmla="*/ 2147483647 w 17241"/>
              <a:gd name="T3" fmla="*/ 584846541 h 21600"/>
              <a:gd name="T4" fmla="*/ 0 w 17241"/>
              <a:gd name="T5" fmla="*/ 1470978877 h 21600"/>
              <a:gd name="T6" fmla="*/ 0 60000 65536"/>
              <a:gd name="T7" fmla="*/ 0 60000 65536"/>
              <a:gd name="T8" fmla="*/ 0 60000 65536"/>
              <a:gd name="T9" fmla="*/ 0 w 17241"/>
              <a:gd name="T10" fmla="*/ 0 h 21600"/>
              <a:gd name="T11" fmla="*/ 17241 w 1724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241" h="21600" fill="none" extrusionOk="0">
                <a:moveTo>
                  <a:pt x="-1" y="0"/>
                </a:moveTo>
                <a:cubicBezTo>
                  <a:pt x="6775" y="0"/>
                  <a:pt x="13159" y="3179"/>
                  <a:pt x="17240" y="8588"/>
                </a:cubicBezTo>
              </a:path>
              <a:path w="17241" h="21600" stroke="0" extrusionOk="0">
                <a:moveTo>
                  <a:pt x="-1" y="0"/>
                </a:moveTo>
                <a:cubicBezTo>
                  <a:pt x="6775" y="0"/>
                  <a:pt x="13159" y="3179"/>
                  <a:pt x="17240" y="8588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6450" name="Line 258"/>
          <p:cNvSpPr>
            <a:spLocks noChangeShapeType="1"/>
          </p:cNvSpPr>
          <p:nvPr/>
        </p:nvSpPr>
        <p:spPr bwMode="auto">
          <a:xfrm>
            <a:off x="5613400" y="1817688"/>
            <a:ext cx="0" cy="198120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6451" name="Line 259"/>
          <p:cNvSpPr>
            <a:spLocks noChangeShapeType="1"/>
          </p:cNvSpPr>
          <p:nvPr/>
        </p:nvSpPr>
        <p:spPr bwMode="auto">
          <a:xfrm>
            <a:off x="4851400" y="2570163"/>
            <a:ext cx="0" cy="1228725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52" name="Oval 260"/>
          <p:cNvSpPr>
            <a:spLocks noChangeArrowheads="1"/>
          </p:cNvSpPr>
          <p:nvPr/>
        </p:nvSpPr>
        <p:spPr bwMode="auto">
          <a:xfrm>
            <a:off x="4870450" y="3455988"/>
            <a:ext cx="742950" cy="676275"/>
          </a:xfrm>
          <a:prstGeom prst="ellipse">
            <a:avLst/>
          </a:prstGeom>
          <a:solidFill>
            <a:srgbClr val="FFFFCC">
              <a:alpha val="50195"/>
            </a:srgbClr>
          </a:solidFill>
          <a:ln w="38100">
            <a:solidFill>
              <a:srgbClr val="A5002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6453" name="Line 261"/>
          <p:cNvSpPr>
            <a:spLocks noChangeShapeType="1"/>
          </p:cNvSpPr>
          <p:nvPr/>
        </p:nvSpPr>
        <p:spPr bwMode="auto">
          <a:xfrm>
            <a:off x="4832350" y="2579688"/>
            <a:ext cx="2019300" cy="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54" name="Line 262"/>
          <p:cNvSpPr>
            <a:spLocks noChangeShapeType="1"/>
          </p:cNvSpPr>
          <p:nvPr/>
        </p:nvSpPr>
        <p:spPr bwMode="auto">
          <a:xfrm>
            <a:off x="5403850" y="2017713"/>
            <a:ext cx="1752600" cy="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55" name="Line 263"/>
          <p:cNvSpPr>
            <a:spLocks noChangeShapeType="1"/>
          </p:cNvSpPr>
          <p:nvPr/>
        </p:nvSpPr>
        <p:spPr bwMode="auto">
          <a:xfrm flipH="1">
            <a:off x="6581775" y="1403350"/>
            <a:ext cx="301625" cy="604838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56" name="Line 264"/>
          <p:cNvSpPr>
            <a:spLocks noChangeShapeType="1"/>
          </p:cNvSpPr>
          <p:nvPr/>
        </p:nvSpPr>
        <p:spPr bwMode="auto">
          <a:xfrm>
            <a:off x="6865938" y="1422400"/>
            <a:ext cx="290512" cy="595313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57" name="Oval 265"/>
          <p:cNvSpPr>
            <a:spLocks noChangeArrowheads="1"/>
          </p:cNvSpPr>
          <p:nvPr/>
        </p:nvSpPr>
        <p:spPr bwMode="auto">
          <a:xfrm>
            <a:off x="6518275" y="1827213"/>
            <a:ext cx="685800" cy="742950"/>
          </a:xfrm>
          <a:prstGeom prst="ellipse">
            <a:avLst/>
          </a:prstGeom>
          <a:solidFill>
            <a:srgbClr val="FFFFCC">
              <a:alpha val="50195"/>
            </a:srgbClr>
          </a:solidFill>
          <a:ln w="38100">
            <a:solidFill>
              <a:srgbClr val="A5002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6458" name="Line 266"/>
          <p:cNvSpPr>
            <a:spLocks noChangeShapeType="1"/>
          </p:cNvSpPr>
          <p:nvPr/>
        </p:nvSpPr>
        <p:spPr bwMode="auto">
          <a:xfrm>
            <a:off x="5622925" y="1817688"/>
            <a:ext cx="1228725" cy="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59" name="Text Box 267"/>
          <p:cNvSpPr txBox="1">
            <a:spLocks noChangeArrowheads="1"/>
          </p:cNvSpPr>
          <p:nvPr/>
        </p:nvSpPr>
        <p:spPr bwMode="auto">
          <a:xfrm>
            <a:off x="4632325" y="1587500"/>
            <a:ext cx="401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solidFill>
                  <a:srgbClr val="990033"/>
                </a:solidFill>
              </a:rPr>
              <a:t>P</a:t>
            </a:r>
          </a:p>
        </p:txBody>
      </p:sp>
      <p:sp>
        <p:nvSpPr>
          <p:cNvPr id="136460" name="Line 268"/>
          <p:cNvSpPr>
            <a:spLocks noChangeShapeType="1"/>
          </p:cNvSpPr>
          <p:nvPr/>
        </p:nvSpPr>
        <p:spPr bwMode="auto">
          <a:xfrm>
            <a:off x="4956175" y="1922463"/>
            <a:ext cx="304800" cy="22860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61" name="Text Box 269"/>
          <p:cNvSpPr txBox="1">
            <a:spLocks noChangeArrowheads="1"/>
          </p:cNvSpPr>
          <p:nvPr/>
        </p:nvSpPr>
        <p:spPr bwMode="auto">
          <a:xfrm>
            <a:off x="4816475" y="4900613"/>
            <a:ext cx="3081338" cy="946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latin typeface="黑体" pitchFamily="2" charset="-122"/>
                <a:ea typeface="黑体" pitchFamily="2" charset="-122"/>
              </a:rPr>
              <a:t>P   </a:t>
            </a:r>
            <a:r>
              <a:rPr lang="zh-CN" altLang="zh-CN" sz="2800" b="1" i="0">
                <a:latin typeface="黑体" pitchFamily="2" charset="-122"/>
                <a:ea typeface="黑体" pitchFamily="2" charset="-122"/>
              </a:rPr>
              <a:t>轴线 </a:t>
            </a:r>
            <a:r>
              <a:rPr lang="zh-CN" altLang="zh-CN" sz="2800" b="1" i="0">
                <a:latin typeface="黑体" pitchFamily="2" charset="-122"/>
                <a:ea typeface="黑体" pitchFamily="2" charset="-122"/>
                <a:sym typeface="Symbol" pitchFamily="18" charset="2"/>
              </a:rPr>
              <a:t></a:t>
            </a:r>
            <a:r>
              <a:rPr lang="en-US" altLang="zh-CN" sz="2800" b="1" i="0">
                <a:latin typeface="黑体" pitchFamily="2" charset="-122"/>
                <a:ea typeface="黑体" pitchFamily="2" charset="-122"/>
                <a:sym typeface="Symbol" pitchFamily="18" charset="2"/>
              </a:rPr>
              <a:t>&gt;</a:t>
            </a:r>
            <a:r>
              <a:rPr lang="zh-CN" altLang="zh-CN" sz="2800" b="1" i="0">
                <a:latin typeface="黑体" pitchFamily="2" charset="-122"/>
                <a:ea typeface="黑体" pitchFamily="2" charset="-122"/>
                <a:sym typeface="Symbol" pitchFamily="18" charset="2"/>
              </a:rPr>
              <a:t>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2800" b="1" i="0">
                <a:latin typeface="黑体" pitchFamily="2" charset="-122"/>
                <a:ea typeface="黑体" pitchFamily="2" charset="-122"/>
                <a:sym typeface="Symbol" pitchFamily="18" charset="2"/>
              </a:rPr>
              <a:t>交线为椭圆</a:t>
            </a:r>
            <a:endParaRPr lang="zh-CN" altLang="en-US" sz="2800" b="1" i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0" name="Group 270"/>
          <p:cNvGrpSpPr>
            <a:grpSpLocks/>
          </p:cNvGrpSpPr>
          <p:nvPr/>
        </p:nvGrpSpPr>
        <p:grpSpPr bwMode="auto">
          <a:xfrm>
            <a:off x="5461000" y="4959350"/>
            <a:ext cx="393700" cy="330200"/>
            <a:chOff x="5026" y="3694"/>
            <a:chExt cx="248" cy="208"/>
          </a:xfrm>
        </p:grpSpPr>
        <p:sp>
          <p:nvSpPr>
            <p:cNvPr id="13361" name="Line 271"/>
            <p:cNvSpPr>
              <a:spLocks noChangeShapeType="1"/>
            </p:cNvSpPr>
            <p:nvPr/>
          </p:nvSpPr>
          <p:spPr bwMode="auto">
            <a:xfrm flipH="1">
              <a:off x="5134" y="3694"/>
              <a:ext cx="116" cy="2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2" name="Line 272"/>
            <p:cNvSpPr>
              <a:spLocks noChangeShapeType="1"/>
            </p:cNvSpPr>
            <p:nvPr/>
          </p:nvSpPr>
          <p:spPr bwMode="auto">
            <a:xfrm>
              <a:off x="5026" y="3902"/>
              <a:ext cx="24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6466" name="Oval 274"/>
          <p:cNvSpPr>
            <a:spLocks noChangeArrowheads="1"/>
          </p:cNvSpPr>
          <p:nvPr/>
        </p:nvSpPr>
        <p:spPr bwMode="auto">
          <a:xfrm>
            <a:off x="5556250" y="1751013"/>
            <a:ext cx="104775" cy="1047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6467" name="Oval 275"/>
          <p:cNvSpPr>
            <a:spLocks noChangeArrowheads="1"/>
          </p:cNvSpPr>
          <p:nvPr/>
        </p:nvSpPr>
        <p:spPr bwMode="auto">
          <a:xfrm>
            <a:off x="5556250" y="3751263"/>
            <a:ext cx="104775" cy="1047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6468" name="Oval 276"/>
          <p:cNvSpPr>
            <a:spLocks noChangeArrowheads="1"/>
          </p:cNvSpPr>
          <p:nvPr/>
        </p:nvSpPr>
        <p:spPr bwMode="auto">
          <a:xfrm>
            <a:off x="4784725" y="2522538"/>
            <a:ext cx="104775" cy="1047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6469" name="Oval 277"/>
          <p:cNvSpPr>
            <a:spLocks noChangeArrowheads="1"/>
          </p:cNvSpPr>
          <p:nvPr/>
        </p:nvSpPr>
        <p:spPr bwMode="auto">
          <a:xfrm>
            <a:off x="4803775" y="3741738"/>
            <a:ext cx="104775" cy="1047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6470" name="Oval 278"/>
          <p:cNvSpPr>
            <a:spLocks noChangeArrowheads="1"/>
          </p:cNvSpPr>
          <p:nvPr/>
        </p:nvSpPr>
        <p:spPr bwMode="auto">
          <a:xfrm>
            <a:off x="6813550" y="1770063"/>
            <a:ext cx="104775" cy="1047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6471" name="Oval 279"/>
          <p:cNvSpPr>
            <a:spLocks noChangeArrowheads="1"/>
          </p:cNvSpPr>
          <p:nvPr/>
        </p:nvSpPr>
        <p:spPr bwMode="auto">
          <a:xfrm>
            <a:off x="5356225" y="1970088"/>
            <a:ext cx="104775" cy="1047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6472" name="Oval 280"/>
          <p:cNvSpPr>
            <a:spLocks noChangeArrowheads="1"/>
          </p:cNvSpPr>
          <p:nvPr/>
        </p:nvSpPr>
        <p:spPr bwMode="auto">
          <a:xfrm>
            <a:off x="7108825" y="1970088"/>
            <a:ext cx="104775" cy="1047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6473" name="Oval 281"/>
          <p:cNvSpPr>
            <a:spLocks noChangeArrowheads="1"/>
          </p:cNvSpPr>
          <p:nvPr/>
        </p:nvSpPr>
        <p:spPr bwMode="auto">
          <a:xfrm>
            <a:off x="6508750" y="1970088"/>
            <a:ext cx="104775" cy="1047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6474" name="Oval 282"/>
          <p:cNvSpPr>
            <a:spLocks noChangeArrowheads="1"/>
          </p:cNvSpPr>
          <p:nvPr/>
        </p:nvSpPr>
        <p:spPr bwMode="auto">
          <a:xfrm>
            <a:off x="6804025" y="2522538"/>
            <a:ext cx="104775" cy="1047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6475" name="Line 283"/>
          <p:cNvSpPr>
            <a:spLocks noChangeShapeType="1"/>
          </p:cNvSpPr>
          <p:nvPr/>
        </p:nvSpPr>
        <p:spPr bwMode="auto">
          <a:xfrm>
            <a:off x="5241925" y="3379788"/>
            <a:ext cx="0" cy="909637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76" name="Line 284"/>
          <p:cNvSpPr>
            <a:spLocks noChangeShapeType="1"/>
          </p:cNvSpPr>
          <p:nvPr/>
        </p:nvSpPr>
        <p:spPr bwMode="auto">
          <a:xfrm>
            <a:off x="6384925" y="2189163"/>
            <a:ext cx="981075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6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3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6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6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3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3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36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36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3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3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3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3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36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36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36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36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36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36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36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36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36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36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136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136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36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6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36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36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36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136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36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36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13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136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500"/>
                                        <p:tgtEl>
                                          <p:spTgt spid="136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136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136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416" grpId="0" animBg="1"/>
      <p:bldP spid="136417" grpId="0" animBg="1"/>
      <p:bldP spid="136418" grpId="0" animBg="1"/>
      <p:bldP spid="136419" grpId="0" animBg="1"/>
      <p:bldP spid="136420" grpId="0" animBg="1"/>
      <p:bldP spid="136421" grpId="0" animBg="1"/>
      <p:bldP spid="136422" grpId="0" animBg="1"/>
      <p:bldP spid="136423" grpId="0" build="p" autoUpdateAnimBg="0"/>
      <p:bldP spid="136424" grpId="0" animBg="1"/>
      <p:bldP spid="136425" grpId="0" animBg="1" autoUpdateAnimBg="0"/>
      <p:bldP spid="136441" grpId="0" animBg="1"/>
      <p:bldP spid="136442" grpId="0" animBg="1"/>
      <p:bldP spid="136443" grpId="0" animBg="1"/>
      <p:bldP spid="136444" grpId="0" animBg="1"/>
      <p:bldP spid="136445" grpId="0" animBg="1"/>
      <p:bldP spid="136446" grpId="0" autoUpdateAnimBg="0"/>
      <p:bldP spid="136447" grpId="0" animBg="1"/>
      <p:bldP spid="136448" grpId="0" autoUpdateAnimBg="0"/>
      <p:bldP spid="136449" grpId="0" animBg="1"/>
      <p:bldP spid="136450" grpId="0" animBg="1"/>
      <p:bldP spid="136451" grpId="0" animBg="1"/>
      <p:bldP spid="136452" grpId="0" animBg="1"/>
      <p:bldP spid="136453" grpId="0" animBg="1"/>
      <p:bldP spid="136454" grpId="0" animBg="1"/>
      <p:bldP spid="136455" grpId="0" animBg="1"/>
      <p:bldP spid="136456" grpId="0" animBg="1"/>
      <p:bldP spid="136457" grpId="0" animBg="1"/>
      <p:bldP spid="136458" grpId="0" animBg="1"/>
      <p:bldP spid="136459" grpId="0" autoUpdateAnimBg="0"/>
      <p:bldP spid="136460" grpId="0" animBg="1"/>
      <p:bldP spid="136461" grpId="0" animBg="1" autoUpdateAnimBg="0"/>
      <p:bldP spid="136466" grpId="0" animBg="1"/>
      <p:bldP spid="136467" grpId="0" animBg="1"/>
      <p:bldP spid="136468" grpId="0" animBg="1"/>
      <p:bldP spid="136469" grpId="0" animBg="1"/>
      <p:bldP spid="136470" grpId="0" animBg="1"/>
      <p:bldP spid="136471" grpId="0" animBg="1"/>
      <p:bldP spid="136472" grpId="0" animBg="1"/>
      <p:bldP spid="136473" grpId="0" animBg="1"/>
      <p:bldP spid="136474" grpId="0" animBg="1"/>
      <p:bldP spid="136475" grpId="0" animBg="1"/>
      <p:bldP spid="13647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1D1AFA13-25A8-4D49-AD03-370E3845FBB4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12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2" name="Group 78"/>
          <p:cNvGrpSpPr>
            <a:grpSpLocks/>
          </p:cNvGrpSpPr>
          <p:nvPr/>
        </p:nvGrpSpPr>
        <p:grpSpPr bwMode="auto">
          <a:xfrm>
            <a:off x="771525" y="1362075"/>
            <a:ext cx="2857500" cy="3314700"/>
            <a:chOff x="576" y="696"/>
            <a:chExt cx="1800" cy="2088"/>
          </a:xfrm>
        </p:grpSpPr>
        <p:grpSp>
          <p:nvGrpSpPr>
            <p:cNvPr id="14443" name="Group 79"/>
            <p:cNvGrpSpPr>
              <a:grpSpLocks/>
            </p:cNvGrpSpPr>
            <p:nvPr/>
          </p:nvGrpSpPr>
          <p:grpSpPr bwMode="auto">
            <a:xfrm>
              <a:off x="576" y="1800"/>
              <a:ext cx="968" cy="984"/>
              <a:chOff x="576" y="1800"/>
              <a:chExt cx="968" cy="984"/>
            </a:xfrm>
          </p:grpSpPr>
          <p:sp>
            <p:nvSpPr>
              <p:cNvPr id="14454" name="Oval 80"/>
              <p:cNvSpPr>
                <a:spLocks noChangeArrowheads="1"/>
              </p:cNvSpPr>
              <p:nvPr/>
            </p:nvSpPr>
            <p:spPr bwMode="auto">
              <a:xfrm>
                <a:off x="662" y="1888"/>
                <a:ext cx="800" cy="80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/>
              </a:p>
            </p:txBody>
          </p:sp>
          <p:sp>
            <p:nvSpPr>
              <p:cNvPr id="14455" name="Line 81"/>
              <p:cNvSpPr>
                <a:spLocks noChangeShapeType="1"/>
              </p:cNvSpPr>
              <p:nvPr/>
            </p:nvSpPr>
            <p:spPr bwMode="auto">
              <a:xfrm>
                <a:off x="576" y="2288"/>
                <a:ext cx="96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56" name="Line 82"/>
              <p:cNvSpPr>
                <a:spLocks noChangeShapeType="1"/>
              </p:cNvSpPr>
              <p:nvPr/>
            </p:nvSpPr>
            <p:spPr bwMode="auto">
              <a:xfrm>
                <a:off x="1064" y="1800"/>
                <a:ext cx="0" cy="9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444" name="Group 83"/>
            <p:cNvGrpSpPr>
              <a:grpSpLocks/>
            </p:cNvGrpSpPr>
            <p:nvPr/>
          </p:nvGrpSpPr>
          <p:grpSpPr bwMode="auto">
            <a:xfrm>
              <a:off x="656" y="696"/>
              <a:ext cx="808" cy="1032"/>
              <a:chOff x="656" y="696"/>
              <a:chExt cx="808" cy="1032"/>
            </a:xfrm>
          </p:grpSpPr>
          <p:sp>
            <p:nvSpPr>
              <p:cNvPr id="14450" name="Line 84"/>
              <p:cNvSpPr>
                <a:spLocks noChangeShapeType="1"/>
              </p:cNvSpPr>
              <p:nvPr/>
            </p:nvSpPr>
            <p:spPr bwMode="auto">
              <a:xfrm flipV="1">
                <a:off x="1064" y="696"/>
                <a:ext cx="0" cy="10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51" name="Line 85"/>
              <p:cNvSpPr>
                <a:spLocks noChangeShapeType="1"/>
              </p:cNvSpPr>
              <p:nvPr/>
            </p:nvSpPr>
            <p:spPr bwMode="auto">
              <a:xfrm>
                <a:off x="656" y="1608"/>
                <a:ext cx="80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52" name="Line 86"/>
              <p:cNvSpPr>
                <a:spLocks noChangeShapeType="1"/>
              </p:cNvSpPr>
              <p:nvPr/>
            </p:nvSpPr>
            <p:spPr bwMode="auto">
              <a:xfrm flipH="1" flipV="1">
                <a:off x="1064" y="784"/>
                <a:ext cx="400" cy="8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53" name="Line 87"/>
              <p:cNvSpPr>
                <a:spLocks noChangeShapeType="1"/>
              </p:cNvSpPr>
              <p:nvPr/>
            </p:nvSpPr>
            <p:spPr bwMode="auto">
              <a:xfrm flipH="1">
                <a:off x="656" y="792"/>
                <a:ext cx="408" cy="8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445" name="Group 88"/>
            <p:cNvGrpSpPr>
              <a:grpSpLocks/>
            </p:cNvGrpSpPr>
            <p:nvPr/>
          </p:nvGrpSpPr>
          <p:grpSpPr bwMode="auto">
            <a:xfrm>
              <a:off x="1568" y="696"/>
              <a:ext cx="808" cy="1032"/>
              <a:chOff x="656" y="696"/>
              <a:chExt cx="808" cy="1032"/>
            </a:xfrm>
          </p:grpSpPr>
          <p:sp>
            <p:nvSpPr>
              <p:cNvPr id="14446" name="Line 89"/>
              <p:cNvSpPr>
                <a:spLocks noChangeShapeType="1"/>
              </p:cNvSpPr>
              <p:nvPr/>
            </p:nvSpPr>
            <p:spPr bwMode="auto">
              <a:xfrm flipV="1">
                <a:off x="1064" y="696"/>
                <a:ext cx="0" cy="10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7" name="Line 90"/>
              <p:cNvSpPr>
                <a:spLocks noChangeShapeType="1"/>
              </p:cNvSpPr>
              <p:nvPr/>
            </p:nvSpPr>
            <p:spPr bwMode="auto">
              <a:xfrm>
                <a:off x="656" y="1608"/>
                <a:ext cx="80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8" name="Line 91"/>
              <p:cNvSpPr>
                <a:spLocks noChangeShapeType="1"/>
              </p:cNvSpPr>
              <p:nvPr/>
            </p:nvSpPr>
            <p:spPr bwMode="auto">
              <a:xfrm flipH="1" flipV="1">
                <a:off x="1064" y="784"/>
                <a:ext cx="400" cy="8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9" name="Line 92"/>
              <p:cNvSpPr>
                <a:spLocks noChangeShapeType="1"/>
              </p:cNvSpPr>
              <p:nvPr/>
            </p:nvSpPr>
            <p:spPr bwMode="auto">
              <a:xfrm flipH="1">
                <a:off x="656" y="792"/>
                <a:ext cx="408" cy="8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Group 93"/>
          <p:cNvGrpSpPr>
            <a:grpSpLocks/>
          </p:cNvGrpSpPr>
          <p:nvPr/>
        </p:nvGrpSpPr>
        <p:grpSpPr bwMode="auto">
          <a:xfrm>
            <a:off x="4779963" y="1368425"/>
            <a:ext cx="2857500" cy="3314700"/>
            <a:chOff x="576" y="696"/>
            <a:chExt cx="1800" cy="2088"/>
          </a:xfrm>
        </p:grpSpPr>
        <p:grpSp>
          <p:nvGrpSpPr>
            <p:cNvPr id="14429" name="Group 94"/>
            <p:cNvGrpSpPr>
              <a:grpSpLocks/>
            </p:cNvGrpSpPr>
            <p:nvPr/>
          </p:nvGrpSpPr>
          <p:grpSpPr bwMode="auto">
            <a:xfrm>
              <a:off x="576" y="1800"/>
              <a:ext cx="968" cy="984"/>
              <a:chOff x="576" y="1800"/>
              <a:chExt cx="968" cy="984"/>
            </a:xfrm>
          </p:grpSpPr>
          <p:sp>
            <p:nvSpPr>
              <p:cNvPr id="14440" name="Oval 95"/>
              <p:cNvSpPr>
                <a:spLocks noChangeArrowheads="1"/>
              </p:cNvSpPr>
              <p:nvPr/>
            </p:nvSpPr>
            <p:spPr bwMode="auto">
              <a:xfrm>
                <a:off x="662" y="1888"/>
                <a:ext cx="800" cy="80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/>
              </a:p>
            </p:txBody>
          </p:sp>
          <p:sp>
            <p:nvSpPr>
              <p:cNvPr id="14441" name="Line 96"/>
              <p:cNvSpPr>
                <a:spLocks noChangeShapeType="1"/>
              </p:cNvSpPr>
              <p:nvPr/>
            </p:nvSpPr>
            <p:spPr bwMode="auto">
              <a:xfrm>
                <a:off x="576" y="2288"/>
                <a:ext cx="96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42" name="Line 97"/>
              <p:cNvSpPr>
                <a:spLocks noChangeShapeType="1"/>
              </p:cNvSpPr>
              <p:nvPr/>
            </p:nvSpPr>
            <p:spPr bwMode="auto">
              <a:xfrm>
                <a:off x="1064" y="1800"/>
                <a:ext cx="0" cy="9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430" name="Group 98"/>
            <p:cNvGrpSpPr>
              <a:grpSpLocks/>
            </p:cNvGrpSpPr>
            <p:nvPr/>
          </p:nvGrpSpPr>
          <p:grpSpPr bwMode="auto">
            <a:xfrm>
              <a:off x="656" y="696"/>
              <a:ext cx="808" cy="1032"/>
              <a:chOff x="656" y="696"/>
              <a:chExt cx="808" cy="1032"/>
            </a:xfrm>
          </p:grpSpPr>
          <p:sp>
            <p:nvSpPr>
              <p:cNvPr id="14436" name="Line 99"/>
              <p:cNvSpPr>
                <a:spLocks noChangeShapeType="1"/>
              </p:cNvSpPr>
              <p:nvPr/>
            </p:nvSpPr>
            <p:spPr bwMode="auto">
              <a:xfrm flipV="1">
                <a:off x="1064" y="696"/>
                <a:ext cx="0" cy="10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37" name="Line 100"/>
              <p:cNvSpPr>
                <a:spLocks noChangeShapeType="1"/>
              </p:cNvSpPr>
              <p:nvPr/>
            </p:nvSpPr>
            <p:spPr bwMode="auto">
              <a:xfrm>
                <a:off x="656" y="1608"/>
                <a:ext cx="80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38" name="Line 101"/>
              <p:cNvSpPr>
                <a:spLocks noChangeShapeType="1"/>
              </p:cNvSpPr>
              <p:nvPr/>
            </p:nvSpPr>
            <p:spPr bwMode="auto">
              <a:xfrm flipH="1" flipV="1">
                <a:off x="1064" y="784"/>
                <a:ext cx="400" cy="8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39" name="Line 102"/>
              <p:cNvSpPr>
                <a:spLocks noChangeShapeType="1"/>
              </p:cNvSpPr>
              <p:nvPr/>
            </p:nvSpPr>
            <p:spPr bwMode="auto">
              <a:xfrm flipH="1">
                <a:off x="656" y="792"/>
                <a:ext cx="408" cy="8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431" name="Group 103"/>
            <p:cNvGrpSpPr>
              <a:grpSpLocks/>
            </p:cNvGrpSpPr>
            <p:nvPr/>
          </p:nvGrpSpPr>
          <p:grpSpPr bwMode="auto">
            <a:xfrm>
              <a:off x="1568" y="696"/>
              <a:ext cx="808" cy="1032"/>
              <a:chOff x="656" y="696"/>
              <a:chExt cx="808" cy="1032"/>
            </a:xfrm>
          </p:grpSpPr>
          <p:sp>
            <p:nvSpPr>
              <p:cNvPr id="14432" name="Line 104"/>
              <p:cNvSpPr>
                <a:spLocks noChangeShapeType="1"/>
              </p:cNvSpPr>
              <p:nvPr/>
            </p:nvSpPr>
            <p:spPr bwMode="auto">
              <a:xfrm flipV="1">
                <a:off x="1064" y="696"/>
                <a:ext cx="0" cy="10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33" name="Line 105"/>
              <p:cNvSpPr>
                <a:spLocks noChangeShapeType="1"/>
              </p:cNvSpPr>
              <p:nvPr/>
            </p:nvSpPr>
            <p:spPr bwMode="auto">
              <a:xfrm>
                <a:off x="656" y="1608"/>
                <a:ext cx="80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34" name="Line 106"/>
              <p:cNvSpPr>
                <a:spLocks noChangeShapeType="1"/>
              </p:cNvSpPr>
              <p:nvPr/>
            </p:nvSpPr>
            <p:spPr bwMode="auto">
              <a:xfrm flipH="1" flipV="1">
                <a:off x="1064" y="784"/>
                <a:ext cx="400" cy="8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35" name="Line 107"/>
              <p:cNvSpPr>
                <a:spLocks noChangeShapeType="1"/>
              </p:cNvSpPr>
              <p:nvPr/>
            </p:nvSpPr>
            <p:spPr bwMode="auto">
              <a:xfrm flipH="1">
                <a:off x="656" y="792"/>
                <a:ext cx="408" cy="8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52684" name="Line 108"/>
          <p:cNvSpPr>
            <a:spLocks noChangeShapeType="1"/>
          </p:cNvSpPr>
          <p:nvPr/>
        </p:nvSpPr>
        <p:spPr bwMode="auto">
          <a:xfrm flipH="1">
            <a:off x="1249363" y="1836738"/>
            <a:ext cx="461962" cy="981075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2685" name="Freeform 109"/>
          <p:cNvSpPr>
            <a:spLocks/>
          </p:cNvSpPr>
          <p:nvPr/>
        </p:nvSpPr>
        <p:spPr bwMode="auto">
          <a:xfrm>
            <a:off x="830263" y="1374775"/>
            <a:ext cx="1096962" cy="1485900"/>
          </a:xfrm>
          <a:custGeom>
            <a:avLst/>
            <a:gdLst>
              <a:gd name="T0" fmla="*/ 2147483647 w 691"/>
              <a:gd name="T1" fmla="*/ 2147483647 h 936"/>
              <a:gd name="T2" fmla="*/ 2147483647 w 691"/>
              <a:gd name="T3" fmla="*/ 2147483647 h 936"/>
              <a:gd name="T4" fmla="*/ 2147483647 w 691"/>
              <a:gd name="T5" fmla="*/ 2147483647 h 936"/>
              <a:gd name="T6" fmla="*/ 2147483647 w 691"/>
              <a:gd name="T7" fmla="*/ 2147483647 h 936"/>
              <a:gd name="T8" fmla="*/ 2147483647 w 691"/>
              <a:gd name="T9" fmla="*/ 2147483647 h 936"/>
              <a:gd name="T10" fmla="*/ 2147483647 w 691"/>
              <a:gd name="T11" fmla="*/ 0 h 936"/>
              <a:gd name="T12" fmla="*/ 2147483647 w 691"/>
              <a:gd name="T13" fmla="*/ 0 h 936"/>
              <a:gd name="T14" fmla="*/ 0 w 691"/>
              <a:gd name="T15" fmla="*/ 2147483647 h 936"/>
              <a:gd name="T16" fmla="*/ 2147483647 w 691"/>
              <a:gd name="T17" fmla="*/ 2147483647 h 936"/>
              <a:gd name="T18" fmla="*/ 2147483647 w 691"/>
              <a:gd name="T19" fmla="*/ 2147483647 h 9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691"/>
              <a:gd name="T31" fmla="*/ 0 h 936"/>
              <a:gd name="T32" fmla="*/ 691 w 691"/>
              <a:gd name="T33" fmla="*/ 936 h 9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691" h="936">
                <a:moveTo>
                  <a:pt x="233" y="936"/>
                </a:moveTo>
                <a:lnTo>
                  <a:pt x="436" y="509"/>
                </a:lnTo>
                <a:lnTo>
                  <a:pt x="436" y="182"/>
                </a:lnTo>
                <a:lnTo>
                  <a:pt x="482" y="164"/>
                </a:lnTo>
                <a:lnTo>
                  <a:pt x="482" y="400"/>
                </a:lnTo>
                <a:lnTo>
                  <a:pt x="691" y="0"/>
                </a:lnTo>
                <a:lnTo>
                  <a:pt x="118" y="0"/>
                </a:lnTo>
                <a:lnTo>
                  <a:pt x="0" y="909"/>
                </a:lnTo>
                <a:lnTo>
                  <a:pt x="200" y="936"/>
                </a:lnTo>
                <a:lnTo>
                  <a:pt x="233" y="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686" name="Line 110"/>
          <p:cNvSpPr>
            <a:spLocks noChangeShapeType="1"/>
          </p:cNvSpPr>
          <p:nvPr/>
        </p:nvSpPr>
        <p:spPr bwMode="auto">
          <a:xfrm flipH="1">
            <a:off x="931863" y="2803525"/>
            <a:ext cx="3175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687" name="Line 111"/>
          <p:cNvSpPr>
            <a:spLocks noChangeShapeType="1"/>
          </p:cNvSpPr>
          <p:nvPr/>
        </p:nvSpPr>
        <p:spPr bwMode="auto">
          <a:xfrm flipV="1">
            <a:off x="917575" y="1547813"/>
            <a:ext cx="635000" cy="1255712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688" name="Line 112"/>
          <p:cNvSpPr>
            <a:spLocks noChangeShapeType="1"/>
          </p:cNvSpPr>
          <p:nvPr/>
        </p:nvSpPr>
        <p:spPr bwMode="auto">
          <a:xfrm>
            <a:off x="1552575" y="1547813"/>
            <a:ext cx="158750" cy="303212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689" name="Text Box 113"/>
          <p:cNvSpPr txBox="1">
            <a:spLocks noChangeArrowheads="1"/>
          </p:cNvSpPr>
          <p:nvPr/>
        </p:nvSpPr>
        <p:spPr bwMode="auto">
          <a:xfrm>
            <a:off x="1555750" y="2189163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0">
                <a:solidFill>
                  <a:srgbClr val="A50021"/>
                </a:solidFill>
                <a:sym typeface="Symbol" pitchFamily="18" charset="2"/>
              </a:rPr>
              <a:t></a:t>
            </a:r>
            <a:endParaRPr lang="en-US" altLang="zh-CN" sz="2400" b="1" i="0">
              <a:solidFill>
                <a:srgbClr val="A50021"/>
              </a:solidFill>
            </a:endParaRPr>
          </a:p>
        </p:txBody>
      </p:sp>
      <p:sp>
        <p:nvSpPr>
          <p:cNvPr id="152690" name="Arc 114"/>
          <p:cNvSpPr>
            <a:spLocks/>
          </p:cNvSpPr>
          <p:nvPr/>
        </p:nvSpPr>
        <p:spPr bwMode="auto">
          <a:xfrm rot="2148452" flipV="1">
            <a:off x="1435100" y="2397125"/>
            <a:ext cx="153988" cy="230188"/>
          </a:xfrm>
          <a:custGeom>
            <a:avLst/>
            <a:gdLst>
              <a:gd name="T0" fmla="*/ 0 w 16632"/>
              <a:gd name="T1" fmla="*/ 7970920 h 21600"/>
              <a:gd name="T2" fmla="*/ 1131505222 w 16632"/>
              <a:gd name="T3" fmla="*/ 839272855 h 21600"/>
              <a:gd name="T4" fmla="*/ 107626400 w 16632"/>
              <a:gd name="T5" fmla="*/ 2147483647 h 21600"/>
              <a:gd name="T6" fmla="*/ 0 60000 65536"/>
              <a:gd name="T7" fmla="*/ 0 60000 65536"/>
              <a:gd name="T8" fmla="*/ 0 60000 65536"/>
              <a:gd name="T9" fmla="*/ 0 w 16632"/>
              <a:gd name="T10" fmla="*/ 0 h 21600"/>
              <a:gd name="T11" fmla="*/ 16632 w 1663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632" h="21600" fill="none" extrusionOk="0">
                <a:moveTo>
                  <a:pt x="0" y="58"/>
                </a:moveTo>
                <a:cubicBezTo>
                  <a:pt x="526" y="19"/>
                  <a:pt x="1054" y="-1"/>
                  <a:pt x="1582" y="0"/>
                </a:cubicBezTo>
                <a:cubicBezTo>
                  <a:pt x="7201" y="0"/>
                  <a:pt x="12600" y="2190"/>
                  <a:pt x="16631" y="6106"/>
                </a:cubicBezTo>
              </a:path>
              <a:path w="16632" h="21600" stroke="0" extrusionOk="0">
                <a:moveTo>
                  <a:pt x="0" y="58"/>
                </a:moveTo>
                <a:cubicBezTo>
                  <a:pt x="526" y="19"/>
                  <a:pt x="1054" y="-1"/>
                  <a:pt x="1582" y="0"/>
                </a:cubicBezTo>
                <a:cubicBezTo>
                  <a:pt x="7201" y="0"/>
                  <a:pt x="12600" y="2190"/>
                  <a:pt x="16631" y="6106"/>
                </a:cubicBezTo>
                <a:lnTo>
                  <a:pt x="1582" y="21600"/>
                </a:lnTo>
                <a:lnTo>
                  <a:pt x="0" y="58"/>
                </a:lnTo>
                <a:close/>
              </a:path>
            </a:pathLst>
          </a:cu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2691" name="Text Box 115"/>
          <p:cNvSpPr txBox="1">
            <a:spLocks noChangeArrowheads="1"/>
          </p:cNvSpPr>
          <p:nvPr/>
        </p:nvSpPr>
        <p:spPr bwMode="auto">
          <a:xfrm>
            <a:off x="1292225" y="1701800"/>
            <a:ext cx="34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0">
                <a:solidFill>
                  <a:srgbClr val="A50021"/>
                </a:solidFill>
                <a:sym typeface="Symbol" pitchFamily="18" charset="2"/>
              </a:rPr>
              <a:t></a:t>
            </a:r>
            <a:endParaRPr lang="en-US" altLang="zh-CN" sz="2400" b="1" i="0">
              <a:solidFill>
                <a:srgbClr val="A50021"/>
              </a:solidFill>
            </a:endParaRPr>
          </a:p>
        </p:txBody>
      </p:sp>
      <p:sp>
        <p:nvSpPr>
          <p:cNvPr id="152692" name="Arc 116"/>
          <p:cNvSpPr>
            <a:spLocks/>
          </p:cNvSpPr>
          <p:nvPr/>
        </p:nvSpPr>
        <p:spPr bwMode="auto">
          <a:xfrm rot="2234214" flipV="1">
            <a:off x="1360488" y="1898650"/>
            <a:ext cx="238125" cy="200025"/>
          </a:xfrm>
          <a:custGeom>
            <a:avLst/>
            <a:gdLst>
              <a:gd name="T0" fmla="*/ 0 w 16319"/>
              <a:gd name="T1" fmla="*/ 0 h 21600"/>
              <a:gd name="T2" fmla="*/ 2147483647 w 16319"/>
              <a:gd name="T3" fmla="*/ 507284634 h 21600"/>
              <a:gd name="T4" fmla="*/ 0 w 16319"/>
              <a:gd name="T5" fmla="*/ 1470978877 h 21600"/>
              <a:gd name="T6" fmla="*/ 0 60000 65536"/>
              <a:gd name="T7" fmla="*/ 0 60000 65536"/>
              <a:gd name="T8" fmla="*/ 0 60000 65536"/>
              <a:gd name="T9" fmla="*/ 0 w 16319"/>
              <a:gd name="T10" fmla="*/ 0 h 21600"/>
              <a:gd name="T11" fmla="*/ 16319 w 1631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319" h="21600" fill="none" extrusionOk="0">
                <a:moveTo>
                  <a:pt x="-1" y="0"/>
                </a:moveTo>
                <a:cubicBezTo>
                  <a:pt x="6262" y="0"/>
                  <a:pt x="12216" y="2717"/>
                  <a:pt x="16318" y="7449"/>
                </a:cubicBezTo>
              </a:path>
              <a:path w="16319" h="21600" stroke="0" extrusionOk="0">
                <a:moveTo>
                  <a:pt x="-1" y="0"/>
                </a:moveTo>
                <a:cubicBezTo>
                  <a:pt x="6262" y="0"/>
                  <a:pt x="12216" y="2717"/>
                  <a:pt x="16318" y="7449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693" name="Line 117"/>
          <p:cNvSpPr>
            <a:spLocks noChangeShapeType="1"/>
          </p:cNvSpPr>
          <p:nvPr/>
        </p:nvSpPr>
        <p:spPr bwMode="auto">
          <a:xfrm>
            <a:off x="1263650" y="2803525"/>
            <a:ext cx="0" cy="52705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2694" name="Line 118"/>
          <p:cNvSpPr>
            <a:spLocks noChangeShapeType="1"/>
          </p:cNvSpPr>
          <p:nvPr/>
        </p:nvSpPr>
        <p:spPr bwMode="auto">
          <a:xfrm>
            <a:off x="1704975" y="1858963"/>
            <a:ext cx="0" cy="200660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2695" name="Freeform 119"/>
          <p:cNvSpPr>
            <a:spLocks/>
          </p:cNvSpPr>
          <p:nvPr/>
        </p:nvSpPr>
        <p:spPr bwMode="auto">
          <a:xfrm>
            <a:off x="1263650" y="3322638"/>
            <a:ext cx="433388" cy="1141412"/>
          </a:xfrm>
          <a:custGeom>
            <a:avLst/>
            <a:gdLst>
              <a:gd name="T0" fmla="*/ 0 w 273"/>
              <a:gd name="T1" fmla="*/ 0 h 719"/>
              <a:gd name="T2" fmla="*/ 2147483647 w 273"/>
              <a:gd name="T3" fmla="*/ 2147483647 h 719"/>
              <a:gd name="T4" fmla="*/ 2147483647 w 273"/>
              <a:gd name="T5" fmla="*/ 2147483647 h 719"/>
              <a:gd name="T6" fmla="*/ 2147483647 w 273"/>
              <a:gd name="T7" fmla="*/ 2147483647 h 719"/>
              <a:gd name="T8" fmla="*/ 2147483647 w 273"/>
              <a:gd name="T9" fmla="*/ 2147483647 h 719"/>
              <a:gd name="T10" fmla="*/ 2147483647 w 273"/>
              <a:gd name="T11" fmla="*/ 2147483647 h 719"/>
              <a:gd name="T12" fmla="*/ 0 w 273"/>
              <a:gd name="T13" fmla="*/ 2147483647 h 71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3"/>
              <a:gd name="T22" fmla="*/ 0 h 719"/>
              <a:gd name="T23" fmla="*/ 273 w 273"/>
              <a:gd name="T24" fmla="*/ 719 h 71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3" h="719">
                <a:moveTo>
                  <a:pt x="0" y="0"/>
                </a:moveTo>
                <a:cubicBezTo>
                  <a:pt x="19" y="13"/>
                  <a:pt x="78" y="46"/>
                  <a:pt x="116" y="81"/>
                </a:cubicBezTo>
                <a:cubicBezTo>
                  <a:pt x="154" y="116"/>
                  <a:pt x="204" y="167"/>
                  <a:pt x="230" y="213"/>
                </a:cubicBezTo>
                <a:cubicBezTo>
                  <a:pt x="256" y="259"/>
                  <a:pt x="273" y="307"/>
                  <a:pt x="272" y="355"/>
                </a:cubicBezTo>
                <a:cubicBezTo>
                  <a:pt x="271" y="403"/>
                  <a:pt x="249" y="456"/>
                  <a:pt x="224" y="501"/>
                </a:cubicBezTo>
                <a:cubicBezTo>
                  <a:pt x="199" y="546"/>
                  <a:pt x="159" y="591"/>
                  <a:pt x="122" y="627"/>
                </a:cubicBezTo>
                <a:cubicBezTo>
                  <a:pt x="85" y="663"/>
                  <a:pt x="26" y="700"/>
                  <a:pt x="0" y="719"/>
                </a:cubicBezTo>
              </a:path>
            </a:pathLst>
          </a:cu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696" name="Line 120"/>
          <p:cNvSpPr>
            <a:spLocks noChangeShapeType="1"/>
          </p:cNvSpPr>
          <p:nvPr/>
        </p:nvSpPr>
        <p:spPr bwMode="auto">
          <a:xfrm>
            <a:off x="1266825" y="3317875"/>
            <a:ext cx="0" cy="11430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697" name="Freeform 121"/>
          <p:cNvSpPr>
            <a:spLocks/>
          </p:cNvSpPr>
          <p:nvPr/>
        </p:nvSpPr>
        <p:spPr bwMode="auto">
          <a:xfrm>
            <a:off x="714375" y="3194050"/>
            <a:ext cx="533400" cy="1314450"/>
          </a:xfrm>
          <a:custGeom>
            <a:avLst/>
            <a:gdLst>
              <a:gd name="T0" fmla="*/ 2147483647 w 336"/>
              <a:gd name="T1" fmla="*/ 0 h 828"/>
              <a:gd name="T2" fmla="*/ 2147483647 w 336"/>
              <a:gd name="T3" fmla="*/ 2147483647 h 828"/>
              <a:gd name="T4" fmla="*/ 2147483647 w 336"/>
              <a:gd name="T5" fmla="*/ 2147483647 h 828"/>
              <a:gd name="T6" fmla="*/ 2147483647 w 336"/>
              <a:gd name="T7" fmla="*/ 2147483647 h 828"/>
              <a:gd name="T8" fmla="*/ 2147483647 w 336"/>
              <a:gd name="T9" fmla="*/ 2147483647 h 828"/>
              <a:gd name="T10" fmla="*/ 2147483647 w 336"/>
              <a:gd name="T11" fmla="*/ 2147483647 h 828"/>
              <a:gd name="T12" fmla="*/ 0 w 336"/>
              <a:gd name="T13" fmla="*/ 2147483647 h 828"/>
              <a:gd name="T14" fmla="*/ 2147483647 w 336"/>
              <a:gd name="T15" fmla="*/ 2147483647 h 828"/>
              <a:gd name="T16" fmla="*/ 2147483647 w 336"/>
              <a:gd name="T17" fmla="*/ 0 h 82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36"/>
              <a:gd name="T28" fmla="*/ 0 h 828"/>
              <a:gd name="T29" fmla="*/ 336 w 336"/>
              <a:gd name="T30" fmla="*/ 828 h 82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36" h="828">
                <a:moveTo>
                  <a:pt x="336" y="0"/>
                </a:moveTo>
                <a:lnTo>
                  <a:pt x="336" y="414"/>
                </a:lnTo>
                <a:lnTo>
                  <a:pt x="258" y="414"/>
                </a:lnTo>
                <a:lnTo>
                  <a:pt x="252" y="474"/>
                </a:lnTo>
                <a:lnTo>
                  <a:pt x="336" y="468"/>
                </a:lnTo>
                <a:lnTo>
                  <a:pt x="336" y="828"/>
                </a:lnTo>
                <a:lnTo>
                  <a:pt x="0" y="822"/>
                </a:lnTo>
                <a:lnTo>
                  <a:pt x="12" y="6"/>
                </a:lnTo>
                <a:lnTo>
                  <a:pt x="336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698" name="Line 122"/>
          <p:cNvSpPr>
            <a:spLocks noChangeShapeType="1"/>
          </p:cNvSpPr>
          <p:nvPr/>
        </p:nvSpPr>
        <p:spPr bwMode="auto">
          <a:xfrm>
            <a:off x="2609850" y="2736850"/>
            <a:ext cx="19050" cy="17145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2699" name="Line 123"/>
          <p:cNvSpPr>
            <a:spLocks noChangeShapeType="1"/>
          </p:cNvSpPr>
          <p:nvPr/>
        </p:nvSpPr>
        <p:spPr bwMode="auto">
          <a:xfrm>
            <a:off x="1190625" y="3622675"/>
            <a:ext cx="152400" cy="7620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00" name="Line 124"/>
          <p:cNvSpPr>
            <a:spLocks noChangeShapeType="1"/>
          </p:cNvSpPr>
          <p:nvPr/>
        </p:nvSpPr>
        <p:spPr bwMode="auto">
          <a:xfrm>
            <a:off x="1190625" y="4051300"/>
            <a:ext cx="152400" cy="7620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01" name="Line 125"/>
          <p:cNvSpPr>
            <a:spLocks noChangeShapeType="1"/>
          </p:cNvSpPr>
          <p:nvPr/>
        </p:nvSpPr>
        <p:spPr bwMode="auto">
          <a:xfrm>
            <a:off x="3267075" y="2736850"/>
            <a:ext cx="19050" cy="17145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2702" name="Line 126"/>
          <p:cNvSpPr>
            <a:spLocks noChangeShapeType="1"/>
          </p:cNvSpPr>
          <p:nvPr/>
        </p:nvSpPr>
        <p:spPr bwMode="auto">
          <a:xfrm>
            <a:off x="1543050" y="2193925"/>
            <a:ext cx="1800225" cy="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03" name="Line 127"/>
          <p:cNvSpPr>
            <a:spLocks noChangeShapeType="1"/>
          </p:cNvSpPr>
          <p:nvPr/>
        </p:nvSpPr>
        <p:spPr bwMode="auto">
          <a:xfrm flipV="1">
            <a:off x="2657475" y="1508125"/>
            <a:ext cx="342900" cy="68580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04" name="Line 128"/>
          <p:cNvSpPr>
            <a:spLocks noChangeShapeType="1"/>
          </p:cNvSpPr>
          <p:nvPr/>
        </p:nvSpPr>
        <p:spPr bwMode="auto">
          <a:xfrm>
            <a:off x="3000375" y="1508125"/>
            <a:ext cx="333375" cy="68580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05" name="Freeform 129"/>
          <p:cNvSpPr>
            <a:spLocks/>
          </p:cNvSpPr>
          <p:nvPr/>
        </p:nvSpPr>
        <p:spPr bwMode="auto">
          <a:xfrm>
            <a:off x="2409825" y="1809750"/>
            <a:ext cx="1152525" cy="984250"/>
          </a:xfrm>
          <a:custGeom>
            <a:avLst/>
            <a:gdLst>
              <a:gd name="T0" fmla="*/ 0 w 726"/>
              <a:gd name="T1" fmla="*/ 2147483647 h 620"/>
              <a:gd name="T2" fmla="*/ 2147483647 w 726"/>
              <a:gd name="T3" fmla="*/ 2147483647 h 620"/>
              <a:gd name="T4" fmla="*/ 2147483647 w 726"/>
              <a:gd name="T5" fmla="*/ 2147483647 h 620"/>
              <a:gd name="T6" fmla="*/ 2147483647 w 726"/>
              <a:gd name="T7" fmla="*/ 2147483647 h 620"/>
              <a:gd name="T8" fmla="*/ 2147483647 w 726"/>
              <a:gd name="T9" fmla="*/ 2147483647 h 620"/>
              <a:gd name="T10" fmla="*/ 2147483647 w 726"/>
              <a:gd name="T11" fmla="*/ 2147483647 h 620"/>
              <a:gd name="T12" fmla="*/ 2147483647 w 726"/>
              <a:gd name="T13" fmla="*/ 2147483647 h 620"/>
              <a:gd name="T14" fmla="*/ 2147483647 w 726"/>
              <a:gd name="T15" fmla="*/ 2147483647 h 620"/>
              <a:gd name="T16" fmla="*/ 2147483647 w 726"/>
              <a:gd name="T17" fmla="*/ 2147483647 h 620"/>
              <a:gd name="T18" fmla="*/ 2147483647 w 726"/>
              <a:gd name="T19" fmla="*/ 2147483647 h 620"/>
              <a:gd name="T20" fmla="*/ 2147483647 w 726"/>
              <a:gd name="T21" fmla="*/ 2147483647 h 620"/>
              <a:gd name="T22" fmla="*/ 2147483647 w 726"/>
              <a:gd name="T23" fmla="*/ 2147483647 h 62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26"/>
              <a:gd name="T37" fmla="*/ 0 h 620"/>
              <a:gd name="T38" fmla="*/ 726 w 726"/>
              <a:gd name="T39" fmla="*/ 620 h 62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26" h="620">
                <a:moveTo>
                  <a:pt x="0" y="620"/>
                </a:moveTo>
                <a:cubicBezTo>
                  <a:pt x="10" y="594"/>
                  <a:pt x="33" y="523"/>
                  <a:pt x="60" y="461"/>
                </a:cubicBezTo>
                <a:cubicBezTo>
                  <a:pt x="87" y="399"/>
                  <a:pt x="136" y="299"/>
                  <a:pt x="162" y="247"/>
                </a:cubicBezTo>
                <a:cubicBezTo>
                  <a:pt x="188" y="195"/>
                  <a:pt x="198" y="177"/>
                  <a:pt x="216" y="149"/>
                </a:cubicBezTo>
                <a:cubicBezTo>
                  <a:pt x="234" y="120"/>
                  <a:pt x="251" y="97"/>
                  <a:pt x="270" y="75"/>
                </a:cubicBezTo>
                <a:cubicBezTo>
                  <a:pt x="289" y="53"/>
                  <a:pt x="308" y="25"/>
                  <a:pt x="330" y="14"/>
                </a:cubicBezTo>
                <a:cubicBezTo>
                  <a:pt x="352" y="3"/>
                  <a:pt x="380" y="0"/>
                  <a:pt x="402" y="8"/>
                </a:cubicBezTo>
                <a:cubicBezTo>
                  <a:pt x="424" y="16"/>
                  <a:pt x="443" y="40"/>
                  <a:pt x="462" y="62"/>
                </a:cubicBezTo>
                <a:cubicBezTo>
                  <a:pt x="481" y="84"/>
                  <a:pt x="497" y="110"/>
                  <a:pt x="516" y="140"/>
                </a:cubicBezTo>
                <a:cubicBezTo>
                  <a:pt x="535" y="170"/>
                  <a:pt x="550" y="190"/>
                  <a:pt x="576" y="242"/>
                </a:cubicBezTo>
                <a:cubicBezTo>
                  <a:pt x="602" y="294"/>
                  <a:pt x="647" y="389"/>
                  <a:pt x="672" y="452"/>
                </a:cubicBezTo>
                <a:cubicBezTo>
                  <a:pt x="697" y="515"/>
                  <a:pt x="715" y="585"/>
                  <a:pt x="726" y="620"/>
                </a:cubicBezTo>
              </a:path>
            </a:pathLst>
          </a:cu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2706" name="Line 130"/>
          <p:cNvSpPr>
            <a:spLocks noChangeShapeType="1"/>
          </p:cNvSpPr>
          <p:nvPr/>
        </p:nvSpPr>
        <p:spPr bwMode="auto">
          <a:xfrm flipV="1">
            <a:off x="1717675" y="1831975"/>
            <a:ext cx="1254125" cy="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2707" name="Text Box 131"/>
          <p:cNvSpPr txBox="1">
            <a:spLocks noChangeArrowheads="1"/>
          </p:cNvSpPr>
          <p:nvPr/>
        </p:nvSpPr>
        <p:spPr bwMode="auto">
          <a:xfrm>
            <a:off x="650875" y="5073650"/>
            <a:ext cx="3106738" cy="946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latin typeface="黑体" pitchFamily="2" charset="-122"/>
                <a:ea typeface="黑体" pitchFamily="2" charset="-122"/>
              </a:rPr>
              <a:t>P   </a:t>
            </a:r>
            <a:r>
              <a:rPr lang="zh-CN" altLang="zh-CN" sz="2800" b="1" i="0">
                <a:latin typeface="黑体" pitchFamily="2" charset="-122"/>
                <a:ea typeface="黑体" pitchFamily="2" charset="-122"/>
              </a:rPr>
              <a:t>轴线 </a:t>
            </a:r>
            <a:r>
              <a:rPr lang="zh-CN" altLang="zh-CN" sz="2800" b="1" i="0">
                <a:latin typeface="黑体" pitchFamily="2" charset="-122"/>
                <a:ea typeface="黑体" pitchFamily="2" charset="-122"/>
                <a:sym typeface="Symbol" pitchFamily="18" charset="2"/>
              </a:rPr>
              <a:t></a:t>
            </a:r>
            <a:r>
              <a:rPr lang="en-US" altLang="zh-CN" sz="2800" b="1" i="0">
                <a:latin typeface="黑体" pitchFamily="2" charset="-122"/>
                <a:ea typeface="黑体" pitchFamily="2" charset="-122"/>
                <a:sym typeface="Symbol" pitchFamily="18" charset="2"/>
              </a:rPr>
              <a:t>=</a:t>
            </a:r>
            <a:r>
              <a:rPr lang="zh-CN" altLang="zh-CN" sz="2800" b="1" i="0">
                <a:latin typeface="黑体" pitchFamily="2" charset="-122"/>
                <a:ea typeface="黑体" pitchFamily="2" charset="-122"/>
                <a:sym typeface="Symbol" pitchFamily="18" charset="2"/>
              </a:rPr>
              <a:t>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2800" b="1" i="0">
                <a:latin typeface="黑体" pitchFamily="2" charset="-122"/>
                <a:ea typeface="黑体" pitchFamily="2" charset="-122"/>
                <a:sym typeface="Symbol" pitchFamily="18" charset="2"/>
              </a:rPr>
              <a:t>交线为抛物线</a:t>
            </a:r>
            <a:endParaRPr lang="zh-CN" altLang="en-US" sz="2800" b="1" i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0" name="Group 132"/>
          <p:cNvGrpSpPr>
            <a:grpSpLocks/>
          </p:cNvGrpSpPr>
          <p:nvPr/>
        </p:nvGrpSpPr>
        <p:grpSpPr bwMode="auto">
          <a:xfrm>
            <a:off x="1311275" y="5135563"/>
            <a:ext cx="393700" cy="330200"/>
            <a:chOff x="5026" y="3694"/>
            <a:chExt cx="248" cy="208"/>
          </a:xfrm>
        </p:grpSpPr>
        <p:sp>
          <p:nvSpPr>
            <p:cNvPr id="14427" name="Line 133"/>
            <p:cNvSpPr>
              <a:spLocks noChangeShapeType="1"/>
            </p:cNvSpPr>
            <p:nvPr/>
          </p:nvSpPr>
          <p:spPr bwMode="auto">
            <a:xfrm flipH="1">
              <a:off x="5134" y="3694"/>
              <a:ext cx="116" cy="2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28" name="Line 134"/>
            <p:cNvSpPr>
              <a:spLocks noChangeShapeType="1"/>
            </p:cNvSpPr>
            <p:nvPr/>
          </p:nvSpPr>
          <p:spPr bwMode="auto">
            <a:xfrm>
              <a:off x="5026" y="3902"/>
              <a:ext cx="2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2711" name="Oval 135"/>
          <p:cNvSpPr>
            <a:spLocks noChangeArrowheads="1"/>
          </p:cNvSpPr>
          <p:nvPr/>
        </p:nvSpPr>
        <p:spPr bwMode="auto">
          <a:xfrm>
            <a:off x="2952750" y="1785938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12" name="Oval 136"/>
          <p:cNvSpPr>
            <a:spLocks noChangeArrowheads="1"/>
          </p:cNvSpPr>
          <p:nvPr/>
        </p:nvSpPr>
        <p:spPr bwMode="auto">
          <a:xfrm>
            <a:off x="3276600" y="2157413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13" name="Oval 137"/>
          <p:cNvSpPr>
            <a:spLocks noChangeArrowheads="1"/>
          </p:cNvSpPr>
          <p:nvPr/>
        </p:nvSpPr>
        <p:spPr bwMode="auto">
          <a:xfrm>
            <a:off x="2619375" y="2157413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14" name="Oval 138"/>
          <p:cNvSpPr>
            <a:spLocks noChangeArrowheads="1"/>
          </p:cNvSpPr>
          <p:nvPr/>
        </p:nvSpPr>
        <p:spPr bwMode="auto">
          <a:xfrm>
            <a:off x="2381250" y="2767013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15" name="Oval 139"/>
          <p:cNvSpPr>
            <a:spLocks noChangeArrowheads="1"/>
          </p:cNvSpPr>
          <p:nvPr/>
        </p:nvSpPr>
        <p:spPr bwMode="auto">
          <a:xfrm>
            <a:off x="3524250" y="2767013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16" name="Oval 140"/>
          <p:cNvSpPr>
            <a:spLocks noChangeArrowheads="1"/>
          </p:cNvSpPr>
          <p:nvPr/>
        </p:nvSpPr>
        <p:spPr bwMode="auto">
          <a:xfrm>
            <a:off x="1238250" y="3271838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17" name="Oval 141"/>
          <p:cNvSpPr>
            <a:spLocks noChangeArrowheads="1"/>
          </p:cNvSpPr>
          <p:nvPr/>
        </p:nvSpPr>
        <p:spPr bwMode="auto">
          <a:xfrm>
            <a:off x="1219200" y="4414838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18" name="Oval 142"/>
          <p:cNvSpPr>
            <a:spLocks noChangeArrowheads="1"/>
          </p:cNvSpPr>
          <p:nvPr/>
        </p:nvSpPr>
        <p:spPr bwMode="auto">
          <a:xfrm>
            <a:off x="1657350" y="3843338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19" name="Line 143"/>
          <p:cNvSpPr>
            <a:spLocks noChangeShapeType="1"/>
          </p:cNvSpPr>
          <p:nvPr/>
        </p:nvSpPr>
        <p:spPr bwMode="auto">
          <a:xfrm flipV="1">
            <a:off x="5372100" y="1670050"/>
            <a:ext cx="257175" cy="1152525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20" name="Text Box 144"/>
          <p:cNvSpPr txBox="1">
            <a:spLocks noChangeArrowheads="1"/>
          </p:cNvSpPr>
          <p:nvPr/>
        </p:nvSpPr>
        <p:spPr bwMode="auto">
          <a:xfrm>
            <a:off x="819150" y="1801813"/>
            <a:ext cx="401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solidFill>
                  <a:srgbClr val="990033"/>
                </a:solidFill>
              </a:rPr>
              <a:t>P</a:t>
            </a:r>
          </a:p>
        </p:txBody>
      </p:sp>
      <p:sp>
        <p:nvSpPr>
          <p:cNvPr id="152721" name="Line 145"/>
          <p:cNvSpPr>
            <a:spLocks noChangeShapeType="1"/>
          </p:cNvSpPr>
          <p:nvPr/>
        </p:nvSpPr>
        <p:spPr bwMode="auto">
          <a:xfrm flipH="1" flipV="1">
            <a:off x="1143000" y="2127250"/>
            <a:ext cx="266700" cy="32385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22" name="Freeform 146"/>
          <p:cNvSpPr>
            <a:spLocks/>
          </p:cNvSpPr>
          <p:nvPr/>
        </p:nvSpPr>
        <p:spPr bwMode="auto">
          <a:xfrm>
            <a:off x="4857750" y="1365250"/>
            <a:ext cx="885825" cy="1524000"/>
          </a:xfrm>
          <a:custGeom>
            <a:avLst/>
            <a:gdLst>
              <a:gd name="T0" fmla="*/ 2147483647 w 558"/>
              <a:gd name="T1" fmla="*/ 2147483647 h 960"/>
              <a:gd name="T2" fmla="*/ 2147483647 w 558"/>
              <a:gd name="T3" fmla="*/ 2147483647 h 960"/>
              <a:gd name="T4" fmla="*/ 2147483647 w 558"/>
              <a:gd name="T5" fmla="*/ 2147483647 h 960"/>
              <a:gd name="T6" fmla="*/ 2147483647 w 558"/>
              <a:gd name="T7" fmla="*/ 2147483647 h 960"/>
              <a:gd name="T8" fmla="*/ 2147483647 w 558"/>
              <a:gd name="T9" fmla="*/ 2147483647 h 960"/>
              <a:gd name="T10" fmla="*/ 2147483647 w 558"/>
              <a:gd name="T11" fmla="*/ 0 h 960"/>
              <a:gd name="T12" fmla="*/ 2147483647 w 558"/>
              <a:gd name="T13" fmla="*/ 0 h 960"/>
              <a:gd name="T14" fmla="*/ 0 w 558"/>
              <a:gd name="T15" fmla="*/ 2147483647 h 960"/>
              <a:gd name="T16" fmla="*/ 2147483647 w 558"/>
              <a:gd name="T17" fmla="*/ 2147483647 h 960"/>
              <a:gd name="T18" fmla="*/ 2147483647 w 558"/>
              <a:gd name="T19" fmla="*/ 2147483647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58"/>
              <a:gd name="T31" fmla="*/ 0 h 960"/>
              <a:gd name="T32" fmla="*/ 558 w 558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58" h="960">
                <a:moveTo>
                  <a:pt x="294" y="960"/>
                </a:moveTo>
                <a:lnTo>
                  <a:pt x="402" y="438"/>
                </a:lnTo>
                <a:lnTo>
                  <a:pt x="420" y="138"/>
                </a:lnTo>
                <a:lnTo>
                  <a:pt x="462" y="138"/>
                </a:lnTo>
                <a:lnTo>
                  <a:pt x="462" y="228"/>
                </a:lnTo>
                <a:lnTo>
                  <a:pt x="558" y="0"/>
                </a:lnTo>
                <a:lnTo>
                  <a:pt x="282" y="0"/>
                </a:lnTo>
                <a:lnTo>
                  <a:pt x="0" y="942"/>
                </a:lnTo>
                <a:lnTo>
                  <a:pt x="222" y="942"/>
                </a:lnTo>
                <a:lnTo>
                  <a:pt x="294" y="96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23" name="Line 147"/>
          <p:cNvSpPr>
            <a:spLocks noChangeShapeType="1"/>
          </p:cNvSpPr>
          <p:nvPr/>
        </p:nvSpPr>
        <p:spPr bwMode="auto">
          <a:xfrm flipH="1" flipV="1">
            <a:off x="5553075" y="1508125"/>
            <a:ext cx="85725" cy="15240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24" name="Line 148"/>
          <p:cNvSpPr>
            <a:spLocks noChangeShapeType="1"/>
          </p:cNvSpPr>
          <p:nvPr/>
        </p:nvSpPr>
        <p:spPr bwMode="auto">
          <a:xfrm flipH="1">
            <a:off x="4933950" y="1508125"/>
            <a:ext cx="619125" cy="1304925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25" name="Line 149"/>
          <p:cNvSpPr>
            <a:spLocks noChangeShapeType="1"/>
          </p:cNvSpPr>
          <p:nvPr/>
        </p:nvSpPr>
        <p:spPr bwMode="auto">
          <a:xfrm>
            <a:off x="4933950" y="2813050"/>
            <a:ext cx="428625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26" name="Text Box 150"/>
          <p:cNvSpPr txBox="1">
            <a:spLocks noChangeArrowheads="1"/>
          </p:cNvSpPr>
          <p:nvPr/>
        </p:nvSpPr>
        <p:spPr bwMode="auto">
          <a:xfrm>
            <a:off x="4572000" y="1706563"/>
            <a:ext cx="401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solidFill>
                  <a:srgbClr val="990033"/>
                </a:solidFill>
              </a:rPr>
              <a:t>P</a:t>
            </a:r>
          </a:p>
        </p:txBody>
      </p:sp>
      <p:sp>
        <p:nvSpPr>
          <p:cNvPr id="152727" name="Line 151"/>
          <p:cNvSpPr>
            <a:spLocks noChangeShapeType="1"/>
          </p:cNvSpPr>
          <p:nvPr/>
        </p:nvSpPr>
        <p:spPr bwMode="auto">
          <a:xfrm flipH="1" flipV="1">
            <a:off x="4933950" y="2051050"/>
            <a:ext cx="542925" cy="26670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28" name="Text Box 152"/>
          <p:cNvSpPr txBox="1">
            <a:spLocks noChangeArrowheads="1"/>
          </p:cNvSpPr>
          <p:nvPr/>
        </p:nvSpPr>
        <p:spPr bwMode="auto">
          <a:xfrm>
            <a:off x="5561013" y="2170113"/>
            <a:ext cx="376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0">
                <a:solidFill>
                  <a:srgbClr val="A50021"/>
                </a:solidFill>
                <a:sym typeface="Symbol" pitchFamily="18" charset="2"/>
              </a:rPr>
              <a:t></a:t>
            </a:r>
            <a:endParaRPr lang="en-US" altLang="zh-CN" sz="2400" b="1" i="0">
              <a:solidFill>
                <a:srgbClr val="A50021"/>
              </a:solidFill>
            </a:endParaRPr>
          </a:p>
        </p:txBody>
      </p:sp>
      <p:sp>
        <p:nvSpPr>
          <p:cNvPr id="152729" name="Arc 153"/>
          <p:cNvSpPr>
            <a:spLocks/>
          </p:cNvSpPr>
          <p:nvPr/>
        </p:nvSpPr>
        <p:spPr bwMode="auto">
          <a:xfrm rot="2930715" flipV="1">
            <a:off x="5302250" y="2470151"/>
            <a:ext cx="300037" cy="150812"/>
          </a:xfrm>
          <a:custGeom>
            <a:avLst/>
            <a:gdLst>
              <a:gd name="T0" fmla="*/ 2147483647 w 20640"/>
              <a:gd name="T1" fmla="*/ 0 h 15342"/>
              <a:gd name="T2" fmla="*/ 2147483647 w 20640"/>
              <a:gd name="T3" fmla="*/ 823679024 h 15342"/>
              <a:gd name="T4" fmla="*/ 0 w 20640"/>
              <a:gd name="T5" fmla="*/ 1408159247 h 15342"/>
              <a:gd name="T6" fmla="*/ 0 60000 65536"/>
              <a:gd name="T7" fmla="*/ 0 60000 65536"/>
              <a:gd name="T8" fmla="*/ 0 60000 65536"/>
              <a:gd name="T9" fmla="*/ 0 w 20640"/>
              <a:gd name="T10" fmla="*/ 0 h 15342"/>
              <a:gd name="T11" fmla="*/ 20640 w 20640"/>
              <a:gd name="T12" fmla="*/ 15342 h 153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640" h="15342" fill="none" extrusionOk="0">
                <a:moveTo>
                  <a:pt x="15204" y="0"/>
                </a:moveTo>
                <a:cubicBezTo>
                  <a:pt x="17726" y="2499"/>
                  <a:pt x="19593" y="5581"/>
                  <a:pt x="20639" y="8974"/>
                </a:cubicBezTo>
              </a:path>
              <a:path w="20640" h="15342" stroke="0" extrusionOk="0">
                <a:moveTo>
                  <a:pt x="15204" y="0"/>
                </a:moveTo>
                <a:cubicBezTo>
                  <a:pt x="17726" y="2499"/>
                  <a:pt x="19593" y="5581"/>
                  <a:pt x="20639" y="8974"/>
                </a:cubicBezTo>
                <a:lnTo>
                  <a:pt x="0" y="15342"/>
                </a:lnTo>
                <a:lnTo>
                  <a:pt x="15204" y="0"/>
                </a:lnTo>
                <a:close/>
              </a:path>
            </a:pathLst>
          </a:cu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2730" name="Text Box 154"/>
          <p:cNvSpPr txBox="1">
            <a:spLocks noChangeArrowheads="1"/>
          </p:cNvSpPr>
          <p:nvPr/>
        </p:nvSpPr>
        <p:spPr bwMode="auto">
          <a:xfrm>
            <a:off x="5311775" y="1606550"/>
            <a:ext cx="34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0">
                <a:solidFill>
                  <a:srgbClr val="A50021"/>
                </a:solidFill>
                <a:sym typeface="Symbol" pitchFamily="18" charset="2"/>
              </a:rPr>
              <a:t></a:t>
            </a:r>
            <a:endParaRPr lang="en-US" altLang="zh-CN" sz="2400" b="1" i="0">
              <a:solidFill>
                <a:srgbClr val="A50021"/>
              </a:solidFill>
            </a:endParaRPr>
          </a:p>
        </p:txBody>
      </p:sp>
      <p:sp>
        <p:nvSpPr>
          <p:cNvPr id="152731" name="Arc 155"/>
          <p:cNvSpPr>
            <a:spLocks/>
          </p:cNvSpPr>
          <p:nvPr/>
        </p:nvSpPr>
        <p:spPr bwMode="auto">
          <a:xfrm rot="2234214" flipV="1">
            <a:off x="5341938" y="1798638"/>
            <a:ext cx="250825" cy="196850"/>
          </a:xfrm>
          <a:custGeom>
            <a:avLst/>
            <a:gdLst>
              <a:gd name="T0" fmla="*/ 2147483647 w 17241"/>
              <a:gd name="T1" fmla="*/ 0 h 21241"/>
              <a:gd name="T2" fmla="*/ 2147483647 w 17241"/>
              <a:gd name="T3" fmla="*/ 562535959 h 21241"/>
              <a:gd name="T4" fmla="*/ 0 w 17241"/>
              <a:gd name="T5" fmla="*/ 1452035291 h 21241"/>
              <a:gd name="T6" fmla="*/ 0 60000 65536"/>
              <a:gd name="T7" fmla="*/ 0 60000 65536"/>
              <a:gd name="T8" fmla="*/ 0 60000 65536"/>
              <a:gd name="T9" fmla="*/ 0 w 17241"/>
              <a:gd name="T10" fmla="*/ 0 h 21241"/>
              <a:gd name="T11" fmla="*/ 17241 w 17241"/>
              <a:gd name="T12" fmla="*/ 21241 h 2124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241" h="21241" fill="none" extrusionOk="0">
                <a:moveTo>
                  <a:pt x="3920" y="-1"/>
                </a:moveTo>
                <a:cubicBezTo>
                  <a:pt x="9233" y="980"/>
                  <a:pt x="13986" y="3916"/>
                  <a:pt x="17240" y="8229"/>
                </a:cubicBezTo>
              </a:path>
              <a:path w="17241" h="21241" stroke="0" extrusionOk="0">
                <a:moveTo>
                  <a:pt x="3920" y="-1"/>
                </a:moveTo>
                <a:cubicBezTo>
                  <a:pt x="9233" y="980"/>
                  <a:pt x="13986" y="3916"/>
                  <a:pt x="17240" y="8229"/>
                </a:cubicBezTo>
                <a:lnTo>
                  <a:pt x="0" y="21241"/>
                </a:lnTo>
                <a:lnTo>
                  <a:pt x="3920" y="-1"/>
                </a:lnTo>
                <a:close/>
              </a:path>
            </a:pathLst>
          </a:cu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32" name="Line 156"/>
          <p:cNvSpPr>
            <a:spLocks noChangeShapeType="1"/>
          </p:cNvSpPr>
          <p:nvPr/>
        </p:nvSpPr>
        <p:spPr bwMode="auto">
          <a:xfrm flipH="1">
            <a:off x="5505450" y="2460625"/>
            <a:ext cx="142875" cy="7620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2733" name="Line 157"/>
          <p:cNvSpPr>
            <a:spLocks noChangeShapeType="1"/>
          </p:cNvSpPr>
          <p:nvPr/>
        </p:nvSpPr>
        <p:spPr bwMode="auto">
          <a:xfrm>
            <a:off x="5362575" y="2813050"/>
            <a:ext cx="0" cy="485775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34" name="Line 158"/>
          <p:cNvSpPr>
            <a:spLocks noChangeShapeType="1"/>
          </p:cNvSpPr>
          <p:nvPr/>
        </p:nvSpPr>
        <p:spPr bwMode="auto">
          <a:xfrm>
            <a:off x="5362575" y="3298825"/>
            <a:ext cx="0" cy="120015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35" name="Freeform 159"/>
          <p:cNvSpPr>
            <a:spLocks/>
          </p:cNvSpPr>
          <p:nvPr/>
        </p:nvSpPr>
        <p:spPr bwMode="auto">
          <a:xfrm>
            <a:off x="4752975" y="3213100"/>
            <a:ext cx="581025" cy="1323975"/>
          </a:xfrm>
          <a:custGeom>
            <a:avLst/>
            <a:gdLst>
              <a:gd name="T0" fmla="*/ 2147483647 w 366"/>
              <a:gd name="T1" fmla="*/ 0 h 834"/>
              <a:gd name="T2" fmla="*/ 2147483647 w 366"/>
              <a:gd name="T3" fmla="*/ 2147483647 h 834"/>
              <a:gd name="T4" fmla="*/ 2147483647 w 366"/>
              <a:gd name="T5" fmla="*/ 2147483647 h 834"/>
              <a:gd name="T6" fmla="*/ 2147483647 w 366"/>
              <a:gd name="T7" fmla="*/ 2147483647 h 834"/>
              <a:gd name="T8" fmla="*/ 2147483647 w 366"/>
              <a:gd name="T9" fmla="*/ 2147483647 h 834"/>
              <a:gd name="T10" fmla="*/ 2147483647 w 366"/>
              <a:gd name="T11" fmla="*/ 2147483647 h 834"/>
              <a:gd name="T12" fmla="*/ 0 w 366"/>
              <a:gd name="T13" fmla="*/ 2147483647 h 834"/>
              <a:gd name="T14" fmla="*/ 0 w 366"/>
              <a:gd name="T15" fmla="*/ 0 h 834"/>
              <a:gd name="T16" fmla="*/ 2147483647 w 366"/>
              <a:gd name="T17" fmla="*/ 0 h 8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6"/>
              <a:gd name="T28" fmla="*/ 0 h 834"/>
              <a:gd name="T29" fmla="*/ 366 w 366"/>
              <a:gd name="T30" fmla="*/ 834 h 83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6" h="834">
                <a:moveTo>
                  <a:pt x="366" y="0"/>
                </a:moveTo>
                <a:lnTo>
                  <a:pt x="366" y="414"/>
                </a:lnTo>
                <a:lnTo>
                  <a:pt x="288" y="414"/>
                </a:lnTo>
                <a:lnTo>
                  <a:pt x="282" y="474"/>
                </a:lnTo>
                <a:lnTo>
                  <a:pt x="366" y="468"/>
                </a:lnTo>
                <a:lnTo>
                  <a:pt x="366" y="828"/>
                </a:lnTo>
                <a:lnTo>
                  <a:pt x="0" y="834"/>
                </a:lnTo>
                <a:lnTo>
                  <a:pt x="0" y="0"/>
                </a:lnTo>
                <a:lnTo>
                  <a:pt x="366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36" name="Oval 160"/>
          <p:cNvSpPr>
            <a:spLocks noChangeArrowheads="1"/>
          </p:cNvSpPr>
          <p:nvPr/>
        </p:nvSpPr>
        <p:spPr bwMode="auto">
          <a:xfrm>
            <a:off x="5324475" y="3243263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37" name="Oval 161"/>
          <p:cNvSpPr>
            <a:spLocks noChangeArrowheads="1"/>
          </p:cNvSpPr>
          <p:nvPr/>
        </p:nvSpPr>
        <p:spPr bwMode="auto">
          <a:xfrm>
            <a:off x="5324475" y="4462463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38" name="Line 162"/>
          <p:cNvSpPr>
            <a:spLocks noChangeShapeType="1"/>
          </p:cNvSpPr>
          <p:nvPr/>
        </p:nvSpPr>
        <p:spPr bwMode="auto">
          <a:xfrm>
            <a:off x="5638800" y="1670050"/>
            <a:ext cx="0" cy="222885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39" name="Oval 163"/>
          <p:cNvSpPr>
            <a:spLocks noChangeArrowheads="1"/>
          </p:cNvSpPr>
          <p:nvPr/>
        </p:nvSpPr>
        <p:spPr bwMode="auto">
          <a:xfrm>
            <a:off x="1666875" y="1795463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40" name="Oval 164"/>
          <p:cNvSpPr>
            <a:spLocks noChangeArrowheads="1"/>
          </p:cNvSpPr>
          <p:nvPr/>
        </p:nvSpPr>
        <p:spPr bwMode="auto">
          <a:xfrm>
            <a:off x="1219200" y="2767013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41" name="Oval 165"/>
          <p:cNvSpPr>
            <a:spLocks noChangeArrowheads="1"/>
          </p:cNvSpPr>
          <p:nvPr/>
        </p:nvSpPr>
        <p:spPr bwMode="auto">
          <a:xfrm>
            <a:off x="5600700" y="1643063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42" name="Oval 166"/>
          <p:cNvSpPr>
            <a:spLocks noChangeArrowheads="1"/>
          </p:cNvSpPr>
          <p:nvPr/>
        </p:nvSpPr>
        <p:spPr bwMode="auto">
          <a:xfrm>
            <a:off x="5610225" y="3862388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43" name="Oval 167"/>
          <p:cNvSpPr>
            <a:spLocks noChangeArrowheads="1"/>
          </p:cNvSpPr>
          <p:nvPr/>
        </p:nvSpPr>
        <p:spPr bwMode="auto">
          <a:xfrm>
            <a:off x="5324475" y="2767013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44" name="Freeform 168"/>
          <p:cNvSpPr>
            <a:spLocks/>
          </p:cNvSpPr>
          <p:nvPr/>
        </p:nvSpPr>
        <p:spPr bwMode="auto">
          <a:xfrm>
            <a:off x="5362575" y="3298825"/>
            <a:ext cx="268288" cy="1200150"/>
          </a:xfrm>
          <a:custGeom>
            <a:avLst/>
            <a:gdLst>
              <a:gd name="T0" fmla="*/ 2147483647 w 169"/>
              <a:gd name="T1" fmla="*/ 0 h 756"/>
              <a:gd name="T2" fmla="*/ 2147483647 w 169"/>
              <a:gd name="T3" fmla="*/ 2147483647 h 756"/>
              <a:gd name="T4" fmla="*/ 2147483647 w 169"/>
              <a:gd name="T5" fmla="*/ 2147483647 h 756"/>
              <a:gd name="T6" fmla="*/ 2147483647 w 169"/>
              <a:gd name="T7" fmla="*/ 2147483647 h 756"/>
              <a:gd name="T8" fmla="*/ 2147483647 w 169"/>
              <a:gd name="T9" fmla="*/ 2147483647 h 756"/>
              <a:gd name="T10" fmla="*/ 2147483647 w 169"/>
              <a:gd name="T11" fmla="*/ 2147483647 h 756"/>
              <a:gd name="T12" fmla="*/ 2147483647 w 169"/>
              <a:gd name="T13" fmla="*/ 2147483647 h 756"/>
              <a:gd name="T14" fmla="*/ 0 w 169"/>
              <a:gd name="T15" fmla="*/ 2147483647 h 75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9"/>
              <a:gd name="T25" fmla="*/ 0 h 756"/>
              <a:gd name="T26" fmla="*/ 169 w 169"/>
              <a:gd name="T27" fmla="*/ 756 h 75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9" h="756">
                <a:moveTo>
                  <a:pt x="6" y="0"/>
                </a:moveTo>
                <a:cubicBezTo>
                  <a:pt x="17" y="14"/>
                  <a:pt x="52" y="52"/>
                  <a:pt x="72" y="84"/>
                </a:cubicBezTo>
                <a:cubicBezTo>
                  <a:pt x="92" y="116"/>
                  <a:pt x="111" y="155"/>
                  <a:pt x="126" y="192"/>
                </a:cubicBezTo>
                <a:cubicBezTo>
                  <a:pt x="141" y="229"/>
                  <a:pt x="156" y="265"/>
                  <a:pt x="162" y="306"/>
                </a:cubicBezTo>
                <a:cubicBezTo>
                  <a:pt x="168" y="347"/>
                  <a:pt x="169" y="396"/>
                  <a:pt x="162" y="438"/>
                </a:cubicBezTo>
                <a:cubicBezTo>
                  <a:pt x="155" y="480"/>
                  <a:pt x="135" y="523"/>
                  <a:pt x="120" y="558"/>
                </a:cubicBezTo>
                <a:cubicBezTo>
                  <a:pt x="105" y="593"/>
                  <a:pt x="92" y="615"/>
                  <a:pt x="72" y="648"/>
                </a:cubicBezTo>
                <a:cubicBezTo>
                  <a:pt x="52" y="681"/>
                  <a:pt x="15" y="734"/>
                  <a:pt x="0" y="756"/>
                </a:cubicBezTo>
              </a:path>
            </a:pathLst>
          </a:cu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45" name="Line 169"/>
          <p:cNvSpPr>
            <a:spLocks noChangeShapeType="1"/>
          </p:cNvSpPr>
          <p:nvPr/>
        </p:nvSpPr>
        <p:spPr bwMode="auto">
          <a:xfrm>
            <a:off x="5553075" y="2041525"/>
            <a:ext cx="1704975" cy="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46" name="Line 170"/>
          <p:cNvSpPr>
            <a:spLocks noChangeShapeType="1"/>
          </p:cNvSpPr>
          <p:nvPr/>
        </p:nvSpPr>
        <p:spPr bwMode="auto">
          <a:xfrm>
            <a:off x="5295900" y="3622675"/>
            <a:ext cx="133350" cy="47625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47" name="Line 171"/>
          <p:cNvSpPr>
            <a:spLocks noChangeShapeType="1"/>
          </p:cNvSpPr>
          <p:nvPr/>
        </p:nvSpPr>
        <p:spPr bwMode="auto">
          <a:xfrm>
            <a:off x="5295900" y="4070350"/>
            <a:ext cx="133350" cy="47625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48" name="Line 172"/>
          <p:cNvSpPr>
            <a:spLocks noChangeShapeType="1"/>
          </p:cNvSpPr>
          <p:nvPr/>
        </p:nvSpPr>
        <p:spPr bwMode="auto">
          <a:xfrm>
            <a:off x="6686550" y="2746375"/>
            <a:ext cx="28575" cy="123825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49" name="Line 173"/>
          <p:cNvSpPr>
            <a:spLocks noChangeShapeType="1"/>
          </p:cNvSpPr>
          <p:nvPr/>
        </p:nvSpPr>
        <p:spPr bwMode="auto">
          <a:xfrm>
            <a:off x="7191375" y="2736850"/>
            <a:ext cx="28575" cy="123825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50" name="Oval 174"/>
          <p:cNvSpPr>
            <a:spLocks noChangeArrowheads="1"/>
          </p:cNvSpPr>
          <p:nvPr/>
        </p:nvSpPr>
        <p:spPr bwMode="auto">
          <a:xfrm>
            <a:off x="7553325" y="2767013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51" name="Oval 175"/>
          <p:cNvSpPr>
            <a:spLocks noChangeArrowheads="1"/>
          </p:cNvSpPr>
          <p:nvPr/>
        </p:nvSpPr>
        <p:spPr bwMode="auto">
          <a:xfrm>
            <a:off x="6372225" y="2767013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52" name="Line 176"/>
          <p:cNvSpPr>
            <a:spLocks noChangeShapeType="1"/>
          </p:cNvSpPr>
          <p:nvPr/>
        </p:nvSpPr>
        <p:spPr bwMode="auto">
          <a:xfrm flipV="1">
            <a:off x="6750050" y="1520825"/>
            <a:ext cx="260350" cy="50165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53" name="Line 177"/>
          <p:cNvSpPr>
            <a:spLocks noChangeShapeType="1"/>
          </p:cNvSpPr>
          <p:nvPr/>
        </p:nvSpPr>
        <p:spPr bwMode="auto">
          <a:xfrm flipH="1" flipV="1">
            <a:off x="6997700" y="1495425"/>
            <a:ext cx="266700" cy="54610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2754" name="Oval 178"/>
          <p:cNvSpPr>
            <a:spLocks noChangeArrowheads="1"/>
          </p:cNvSpPr>
          <p:nvPr/>
        </p:nvSpPr>
        <p:spPr bwMode="auto">
          <a:xfrm>
            <a:off x="6962775" y="1643063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55" name="Freeform 179"/>
          <p:cNvSpPr>
            <a:spLocks/>
          </p:cNvSpPr>
          <p:nvPr/>
        </p:nvSpPr>
        <p:spPr bwMode="auto">
          <a:xfrm>
            <a:off x="6410325" y="1692275"/>
            <a:ext cx="1177925" cy="1120775"/>
          </a:xfrm>
          <a:custGeom>
            <a:avLst/>
            <a:gdLst>
              <a:gd name="T0" fmla="*/ 0 w 742"/>
              <a:gd name="T1" fmla="*/ 2147483647 h 706"/>
              <a:gd name="T2" fmla="*/ 2147483647 w 742"/>
              <a:gd name="T3" fmla="*/ 2147483647 h 706"/>
              <a:gd name="T4" fmla="*/ 2147483647 w 742"/>
              <a:gd name="T5" fmla="*/ 2147483647 h 706"/>
              <a:gd name="T6" fmla="*/ 2147483647 w 742"/>
              <a:gd name="T7" fmla="*/ 2147483647 h 706"/>
              <a:gd name="T8" fmla="*/ 2147483647 w 742"/>
              <a:gd name="T9" fmla="*/ 2147483647 h 706"/>
              <a:gd name="T10" fmla="*/ 2147483647 w 742"/>
              <a:gd name="T11" fmla="*/ 2147483647 h 706"/>
              <a:gd name="T12" fmla="*/ 2147483647 w 742"/>
              <a:gd name="T13" fmla="*/ 2147483647 h 706"/>
              <a:gd name="T14" fmla="*/ 2147483647 w 742"/>
              <a:gd name="T15" fmla="*/ 0 h 706"/>
              <a:gd name="T16" fmla="*/ 2147483647 w 742"/>
              <a:gd name="T17" fmla="*/ 2147483647 h 706"/>
              <a:gd name="T18" fmla="*/ 2147483647 w 742"/>
              <a:gd name="T19" fmla="*/ 2147483647 h 706"/>
              <a:gd name="T20" fmla="*/ 2147483647 w 742"/>
              <a:gd name="T21" fmla="*/ 2147483647 h 706"/>
              <a:gd name="T22" fmla="*/ 2147483647 w 742"/>
              <a:gd name="T23" fmla="*/ 2147483647 h 706"/>
              <a:gd name="T24" fmla="*/ 2147483647 w 742"/>
              <a:gd name="T25" fmla="*/ 2147483647 h 706"/>
              <a:gd name="T26" fmla="*/ 2147483647 w 742"/>
              <a:gd name="T27" fmla="*/ 2147483647 h 706"/>
              <a:gd name="T28" fmla="*/ 2147483647 w 742"/>
              <a:gd name="T29" fmla="*/ 2147483647 h 70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742"/>
              <a:gd name="T46" fmla="*/ 0 h 706"/>
              <a:gd name="T47" fmla="*/ 742 w 742"/>
              <a:gd name="T48" fmla="*/ 706 h 70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742" h="706">
                <a:moveTo>
                  <a:pt x="0" y="706"/>
                </a:moveTo>
                <a:cubicBezTo>
                  <a:pt x="8" y="686"/>
                  <a:pt x="32" y="625"/>
                  <a:pt x="50" y="584"/>
                </a:cubicBezTo>
                <a:cubicBezTo>
                  <a:pt x="68" y="543"/>
                  <a:pt x="91" y="499"/>
                  <a:pt x="110" y="460"/>
                </a:cubicBezTo>
                <a:cubicBezTo>
                  <a:pt x="129" y="421"/>
                  <a:pt x="145" y="385"/>
                  <a:pt x="162" y="348"/>
                </a:cubicBezTo>
                <a:cubicBezTo>
                  <a:pt x="179" y="311"/>
                  <a:pt x="190" y="279"/>
                  <a:pt x="210" y="238"/>
                </a:cubicBezTo>
                <a:cubicBezTo>
                  <a:pt x="230" y="197"/>
                  <a:pt x="261" y="140"/>
                  <a:pt x="282" y="104"/>
                </a:cubicBezTo>
                <a:cubicBezTo>
                  <a:pt x="303" y="68"/>
                  <a:pt x="322" y="37"/>
                  <a:pt x="338" y="20"/>
                </a:cubicBezTo>
                <a:cubicBezTo>
                  <a:pt x="354" y="3"/>
                  <a:pt x="365" y="0"/>
                  <a:pt x="378" y="0"/>
                </a:cubicBezTo>
                <a:cubicBezTo>
                  <a:pt x="391" y="0"/>
                  <a:pt x="399" y="5"/>
                  <a:pt x="414" y="22"/>
                </a:cubicBezTo>
                <a:cubicBezTo>
                  <a:pt x="429" y="39"/>
                  <a:pt x="448" y="67"/>
                  <a:pt x="468" y="103"/>
                </a:cubicBezTo>
                <a:cubicBezTo>
                  <a:pt x="488" y="139"/>
                  <a:pt x="514" y="199"/>
                  <a:pt x="534" y="240"/>
                </a:cubicBezTo>
                <a:cubicBezTo>
                  <a:pt x="554" y="281"/>
                  <a:pt x="569" y="315"/>
                  <a:pt x="586" y="352"/>
                </a:cubicBezTo>
                <a:cubicBezTo>
                  <a:pt x="603" y="389"/>
                  <a:pt x="618" y="421"/>
                  <a:pt x="638" y="464"/>
                </a:cubicBezTo>
                <a:cubicBezTo>
                  <a:pt x="658" y="507"/>
                  <a:pt x="689" y="573"/>
                  <a:pt x="706" y="612"/>
                </a:cubicBezTo>
                <a:cubicBezTo>
                  <a:pt x="723" y="651"/>
                  <a:pt x="735" y="682"/>
                  <a:pt x="742" y="700"/>
                </a:cubicBezTo>
              </a:path>
            </a:pathLst>
          </a:cu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756" name="Oval 180"/>
          <p:cNvSpPr>
            <a:spLocks noChangeArrowheads="1"/>
          </p:cNvSpPr>
          <p:nvPr/>
        </p:nvSpPr>
        <p:spPr bwMode="auto">
          <a:xfrm>
            <a:off x="6696075" y="2005013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57" name="Oval 181"/>
          <p:cNvSpPr>
            <a:spLocks noChangeArrowheads="1"/>
          </p:cNvSpPr>
          <p:nvPr/>
        </p:nvSpPr>
        <p:spPr bwMode="auto">
          <a:xfrm>
            <a:off x="7229475" y="2005013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58" name="Line 182"/>
          <p:cNvSpPr>
            <a:spLocks noChangeShapeType="1"/>
          </p:cNvSpPr>
          <p:nvPr/>
        </p:nvSpPr>
        <p:spPr bwMode="auto">
          <a:xfrm flipH="1">
            <a:off x="5638800" y="1679575"/>
            <a:ext cx="1371600" cy="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2759" name="Text Box 183"/>
          <p:cNvSpPr txBox="1">
            <a:spLocks noChangeArrowheads="1"/>
          </p:cNvSpPr>
          <p:nvPr/>
        </p:nvSpPr>
        <p:spPr bwMode="auto">
          <a:xfrm>
            <a:off x="5026025" y="5110163"/>
            <a:ext cx="3127375" cy="946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latin typeface="黑体" pitchFamily="2" charset="-122"/>
                <a:ea typeface="黑体" pitchFamily="2" charset="-122"/>
              </a:rPr>
              <a:t>P   </a:t>
            </a:r>
            <a:r>
              <a:rPr lang="zh-CN" altLang="zh-CN" sz="2800" b="1" i="0">
                <a:latin typeface="黑体" pitchFamily="2" charset="-122"/>
                <a:ea typeface="黑体" pitchFamily="2" charset="-122"/>
              </a:rPr>
              <a:t>轴线 0</a:t>
            </a:r>
            <a:r>
              <a:rPr lang="zh-CN" altLang="zh-CN" sz="2800" b="1" i="0">
                <a:latin typeface="黑体" pitchFamily="2" charset="-122"/>
                <a:ea typeface="黑体" pitchFamily="2" charset="-122"/>
                <a:sym typeface="Symbol" pitchFamily="18" charset="2"/>
              </a:rPr>
              <a:t></a:t>
            </a:r>
            <a:r>
              <a:rPr lang="en-US" altLang="zh-CN" sz="2800" b="1" i="0">
                <a:latin typeface="黑体" pitchFamily="2" charset="-122"/>
                <a:ea typeface="黑体" pitchFamily="2" charset="-122"/>
                <a:sym typeface="Symbol" pitchFamily="18" charset="2"/>
              </a:rPr>
              <a:t>&lt;</a:t>
            </a:r>
            <a:r>
              <a:rPr lang="zh-CN" altLang="zh-CN" sz="2800" b="1" i="0">
                <a:latin typeface="黑体" pitchFamily="2" charset="-122"/>
                <a:ea typeface="黑体" pitchFamily="2" charset="-122"/>
                <a:sym typeface="Symbol" pitchFamily="18" charset="2"/>
              </a:rPr>
              <a:t>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2800" b="1" i="0">
                <a:latin typeface="黑体" pitchFamily="2" charset="-122"/>
                <a:ea typeface="黑体" pitchFamily="2" charset="-122"/>
                <a:sym typeface="Symbol" pitchFamily="18" charset="2"/>
              </a:rPr>
              <a:t>交线为双曲线</a:t>
            </a:r>
            <a:endParaRPr lang="zh-CN" altLang="en-US" sz="2800" b="1" i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1" name="Group 184"/>
          <p:cNvGrpSpPr>
            <a:grpSpLocks/>
          </p:cNvGrpSpPr>
          <p:nvPr/>
        </p:nvGrpSpPr>
        <p:grpSpPr bwMode="auto">
          <a:xfrm>
            <a:off x="5529263" y="5183188"/>
            <a:ext cx="393700" cy="330200"/>
            <a:chOff x="5026" y="3694"/>
            <a:chExt cx="248" cy="208"/>
          </a:xfrm>
        </p:grpSpPr>
        <p:sp>
          <p:nvSpPr>
            <p:cNvPr id="14425" name="Line 185"/>
            <p:cNvSpPr>
              <a:spLocks noChangeShapeType="1"/>
            </p:cNvSpPr>
            <p:nvPr/>
          </p:nvSpPr>
          <p:spPr bwMode="auto">
            <a:xfrm flipH="1">
              <a:off x="5134" y="3694"/>
              <a:ext cx="116" cy="2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26" name="Line 186"/>
            <p:cNvSpPr>
              <a:spLocks noChangeShapeType="1"/>
            </p:cNvSpPr>
            <p:nvPr/>
          </p:nvSpPr>
          <p:spPr bwMode="auto">
            <a:xfrm>
              <a:off x="5026" y="3902"/>
              <a:ext cx="2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2764" name="Oval 188"/>
          <p:cNvSpPr>
            <a:spLocks noChangeArrowheads="1"/>
          </p:cNvSpPr>
          <p:nvPr/>
        </p:nvSpPr>
        <p:spPr bwMode="auto">
          <a:xfrm>
            <a:off x="5510213" y="1990725"/>
            <a:ext cx="74612" cy="7461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65" name="Oval 189"/>
          <p:cNvSpPr>
            <a:spLocks noChangeArrowheads="1"/>
          </p:cNvSpPr>
          <p:nvPr/>
        </p:nvSpPr>
        <p:spPr bwMode="auto">
          <a:xfrm>
            <a:off x="1504950" y="2147888"/>
            <a:ext cx="74613" cy="746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766" name="Line 190"/>
          <p:cNvSpPr>
            <a:spLocks noChangeShapeType="1"/>
          </p:cNvSpPr>
          <p:nvPr/>
        </p:nvSpPr>
        <p:spPr bwMode="auto">
          <a:xfrm flipV="1">
            <a:off x="1452563" y="2479675"/>
            <a:ext cx="176212" cy="42863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2" name="Group 191"/>
          <p:cNvGrpSpPr>
            <a:grpSpLocks/>
          </p:cNvGrpSpPr>
          <p:nvPr/>
        </p:nvGrpSpPr>
        <p:grpSpPr bwMode="auto">
          <a:xfrm>
            <a:off x="5143500" y="679450"/>
            <a:ext cx="790575" cy="971550"/>
            <a:chOff x="3240" y="552"/>
            <a:chExt cx="498" cy="612"/>
          </a:xfrm>
        </p:grpSpPr>
        <p:sp>
          <p:nvSpPr>
            <p:cNvPr id="14420" name="Line 192"/>
            <p:cNvSpPr>
              <a:spLocks noChangeShapeType="1"/>
            </p:cNvSpPr>
            <p:nvPr/>
          </p:nvSpPr>
          <p:spPr bwMode="auto">
            <a:xfrm flipH="1" flipV="1">
              <a:off x="3240" y="569"/>
              <a:ext cx="254" cy="5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21" name="Line 193"/>
            <p:cNvSpPr>
              <a:spLocks noChangeShapeType="1"/>
            </p:cNvSpPr>
            <p:nvPr/>
          </p:nvSpPr>
          <p:spPr bwMode="auto">
            <a:xfrm flipV="1">
              <a:off x="3500" y="576"/>
              <a:ext cx="238" cy="5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22" name="Line 194"/>
            <p:cNvSpPr>
              <a:spLocks noChangeShapeType="1"/>
            </p:cNvSpPr>
            <p:nvPr/>
          </p:nvSpPr>
          <p:spPr bwMode="auto">
            <a:xfrm>
              <a:off x="3248" y="576"/>
              <a:ext cx="4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23" name="Line 195"/>
            <p:cNvSpPr>
              <a:spLocks noChangeShapeType="1"/>
            </p:cNvSpPr>
            <p:nvPr/>
          </p:nvSpPr>
          <p:spPr bwMode="auto">
            <a:xfrm flipV="1">
              <a:off x="3496" y="552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24" name="Line 196"/>
            <p:cNvSpPr>
              <a:spLocks noChangeShapeType="1"/>
            </p:cNvSpPr>
            <p:nvPr/>
          </p:nvSpPr>
          <p:spPr bwMode="auto">
            <a:xfrm flipV="1">
              <a:off x="3548" y="579"/>
              <a:ext cx="120" cy="585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2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5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2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27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27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52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2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2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52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5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27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527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52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52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5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52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527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527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527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527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527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527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52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527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5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5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5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15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52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52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527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1527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152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15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15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52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52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15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15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9" dur="500"/>
                                        <p:tgtEl>
                                          <p:spTgt spid="15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15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15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15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15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 nodeType="clickPar">
                      <p:stCondLst>
                        <p:cond delay="indefinite"/>
                      </p:stCondLst>
                      <p:childTnLst>
                        <p:par>
                          <p:cTn id="2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 nodeType="clickPar">
                      <p:stCondLst>
                        <p:cond delay="indefinite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52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52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 nodeType="clickPar">
                      <p:stCondLst>
                        <p:cond delay="indefinite"/>
                      </p:stCondLst>
                      <p:childTnLst>
                        <p:par>
                          <p:cTn id="2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6" dur="500"/>
                                        <p:tgtEl>
                                          <p:spTgt spid="15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1527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1527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500" fill="hold"/>
                                        <p:tgtEl>
                                          <p:spTgt spid="1527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1527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Par">
                      <p:stCondLst>
                        <p:cond delay="indefinite"/>
                      </p:stCondLst>
                      <p:childTnLst>
                        <p:par>
                          <p:cTn id="2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5" dur="500"/>
                                        <p:tgtEl>
                                          <p:spTgt spid="15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 nodeType="clickPar">
                      <p:stCondLst>
                        <p:cond delay="indefinite"/>
                      </p:stCondLst>
                      <p:childTnLst>
                        <p:par>
                          <p:cTn id="2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1527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1527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3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5" dur="500" fill="hold"/>
                                        <p:tgtEl>
                                          <p:spTgt spid="1527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1527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 nodeType="clickPar">
                      <p:stCondLst>
                        <p:cond delay="indefinite"/>
                      </p:stCondLst>
                      <p:childTnLst>
                        <p:par>
                          <p:cTn id="2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1" dur="500"/>
                                        <p:tgtEl>
                                          <p:spTgt spid="15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 nodeType="clickPar">
                      <p:stCondLst>
                        <p:cond delay="indefinite"/>
                      </p:stCondLst>
                      <p:childTnLst>
                        <p:par>
                          <p:cTn id="2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6" dur="500"/>
                                        <p:tgtEl>
                                          <p:spTgt spid="15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 nodeType="clickPar">
                      <p:stCondLst>
                        <p:cond delay="indefinite"/>
                      </p:stCondLst>
                      <p:childTnLst>
                        <p:par>
                          <p:cTn id="2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2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4" dur="500" fill="hold"/>
                                        <p:tgtEl>
                                          <p:spTgt spid="152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500" fill="hold"/>
                                        <p:tgtEl>
                                          <p:spTgt spid="152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 nodeType="clickPar">
                      <p:stCondLst>
                        <p:cond delay="indefinite"/>
                      </p:stCondLst>
                      <p:childTnLst>
                        <p:par>
                          <p:cTn id="3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0" dur="500" fill="hold"/>
                                        <p:tgtEl>
                                          <p:spTgt spid="1527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500" fill="hold"/>
                                        <p:tgtEl>
                                          <p:spTgt spid="1527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 nodeType="clickPar">
                      <p:stCondLst>
                        <p:cond delay="indefinite"/>
                      </p:stCondLst>
                      <p:childTnLst>
                        <p:par>
                          <p:cTn id="3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7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9" dur="500" fill="hold"/>
                                        <p:tgtEl>
                                          <p:spTgt spid="152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500" fill="hold"/>
                                        <p:tgtEl>
                                          <p:spTgt spid="152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2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4" dur="500" fill="hold"/>
                                        <p:tgtEl>
                                          <p:spTgt spid="1527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500" fill="hold"/>
                                        <p:tgtEl>
                                          <p:spTgt spid="1527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 nodeType="clickPar">
                      <p:stCondLst>
                        <p:cond delay="indefinite"/>
                      </p:stCondLst>
                      <p:childTnLst>
                        <p:par>
                          <p:cTn id="3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0" dur="500"/>
                                        <p:tgtEl>
                                          <p:spTgt spid="15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4" dur="500"/>
                                        <p:tgtEl>
                                          <p:spTgt spid="15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 nodeType="clickPar">
                      <p:stCondLst>
                        <p:cond delay="indefinite"/>
                      </p:stCondLst>
                      <p:childTnLst>
                        <p:par>
                          <p:cTn id="3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9" dur="500"/>
                                        <p:tgtEl>
                                          <p:spTgt spid="152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3" dur="500"/>
                                        <p:tgtEl>
                                          <p:spTgt spid="152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 nodeType="clickPar">
                      <p:stCondLst>
                        <p:cond delay="indefinite"/>
                      </p:stCondLst>
                      <p:childTnLst>
                        <p:par>
                          <p:cTn id="3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8" dur="500" fill="hold"/>
                                        <p:tgtEl>
                                          <p:spTgt spid="152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9" dur="500" fill="hold"/>
                                        <p:tgtEl>
                                          <p:spTgt spid="152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3" dur="500" fill="hold"/>
                                        <p:tgtEl>
                                          <p:spTgt spid="1527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500" fill="hold"/>
                                        <p:tgtEl>
                                          <p:spTgt spid="1527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 nodeType="clickPar">
                      <p:stCondLst>
                        <p:cond delay="indefinite"/>
                      </p:stCondLst>
                      <p:childTnLst>
                        <p:par>
                          <p:cTn id="3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9" dur="500"/>
                                        <p:tgtEl>
                                          <p:spTgt spid="15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 nodeType="clickPar">
                      <p:stCondLst>
                        <p:cond delay="indefinite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4" dur="500"/>
                                        <p:tgtEl>
                                          <p:spTgt spid="152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8" dur="500"/>
                                        <p:tgtEl>
                                          <p:spTgt spid="152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 nodeType="clickPar">
                      <p:stCondLst>
                        <p:cond delay="indefinite"/>
                      </p:stCondLst>
                      <p:childTnLst>
                        <p:par>
                          <p:cTn id="3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 nodeType="clickPar">
                      <p:stCondLst>
                        <p:cond delay="indefinite"/>
                      </p:stCondLst>
                      <p:childTnLst>
                        <p:par>
                          <p:cTn id="3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00" fill="hold"/>
                                        <p:tgtEl>
                                          <p:spTgt spid="1527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1527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684" grpId="0" animBg="1"/>
      <p:bldP spid="152685" grpId="0" animBg="1"/>
      <p:bldP spid="152686" grpId="0" animBg="1"/>
      <p:bldP spid="152687" grpId="0" animBg="1"/>
      <p:bldP spid="152688" grpId="0" animBg="1"/>
      <p:bldP spid="152689" grpId="0" autoUpdateAnimBg="0"/>
      <p:bldP spid="152690" grpId="0" animBg="1"/>
      <p:bldP spid="152691" grpId="0" autoUpdateAnimBg="0"/>
      <p:bldP spid="152692" grpId="0" animBg="1"/>
      <p:bldP spid="152693" grpId="0" animBg="1"/>
      <p:bldP spid="152694" grpId="0" animBg="1"/>
      <p:bldP spid="152695" grpId="0" animBg="1"/>
      <p:bldP spid="152696" grpId="0" animBg="1"/>
      <p:bldP spid="152697" grpId="0" animBg="1"/>
      <p:bldP spid="152698" grpId="0" animBg="1"/>
      <p:bldP spid="152699" grpId="0" animBg="1"/>
      <p:bldP spid="152700" grpId="0" animBg="1"/>
      <p:bldP spid="152701" grpId="0" animBg="1"/>
      <p:bldP spid="152702" grpId="0" animBg="1"/>
      <p:bldP spid="152703" grpId="0" animBg="1"/>
      <p:bldP spid="152704" grpId="0" animBg="1"/>
      <p:bldP spid="152705" grpId="0" animBg="1"/>
      <p:bldP spid="152706" grpId="0" animBg="1"/>
      <p:bldP spid="152707" grpId="0" animBg="1" autoUpdateAnimBg="0"/>
      <p:bldP spid="152711" grpId="0" animBg="1"/>
      <p:bldP spid="152712" grpId="0" animBg="1"/>
      <p:bldP spid="152713" grpId="0" animBg="1"/>
      <p:bldP spid="152714" grpId="0" animBg="1"/>
      <p:bldP spid="152715" grpId="0" animBg="1"/>
      <p:bldP spid="152716" grpId="0" animBg="1"/>
      <p:bldP spid="152717" grpId="0" animBg="1"/>
      <p:bldP spid="152718" grpId="0" animBg="1"/>
      <p:bldP spid="152719" grpId="0" animBg="1"/>
      <p:bldP spid="152720" grpId="0" autoUpdateAnimBg="0"/>
      <p:bldP spid="152721" grpId="0" animBg="1"/>
      <p:bldP spid="152722" grpId="0" animBg="1"/>
      <p:bldP spid="152723" grpId="0" animBg="1"/>
      <p:bldP spid="152724" grpId="0" animBg="1"/>
      <p:bldP spid="152725" grpId="0" animBg="1"/>
      <p:bldP spid="152726" grpId="0" autoUpdateAnimBg="0"/>
      <p:bldP spid="152727" grpId="0" animBg="1"/>
      <p:bldP spid="152728" grpId="0" autoUpdateAnimBg="0"/>
      <p:bldP spid="152729" grpId="0" animBg="1"/>
      <p:bldP spid="152730" grpId="0" autoUpdateAnimBg="0"/>
      <p:bldP spid="152731" grpId="0" animBg="1"/>
      <p:bldP spid="152732" grpId="0" animBg="1"/>
      <p:bldP spid="152733" grpId="0" animBg="1"/>
      <p:bldP spid="152734" grpId="0" animBg="1"/>
      <p:bldP spid="152735" grpId="0" animBg="1"/>
      <p:bldP spid="152736" grpId="0" animBg="1"/>
      <p:bldP spid="152737" grpId="0" animBg="1"/>
      <p:bldP spid="152738" grpId="0" animBg="1"/>
      <p:bldP spid="152739" grpId="0" animBg="1"/>
      <p:bldP spid="152740" grpId="0" animBg="1"/>
      <p:bldP spid="152741" grpId="0" animBg="1"/>
      <p:bldP spid="152742" grpId="0" animBg="1"/>
      <p:bldP spid="152743" grpId="0" animBg="1"/>
      <p:bldP spid="152744" grpId="0" animBg="1"/>
      <p:bldP spid="152745" grpId="0" animBg="1"/>
      <p:bldP spid="152746" grpId="0" animBg="1"/>
      <p:bldP spid="152747" grpId="0" animBg="1"/>
      <p:bldP spid="152748" grpId="0" animBg="1"/>
      <p:bldP spid="152749" grpId="0" animBg="1"/>
      <p:bldP spid="152750" grpId="0" animBg="1"/>
      <p:bldP spid="152751" grpId="0" animBg="1"/>
      <p:bldP spid="152752" grpId="0" animBg="1"/>
      <p:bldP spid="152753" grpId="0" animBg="1"/>
      <p:bldP spid="152754" grpId="0" animBg="1"/>
      <p:bldP spid="152755" grpId="0" animBg="1"/>
      <p:bldP spid="152756" grpId="0" animBg="1"/>
      <p:bldP spid="152757" grpId="0" animBg="1"/>
      <p:bldP spid="152758" grpId="0" animBg="1"/>
      <p:bldP spid="152759" grpId="0" animBg="1" autoUpdateAnimBg="0"/>
      <p:bldP spid="152764" grpId="0" animBg="1"/>
      <p:bldP spid="152765" grpId="0" animBg="1"/>
      <p:bldP spid="15276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70FD26CA-6BD9-4B51-8DDD-FCC600412596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13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20750" y="842963"/>
            <a:ext cx="2857500" cy="3314700"/>
            <a:chOff x="576" y="696"/>
            <a:chExt cx="1800" cy="2088"/>
          </a:xfrm>
        </p:grpSpPr>
        <p:grpSp>
          <p:nvGrpSpPr>
            <p:cNvPr id="15409" name="Group 3"/>
            <p:cNvGrpSpPr>
              <a:grpSpLocks/>
            </p:cNvGrpSpPr>
            <p:nvPr/>
          </p:nvGrpSpPr>
          <p:grpSpPr bwMode="auto">
            <a:xfrm>
              <a:off x="576" y="1800"/>
              <a:ext cx="968" cy="984"/>
              <a:chOff x="576" y="1800"/>
              <a:chExt cx="968" cy="984"/>
            </a:xfrm>
          </p:grpSpPr>
          <p:sp>
            <p:nvSpPr>
              <p:cNvPr id="15420" name="Oval 4"/>
              <p:cNvSpPr>
                <a:spLocks noChangeArrowheads="1"/>
              </p:cNvSpPr>
              <p:nvPr/>
            </p:nvSpPr>
            <p:spPr bwMode="auto">
              <a:xfrm>
                <a:off x="662" y="1888"/>
                <a:ext cx="800" cy="80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/>
              </a:p>
            </p:txBody>
          </p:sp>
          <p:sp>
            <p:nvSpPr>
              <p:cNvPr id="15421" name="Line 5"/>
              <p:cNvSpPr>
                <a:spLocks noChangeShapeType="1"/>
              </p:cNvSpPr>
              <p:nvPr/>
            </p:nvSpPr>
            <p:spPr bwMode="auto">
              <a:xfrm>
                <a:off x="576" y="2288"/>
                <a:ext cx="96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22" name="Line 6"/>
              <p:cNvSpPr>
                <a:spLocks noChangeShapeType="1"/>
              </p:cNvSpPr>
              <p:nvPr/>
            </p:nvSpPr>
            <p:spPr bwMode="auto">
              <a:xfrm>
                <a:off x="1064" y="1800"/>
                <a:ext cx="0" cy="9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410" name="Group 7"/>
            <p:cNvGrpSpPr>
              <a:grpSpLocks/>
            </p:cNvGrpSpPr>
            <p:nvPr/>
          </p:nvGrpSpPr>
          <p:grpSpPr bwMode="auto">
            <a:xfrm>
              <a:off x="656" y="696"/>
              <a:ext cx="808" cy="1032"/>
              <a:chOff x="656" y="696"/>
              <a:chExt cx="808" cy="1032"/>
            </a:xfrm>
          </p:grpSpPr>
          <p:sp>
            <p:nvSpPr>
              <p:cNvPr id="15416" name="Line 8"/>
              <p:cNvSpPr>
                <a:spLocks noChangeShapeType="1"/>
              </p:cNvSpPr>
              <p:nvPr/>
            </p:nvSpPr>
            <p:spPr bwMode="auto">
              <a:xfrm flipV="1">
                <a:off x="1064" y="696"/>
                <a:ext cx="0" cy="10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17" name="Line 9"/>
              <p:cNvSpPr>
                <a:spLocks noChangeShapeType="1"/>
              </p:cNvSpPr>
              <p:nvPr/>
            </p:nvSpPr>
            <p:spPr bwMode="auto">
              <a:xfrm>
                <a:off x="656" y="1608"/>
                <a:ext cx="80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18" name="Line 10"/>
              <p:cNvSpPr>
                <a:spLocks noChangeShapeType="1"/>
              </p:cNvSpPr>
              <p:nvPr/>
            </p:nvSpPr>
            <p:spPr bwMode="auto">
              <a:xfrm flipH="1" flipV="1">
                <a:off x="1064" y="784"/>
                <a:ext cx="400" cy="8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19" name="Line 11"/>
              <p:cNvSpPr>
                <a:spLocks noChangeShapeType="1"/>
              </p:cNvSpPr>
              <p:nvPr/>
            </p:nvSpPr>
            <p:spPr bwMode="auto">
              <a:xfrm flipH="1">
                <a:off x="656" y="792"/>
                <a:ext cx="408" cy="8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411" name="Group 12"/>
            <p:cNvGrpSpPr>
              <a:grpSpLocks/>
            </p:cNvGrpSpPr>
            <p:nvPr/>
          </p:nvGrpSpPr>
          <p:grpSpPr bwMode="auto">
            <a:xfrm>
              <a:off x="1568" y="696"/>
              <a:ext cx="808" cy="1032"/>
              <a:chOff x="656" y="696"/>
              <a:chExt cx="808" cy="1032"/>
            </a:xfrm>
          </p:grpSpPr>
          <p:sp>
            <p:nvSpPr>
              <p:cNvPr id="15412" name="Line 13"/>
              <p:cNvSpPr>
                <a:spLocks noChangeShapeType="1"/>
              </p:cNvSpPr>
              <p:nvPr/>
            </p:nvSpPr>
            <p:spPr bwMode="auto">
              <a:xfrm flipV="1">
                <a:off x="1064" y="696"/>
                <a:ext cx="0" cy="10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13" name="Line 14"/>
              <p:cNvSpPr>
                <a:spLocks noChangeShapeType="1"/>
              </p:cNvSpPr>
              <p:nvPr/>
            </p:nvSpPr>
            <p:spPr bwMode="auto">
              <a:xfrm>
                <a:off x="656" y="1608"/>
                <a:ext cx="80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14" name="Line 15"/>
              <p:cNvSpPr>
                <a:spLocks noChangeShapeType="1"/>
              </p:cNvSpPr>
              <p:nvPr/>
            </p:nvSpPr>
            <p:spPr bwMode="auto">
              <a:xfrm flipH="1" flipV="1">
                <a:off x="1064" y="784"/>
                <a:ext cx="400" cy="8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15" name="Line 16"/>
              <p:cNvSpPr>
                <a:spLocks noChangeShapeType="1"/>
              </p:cNvSpPr>
              <p:nvPr/>
            </p:nvSpPr>
            <p:spPr bwMode="auto">
              <a:xfrm flipH="1">
                <a:off x="656" y="792"/>
                <a:ext cx="408" cy="8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55666" name="Line 18"/>
          <p:cNvSpPr>
            <a:spLocks noChangeShapeType="1"/>
          </p:cNvSpPr>
          <p:nvPr/>
        </p:nvSpPr>
        <p:spPr bwMode="auto">
          <a:xfrm flipH="1">
            <a:off x="1374775" y="996950"/>
            <a:ext cx="333375" cy="1295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67" name="Freeform 19"/>
          <p:cNvSpPr>
            <a:spLocks/>
          </p:cNvSpPr>
          <p:nvPr/>
        </p:nvSpPr>
        <p:spPr bwMode="auto">
          <a:xfrm>
            <a:off x="965200" y="968375"/>
            <a:ext cx="714375" cy="1419225"/>
          </a:xfrm>
          <a:custGeom>
            <a:avLst/>
            <a:gdLst>
              <a:gd name="T0" fmla="*/ 2147483647 w 450"/>
              <a:gd name="T1" fmla="*/ 0 h 894"/>
              <a:gd name="T2" fmla="*/ 2147483647 w 450"/>
              <a:gd name="T3" fmla="*/ 2147483647 h 894"/>
              <a:gd name="T4" fmla="*/ 0 w 450"/>
              <a:gd name="T5" fmla="*/ 2147483647 h 894"/>
              <a:gd name="T6" fmla="*/ 2147483647 w 450"/>
              <a:gd name="T7" fmla="*/ 2147483647 h 894"/>
              <a:gd name="T8" fmla="*/ 2147483647 w 450"/>
              <a:gd name="T9" fmla="*/ 0 h 8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0"/>
              <a:gd name="T16" fmla="*/ 0 h 894"/>
              <a:gd name="T17" fmla="*/ 450 w 450"/>
              <a:gd name="T18" fmla="*/ 894 h 8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0" h="894">
                <a:moveTo>
                  <a:pt x="450" y="0"/>
                </a:moveTo>
                <a:lnTo>
                  <a:pt x="222" y="894"/>
                </a:lnTo>
                <a:lnTo>
                  <a:pt x="0" y="882"/>
                </a:lnTo>
                <a:lnTo>
                  <a:pt x="342" y="6"/>
                </a:lnTo>
                <a:lnTo>
                  <a:pt x="45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68" name="Text Box 20"/>
          <p:cNvSpPr txBox="1">
            <a:spLocks noChangeArrowheads="1"/>
          </p:cNvSpPr>
          <p:nvPr/>
        </p:nvSpPr>
        <p:spPr bwMode="auto">
          <a:xfrm>
            <a:off x="965200" y="1138238"/>
            <a:ext cx="401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solidFill>
                  <a:srgbClr val="990033"/>
                </a:solidFill>
              </a:rPr>
              <a:t>P</a:t>
            </a:r>
          </a:p>
        </p:txBody>
      </p:sp>
      <p:sp>
        <p:nvSpPr>
          <p:cNvPr id="155669" name="Line 21"/>
          <p:cNvSpPr>
            <a:spLocks noChangeShapeType="1"/>
          </p:cNvSpPr>
          <p:nvPr/>
        </p:nvSpPr>
        <p:spPr bwMode="auto">
          <a:xfrm flipH="1" flipV="1">
            <a:off x="1241425" y="1473200"/>
            <a:ext cx="257175" cy="257175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70" name="Line 22"/>
          <p:cNvSpPr>
            <a:spLocks noChangeShapeType="1"/>
          </p:cNvSpPr>
          <p:nvPr/>
        </p:nvSpPr>
        <p:spPr bwMode="auto">
          <a:xfrm>
            <a:off x="1365250" y="2282825"/>
            <a:ext cx="0" cy="55245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71" name="Line 23"/>
          <p:cNvSpPr>
            <a:spLocks noChangeShapeType="1"/>
          </p:cNvSpPr>
          <p:nvPr/>
        </p:nvSpPr>
        <p:spPr bwMode="auto">
          <a:xfrm>
            <a:off x="1365250" y="2825750"/>
            <a:ext cx="0" cy="1095375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72" name="Freeform 24"/>
          <p:cNvSpPr>
            <a:spLocks/>
          </p:cNvSpPr>
          <p:nvPr/>
        </p:nvSpPr>
        <p:spPr bwMode="auto">
          <a:xfrm>
            <a:off x="811213" y="2778125"/>
            <a:ext cx="514350" cy="1219200"/>
          </a:xfrm>
          <a:custGeom>
            <a:avLst/>
            <a:gdLst>
              <a:gd name="T0" fmla="*/ 2147483647 w 324"/>
              <a:gd name="T1" fmla="*/ 0 h 768"/>
              <a:gd name="T2" fmla="*/ 2147483647 w 324"/>
              <a:gd name="T3" fmla="*/ 2147483647 h 768"/>
              <a:gd name="T4" fmla="*/ 2147483647 w 324"/>
              <a:gd name="T5" fmla="*/ 2147483647 h 768"/>
              <a:gd name="T6" fmla="*/ 2147483647 w 324"/>
              <a:gd name="T7" fmla="*/ 2147483647 h 768"/>
              <a:gd name="T8" fmla="*/ 2147483647 w 324"/>
              <a:gd name="T9" fmla="*/ 2147483647 h 768"/>
              <a:gd name="T10" fmla="*/ 2147483647 w 324"/>
              <a:gd name="T11" fmla="*/ 2147483647 h 768"/>
              <a:gd name="T12" fmla="*/ 0 w 324"/>
              <a:gd name="T13" fmla="*/ 2147483647 h 768"/>
              <a:gd name="T14" fmla="*/ 0 w 324"/>
              <a:gd name="T15" fmla="*/ 2147483647 h 768"/>
              <a:gd name="T16" fmla="*/ 2147483647 w 324"/>
              <a:gd name="T17" fmla="*/ 0 h 76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4"/>
              <a:gd name="T28" fmla="*/ 0 h 768"/>
              <a:gd name="T29" fmla="*/ 324 w 324"/>
              <a:gd name="T30" fmla="*/ 768 h 76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4" h="768">
                <a:moveTo>
                  <a:pt x="324" y="0"/>
                </a:moveTo>
                <a:lnTo>
                  <a:pt x="324" y="348"/>
                </a:lnTo>
                <a:lnTo>
                  <a:pt x="228" y="348"/>
                </a:lnTo>
                <a:lnTo>
                  <a:pt x="228" y="408"/>
                </a:lnTo>
                <a:lnTo>
                  <a:pt x="324" y="408"/>
                </a:lnTo>
                <a:lnTo>
                  <a:pt x="324" y="768"/>
                </a:lnTo>
                <a:lnTo>
                  <a:pt x="0" y="768"/>
                </a:lnTo>
                <a:lnTo>
                  <a:pt x="0" y="6"/>
                </a:lnTo>
                <a:lnTo>
                  <a:pt x="324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73" name="Line 25"/>
          <p:cNvSpPr>
            <a:spLocks noChangeShapeType="1"/>
          </p:cNvSpPr>
          <p:nvPr/>
        </p:nvSpPr>
        <p:spPr bwMode="auto">
          <a:xfrm flipH="1" flipV="1">
            <a:off x="1355725" y="2835275"/>
            <a:ext cx="34290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74" name="Line 26"/>
          <p:cNvSpPr>
            <a:spLocks noChangeShapeType="1"/>
          </p:cNvSpPr>
          <p:nvPr/>
        </p:nvSpPr>
        <p:spPr bwMode="auto">
          <a:xfrm flipH="1">
            <a:off x="1365250" y="3359150"/>
            <a:ext cx="333375" cy="5715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75" name="Line 27"/>
          <p:cNvSpPr>
            <a:spLocks noChangeShapeType="1"/>
          </p:cNvSpPr>
          <p:nvPr/>
        </p:nvSpPr>
        <p:spPr bwMode="auto">
          <a:xfrm>
            <a:off x="1289050" y="3159125"/>
            <a:ext cx="152400" cy="28575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76" name="Line 28"/>
          <p:cNvSpPr>
            <a:spLocks noChangeShapeType="1"/>
          </p:cNvSpPr>
          <p:nvPr/>
        </p:nvSpPr>
        <p:spPr bwMode="auto">
          <a:xfrm>
            <a:off x="1270000" y="3568700"/>
            <a:ext cx="152400" cy="28575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77" name="Line 29"/>
          <p:cNvSpPr>
            <a:spLocks noChangeShapeType="1"/>
          </p:cNvSpPr>
          <p:nvPr/>
        </p:nvSpPr>
        <p:spPr bwMode="auto">
          <a:xfrm>
            <a:off x="2879725" y="2216150"/>
            <a:ext cx="47625" cy="142875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78" name="Line 30"/>
          <p:cNvSpPr>
            <a:spLocks noChangeShapeType="1"/>
          </p:cNvSpPr>
          <p:nvPr/>
        </p:nvSpPr>
        <p:spPr bwMode="auto">
          <a:xfrm>
            <a:off x="3365500" y="2216150"/>
            <a:ext cx="47625" cy="142875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79" name="Oval 31"/>
          <p:cNvSpPr>
            <a:spLocks noChangeArrowheads="1"/>
          </p:cNvSpPr>
          <p:nvPr/>
        </p:nvSpPr>
        <p:spPr bwMode="auto">
          <a:xfrm>
            <a:off x="3632200" y="2235200"/>
            <a:ext cx="85725" cy="8572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5680" name="Oval 32"/>
          <p:cNvSpPr>
            <a:spLocks noChangeArrowheads="1"/>
          </p:cNvSpPr>
          <p:nvPr/>
        </p:nvSpPr>
        <p:spPr bwMode="auto">
          <a:xfrm>
            <a:off x="2555875" y="2244725"/>
            <a:ext cx="85725" cy="8572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5681" name="Line 33"/>
          <p:cNvSpPr>
            <a:spLocks noChangeShapeType="1"/>
          </p:cNvSpPr>
          <p:nvPr/>
        </p:nvSpPr>
        <p:spPr bwMode="auto">
          <a:xfrm flipH="1">
            <a:off x="2593975" y="987425"/>
            <a:ext cx="561975" cy="1304925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5682" name="Line 34"/>
          <p:cNvSpPr>
            <a:spLocks noChangeShapeType="1"/>
          </p:cNvSpPr>
          <p:nvPr/>
        </p:nvSpPr>
        <p:spPr bwMode="auto">
          <a:xfrm>
            <a:off x="3146425" y="1006475"/>
            <a:ext cx="533400" cy="1266825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5683" name="Oval 35"/>
          <p:cNvSpPr>
            <a:spLocks noChangeArrowheads="1"/>
          </p:cNvSpPr>
          <p:nvPr/>
        </p:nvSpPr>
        <p:spPr bwMode="auto">
          <a:xfrm>
            <a:off x="1333500" y="2794000"/>
            <a:ext cx="85725" cy="8572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5684" name="Oval 36"/>
          <p:cNvSpPr>
            <a:spLocks noChangeArrowheads="1"/>
          </p:cNvSpPr>
          <p:nvPr/>
        </p:nvSpPr>
        <p:spPr bwMode="auto">
          <a:xfrm>
            <a:off x="1308100" y="3860800"/>
            <a:ext cx="85725" cy="8572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5685" name="Text Box 37"/>
          <p:cNvSpPr txBox="1">
            <a:spLocks noChangeArrowheads="1"/>
          </p:cNvSpPr>
          <p:nvPr/>
        </p:nvSpPr>
        <p:spPr bwMode="auto">
          <a:xfrm>
            <a:off x="1138238" y="4330700"/>
            <a:ext cx="2224087" cy="946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latin typeface="黑体" pitchFamily="2" charset="-122"/>
                <a:ea typeface="黑体" pitchFamily="2" charset="-122"/>
              </a:rPr>
              <a:t>P </a:t>
            </a:r>
            <a:r>
              <a:rPr lang="zh-CN" altLang="en-US" sz="2800" b="1" i="0">
                <a:latin typeface="黑体" pitchFamily="2" charset="-122"/>
                <a:ea typeface="黑体" pitchFamily="2" charset="-122"/>
                <a:sym typeface="Symbol" pitchFamily="18" charset="2"/>
              </a:rPr>
              <a:t>过锥顶</a:t>
            </a:r>
            <a:endParaRPr lang="zh-CN" altLang="zh-CN" sz="2800" b="1" i="0">
              <a:latin typeface="黑体" pitchFamily="2" charset="-122"/>
              <a:ea typeface="黑体" pitchFamily="2" charset="-122"/>
              <a:sym typeface="Symbol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2800" b="1" i="0">
                <a:latin typeface="黑体" pitchFamily="2" charset="-122"/>
                <a:ea typeface="黑体" pitchFamily="2" charset="-122"/>
                <a:sym typeface="Symbol" pitchFamily="18" charset="2"/>
              </a:rPr>
              <a:t>交线为直线</a:t>
            </a:r>
            <a:endParaRPr lang="zh-CN" altLang="en-US" sz="2800" b="1" i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5686" name="Rectangle 38"/>
          <p:cNvSpPr>
            <a:spLocks noChangeArrowheads="1"/>
          </p:cNvSpPr>
          <p:nvPr/>
        </p:nvSpPr>
        <p:spPr bwMode="auto">
          <a:xfrm>
            <a:off x="5576888" y="958850"/>
            <a:ext cx="1312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800" b="1" i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</a:t>
            </a:r>
            <a:r>
              <a:rPr lang="zh-CN" altLang="zh-CN" sz="2800" b="1" i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轴线</a:t>
            </a:r>
            <a:endParaRPr lang="zh-CN" altLang="en-US" sz="2800" b="1" i="0">
              <a:solidFill>
                <a:srgbClr val="000066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55687" name="Rectangle 39"/>
          <p:cNvSpPr>
            <a:spLocks noChangeArrowheads="1"/>
          </p:cNvSpPr>
          <p:nvPr/>
        </p:nvSpPr>
        <p:spPr bwMode="auto">
          <a:xfrm>
            <a:off x="5561013" y="2406650"/>
            <a:ext cx="19700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2800" b="1" i="0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交线为椭圆</a:t>
            </a:r>
            <a:endParaRPr lang="zh-CN" altLang="en-US" sz="2800" b="1" i="0">
              <a:solidFill>
                <a:srgbClr val="A50021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55688" name="Rectangle 40"/>
          <p:cNvSpPr>
            <a:spLocks noChangeArrowheads="1"/>
          </p:cNvSpPr>
          <p:nvPr/>
        </p:nvSpPr>
        <p:spPr bwMode="auto">
          <a:xfrm>
            <a:off x="5576888" y="1928813"/>
            <a:ext cx="2205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P  </a:t>
            </a:r>
            <a:r>
              <a:rPr lang="zh-CN" altLang="zh-CN" sz="2800" b="1" i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轴线 </a:t>
            </a:r>
            <a:r>
              <a:rPr lang="zh-CN" altLang="zh-CN" sz="2800" b="1" i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</a:t>
            </a:r>
            <a:r>
              <a:rPr lang="en-US" altLang="zh-CN" sz="2800" b="1" i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&gt;</a:t>
            </a:r>
            <a:r>
              <a:rPr lang="zh-CN" altLang="zh-CN" sz="2800" b="1" i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</a:t>
            </a:r>
            <a:endParaRPr lang="en-US" altLang="zh-CN" sz="2800" b="1" i="0">
              <a:solidFill>
                <a:srgbClr val="000066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grpSp>
        <p:nvGrpSpPr>
          <p:cNvPr id="6" name="Group 41"/>
          <p:cNvGrpSpPr>
            <a:grpSpLocks/>
          </p:cNvGrpSpPr>
          <p:nvPr/>
        </p:nvGrpSpPr>
        <p:grpSpPr bwMode="auto">
          <a:xfrm>
            <a:off x="5827713" y="2019300"/>
            <a:ext cx="393700" cy="330200"/>
            <a:chOff x="5026" y="3694"/>
            <a:chExt cx="248" cy="208"/>
          </a:xfrm>
        </p:grpSpPr>
        <p:sp>
          <p:nvSpPr>
            <p:cNvPr id="15407" name="Line 42"/>
            <p:cNvSpPr>
              <a:spLocks noChangeShapeType="1"/>
            </p:cNvSpPr>
            <p:nvPr/>
          </p:nvSpPr>
          <p:spPr bwMode="auto">
            <a:xfrm flipH="1">
              <a:off x="5134" y="3694"/>
              <a:ext cx="116" cy="201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8" name="Line 43"/>
            <p:cNvSpPr>
              <a:spLocks noChangeShapeType="1"/>
            </p:cNvSpPr>
            <p:nvPr/>
          </p:nvSpPr>
          <p:spPr bwMode="auto">
            <a:xfrm>
              <a:off x="5026" y="3902"/>
              <a:ext cx="248" cy="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44"/>
          <p:cNvGrpSpPr>
            <a:grpSpLocks/>
          </p:cNvGrpSpPr>
          <p:nvPr/>
        </p:nvGrpSpPr>
        <p:grpSpPr bwMode="auto">
          <a:xfrm>
            <a:off x="5821363" y="3033713"/>
            <a:ext cx="393700" cy="330200"/>
            <a:chOff x="5026" y="3694"/>
            <a:chExt cx="248" cy="208"/>
          </a:xfrm>
        </p:grpSpPr>
        <p:sp>
          <p:nvSpPr>
            <p:cNvPr id="15405" name="Line 45"/>
            <p:cNvSpPr>
              <a:spLocks noChangeShapeType="1"/>
            </p:cNvSpPr>
            <p:nvPr/>
          </p:nvSpPr>
          <p:spPr bwMode="auto">
            <a:xfrm flipH="1">
              <a:off x="5134" y="3694"/>
              <a:ext cx="116" cy="201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6" name="Line 46"/>
            <p:cNvSpPr>
              <a:spLocks noChangeShapeType="1"/>
            </p:cNvSpPr>
            <p:nvPr/>
          </p:nvSpPr>
          <p:spPr bwMode="auto">
            <a:xfrm>
              <a:off x="5026" y="3902"/>
              <a:ext cx="248" cy="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5846763" y="4084638"/>
            <a:ext cx="393700" cy="330200"/>
            <a:chOff x="5026" y="3694"/>
            <a:chExt cx="248" cy="208"/>
          </a:xfrm>
        </p:grpSpPr>
        <p:sp>
          <p:nvSpPr>
            <p:cNvPr id="15403" name="Line 48"/>
            <p:cNvSpPr>
              <a:spLocks noChangeShapeType="1"/>
            </p:cNvSpPr>
            <p:nvPr/>
          </p:nvSpPr>
          <p:spPr bwMode="auto">
            <a:xfrm flipH="1">
              <a:off x="5134" y="3694"/>
              <a:ext cx="116" cy="201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4" name="Line 49"/>
            <p:cNvSpPr>
              <a:spLocks noChangeShapeType="1"/>
            </p:cNvSpPr>
            <p:nvPr/>
          </p:nvSpPr>
          <p:spPr bwMode="auto">
            <a:xfrm>
              <a:off x="5026" y="3902"/>
              <a:ext cx="248" cy="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5698" name="Rectangle 50"/>
          <p:cNvSpPr>
            <a:spLocks noChangeArrowheads="1"/>
          </p:cNvSpPr>
          <p:nvPr/>
        </p:nvSpPr>
        <p:spPr bwMode="auto">
          <a:xfrm>
            <a:off x="5576888" y="2951163"/>
            <a:ext cx="2205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P  </a:t>
            </a:r>
            <a:r>
              <a:rPr lang="zh-CN" altLang="zh-CN" sz="2800" b="1" i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轴线 </a:t>
            </a:r>
            <a:r>
              <a:rPr lang="zh-CN" altLang="zh-CN" sz="2800" b="1" i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</a:t>
            </a:r>
            <a:r>
              <a:rPr lang="en-US" altLang="zh-CN" sz="2800" b="1" i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=</a:t>
            </a:r>
            <a:r>
              <a:rPr lang="zh-CN" altLang="zh-CN" sz="2800" b="1" i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</a:t>
            </a:r>
            <a:endParaRPr lang="en-US" altLang="zh-CN" sz="2800" b="1" i="0">
              <a:solidFill>
                <a:srgbClr val="000066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55699" name="Rectangle 51"/>
          <p:cNvSpPr>
            <a:spLocks noChangeArrowheads="1"/>
          </p:cNvSpPr>
          <p:nvPr/>
        </p:nvSpPr>
        <p:spPr bwMode="auto">
          <a:xfrm>
            <a:off x="5578475" y="4010025"/>
            <a:ext cx="2579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P  </a:t>
            </a:r>
            <a:r>
              <a:rPr lang="zh-CN" altLang="zh-CN" sz="2800" b="1" i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轴线 0</a:t>
            </a:r>
            <a:r>
              <a:rPr lang="zh-CN" altLang="zh-CN" sz="2800" b="1" i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</a:t>
            </a:r>
            <a:r>
              <a:rPr lang="en-US" altLang="zh-CN" sz="2800" b="1" i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&lt;</a:t>
            </a:r>
            <a:r>
              <a:rPr lang="zh-CN" altLang="zh-CN" sz="2800" b="1" i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</a:t>
            </a:r>
            <a:endParaRPr lang="en-US" altLang="zh-CN" sz="2800" b="1" i="0">
              <a:solidFill>
                <a:srgbClr val="000066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55700" name="Oval 52"/>
          <p:cNvSpPr>
            <a:spLocks noChangeArrowheads="1"/>
          </p:cNvSpPr>
          <p:nvPr/>
        </p:nvSpPr>
        <p:spPr bwMode="auto">
          <a:xfrm>
            <a:off x="5251450" y="1060450"/>
            <a:ext cx="300038" cy="300038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27271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5701" name="Oval 53"/>
          <p:cNvSpPr>
            <a:spLocks noChangeArrowheads="1"/>
          </p:cNvSpPr>
          <p:nvPr/>
        </p:nvSpPr>
        <p:spPr bwMode="auto">
          <a:xfrm>
            <a:off x="5243513" y="2039938"/>
            <a:ext cx="300037" cy="300037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27271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5702" name="Oval 54"/>
          <p:cNvSpPr>
            <a:spLocks noChangeArrowheads="1"/>
          </p:cNvSpPr>
          <p:nvPr/>
        </p:nvSpPr>
        <p:spPr bwMode="auto">
          <a:xfrm>
            <a:off x="5238750" y="3057525"/>
            <a:ext cx="300038" cy="300038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27271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5703" name="Oval 55"/>
          <p:cNvSpPr>
            <a:spLocks noChangeArrowheads="1"/>
          </p:cNvSpPr>
          <p:nvPr/>
        </p:nvSpPr>
        <p:spPr bwMode="auto">
          <a:xfrm>
            <a:off x="5246688" y="4130675"/>
            <a:ext cx="300037" cy="300038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27271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5704" name="Oval 56"/>
          <p:cNvSpPr>
            <a:spLocks noChangeArrowheads="1"/>
          </p:cNvSpPr>
          <p:nvPr/>
        </p:nvSpPr>
        <p:spPr bwMode="auto">
          <a:xfrm>
            <a:off x="5240338" y="5127625"/>
            <a:ext cx="300037" cy="300038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27271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5705" name="Rectangle 57"/>
          <p:cNvSpPr>
            <a:spLocks noChangeArrowheads="1"/>
          </p:cNvSpPr>
          <p:nvPr/>
        </p:nvSpPr>
        <p:spPr bwMode="auto">
          <a:xfrm>
            <a:off x="5540375" y="3427413"/>
            <a:ext cx="2327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2800" b="1" i="0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交线为抛物线</a:t>
            </a:r>
            <a:endParaRPr lang="zh-CN" altLang="en-US" sz="2800" b="1" i="0">
              <a:solidFill>
                <a:srgbClr val="A50021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55706" name="Rectangle 58"/>
          <p:cNvSpPr>
            <a:spLocks noChangeArrowheads="1"/>
          </p:cNvSpPr>
          <p:nvPr/>
        </p:nvSpPr>
        <p:spPr bwMode="auto">
          <a:xfrm>
            <a:off x="5540375" y="4502150"/>
            <a:ext cx="2327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2800" b="1" i="0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交线为双曲线</a:t>
            </a:r>
            <a:endParaRPr lang="zh-CN" altLang="en-US" sz="2800" b="1" i="0">
              <a:solidFill>
                <a:srgbClr val="A50021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55707" name="Rectangle 59"/>
          <p:cNvSpPr>
            <a:spLocks noChangeArrowheads="1"/>
          </p:cNvSpPr>
          <p:nvPr/>
        </p:nvSpPr>
        <p:spPr bwMode="auto">
          <a:xfrm>
            <a:off x="5578475" y="5014913"/>
            <a:ext cx="1435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zh-CN" altLang="en-US" sz="2800" b="1" i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过锥顶</a:t>
            </a:r>
          </a:p>
        </p:txBody>
      </p:sp>
      <p:sp>
        <p:nvSpPr>
          <p:cNvPr id="155708" name="Rectangle 60"/>
          <p:cNvSpPr>
            <a:spLocks noChangeArrowheads="1"/>
          </p:cNvSpPr>
          <p:nvPr/>
        </p:nvSpPr>
        <p:spPr bwMode="auto">
          <a:xfrm>
            <a:off x="5559425" y="5461000"/>
            <a:ext cx="1970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2800" b="1" i="0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交线为直线</a:t>
            </a:r>
            <a:endParaRPr lang="zh-CN" altLang="en-US" sz="2800" b="1" i="0">
              <a:solidFill>
                <a:srgbClr val="A50021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55709" name="Rectangle 61"/>
          <p:cNvSpPr>
            <a:spLocks noChangeArrowheads="1"/>
          </p:cNvSpPr>
          <p:nvPr/>
        </p:nvSpPr>
        <p:spPr bwMode="auto">
          <a:xfrm>
            <a:off x="5559425" y="1366838"/>
            <a:ext cx="1612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2800" b="1" i="0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交线为圆</a:t>
            </a:r>
            <a:endParaRPr lang="zh-CN" altLang="en-US" sz="2800" b="1" i="0">
              <a:solidFill>
                <a:srgbClr val="A50021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55711" name="Text Box 63"/>
          <p:cNvSpPr txBox="1">
            <a:spLocks noChangeArrowheads="1"/>
          </p:cNvSpPr>
          <p:nvPr/>
        </p:nvSpPr>
        <p:spPr bwMode="auto">
          <a:xfrm>
            <a:off x="5589588" y="211138"/>
            <a:ext cx="11017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zh-CN" altLang="en-US" sz="3600" b="1" i="0"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归纳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5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5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5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55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55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5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5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5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5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5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55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55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5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5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55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55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556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556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55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55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55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55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556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556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6" dur="500"/>
                                        <p:tgtEl>
                                          <p:spTgt spid="155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5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15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5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55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155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75"/>
                                        <p:tgtEl>
                                          <p:spTgt spid="155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55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55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75"/>
                                        <p:tgtEl>
                                          <p:spTgt spid="155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1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55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155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75"/>
                                        <p:tgtEl>
                                          <p:spTgt spid="155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1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55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55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75"/>
                                        <p:tgtEl>
                                          <p:spTgt spid="155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155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155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75"/>
                                        <p:tgtEl>
                                          <p:spTgt spid="155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155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155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66" grpId="0" animBg="1"/>
      <p:bldP spid="155667" grpId="0" animBg="1"/>
      <p:bldP spid="155668" grpId="0" build="p" autoUpdateAnimBg="0"/>
      <p:bldP spid="155669" grpId="0" animBg="1"/>
      <p:bldP spid="155670" grpId="0" animBg="1"/>
      <p:bldP spid="155671" grpId="0" animBg="1"/>
      <p:bldP spid="155672" grpId="0" animBg="1"/>
      <p:bldP spid="155673" grpId="0" animBg="1"/>
      <p:bldP spid="155674" grpId="0" animBg="1"/>
      <p:bldP spid="155675" grpId="0" animBg="1"/>
      <p:bldP spid="155676" grpId="0" animBg="1"/>
      <p:bldP spid="155677" grpId="0" animBg="1"/>
      <p:bldP spid="155678" grpId="0" animBg="1"/>
      <p:bldP spid="155679" grpId="0" animBg="1"/>
      <p:bldP spid="155680" grpId="0" animBg="1"/>
      <p:bldP spid="155681" grpId="0" animBg="1"/>
      <p:bldP spid="155682" grpId="0" animBg="1"/>
      <p:bldP spid="155683" grpId="0" animBg="1"/>
      <p:bldP spid="155684" grpId="0" animBg="1"/>
      <p:bldP spid="155685" grpId="0" animBg="1" autoUpdateAnimBg="0"/>
      <p:bldP spid="155686" grpId="0" build="p" autoUpdateAnimBg="0"/>
      <p:bldP spid="155687" grpId="0" autoUpdateAnimBg="0"/>
      <p:bldP spid="155688" grpId="0" build="p" autoUpdateAnimBg="0"/>
      <p:bldP spid="155698" grpId="0" build="p" autoUpdateAnimBg="0"/>
      <p:bldP spid="155699" grpId="0" build="p" autoUpdateAnimBg="0"/>
      <p:bldP spid="155700" grpId="0" animBg="1"/>
      <p:bldP spid="155701" grpId="0" animBg="1"/>
      <p:bldP spid="155702" grpId="0" animBg="1"/>
      <p:bldP spid="155703" grpId="0" animBg="1"/>
      <p:bldP spid="155704" grpId="0" animBg="1"/>
      <p:bldP spid="155705" grpId="0" build="p" autoUpdateAnimBg="0"/>
      <p:bldP spid="155706" grpId="0" build="p" autoUpdateAnimBg="0"/>
      <p:bldP spid="155707" grpId="0" build="p" autoUpdateAnimBg="0"/>
      <p:bldP spid="155708" grpId="0" build="p" autoUpdateAnimBg="0"/>
      <p:bldP spid="155709" grpId="0" autoUpdateAnimBg="0"/>
      <p:bldP spid="15571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0FDC44A9-EBD2-4AA7-94BC-EFFF9F19F6DA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14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95344" name="Line 112"/>
          <p:cNvSpPr>
            <a:spLocks noChangeShapeType="1"/>
          </p:cNvSpPr>
          <p:nvPr/>
        </p:nvSpPr>
        <p:spPr bwMode="auto">
          <a:xfrm flipV="1">
            <a:off x="6611938" y="1054100"/>
            <a:ext cx="0" cy="46037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5342" name="Line 110"/>
          <p:cNvSpPr>
            <a:spLocks noChangeShapeType="1"/>
          </p:cNvSpPr>
          <p:nvPr/>
        </p:nvSpPr>
        <p:spPr bwMode="auto">
          <a:xfrm flipV="1">
            <a:off x="4706938" y="1023938"/>
            <a:ext cx="0" cy="585787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5240" name="AutoShape 8"/>
          <p:cNvSpPr>
            <a:spLocks noChangeArrowheads="1"/>
          </p:cNvSpPr>
          <p:nvPr/>
        </p:nvSpPr>
        <p:spPr bwMode="auto">
          <a:xfrm>
            <a:off x="3973513" y="1193800"/>
            <a:ext cx="1466850" cy="1612900"/>
          </a:xfrm>
          <a:prstGeom prst="triangle">
            <a:avLst>
              <a:gd name="adj" fmla="val 50000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66" name="AutoShape 34"/>
          <p:cNvSpPr>
            <a:spLocks noChangeArrowheads="1"/>
          </p:cNvSpPr>
          <p:nvPr/>
        </p:nvSpPr>
        <p:spPr bwMode="auto">
          <a:xfrm>
            <a:off x="5878513" y="1193800"/>
            <a:ext cx="1466850" cy="1612900"/>
          </a:xfrm>
          <a:prstGeom prst="triangle">
            <a:avLst>
              <a:gd name="adj" fmla="val 50000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63" name="Oval 31"/>
          <p:cNvSpPr>
            <a:spLocks noChangeArrowheads="1"/>
          </p:cNvSpPr>
          <p:nvPr/>
        </p:nvSpPr>
        <p:spPr bwMode="auto">
          <a:xfrm>
            <a:off x="6215063" y="1703388"/>
            <a:ext cx="793750" cy="993775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304" name="Line 72"/>
          <p:cNvSpPr>
            <a:spLocks noChangeShapeType="1"/>
          </p:cNvSpPr>
          <p:nvPr/>
        </p:nvSpPr>
        <p:spPr bwMode="auto">
          <a:xfrm>
            <a:off x="5221288" y="4495800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300" name="Line 68"/>
          <p:cNvSpPr>
            <a:spLocks noChangeShapeType="1"/>
          </p:cNvSpPr>
          <p:nvPr/>
        </p:nvSpPr>
        <p:spPr bwMode="auto">
          <a:xfrm>
            <a:off x="6916738" y="2530475"/>
            <a:ext cx="412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5292" name="Line 60"/>
          <p:cNvSpPr>
            <a:spLocks noChangeShapeType="1"/>
          </p:cNvSpPr>
          <p:nvPr/>
        </p:nvSpPr>
        <p:spPr bwMode="auto">
          <a:xfrm>
            <a:off x="6604000" y="1704975"/>
            <a:ext cx="5619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93" name="Line 61"/>
          <p:cNvSpPr>
            <a:spLocks noChangeShapeType="1"/>
          </p:cNvSpPr>
          <p:nvPr/>
        </p:nvSpPr>
        <p:spPr bwMode="auto">
          <a:xfrm>
            <a:off x="6938963" y="1957388"/>
            <a:ext cx="219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94" name="Line 62"/>
          <p:cNvSpPr>
            <a:spLocks noChangeShapeType="1"/>
          </p:cNvSpPr>
          <p:nvPr/>
        </p:nvSpPr>
        <p:spPr bwMode="auto">
          <a:xfrm>
            <a:off x="6996113" y="2200275"/>
            <a:ext cx="2238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95" name="Line 63"/>
          <p:cNvSpPr>
            <a:spLocks noChangeShapeType="1"/>
          </p:cNvSpPr>
          <p:nvPr/>
        </p:nvSpPr>
        <p:spPr bwMode="auto">
          <a:xfrm>
            <a:off x="6608763" y="2700338"/>
            <a:ext cx="7905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89" name="Line 57"/>
          <p:cNvSpPr>
            <a:spLocks noChangeShapeType="1"/>
          </p:cNvSpPr>
          <p:nvPr/>
        </p:nvSpPr>
        <p:spPr bwMode="auto">
          <a:xfrm>
            <a:off x="4470400" y="4200525"/>
            <a:ext cx="0" cy="914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5290" name="Line 58"/>
          <p:cNvSpPr>
            <a:spLocks noChangeShapeType="1"/>
          </p:cNvSpPr>
          <p:nvPr/>
        </p:nvSpPr>
        <p:spPr bwMode="auto">
          <a:xfrm>
            <a:off x="4932363" y="4600575"/>
            <a:ext cx="0" cy="528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91" name="Line 59"/>
          <p:cNvSpPr>
            <a:spLocks noChangeShapeType="1"/>
          </p:cNvSpPr>
          <p:nvPr/>
        </p:nvSpPr>
        <p:spPr bwMode="auto">
          <a:xfrm>
            <a:off x="5394325" y="4214813"/>
            <a:ext cx="0" cy="6810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71" name="Rectangle 39"/>
          <p:cNvSpPr>
            <a:spLocks noChangeArrowheads="1"/>
          </p:cNvSpPr>
          <p:nvPr/>
        </p:nvSpPr>
        <p:spPr bwMode="auto">
          <a:xfrm>
            <a:off x="3768725" y="0"/>
            <a:ext cx="3816350" cy="54498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35" name="Rectangle 3"/>
          <p:cNvSpPr>
            <a:spLocks noChangeArrowheads="1"/>
          </p:cNvSpPr>
          <p:nvPr/>
        </p:nvSpPr>
        <p:spPr bwMode="auto">
          <a:xfrm>
            <a:off x="363538" y="292100"/>
            <a:ext cx="87804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i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b="1" i="0">
                <a:latin typeface="黑体" pitchFamily="2" charset="-122"/>
                <a:ea typeface="黑体" pitchFamily="2" charset="-122"/>
              </a:rPr>
              <a:t>．单个平面截切圆锥体</a:t>
            </a:r>
          </a:p>
        </p:txBody>
      </p:sp>
      <p:sp>
        <p:nvSpPr>
          <p:cNvPr id="95236" name="Line 4"/>
          <p:cNvSpPr>
            <a:spLocks noChangeShapeType="1"/>
          </p:cNvSpPr>
          <p:nvPr/>
        </p:nvSpPr>
        <p:spPr bwMode="auto">
          <a:xfrm>
            <a:off x="3856038" y="4217988"/>
            <a:ext cx="17145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5237" name="Line 5"/>
          <p:cNvSpPr>
            <a:spLocks noChangeShapeType="1"/>
          </p:cNvSpPr>
          <p:nvPr/>
        </p:nvSpPr>
        <p:spPr bwMode="auto">
          <a:xfrm flipV="1">
            <a:off x="4706938" y="3341688"/>
            <a:ext cx="0" cy="177800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5238" name="Line 6"/>
          <p:cNvSpPr>
            <a:spLocks noChangeShapeType="1"/>
          </p:cNvSpPr>
          <p:nvPr/>
        </p:nvSpPr>
        <p:spPr bwMode="auto">
          <a:xfrm flipV="1">
            <a:off x="4706938" y="1576388"/>
            <a:ext cx="0" cy="1430337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5239" name="Oval 7"/>
          <p:cNvSpPr>
            <a:spLocks noChangeArrowheads="1"/>
          </p:cNvSpPr>
          <p:nvPr/>
        </p:nvSpPr>
        <p:spPr bwMode="auto">
          <a:xfrm>
            <a:off x="3973513" y="3486150"/>
            <a:ext cx="1463675" cy="1463675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41" name="Line 9"/>
          <p:cNvSpPr>
            <a:spLocks noChangeShapeType="1"/>
          </p:cNvSpPr>
          <p:nvPr/>
        </p:nvSpPr>
        <p:spPr bwMode="auto">
          <a:xfrm flipV="1">
            <a:off x="6611938" y="1511300"/>
            <a:ext cx="0" cy="149542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5250" name="Line 18"/>
          <p:cNvSpPr>
            <a:spLocks noChangeShapeType="1"/>
          </p:cNvSpPr>
          <p:nvPr/>
        </p:nvSpPr>
        <p:spPr bwMode="auto">
          <a:xfrm>
            <a:off x="4471988" y="1712913"/>
            <a:ext cx="0" cy="2505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5251" name="Line 19"/>
          <p:cNvSpPr>
            <a:spLocks noChangeShapeType="1"/>
          </p:cNvSpPr>
          <p:nvPr/>
        </p:nvSpPr>
        <p:spPr bwMode="auto">
          <a:xfrm>
            <a:off x="4932363" y="2200275"/>
            <a:ext cx="0" cy="2419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5252" name="Line 20"/>
          <p:cNvSpPr>
            <a:spLocks noChangeShapeType="1"/>
          </p:cNvSpPr>
          <p:nvPr/>
        </p:nvSpPr>
        <p:spPr bwMode="auto">
          <a:xfrm>
            <a:off x="5392738" y="2701925"/>
            <a:ext cx="0" cy="1516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5254" name="Line 22"/>
          <p:cNvSpPr>
            <a:spLocks noChangeShapeType="1"/>
          </p:cNvSpPr>
          <p:nvPr/>
        </p:nvSpPr>
        <p:spPr bwMode="auto">
          <a:xfrm>
            <a:off x="4471988" y="1708150"/>
            <a:ext cx="21240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5255" name="Line 23"/>
          <p:cNvSpPr>
            <a:spLocks noChangeShapeType="1"/>
          </p:cNvSpPr>
          <p:nvPr/>
        </p:nvSpPr>
        <p:spPr bwMode="auto">
          <a:xfrm>
            <a:off x="4259263" y="2200275"/>
            <a:ext cx="27447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5256" name="Line 24"/>
          <p:cNvSpPr>
            <a:spLocks noChangeShapeType="1"/>
          </p:cNvSpPr>
          <p:nvPr/>
        </p:nvSpPr>
        <p:spPr bwMode="auto">
          <a:xfrm>
            <a:off x="5386388" y="2701925"/>
            <a:ext cx="12255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5257" name="Line 25"/>
          <p:cNvSpPr>
            <a:spLocks noChangeShapeType="1"/>
          </p:cNvSpPr>
          <p:nvPr/>
        </p:nvSpPr>
        <p:spPr bwMode="auto">
          <a:xfrm>
            <a:off x="4357688" y="1958975"/>
            <a:ext cx="258286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5270" name="Freeform 38"/>
          <p:cNvSpPr>
            <a:spLocks/>
          </p:cNvSpPr>
          <p:nvPr/>
        </p:nvSpPr>
        <p:spPr bwMode="auto">
          <a:xfrm>
            <a:off x="5878513" y="1958975"/>
            <a:ext cx="1466850" cy="847725"/>
          </a:xfrm>
          <a:custGeom>
            <a:avLst/>
            <a:gdLst>
              <a:gd name="T0" fmla="*/ 2147483647 w 924"/>
              <a:gd name="T1" fmla="*/ 0 h 534"/>
              <a:gd name="T2" fmla="*/ 0 w 924"/>
              <a:gd name="T3" fmla="*/ 2147483647 h 534"/>
              <a:gd name="T4" fmla="*/ 2147483647 w 924"/>
              <a:gd name="T5" fmla="*/ 2147483647 h 534"/>
              <a:gd name="T6" fmla="*/ 2147483647 w 924"/>
              <a:gd name="T7" fmla="*/ 0 h 534"/>
              <a:gd name="T8" fmla="*/ 0 60000 65536"/>
              <a:gd name="T9" fmla="*/ 0 60000 65536"/>
              <a:gd name="T10" fmla="*/ 0 60000 65536"/>
              <a:gd name="T11" fmla="*/ 0 60000 65536"/>
              <a:gd name="T12" fmla="*/ 0 w 924"/>
              <a:gd name="T13" fmla="*/ 0 h 534"/>
              <a:gd name="T14" fmla="*/ 924 w 924"/>
              <a:gd name="T15" fmla="*/ 534 h 5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24" h="534">
                <a:moveTo>
                  <a:pt x="244" y="0"/>
                </a:moveTo>
                <a:lnTo>
                  <a:pt x="0" y="534"/>
                </a:lnTo>
                <a:lnTo>
                  <a:pt x="924" y="534"/>
                </a:lnTo>
                <a:lnTo>
                  <a:pt x="680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72" name="Freeform 40"/>
          <p:cNvSpPr>
            <a:spLocks/>
          </p:cNvSpPr>
          <p:nvPr/>
        </p:nvSpPr>
        <p:spPr bwMode="auto">
          <a:xfrm>
            <a:off x="3973513" y="1708150"/>
            <a:ext cx="1466850" cy="1098550"/>
          </a:xfrm>
          <a:custGeom>
            <a:avLst/>
            <a:gdLst>
              <a:gd name="T0" fmla="*/ 2147483647 w 924"/>
              <a:gd name="T1" fmla="*/ 2147483647 h 692"/>
              <a:gd name="T2" fmla="*/ 2147483647 w 924"/>
              <a:gd name="T3" fmla="*/ 2147483647 h 692"/>
              <a:gd name="T4" fmla="*/ 2147483647 w 924"/>
              <a:gd name="T5" fmla="*/ 0 h 692"/>
              <a:gd name="T6" fmla="*/ 0 w 924"/>
              <a:gd name="T7" fmla="*/ 2147483647 h 692"/>
              <a:gd name="T8" fmla="*/ 2147483647 w 924"/>
              <a:gd name="T9" fmla="*/ 2147483647 h 6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24"/>
              <a:gd name="T16" fmla="*/ 0 h 692"/>
              <a:gd name="T17" fmla="*/ 924 w 924"/>
              <a:gd name="T18" fmla="*/ 692 h 6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24" h="692">
                <a:moveTo>
                  <a:pt x="924" y="692"/>
                </a:moveTo>
                <a:lnTo>
                  <a:pt x="892" y="626"/>
                </a:lnTo>
                <a:lnTo>
                  <a:pt x="314" y="0"/>
                </a:lnTo>
                <a:lnTo>
                  <a:pt x="0" y="692"/>
                </a:lnTo>
                <a:lnTo>
                  <a:pt x="924" y="692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48" name="AutoShape 16"/>
          <p:cNvSpPr>
            <a:spLocks noChangeArrowheads="1"/>
          </p:cNvSpPr>
          <p:nvPr/>
        </p:nvSpPr>
        <p:spPr bwMode="auto">
          <a:xfrm>
            <a:off x="4437063" y="1677988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47" name="AutoShape 15"/>
          <p:cNvSpPr>
            <a:spLocks noChangeArrowheads="1"/>
          </p:cNvSpPr>
          <p:nvPr/>
        </p:nvSpPr>
        <p:spPr bwMode="auto">
          <a:xfrm>
            <a:off x="4892675" y="2159000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49" name="AutoShape 17"/>
          <p:cNvSpPr>
            <a:spLocks noChangeArrowheads="1"/>
          </p:cNvSpPr>
          <p:nvPr/>
        </p:nvSpPr>
        <p:spPr bwMode="auto">
          <a:xfrm>
            <a:off x="5351463" y="2668588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53" name="AutoShape 21"/>
          <p:cNvSpPr>
            <a:spLocks noChangeArrowheads="1"/>
          </p:cNvSpPr>
          <p:nvPr/>
        </p:nvSpPr>
        <p:spPr bwMode="auto">
          <a:xfrm>
            <a:off x="4672013" y="1927225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74" name="Line 42"/>
          <p:cNvSpPr>
            <a:spLocks noChangeShapeType="1"/>
          </p:cNvSpPr>
          <p:nvPr/>
        </p:nvSpPr>
        <p:spPr bwMode="auto">
          <a:xfrm>
            <a:off x="4894263" y="4349750"/>
            <a:ext cx="76200" cy="381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80" name="Oval 48"/>
          <p:cNvSpPr>
            <a:spLocks noChangeArrowheads="1"/>
          </p:cNvSpPr>
          <p:nvPr/>
        </p:nvSpPr>
        <p:spPr bwMode="auto">
          <a:xfrm>
            <a:off x="4470400" y="3805238"/>
            <a:ext cx="923925" cy="814387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97" name="Text Box 65"/>
          <p:cNvSpPr txBox="1">
            <a:spLocks noChangeArrowheads="1"/>
          </p:cNvSpPr>
          <p:nvPr/>
        </p:nvSpPr>
        <p:spPr bwMode="auto">
          <a:xfrm>
            <a:off x="363538" y="1017588"/>
            <a:ext cx="8780462" cy="2557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i="0">
                <a:latin typeface="黑体" pitchFamily="2" charset="-122"/>
                <a:ea typeface="黑体" pitchFamily="2" charset="-122"/>
              </a:rPr>
              <a:t>步骤：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b="1" i="0">
                <a:latin typeface="黑体" pitchFamily="2" charset="-122"/>
                <a:ea typeface="黑体" pitchFamily="2" charset="-122"/>
              </a:rPr>
              <a:t> 分析交线的种类及投影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b="1" i="0">
                <a:latin typeface="黑体" pitchFamily="2" charset="-122"/>
                <a:ea typeface="黑体" pitchFamily="2" charset="-122"/>
              </a:rPr>
              <a:t> 找全特殊点</a:t>
            </a:r>
            <a:r>
              <a:rPr kumimoji="0" lang="en-US" altLang="zh-CN" sz="2400" b="1" i="0">
                <a:latin typeface="黑体" pitchFamily="2" charset="-122"/>
                <a:ea typeface="黑体" pitchFamily="2" charset="-122"/>
              </a:rPr>
              <a:t>: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200" b="1" i="0">
                <a:latin typeface="黑体" pitchFamily="2" charset="-122"/>
                <a:ea typeface="黑体" pitchFamily="2" charset="-122"/>
              </a:rPr>
              <a:t>椭圆中心、长短轴端点、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200" b="1" i="0">
                <a:latin typeface="黑体" pitchFamily="2" charset="-122"/>
                <a:ea typeface="黑体" pitchFamily="2" charset="-122"/>
              </a:rPr>
              <a:t>极点、轮廓线上点、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200" b="1" i="0">
                <a:latin typeface="黑体" pitchFamily="2" charset="-122"/>
                <a:ea typeface="黑体" pitchFamily="2" charset="-122"/>
              </a:rPr>
              <a:t>虚实分界点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b="1" i="0">
                <a:latin typeface="黑体" pitchFamily="2" charset="-122"/>
                <a:ea typeface="黑体" pitchFamily="2" charset="-122"/>
              </a:rPr>
              <a:t> 足够的中间点</a:t>
            </a:r>
            <a:endParaRPr kumimoji="0" lang="zh-CN" altLang="en-US" sz="1800" b="1" i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299" name="Line 67"/>
          <p:cNvSpPr>
            <a:spLocks noChangeShapeType="1"/>
          </p:cNvSpPr>
          <p:nvPr/>
        </p:nvSpPr>
        <p:spPr bwMode="auto">
          <a:xfrm>
            <a:off x="4084638" y="2530475"/>
            <a:ext cx="28321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5303" name="Line 71"/>
          <p:cNvSpPr>
            <a:spLocks noChangeShapeType="1"/>
          </p:cNvSpPr>
          <p:nvPr/>
        </p:nvSpPr>
        <p:spPr bwMode="auto">
          <a:xfrm>
            <a:off x="5221288" y="2530475"/>
            <a:ext cx="0" cy="1993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98" name="AutoShape 66"/>
          <p:cNvSpPr>
            <a:spLocks noChangeArrowheads="1"/>
          </p:cNvSpPr>
          <p:nvPr/>
        </p:nvSpPr>
        <p:spPr bwMode="auto">
          <a:xfrm>
            <a:off x="5186363" y="2497138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307" name="Oval 75"/>
          <p:cNvSpPr>
            <a:spLocks noChangeArrowheads="1"/>
          </p:cNvSpPr>
          <p:nvPr/>
        </p:nvSpPr>
        <p:spPr bwMode="auto">
          <a:xfrm>
            <a:off x="4249738" y="3756025"/>
            <a:ext cx="920750" cy="9207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308" name="Oval 76"/>
          <p:cNvSpPr>
            <a:spLocks noChangeArrowheads="1"/>
          </p:cNvSpPr>
          <p:nvPr/>
        </p:nvSpPr>
        <p:spPr bwMode="auto">
          <a:xfrm>
            <a:off x="4357688" y="3870325"/>
            <a:ext cx="698500" cy="69850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309" name="Oval 77"/>
          <p:cNvSpPr>
            <a:spLocks noChangeArrowheads="1"/>
          </p:cNvSpPr>
          <p:nvPr/>
        </p:nvSpPr>
        <p:spPr bwMode="auto">
          <a:xfrm>
            <a:off x="4097338" y="3609975"/>
            <a:ext cx="1212850" cy="12128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77" name="AutoShape 45"/>
          <p:cNvSpPr>
            <a:spLocks noChangeArrowheads="1"/>
          </p:cNvSpPr>
          <p:nvPr/>
        </p:nvSpPr>
        <p:spPr bwMode="auto">
          <a:xfrm>
            <a:off x="4894263" y="4178300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84" name="AutoShape 52"/>
          <p:cNvSpPr>
            <a:spLocks noChangeArrowheads="1"/>
          </p:cNvSpPr>
          <p:nvPr/>
        </p:nvSpPr>
        <p:spPr bwMode="auto">
          <a:xfrm>
            <a:off x="4894263" y="3773488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85" name="AutoShape 53"/>
          <p:cNvSpPr>
            <a:spLocks noChangeArrowheads="1"/>
          </p:cNvSpPr>
          <p:nvPr/>
        </p:nvSpPr>
        <p:spPr bwMode="auto">
          <a:xfrm>
            <a:off x="5346700" y="4183063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86" name="AutoShape 54"/>
          <p:cNvSpPr>
            <a:spLocks noChangeArrowheads="1"/>
          </p:cNvSpPr>
          <p:nvPr/>
        </p:nvSpPr>
        <p:spPr bwMode="auto">
          <a:xfrm>
            <a:off x="4427538" y="4178300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88" name="AutoShape 56"/>
          <p:cNvSpPr>
            <a:spLocks noChangeArrowheads="1"/>
          </p:cNvSpPr>
          <p:nvPr/>
        </p:nvSpPr>
        <p:spPr bwMode="auto">
          <a:xfrm>
            <a:off x="4665663" y="3825875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305" name="AutoShape 73"/>
          <p:cNvSpPr>
            <a:spLocks noChangeArrowheads="1"/>
          </p:cNvSpPr>
          <p:nvPr/>
        </p:nvSpPr>
        <p:spPr bwMode="auto">
          <a:xfrm>
            <a:off x="5181600" y="3865563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83" name="AutoShape 51"/>
          <p:cNvSpPr>
            <a:spLocks noChangeArrowheads="1"/>
          </p:cNvSpPr>
          <p:nvPr/>
        </p:nvSpPr>
        <p:spPr bwMode="auto">
          <a:xfrm>
            <a:off x="4889500" y="4578350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87" name="AutoShape 55"/>
          <p:cNvSpPr>
            <a:spLocks noChangeArrowheads="1"/>
          </p:cNvSpPr>
          <p:nvPr/>
        </p:nvSpPr>
        <p:spPr bwMode="auto">
          <a:xfrm>
            <a:off x="4665663" y="4530725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306" name="AutoShape 74"/>
          <p:cNvSpPr>
            <a:spLocks noChangeArrowheads="1"/>
          </p:cNvSpPr>
          <p:nvPr/>
        </p:nvSpPr>
        <p:spPr bwMode="auto">
          <a:xfrm>
            <a:off x="5181600" y="4494213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312" name="Text Box 80"/>
          <p:cNvSpPr txBox="1">
            <a:spLocks noChangeArrowheads="1"/>
          </p:cNvSpPr>
          <p:nvPr/>
        </p:nvSpPr>
        <p:spPr bwMode="auto">
          <a:xfrm>
            <a:off x="5006975" y="1906588"/>
            <a:ext cx="758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o‘,a’,c‘</a:t>
            </a:r>
          </a:p>
        </p:txBody>
      </p:sp>
      <p:sp>
        <p:nvSpPr>
          <p:cNvPr id="95313" name="Text Box 81"/>
          <p:cNvSpPr txBox="1">
            <a:spLocks noChangeArrowheads="1"/>
          </p:cNvSpPr>
          <p:nvPr/>
        </p:nvSpPr>
        <p:spPr bwMode="auto">
          <a:xfrm>
            <a:off x="6496050" y="1903413"/>
            <a:ext cx="474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 o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</a:t>
            </a:r>
            <a:endParaRPr kumimoji="0" lang="en-US" altLang="zh-CN" sz="1800" b="1">
              <a:latin typeface="ISOCPEUR" pitchFamily="34" charset="0"/>
            </a:endParaRPr>
          </a:p>
        </p:txBody>
      </p:sp>
      <p:sp>
        <p:nvSpPr>
          <p:cNvPr id="95315" name="Text Box 83"/>
          <p:cNvSpPr txBox="1">
            <a:spLocks noChangeArrowheads="1"/>
          </p:cNvSpPr>
          <p:nvPr/>
        </p:nvSpPr>
        <p:spPr bwMode="auto">
          <a:xfrm>
            <a:off x="6819900" y="1909763"/>
            <a:ext cx="749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a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“  </a:t>
            </a:r>
          </a:p>
        </p:txBody>
      </p:sp>
      <p:sp>
        <p:nvSpPr>
          <p:cNvPr id="95318" name="Text Box 86"/>
          <p:cNvSpPr txBox="1">
            <a:spLocks noChangeArrowheads="1"/>
          </p:cNvSpPr>
          <p:nvPr/>
        </p:nvSpPr>
        <p:spPr bwMode="auto">
          <a:xfrm>
            <a:off x="5457825" y="2616200"/>
            <a:ext cx="3444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b‘</a:t>
            </a:r>
          </a:p>
        </p:txBody>
      </p:sp>
      <p:sp>
        <p:nvSpPr>
          <p:cNvPr id="95319" name="Text Box 87"/>
          <p:cNvSpPr txBox="1">
            <a:spLocks noChangeArrowheads="1"/>
          </p:cNvSpPr>
          <p:nvPr/>
        </p:nvSpPr>
        <p:spPr bwMode="auto">
          <a:xfrm>
            <a:off x="4195763" y="1520825"/>
            <a:ext cx="3444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d‘</a:t>
            </a:r>
          </a:p>
        </p:txBody>
      </p:sp>
      <p:sp>
        <p:nvSpPr>
          <p:cNvPr id="95320" name="Text Box 88"/>
          <p:cNvSpPr txBox="1">
            <a:spLocks noChangeArrowheads="1"/>
          </p:cNvSpPr>
          <p:nvPr/>
        </p:nvSpPr>
        <p:spPr bwMode="auto">
          <a:xfrm>
            <a:off x="4721225" y="4518025"/>
            <a:ext cx="290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a</a:t>
            </a:r>
          </a:p>
        </p:txBody>
      </p:sp>
      <p:sp>
        <p:nvSpPr>
          <p:cNvPr id="95321" name="Text Box 89"/>
          <p:cNvSpPr txBox="1">
            <a:spLocks noChangeArrowheads="1"/>
          </p:cNvSpPr>
          <p:nvPr/>
        </p:nvSpPr>
        <p:spPr bwMode="auto">
          <a:xfrm>
            <a:off x="4706938" y="3516313"/>
            <a:ext cx="2762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c</a:t>
            </a:r>
          </a:p>
        </p:txBody>
      </p:sp>
      <p:sp>
        <p:nvSpPr>
          <p:cNvPr id="95322" name="Text Box 90"/>
          <p:cNvSpPr txBox="1">
            <a:spLocks noChangeArrowheads="1"/>
          </p:cNvSpPr>
          <p:nvPr/>
        </p:nvSpPr>
        <p:spPr bwMode="auto">
          <a:xfrm>
            <a:off x="4773613" y="3929063"/>
            <a:ext cx="4746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 o </a:t>
            </a:r>
          </a:p>
        </p:txBody>
      </p:sp>
      <p:sp>
        <p:nvSpPr>
          <p:cNvPr id="95323" name="Text Box 91"/>
          <p:cNvSpPr txBox="1">
            <a:spLocks noChangeArrowheads="1"/>
          </p:cNvSpPr>
          <p:nvPr/>
        </p:nvSpPr>
        <p:spPr bwMode="auto">
          <a:xfrm>
            <a:off x="5026025" y="2230438"/>
            <a:ext cx="704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1’</a:t>
            </a:r>
          </a:p>
        </p:txBody>
      </p:sp>
      <p:sp>
        <p:nvSpPr>
          <p:cNvPr id="95325" name="Text Box 93"/>
          <p:cNvSpPr txBox="1">
            <a:spLocks noChangeArrowheads="1"/>
          </p:cNvSpPr>
          <p:nvPr/>
        </p:nvSpPr>
        <p:spPr bwMode="auto">
          <a:xfrm>
            <a:off x="4986338" y="4511675"/>
            <a:ext cx="352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1 </a:t>
            </a:r>
            <a:endParaRPr kumimoji="0" lang="en-US" altLang="zh-CN" sz="2400" b="1">
              <a:latin typeface="ISOCPEUR" pitchFamily="34" charset="0"/>
            </a:endParaRPr>
          </a:p>
        </p:txBody>
      </p:sp>
      <p:sp>
        <p:nvSpPr>
          <p:cNvPr id="95326" name="Text Box 94"/>
          <p:cNvSpPr txBox="1">
            <a:spLocks noChangeArrowheads="1"/>
          </p:cNvSpPr>
          <p:nvPr/>
        </p:nvSpPr>
        <p:spPr bwMode="auto">
          <a:xfrm>
            <a:off x="4419600" y="3933825"/>
            <a:ext cx="3825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d </a:t>
            </a:r>
          </a:p>
        </p:txBody>
      </p:sp>
      <p:sp>
        <p:nvSpPr>
          <p:cNvPr id="95327" name="Text Box 95"/>
          <p:cNvSpPr txBox="1">
            <a:spLocks noChangeArrowheads="1"/>
          </p:cNvSpPr>
          <p:nvPr/>
        </p:nvSpPr>
        <p:spPr bwMode="auto">
          <a:xfrm>
            <a:off x="5249863" y="3933825"/>
            <a:ext cx="4746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  b</a:t>
            </a:r>
          </a:p>
        </p:txBody>
      </p:sp>
      <p:sp>
        <p:nvSpPr>
          <p:cNvPr id="95328" name="Text Box 96"/>
          <p:cNvSpPr txBox="1">
            <a:spLocks noChangeArrowheads="1"/>
          </p:cNvSpPr>
          <p:nvPr/>
        </p:nvSpPr>
        <p:spPr bwMode="auto">
          <a:xfrm>
            <a:off x="6332538" y="2752725"/>
            <a:ext cx="4873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b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  </a:t>
            </a:r>
            <a:endParaRPr kumimoji="0" lang="en-US" altLang="zh-CN" sz="2400" b="1">
              <a:latin typeface="ISOCPEUR" pitchFamily="34" charset="0"/>
            </a:endParaRPr>
          </a:p>
        </p:txBody>
      </p:sp>
      <p:sp>
        <p:nvSpPr>
          <p:cNvPr id="95329" name="Text Box 97"/>
          <p:cNvSpPr txBox="1">
            <a:spLocks noChangeArrowheads="1"/>
          </p:cNvSpPr>
          <p:nvPr/>
        </p:nvSpPr>
        <p:spPr bwMode="auto">
          <a:xfrm>
            <a:off x="6454775" y="1354138"/>
            <a:ext cx="5159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d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“</a:t>
            </a:r>
            <a:endParaRPr kumimoji="0" lang="en-US" altLang="zh-CN" sz="2400" b="1">
              <a:latin typeface="ISOCPEUR" pitchFamily="34" charset="0"/>
            </a:endParaRPr>
          </a:p>
        </p:txBody>
      </p:sp>
      <p:sp>
        <p:nvSpPr>
          <p:cNvPr id="95330" name="Text Box 98"/>
          <p:cNvSpPr txBox="1">
            <a:spLocks noChangeArrowheads="1"/>
          </p:cNvSpPr>
          <p:nvPr/>
        </p:nvSpPr>
        <p:spPr bwMode="auto">
          <a:xfrm>
            <a:off x="5819775" y="1951038"/>
            <a:ext cx="4460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c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“</a:t>
            </a:r>
            <a:endParaRPr kumimoji="0" lang="en-US" altLang="zh-CN" sz="1800" b="1">
              <a:latin typeface="ISOCPEUR" pitchFamily="34" charset="0"/>
            </a:endParaRPr>
          </a:p>
        </p:txBody>
      </p:sp>
      <p:sp>
        <p:nvSpPr>
          <p:cNvPr id="95331" name="Text Box 99"/>
          <p:cNvSpPr txBox="1">
            <a:spLocks noChangeArrowheads="1"/>
          </p:cNvSpPr>
          <p:nvPr/>
        </p:nvSpPr>
        <p:spPr bwMode="auto">
          <a:xfrm>
            <a:off x="4733925" y="1665288"/>
            <a:ext cx="3444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e’</a:t>
            </a:r>
          </a:p>
        </p:txBody>
      </p:sp>
      <p:sp>
        <p:nvSpPr>
          <p:cNvPr id="95332" name="Text Box 100"/>
          <p:cNvSpPr txBox="1">
            <a:spLocks noChangeArrowheads="1"/>
          </p:cNvSpPr>
          <p:nvPr/>
        </p:nvSpPr>
        <p:spPr bwMode="auto">
          <a:xfrm>
            <a:off x="6731000" y="2455863"/>
            <a:ext cx="4651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1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</a:t>
            </a:r>
            <a:endParaRPr kumimoji="0" lang="en-US" altLang="zh-CN" sz="1800" b="1">
              <a:latin typeface="ISOCPEUR" pitchFamily="34" charset="0"/>
            </a:endParaRPr>
          </a:p>
        </p:txBody>
      </p:sp>
      <p:sp>
        <p:nvSpPr>
          <p:cNvPr id="95333" name="Text Box 101"/>
          <p:cNvSpPr txBox="1">
            <a:spLocks noChangeArrowheads="1"/>
          </p:cNvSpPr>
          <p:nvPr/>
        </p:nvSpPr>
        <p:spPr bwMode="auto">
          <a:xfrm>
            <a:off x="6797675" y="1604963"/>
            <a:ext cx="479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e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</a:t>
            </a:r>
          </a:p>
        </p:txBody>
      </p:sp>
      <p:sp>
        <p:nvSpPr>
          <p:cNvPr id="95334" name="Arc 102"/>
          <p:cNvSpPr>
            <a:spLocks/>
          </p:cNvSpPr>
          <p:nvPr/>
        </p:nvSpPr>
        <p:spPr bwMode="auto">
          <a:xfrm>
            <a:off x="6270625" y="1708150"/>
            <a:ext cx="681038" cy="492125"/>
          </a:xfrm>
          <a:custGeom>
            <a:avLst/>
            <a:gdLst>
              <a:gd name="T0" fmla="*/ 0 w 36934"/>
              <a:gd name="T1" fmla="*/ 2147483647 h 21600"/>
              <a:gd name="T2" fmla="*/ 2147483647 w 36934"/>
              <a:gd name="T3" fmla="*/ 2147483647 h 21600"/>
              <a:gd name="T4" fmla="*/ 2147483647 w 36934"/>
              <a:gd name="T5" fmla="*/ 2147483647 h 21600"/>
              <a:gd name="T6" fmla="*/ 0 60000 65536"/>
              <a:gd name="T7" fmla="*/ 0 60000 65536"/>
              <a:gd name="T8" fmla="*/ 0 60000 65536"/>
              <a:gd name="T9" fmla="*/ 0 w 36934"/>
              <a:gd name="T10" fmla="*/ 0 h 21600"/>
              <a:gd name="T11" fmla="*/ 36934 w 3693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934" h="21600" fill="none" extrusionOk="0">
                <a:moveTo>
                  <a:pt x="-1" y="10258"/>
                </a:moveTo>
                <a:cubicBezTo>
                  <a:pt x="3933" y="3882"/>
                  <a:pt x="10890" y="-1"/>
                  <a:pt x="18383" y="0"/>
                </a:cubicBezTo>
                <a:cubicBezTo>
                  <a:pt x="25990" y="0"/>
                  <a:pt x="33036" y="4001"/>
                  <a:pt x="36933" y="10535"/>
                </a:cubicBezTo>
              </a:path>
              <a:path w="36934" h="21600" stroke="0" extrusionOk="0">
                <a:moveTo>
                  <a:pt x="-1" y="10258"/>
                </a:moveTo>
                <a:cubicBezTo>
                  <a:pt x="3933" y="3882"/>
                  <a:pt x="10890" y="-1"/>
                  <a:pt x="18383" y="0"/>
                </a:cubicBezTo>
                <a:cubicBezTo>
                  <a:pt x="25990" y="0"/>
                  <a:pt x="33036" y="4001"/>
                  <a:pt x="36933" y="10535"/>
                </a:cubicBezTo>
                <a:lnTo>
                  <a:pt x="18383" y="21600"/>
                </a:lnTo>
                <a:lnTo>
                  <a:pt x="-1" y="10258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5335" name="Arc 103"/>
          <p:cNvSpPr>
            <a:spLocks/>
          </p:cNvSpPr>
          <p:nvPr/>
        </p:nvSpPr>
        <p:spPr bwMode="auto">
          <a:xfrm>
            <a:off x="6221413" y="1960563"/>
            <a:ext cx="790575" cy="746125"/>
          </a:xfrm>
          <a:custGeom>
            <a:avLst/>
            <a:gdLst>
              <a:gd name="T0" fmla="*/ 2147483647 w 43200"/>
              <a:gd name="T1" fmla="*/ 0 h 32154"/>
              <a:gd name="T2" fmla="*/ 2147483647 w 43200"/>
              <a:gd name="T3" fmla="*/ 1466803411 h 32154"/>
              <a:gd name="T4" fmla="*/ 2147483647 w 43200"/>
              <a:gd name="T5" fmla="*/ 2147483647 h 32154"/>
              <a:gd name="T6" fmla="*/ 0 60000 65536"/>
              <a:gd name="T7" fmla="*/ 0 60000 65536"/>
              <a:gd name="T8" fmla="*/ 0 60000 65536"/>
              <a:gd name="T9" fmla="*/ 0 w 43200"/>
              <a:gd name="T10" fmla="*/ 0 h 32154"/>
              <a:gd name="T11" fmla="*/ 43200 w 43200"/>
              <a:gd name="T12" fmla="*/ 32154 h 32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32154" fill="none" extrusionOk="0">
                <a:moveTo>
                  <a:pt x="40446" y="-1"/>
                </a:moveTo>
                <a:cubicBezTo>
                  <a:pt x="42251" y="3224"/>
                  <a:pt x="43200" y="6858"/>
                  <a:pt x="43200" y="10554"/>
                </a:cubicBezTo>
                <a:cubicBezTo>
                  <a:pt x="43200" y="22483"/>
                  <a:pt x="33529" y="32154"/>
                  <a:pt x="21600" y="32154"/>
                </a:cubicBezTo>
                <a:cubicBezTo>
                  <a:pt x="9670" y="32154"/>
                  <a:pt x="0" y="22483"/>
                  <a:pt x="0" y="10554"/>
                </a:cubicBezTo>
                <a:cubicBezTo>
                  <a:pt x="-1" y="6942"/>
                  <a:pt x="905" y="3389"/>
                  <a:pt x="2633" y="218"/>
                </a:cubicBezTo>
              </a:path>
              <a:path w="43200" h="32154" stroke="0" extrusionOk="0">
                <a:moveTo>
                  <a:pt x="40446" y="-1"/>
                </a:moveTo>
                <a:cubicBezTo>
                  <a:pt x="42251" y="3224"/>
                  <a:pt x="43200" y="6858"/>
                  <a:pt x="43200" y="10554"/>
                </a:cubicBezTo>
                <a:cubicBezTo>
                  <a:pt x="43200" y="22483"/>
                  <a:pt x="33529" y="32154"/>
                  <a:pt x="21600" y="32154"/>
                </a:cubicBezTo>
                <a:cubicBezTo>
                  <a:pt x="9670" y="32154"/>
                  <a:pt x="0" y="22483"/>
                  <a:pt x="0" y="10554"/>
                </a:cubicBezTo>
                <a:cubicBezTo>
                  <a:pt x="-1" y="6942"/>
                  <a:pt x="905" y="3389"/>
                  <a:pt x="2633" y="218"/>
                </a:cubicBezTo>
                <a:lnTo>
                  <a:pt x="21600" y="10554"/>
                </a:lnTo>
                <a:lnTo>
                  <a:pt x="40446" y="-1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5258" name="AutoShape 26"/>
          <p:cNvSpPr>
            <a:spLocks noChangeArrowheads="1"/>
          </p:cNvSpPr>
          <p:nvPr/>
        </p:nvSpPr>
        <p:spPr bwMode="auto">
          <a:xfrm>
            <a:off x="6577013" y="2160588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61" name="AutoShape 29"/>
          <p:cNvSpPr>
            <a:spLocks noChangeArrowheads="1"/>
          </p:cNvSpPr>
          <p:nvPr/>
        </p:nvSpPr>
        <p:spPr bwMode="auto">
          <a:xfrm>
            <a:off x="6180138" y="2157413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69" name="AutoShape 37"/>
          <p:cNvSpPr>
            <a:spLocks noChangeArrowheads="1"/>
          </p:cNvSpPr>
          <p:nvPr/>
        </p:nvSpPr>
        <p:spPr bwMode="auto">
          <a:xfrm>
            <a:off x="6969125" y="2163763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60" name="AutoShape 28"/>
          <p:cNvSpPr>
            <a:spLocks noChangeArrowheads="1"/>
          </p:cNvSpPr>
          <p:nvPr/>
        </p:nvSpPr>
        <p:spPr bwMode="auto">
          <a:xfrm>
            <a:off x="6572250" y="2667000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73" name="Line 41"/>
          <p:cNvSpPr>
            <a:spLocks noChangeShapeType="1"/>
          </p:cNvSpPr>
          <p:nvPr/>
        </p:nvSpPr>
        <p:spPr bwMode="auto">
          <a:xfrm>
            <a:off x="6846888" y="2162175"/>
            <a:ext cx="50800" cy="920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5301" name="AutoShape 69"/>
          <p:cNvSpPr>
            <a:spLocks noChangeArrowheads="1"/>
          </p:cNvSpPr>
          <p:nvPr/>
        </p:nvSpPr>
        <p:spPr bwMode="auto">
          <a:xfrm>
            <a:off x="6272213" y="2490788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302" name="AutoShape 70"/>
          <p:cNvSpPr>
            <a:spLocks noChangeArrowheads="1"/>
          </p:cNvSpPr>
          <p:nvPr/>
        </p:nvSpPr>
        <p:spPr bwMode="auto">
          <a:xfrm>
            <a:off x="6875463" y="2490788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59" name="AutoShape 27"/>
          <p:cNvSpPr>
            <a:spLocks noChangeArrowheads="1"/>
          </p:cNvSpPr>
          <p:nvPr/>
        </p:nvSpPr>
        <p:spPr bwMode="auto">
          <a:xfrm>
            <a:off x="6572250" y="1666875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62" name="AutoShape 30"/>
          <p:cNvSpPr>
            <a:spLocks noChangeArrowheads="1"/>
          </p:cNvSpPr>
          <p:nvPr/>
        </p:nvSpPr>
        <p:spPr bwMode="auto">
          <a:xfrm>
            <a:off x="6921500" y="1919288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268" name="AutoShape 36"/>
          <p:cNvSpPr>
            <a:spLocks noChangeArrowheads="1"/>
          </p:cNvSpPr>
          <p:nvPr/>
        </p:nvSpPr>
        <p:spPr bwMode="auto">
          <a:xfrm>
            <a:off x="6229350" y="1922463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5336" name="Text Box 104"/>
          <p:cNvSpPr txBox="1">
            <a:spLocks noChangeArrowheads="1"/>
          </p:cNvSpPr>
          <p:nvPr/>
        </p:nvSpPr>
        <p:spPr bwMode="auto">
          <a:xfrm>
            <a:off x="4383088" y="4452938"/>
            <a:ext cx="4619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e</a:t>
            </a:r>
          </a:p>
        </p:txBody>
      </p:sp>
      <p:sp>
        <p:nvSpPr>
          <p:cNvPr id="95337" name="Freeform 105"/>
          <p:cNvSpPr>
            <a:spLocks/>
          </p:cNvSpPr>
          <p:nvPr/>
        </p:nvSpPr>
        <p:spPr bwMode="auto">
          <a:xfrm>
            <a:off x="5180013" y="4295775"/>
            <a:ext cx="61912" cy="76200"/>
          </a:xfrm>
          <a:custGeom>
            <a:avLst/>
            <a:gdLst>
              <a:gd name="T0" fmla="*/ 0 w 39"/>
              <a:gd name="T1" fmla="*/ 0 h 48"/>
              <a:gd name="T2" fmla="*/ 2147483647 w 39"/>
              <a:gd name="T3" fmla="*/ 2147483647 h 48"/>
              <a:gd name="T4" fmla="*/ 0 w 39"/>
              <a:gd name="T5" fmla="*/ 2147483647 h 48"/>
              <a:gd name="T6" fmla="*/ 2147483647 w 39"/>
              <a:gd name="T7" fmla="*/ 2147483647 h 48"/>
              <a:gd name="T8" fmla="*/ 0 60000 65536"/>
              <a:gd name="T9" fmla="*/ 0 60000 65536"/>
              <a:gd name="T10" fmla="*/ 0 60000 65536"/>
              <a:gd name="T11" fmla="*/ 0 60000 65536"/>
              <a:gd name="T12" fmla="*/ 0 w 39"/>
              <a:gd name="T13" fmla="*/ 0 h 48"/>
              <a:gd name="T14" fmla="*/ 39 w 39"/>
              <a:gd name="T15" fmla="*/ 48 h 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" h="48">
                <a:moveTo>
                  <a:pt x="0" y="0"/>
                </a:moveTo>
                <a:cubicBezTo>
                  <a:pt x="19" y="1"/>
                  <a:pt x="39" y="3"/>
                  <a:pt x="39" y="9"/>
                </a:cubicBezTo>
                <a:cubicBezTo>
                  <a:pt x="39" y="15"/>
                  <a:pt x="0" y="30"/>
                  <a:pt x="0" y="36"/>
                </a:cubicBezTo>
                <a:cubicBezTo>
                  <a:pt x="0" y="42"/>
                  <a:pt x="32" y="46"/>
                  <a:pt x="39" y="48"/>
                </a:cubicBez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338" name="Freeform 106"/>
          <p:cNvSpPr>
            <a:spLocks/>
          </p:cNvSpPr>
          <p:nvPr/>
        </p:nvSpPr>
        <p:spPr bwMode="auto">
          <a:xfrm>
            <a:off x="6691313" y="2486025"/>
            <a:ext cx="76200" cy="80963"/>
          </a:xfrm>
          <a:custGeom>
            <a:avLst/>
            <a:gdLst>
              <a:gd name="T0" fmla="*/ 0 w 48"/>
              <a:gd name="T1" fmla="*/ 2147483647 h 51"/>
              <a:gd name="T2" fmla="*/ 2147483647 w 48"/>
              <a:gd name="T3" fmla="*/ 0 h 51"/>
              <a:gd name="T4" fmla="*/ 2147483647 w 48"/>
              <a:gd name="T5" fmla="*/ 2147483647 h 51"/>
              <a:gd name="T6" fmla="*/ 2147483647 w 48"/>
              <a:gd name="T7" fmla="*/ 2147483647 h 51"/>
              <a:gd name="T8" fmla="*/ 0 60000 65536"/>
              <a:gd name="T9" fmla="*/ 0 60000 65536"/>
              <a:gd name="T10" fmla="*/ 0 60000 65536"/>
              <a:gd name="T11" fmla="*/ 0 60000 65536"/>
              <a:gd name="T12" fmla="*/ 0 w 48"/>
              <a:gd name="T13" fmla="*/ 0 h 51"/>
              <a:gd name="T14" fmla="*/ 48 w 48"/>
              <a:gd name="T15" fmla="*/ 51 h 5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" h="51">
                <a:moveTo>
                  <a:pt x="0" y="51"/>
                </a:moveTo>
                <a:cubicBezTo>
                  <a:pt x="1" y="25"/>
                  <a:pt x="2" y="0"/>
                  <a:pt x="9" y="0"/>
                </a:cubicBezTo>
                <a:cubicBezTo>
                  <a:pt x="16" y="0"/>
                  <a:pt x="36" y="48"/>
                  <a:pt x="42" y="48"/>
                </a:cubicBezTo>
                <a:cubicBezTo>
                  <a:pt x="48" y="48"/>
                  <a:pt x="48" y="25"/>
                  <a:pt x="48" y="3"/>
                </a:cubicBez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339" name="Text Box 107"/>
          <p:cNvSpPr txBox="1">
            <a:spLocks noChangeArrowheads="1"/>
          </p:cNvSpPr>
          <p:nvPr/>
        </p:nvSpPr>
        <p:spPr bwMode="auto">
          <a:xfrm>
            <a:off x="363538" y="3521075"/>
            <a:ext cx="8780462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en-US" altLang="zh-CN" sz="2400" b="1" i="0"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2400" b="1" i="0">
                <a:latin typeface="黑体" pitchFamily="2" charset="-122"/>
                <a:ea typeface="黑体" pitchFamily="2" charset="-122"/>
              </a:rPr>
              <a:t>光滑、顺序连接各点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b="1" i="0">
                <a:latin typeface="黑体" pitchFamily="2" charset="-122"/>
                <a:ea typeface="黑体" pitchFamily="2" charset="-122"/>
              </a:rPr>
              <a:t> 完成轮廓线、中心线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b="1" i="0">
                <a:latin typeface="黑体" pitchFamily="2" charset="-122"/>
                <a:ea typeface="黑体" pitchFamily="2" charset="-122"/>
              </a:rPr>
              <a:t> 可见性</a:t>
            </a:r>
          </a:p>
        </p:txBody>
      </p:sp>
      <p:sp>
        <p:nvSpPr>
          <p:cNvPr id="95340" name="AutoShape 108"/>
          <p:cNvSpPr>
            <a:spLocks noChangeArrowheads="1"/>
          </p:cNvSpPr>
          <p:nvPr/>
        </p:nvSpPr>
        <p:spPr bwMode="auto">
          <a:xfrm>
            <a:off x="7496175" y="454025"/>
            <a:ext cx="1647825" cy="925513"/>
          </a:xfrm>
          <a:prstGeom prst="wedgeRectCallout">
            <a:avLst>
              <a:gd name="adj1" fmla="val -80634"/>
              <a:gd name="adj2" fmla="val 109861"/>
            </a:avLst>
          </a:prstGeom>
          <a:solidFill>
            <a:srgbClr val="CCE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1800" b="1">
                <a:latin typeface="黑体" pitchFamily="2" charset="-122"/>
                <a:ea typeface="黑体" pitchFamily="2" charset="-122"/>
              </a:rPr>
              <a:t>切点、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1800" b="1">
                <a:latin typeface="黑体" pitchFamily="2" charset="-122"/>
                <a:ea typeface="黑体" pitchFamily="2" charset="-122"/>
              </a:rPr>
              <a:t>轮廓线上点、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1800" b="1">
                <a:latin typeface="黑体" pitchFamily="2" charset="-122"/>
                <a:ea typeface="黑体" pitchFamily="2" charset="-122"/>
              </a:rPr>
              <a:t>虚实分界点</a:t>
            </a:r>
            <a:endParaRPr kumimoji="0" lang="zh-CN" altLang="en-US" sz="18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341" name="AutoShape 109"/>
          <p:cNvSpPr>
            <a:spLocks noChangeArrowheads="1"/>
          </p:cNvSpPr>
          <p:nvPr/>
        </p:nvSpPr>
        <p:spPr bwMode="auto">
          <a:xfrm>
            <a:off x="7999413" y="2327275"/>
            <a:ext cx="939800" cy="376238"/>
          </a:xfrm>
          <a:prstGeom prst="wedgeRectCallout">
            <a:avLst>
              <a:gd name="adj1" fmla="val -153380"/>
              <a:gd name="adj2" fmla="val -81222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1800" b="1">
                <a:latin typeface="黑体" pitchFamily="2" charset="-122"/>
                <a:ea typeface="黑体" pitchFamily="2" charset="-122"/>
              </a:rPr>
              <a:t>最前点</a:t>
            </a:r>
            <a:endParaRPr kumimoji="0" lang="zh-CN" altLang="en-US" sz="18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347" name="Text Box 115"/>
          <p:cNvSpPr txBox="1">
            <a:spLocks noChangeArrowheads="1"/>
          </p:cNvSpPr>
          <p:nvPr/>
        </p:nvSpPr>
        <p:spPr bwMode="auto">
          <a:xfrm>
            <a:off x="5072063" y="636588"/>
            <a:ext cx="793750" cy="4572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i="0">
                <a:latin typeface="黑体" pitchFamily="2" charset="-122"/>
                <a:ea typeface="黑体" pitchFamily="2" charset="-122"/>
              </a:rPr>
              <a:t>例：</a:t>
            </a:r>
            <a:endParaRPr kumimoji="0" lang="zh-CN" altLang="en-US" sz="18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5349" name="Line 117"/>
          <p:cNvSpPr>
            <a:spLocks noChangeShapeType="1"/>
          </p:cNvSpPr>
          <p:nvPr/>
        </p:nvSpPr>
        <p:spPr bwMode="auto">
          <a:xfrm flipV="1">
            <a:off x="4248150" y="2190750"/>
            <a:ext cx="0" cy="2028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350" name="Line 118"/>
          <p:cNvSpPr>
            <a:spLocks noChangeShapeType="1"/>
          </p:cNvSpPr>
          <p:nvPr/>
        </p:nvSpPr>
        <p:spPr bwMode="auto">
          <a:xfrm flipV="1">
            <a:off x="4362450" y="1962150"/>
            <a:ext cx="0" cy="2257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351" name="Line 119"/>
          <p:cNvSpPr>
            <a:spLocks noChangeShapeType="1"/>
          </p:cNvSpPr>
          <p:nvPr/>
        </p:nvSpPr>
        <p:spPr bwMode="auto">
          <a:xfrm flipV="1">
            <a:off x="4095750" y="2524125"/>
            <a:ext cx="0" cy="1695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96" name="Text Box 64"/>
          <p:cNvSpPr txBox="1">
            <a:spLocks noChangeArrowheads="1"/>
          </p:cNvSpPr>
          <p:nvPr/>
        </p:nvSpPr>
        <p:spPr bwMode="auto">
          <a:xfrm>
            <a:off x="4175125" y="1044575"/>
            <a:ext cx="398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V</a:t>
            </a:r>
            <a:endParaRPr kumimoji="0" lang="en-US" altLang="zh-CN" sz="1800" b="1">
              <a:latin typeface="ISOCPEUR" pitchFamily="34" charset="0"/>
            </a:endParaRPr>
          </a:p>
        </p:txBody>
      </p:sp>
      <p:sp>
        <p:nvSpPr>
          <p:cNvPr id="95243" name="Line 11"/>
          <p:cNvSpPr>
            <a:spLocks noChangeShapeType="1"/>
          </p:cNvSpPr>
          <p:nvPr/>
        </p:nvSpPr>
        <p:spPr bwMode="auto">
          <a:xfrm>
            <a:off x="4116388" y="1319213"/>
            <a:ext cx="1447800" cy="1571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5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9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95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95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95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5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9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95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95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95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95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95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952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952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95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95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9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9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95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95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95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95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9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95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9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95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95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95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95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95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9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95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95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95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9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95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9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95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95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95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9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95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9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6" dur="500"/>
                                        <p:tgtEl>
                                          <p:spTgt spid="95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500"/>
                                        <p:tgtEl>
                                          <p:spTgt spid="9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500"/>
                                        <p:tgtEl>
                                          <p:spTgt spid="95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0" dur="500"/>
                                        <p:tgtEl>
                                          <p:spTgt spid="953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 nodeType="clickPar">
                      <p:stCondLst>
                        <p:cond delay="indefinite"/>
                      </p:stCondLst>
                      <p:childTnLst>
                        <p:par>
                          <p:cTn id="2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5" dur="500"/>
                                        <p:tgtEl>
                                          <p:spTgt spid="9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 nodeType="clickPar">
                      <p:stCondLst>
                        <p:cond delay="indefinite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0" dur="500"/>
                                        <p:tgtEl>
                                          <p:spTgt spid="95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4" dur="500"/>
                                        <p:tgtEl>
                                          <p:spTgt spid="9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8" dur="500"/>
                                        <p:tgtEl>
                                          <p:spTgt spid="95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2" dur="500"/>
                                        <p:tgtEl>
                                          <p:spTgt spid="95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 nodeType="clickPar">
                      <p:stCondLst>
                        <p:cond delay="indefinite"/>
                      </p:stCondLst>
                      <p:childTnLst>
                        <p:par>
                          <p:cTn id="2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7" dur="500"/>
                                        <p:tgtEl>
                                          <p:spTgt spid="95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Par">
                      <p:stCondLst>
                        <p:cond delay="indefinite"/>
                      </p:stCondLst>
                      <p:childTnLst>
                        <p:par>
                          <p:cTn id="2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2" dur="500"/>
                                        <p:tgtEl>
                                          <p:spTgt spid="95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 nodeType="clickPar">
                      <p:stCondLst>
                        <p:cond delay="indefinite"/>
                      </p:stCondLst>
                      <p:childTnLst>
                        <p:par>
                          <p:cTn id="2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7" dur="500"/>
                                        <p:tgtEl>
                                          <p:spTgt spid="95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1" dur="500"/>
                                        <p:tgtEl>
                                          <p:spTgt spid="9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5" dur="500"/>
                                        <p:tgtEl>
                                          <p:spTgt spid="9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9" dur="500"/>
                                        <p:tgtEl>
                                          <p:spTgt spid="9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 nodeType="clickPar">
                      <p:stCondLst>
                        <p:cond delay="indefinite"/>
                      </p:stCondLst>
                      <p:childTnLst>
                        <p:par>
                          <p:cTn id="2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500"/>
                                        <p:tgtEl>
                                          <p:spTgt spid="9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8" dur="500"/>
                                        <p:tgtEl>
                                          <p:spTgt spid="95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2" dur="500"/>
                                        <p:tgtEl>
                                          <p:spTgt spid="95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6" dur="500"/>
                                        <p:tgtEl>
                                          <p:spTgt spid="9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0" dur="500"/>
                                        <p:tgtEl>
                                          <p:spTgt spid="95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 nodeType="clickPar">
                      <p:stCondLst>
                        <p:cond delay="indefinite"/>
                      </p:stCondLst>
                      <p:childTnLst>
                        <p:par>
                          <p:cTn id="3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5" dur="500"/>
                                        <p:tgtEl>
                                          <p:spTgt spid="953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 nodeType="clickPar">
                      <p:stCondLst>
                        <p:cond delay="indefinite"/>
                      </p:stCondLst>
                      <p:childTnLst>
                        <p:par>
                          <p:cTn id="3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0" dur="500"/>
                                        <p:tgtEl>
                                          <p:spTgt spid="9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 nodeType="clickPar">
                      <p:stCondLst>
                        <p:cond delay="indefinite"/>
                      </p:stCondLst>
                      <p:childTnLst>
                        <p:par>
                          <p:cTn id="3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5" dur="500"/>
                                        <p:tgtEl>
                                          <p:spTgt spid="9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9" dur="500"/>
                                        <p:tgtEl>
                                          <p:spTgt spid="95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3" dur="500"/>
                                        <p:tgtEl>
                                          <p:spTgt spid="95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 nodeType="clickPar">
                      <p:stCondLst>
                        <p:cond delay="indefinite"/>
                      </p:stCondLst>
                      <p:childTnLst>
                        <p:par>
                          <p:cTn id="3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8" dur="500"/>
                                        <p:tgtEl>
                                          <p:spTgt spid="9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2" dur="500"/>
                                        <p:tgtEl>
                                          <p:spTgt spid="95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 nodeType="clickPar">
                      <p:stCondLst>
                        <p:cond delay="indefinite"/>
                      </p:stCondLst>
                      <p:childTnLst>
                        <p:par>
                          <p:cTn id="3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7" dur="500"/>
                                        <p:tgtEl>
                                          <p:spTgt spid="9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1" dur="500"/>
                                        <p:tgtEl>
                                          <p:spTgt spid="9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 nodeType="clickPar">
                      <p:stCondLst>
                        <p:cond delay="indefinite"/>
                      </p:stCondLst>
                      <p:childTnLst>
                        <p:par>
                          <p:cTn id="3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6" dur="500"/>
                                        <p:tgtEl>
                                          <p:spTgt spid="9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0" dur="500"/>
                                        <p:tgtEl>
                                          <p:spTgt spid="9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 nodeType="clickPar">
                      <p:stCondLst>
                        <p:cond delay="indefinite"/>
                      </p:stCondLst>
                      <p:childTnLst>
                        <p:par>
                          <p:cTn id="3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5" dur="500"/>
                                        <p:tgtEl>
                                          <p:spTgt spid="953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 nodeType="clickPar">
                      <p:stCondLst>
                        <p:cond delay="indefinite"/>
                      </p:stCondLst>
                      <p:childTnLst>
                        <p:par>
                          <p:cTn id="3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0" dur="500"/>
                                        <p:tgtEl>
                                          <p:spTgt spid="9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 nodeType="clickPar">
                      <p:stCondLst>
                        <p:cond delay="indefinite"/>
                      </p:stCondLst>
                      <p:childTnLst>
                        <p:par>
                          <p:cTn id="3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5" dur="500"/>
                                        <p:tgtEl>
                                          <p:spTgt spid="9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9" dur="500"/>
                                        <p:tgtEl>
                                          <p:spTgt spid="9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3" dur="500"/>
                                        <p:tgtEl>
                                          <p:spTgt spid="95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 nodeType="clickPar">
                      <p:stCondLst>
                        <p:cond delay="indefinite"/>
                      </p:stCondLst>
                      <p:childTnLst>
                        <p:par>
                          <p:cTn id="3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8" dur="500"/>
                                        <p:tgtEl>
                                          <p:spTgt spid="95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 nodeType="clickPar">
                      <p:stCondLst>
                        <p:cond delay="indefinite"/>
                      </p:stCondLst>
                      <p:childTnLst>
                        <p:par>
                          <p:cTn id="3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3" dur="500"/>
                                        <p:tgtEl>
                                          <p:spTgt spid="95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7" dur="500"/>
                                        <p:tgtEl>
                                          <p:spTgt spid="9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1" dur="500"/>
                                        <p:tgtEl>
                                          <p:spTgt spid="9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5" dur="500"/>
                                        <p:tgtEl>
                                          <p:spTgt spid="95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 nodeType="clickPar">
                      <p:stCondLst>
                        <p:cond delay="indefinite"/>
                      </p:stCondLst>
                      <p:childTnLst>
                        <p:par>
                          <p:cTn id="4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0" dur="500"/>
                                        <p:tgtEl>
                                          <p:spTgt spid="95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 nodeType="clickPar">
                      <p:stCondLst>
                        <p:cond delay="indefinite"/>
                      </p:stCondLst>
                      <p:childTnLst>
                        <p:par>
                          <p:cTn id="4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5" dur="500"/>
                                        <p:tgtEl>
                                          <p:spTgt spid="95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6" fill="hold" nodeType="clickPar">
                      <p:stCondLst>
                        <p:cond delay="indefinite"/>
                      </p:stCondLst>
                      <p:childTnLst>
                        <p:par>
                          <p:cTn id="4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0" dur="500"/>
                                        <p:tgtEl>
                                          <p:spTgt spid="95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 nodeType="clickPar">
                      <p:stCondLst>
                        <p:cond delay="indefinite"/>
                      </p:stCondLst>
                      <p:childTnLst>
                        <p:par>
                          <p:cTn id="4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5" dur="500"/>
                                        <p:tgtEl>
                                          <p:spTgt spid="9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 nodeType="clickPar">
                      <p:stCondLst>
                        <p:cond delay="indefinite"/>
                      </p:stCondLst>
                      <p:childTnLst>
                        <p:par>
                          <p:cTn id="4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0" dur="500"/>
                                        <p:tgtEl>
                                          <p:spTgt spid="95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 nodeType="clickPar">
                      <p:stCondLst>
                        <p:cond delay="indefinite"/>
                      </p:stCondLst>
                      <p:childTnLst>
                        <p:par>
                          <p:cTn id="4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1" dur="500"/>
                                        <p:tgtEl>
                                          <p:spTgt spid="95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fill="hold" nodeType="clickPar">
                      <p:stCondLst>
                        <p:cond delay="indefinite"/>
                      </p:stCondLst>
                      <p:childTnLst>
                        <p:par>
                          <p:cTn id="4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6" dur="500"/>
                                        <p:tgtEl>
                                          <p:spTgt spid="9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 nodeType="clickPar">
                      <p:stCondLst>
                        <p:cond delay="indefinite"/>
                      </p:stCondLst>
                      <p:childTnLst>
                        <p:par>
                          <p:cTn id="4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1" dur="500"/>
                                        <p:tgtEl>
                                          <p:spTgt spid="95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fill="hold" nodeType="clickPar">
                      <p:stCondLst>
                        <p:cond delay="indefinite"/>
                      </p:stCondLst>
                      <p:childTnLst>
                        <p:par>
                          <p:cTn id="4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6" dur="500"/>
                                        <p:tgtEl>
                                          <p:spTgt spid="953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 nodeType="clickPar">
                      <p:stCondLst>
                        <p:cond delay="indefinite"/>
                      </p:stCondLst>
                      <p:childTnLst>
                        <p:par>
                          <p:cTn id="4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1" dur="500"/>
                                        <p:tgtEl>
                                          <p:spTgt spid="95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2" fill="hold" nodeType="clickPar">
                      <p:stCondLst>
                        <p:cond delay="indefinite"/>
                      </p:stCondLst>
                      <p:childTnLst>
                        <p:par>
                          <p:cTn id="4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6" dur="500"/>
                                        <p:tgtEl>
                                          <p:spTgt spid="95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 nodeType="clickPar">
                      <p:stCondLst>
                        <p:cond delay="indefinite"/>
                      </p:stCondLst>
                      <p:childTnLst>
                        <p:par>
                          <p:cTn id="4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1" dur="500"/>
                                        <p:tgtEl>
                                          <p:spTgt spid="95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344" grpId="0" animBg="1"/>
      <p:bldP spid="95342" grpId="0" animBg="1"/>
      <p:bldP spid="95240" grpId="0" animBg="1"/>
      <p:bldP spid="95266" grpId="0" animBg="1"/>
      <p:bldP spid="95263" grpId="0" animBg="1"/>
      <p:bldP spid="95304" grpId="0" animBg="1"/>
      <p:bldP spid="95300" grpId="0" animBg="1"/>
      <p:bldP spid="95292" grpId="0" animBg="1"/>
      <p:bldP spid="95293" grpId="0" animBg="1"/>
      <p:bldP spid="95294" grpId="0" animBg="1"/>
      <p:bldP spid="95295" grpId="0" animBg="1"/>
      <p:bldP spid="95289" grpId="0" animBg="1"/>
      <p:bldP spid="95290" grpId="0" animBg="1"/>
      <p:bldP spid="95291" grpId="0" animBg="1"/>
      <p:bldP spid="95271" grpId="0" animBg="1"/>
      <p:bldP spid="95235" grpId="0" autoUpdateAnimBg="0"/>
      <p:bldP spid="95236" grpId="0" animBg="1"/>
      <p:bldP spid="95237" grpId="0" animBg="1"/>
      <p:bldP spid="95238" grpId="0" animBg="1"/>
      <p:bldP spid="95239" grpId="0" animBg="1"/>
      <p:bldP spid="95241" grpId="0" animBg="1"/>
      <p:bldP spid="95250" grpId="0" animBg="1"/>
      <p:bldP spid="95251" grpId="0" animBg="1"/>
      <p:bldP spid="95252" grpId="0" animBg="1"/>
      <p:bldP spid="95254" grpId="0" animBg="1"/>
      <p:bldP spid="95255" grpId="0" animBg="1"/>
      <p:bldP spid="95256" grpId="0" animBg="1"/>
      <p:bldP spid="95257" grpId="0" animBg="1"/>
      <p:bldP spid="95270" grpId="0" animBg="1"/>
      <p:bldP spid="95272" grpId="0" animBg="1"/>
      <p:bldP spid="95248" grpId="0" animBg="1"/>
      <p:bldP spid="95247" grpId="0" animBg="1"/>
      <p:bldP spid="95249" grpId="0" animBg="1"/>
      <p:bldP spid="95253" grpId="0" animBg="1"/>
      <p:bldP spid="95274" grpId="0" animBg="1"/>
      <p:bldP spid="95280" grpId="0" animBg="1"/>
      <p:bldP spid="95297" grpId="0" build="p" autoUpdateAnimBg="0"/>
      <p:bldP spid="95299" grpId="0" animBg="1"/>
      <p:bldP spid="95303" grpId="0" animBg="1"/>
      <p:bldP spid="95298" grpId="0" animBg="1"/>
      <p:bldP spid="95307" grpId="0" animBg="1"/>
      <p:bldP spid="95308" grpId="0" animBg="1"/>
      <p:bldP spid="95309" grpId="0" animBg="1"/>
      <p:bldP spid="95277" grpId="0" animBg="1"/>
      <p:bldP spid="95284" grpId="0" animBg="1"/>
      <p:bldP spid="95285" grpId="0" animBg="1"/>
      <p:bldP spid="95286" grpId="0" animBg="1"/>
      <p:bldP spid="95288" grpId="0" animBg="1"/>
      <p:bldP spid="95305" grpId="0" animBg="1"/>
      <p:bldP spid="95283" grpId="0" animBg="1"/>
      <p:bldP spid="95287" grpId="0" animBg="1"/>
      <p:bldP spid="95306" grpId="0" animBg="1"/>
      <p:bldP spid="95312" grpId="0" autoUpdateAnimBg="0"/>
      <p:bldP spid="95313" grpId="0" autoUpdateAnimBg="0"/>
      <p:bldP spid="95315" grpId="0" autoUpdateAnimBg="0"/>
      <p:bldP spid="95318" grpId="0" autoUpdateAnimBg="0"/>
      <p:bldP spid="95319" grpId="0" autoUpdateAnimBg="0"/>
      <p:bldP spid="95320" grpId="0" autoUpdateAnimBg="0"/>
      <p:bldP spid="95321" grpId="0" autoUpdateAnimBg="0"/>
      <p:bldP spid="95322" grpId="0" autoUpdateAnimBg="0"/>
      <p:bldP spid="95323" grpId="0" autoUpdateAnimBg="0"/>
      <p:bldP spid="95325" grpId="0" autoUpdateAnimBg="0"/>
      <p:bldP spid="95326" grpId="0" autoUpdateAnimBg="0"/>
      <p:bldP spid="95327" grpId="0" autoUpdateAnimBg="0"/>
      <p:bldP spid="95328" grpId="0" autoUpdateAnimBg="0"/>
      <p:bldP spid="95329" grpId="0"/>
      <p:bldP spid="95330" grpId="0" autoUpdateAnimBg="0"/>
      <p:bldP spid="95331" grpId="0" autoUpdateAnimBg="0"/>
      <p:bldP spid="95332" grpId="0" autoUpdateAnimBg="0"/>
      <p:bldP spid="95333" grpId="0" autoUpdateAnimBg="0"/>
      <p:bldP spid="95334" grpId="0" animBg="1"/>
      <p:bldP spid="95335" grpId="0" animBg="1"/>
      <p:bldP spid="95258" grpId="0" animBg="1"/>
      <p:bldP spid="95261" grpId="0" animBg="1"/>
      <p:bldP spid="95269" grpId="0" animBg="1"/>
      <p:bldP spid="95260" grpId="0" animBg="1"/>
      <p:bldP spid="95273" grpId="0" animBg="1"/>
      <p:bldP spid="95301" grpId="0" animBg="1"/>
      <p:bldP spid="95302" grpId="0" animBg="1"/>
      <p:bldP spid="95259" grpId="0" animBg="1"/>
      <p:bldP spid="95262" grpId="0" animBg="1"/>
      <p:bldP spid="95268" grpId="0" animBg="1"/>
      <p:bldP spid="95336" grpId="0" autoUpdateAnimBg="0"/>
      <p:bldP spid="95337" grpId="0" animBg="1"/>
      <p:bldP spid="95338" grpId="0" animBg="1"/>
      <p:bldP spid="95339" grpId="0" build="p" autoUpdateAnimBg="0"/>
      <p:bldP spid="95340" grpId="0" build="p" animBg="1" autoUpdateAnimBg="0"/>
      <p:bldP spid="95341" grpId="0" animBg="1" autoUpdateAnimBg="0"/>
      <p:bldP spid="95347" grpId="0" animBg="1" autoUpdateAnimBg="0"/>
      <p:bldP spid="95349" grpId="0" animBg="1"/>
      <p:bldP spid="95350" grpId="0" animBg="1"/>
      <p:bldP spid="95351" grpId="0" animBg="1"/>
      <p:bldP spid="95296" grpId="0" autoUpdateAnimBg="0"/>
      <p:bldP spid="9524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532F4F4A-6899-475E-A6DB-48DBDE24B419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15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98405" name="AutoShape 101"/>
          <p:cNvSpPr>
            <a:spLocks noChangeArrowheads="1"/>
          </p:cNvSpPr>
          <p:nvPr/>
        </p:nvSpPr>
        <p:spPr bwMode="auto">
          <a:xfrm>
            <a:off x="2519363" y="4557713"/>
            <a:ext cx="58737" cy="58737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16" name="AutoShape 112"/>
          <p:cNvSpPr>
            <a:spLocks noChangeArrowheads="1"/>
          </p:cNvSpPr>
          <p:nvPr/>
        </p:nvSpPr>
        <p:spPr bwMode="auto">
          <a:xfrm>
            <a:off x="3152775" y="4549775"/>
            <a:ext cx="58738" cy="58738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393" name="AutoShape 89"/>
          <p:cNvSpPr>
            <a:spLocks noChangeArrowheads="1"/>
          </p:cNvSpPr>
          <p:nvPr/>
        </p:nvSpPr>
        <p:spPr bwMode="auto">
          <a:xfrm>
            <a:off x="3149600" y="1944688"/>
            <a:ext cx="65088" cy="65087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395" name="AutoShape 91"/>
          <p:cNvSpPr>
            <a:spLocks noChangeArrowheads="1"/>
          </p:cNvSpPr>
          <p:nvPr/>
        </p:nvSpPr>
        <p:spPr bwMode="auto">
          <a:xfrm>
            <a:off x="2876550" y="2312988"/>
            <a:ext cx="65088" cy="65087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15" name="AutoShape 111"/>
          <p:cNvSpPr>
            <a:spLocks noChangeArrowheads="1"/>
          </p:cNvSpPr>
          <p:nvPr/>
        </p:nvSpPr>
        <p:spPr bwMode="auto">
          <a:xfrm>
            <a:off x="1890713" y="4552950"/>
            <a:ext cx="65087" cy="65088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392" name="AutoShape 88"/>
          <p:cNvSpPr>
            <a:spLocks noChangeArrowheads="1"/>
          </p:cNvSpPr>
          <p:nvPr/>
        </p:nvSpPr>
        <p:spPr bwMode="auto">
          <a:xfrm>
            <a:off x="1890713" y="3632200"/>
            <a:ext cx="61912" cy="619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58" name="AutoShape 154"/>
          <p:cNvSpPr>
            <a:spLocks noChangeArrowheads="1"/>
          </p:cNvSpPr>
          <p:nvPr/>
        </p:nvSpPr>
        <p:spPr bwMode="auto">
          <a:xfrm>
            <a:off x="5133975" y="2316163"/>
            <a:ext cx="61913" cy="619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59" name="AutoShape 155"/>
          <p:cNvSpPr>
            <a:spLocks noChangeArrowheads="1"/>
          </p:cNvSpPr>
          <p:nvPr/>
        </p:nvSpPr>
        <p:spPr bwMode="auto">
          <a:xfrm>
            <a:off x="5978525" y="2306638"/>
            <a:ext cx="65088" cy="65087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36" name="AutoShape 132"/>
          <p:cNvSpPr>
            <a:spLocks noChangeArrowheads="1"/>
          </p:cNvSpPr>
          <p:nvPr/>
        </p:nvSpPr>
        <p:spPr bwMode="auto">
          <a:xfrm>
            <a:off x="5556250" y="1944688"/>
            <a:ext cx="65088" cy="65087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21" name="Line 117"/>
          <p:cNvSpPr>
            <a:spLocks noChangeShapeType="1"/>
          </p:cNvSpPr>
          <p:nvPr/>
        </p:nvSpPr>
        <p:spPr bwMode="auto">
          <a:xfrm>
            <a:off x="3248025" y="4110038"/>
            <a:ext cx="0" cy="9429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462" name="Rectangle 158"/>
          <p:cNvSpPr>
            <a:spLocks noChangeArrowheads="1"/>
          </p:cNvSpPr>
          <p:nvPr/>
        </p:nvSpPr>
        <p:spPr bwMode="auto">
          <a:xfrm>
            <a:off x="3224213" y="4105275"/>
            <a:ext cx="247650" cy="9763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32" name="Line 128"/>
          <p:cNvSpPr>
            <a:spLocks noChangeShapeType="1"/>
          </p:cNvSpPr>
          <p:nvPr/>
        </p:nvSpPr>
        <p:spPr bwMode="auto">
          <a:xfrm>
            <a:off x="5589588" y="3378200"/>
            <a:ext cx="0" cy="292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387" name="Line 83"/>
          <p:cNvSpPr>
            <a:spLocks noChangeShapeType="1"/>
          </p:cNvSpPr>
          <p:nvPr/>
        </p:nvSpPr>
        <p:spPr bwMode="auto">
          <a:xfrm flipH="1">
            <a:off x="1917700" y="3327400"/>
            <a:ext cx="152400" cy="3349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8446" name="Line 142"/>
          <p:cNvSpPr>
            <a:spLocks noChangeShapeType="1"/>
          </p:cNvSpPr>
          <p:nvPr/>
        </p:nvSpPr>
        <p:spPr bwMode="auto">
          <a:xfrm>
            <a:off x="2908300" y="2343150"/>
            <a:ext cx="3251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386" name="Line 82"/>
          <p:cNvSpPr>
            <a:spLocks noChangeShapeType="1"/>
          </p:cNvSpPr>
          <p:nvPr/>
        </p:nvSpPr>
        <p:spPr bwMode="auto">
          <a:xfrm flipV="1">
            <a:off x="1933575" y="1974850"/>
            <a:ext cx="1247775" cy="16684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8445" name="Oval 141"/>
          <p:cNvSpPr>
            <a:spLocks noChangeArrowheads="1"/>
          </p:cNvSpPr>
          <p:nvPr/>
        </p:nvSpPr>
        <p:spPr bwMode="auto">
          <a:xfrm>
            <a:off x="5080000" y="1974850"/>
            <a:ext cx="1016000" cy="168910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30" name="Line 126"/>
          <p:cNvSpPr>
            <a:spLocks noChangeShapeType="1"/>
          </p:cNvSpPr>
          <p:nvPr/>
        </p:nvSpPr>
        <p:spPr bwMode="auto">
          <a:xfrm>
            <a:off x="3187700" y="1974850"/>
            <a:ext cx="2400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431" name="Line 127"/>
          <p:cNvSpPr>
            <a:spLocks noChangeShapeType="1"/>
          </p:cNvSpPr>
          <p:nvPr/>
        </p:nvSpPr>
        <p:spPr bwMode="auto">
          <a:xfrm>
            <a:off x="1924050" y="3663950"/>
            <a:ext cx="3663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435" name="AutoShape 131"/>
          <p:cNvSpPr>
            <a:spLocks noChangeArrowheads="1"/>
          </p:cNvSpPr>
          <p:nvPr/>
        </p:nvSpPr>
        <p:spPr bwMode="auto">
          <a:xfrm>
            <a:off x="5559425" y="3627438"/>
            <a:ext cx="65088" cy="65087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380" name="AutoShape 76"/>
          <p:cNvSpPr>
            <a:spLocks noChangeArrowheads="1"/>
          </p:cNvSpPr>
          <p:nvPr/>
        </p:nvSpPr>
        <p:spPr bwMode="auto">
          <a:xfrm>
            <a:off x="4746625" y="1335088"/>
            <a:ext cx="1682750" cy="1998662"/>
          </a:xfrm>
          <a:prstGeom prst="triangle">
            <a:avLst>
              <a:gd name="adj" fmla="val 50000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379" name="AutoShape 75"/>
          <p:cNvSpPr>
            <a:spLocks noChangeArrowheads="1"/>
          </p:cNvSpPr>
          <p:nvPr/>
        </p:nvSpPr>
        <p:spPr bwMode="auto">
          <a:xfrm>
            <a:off x="2070100" y="1335088"/>
            <a:ext cx="1682750" cy="1998662"/>
          </a:xfrm>
          <a:prstGeom prst="triangle">
            <a:avLst>
              <a:gd name="adj" fmla="val 50000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02" name="Line 98"/>
          <p:cNvSpPr>
            <a:spLocks noChangeShapeType="1"/>
          </p:cNvSpPr>
          <p:nvPr/>
        </p:nvSpPr>
        <p:spPr bwMode="auto">
          <a:xfrm>
            <a:off x="2330450" y="2717800"/>
            <a:ext cx="1168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8411" name="Line 107"/>
          <p:cNvSpPr>
            <a:spLocks noChangeShapeType="1"/>
          </p:cNvSpPr>
          <p:nvPr/>
        </p:nvSpPr>
        <p:spPr bwMode="auto">
          <a:xfrm>
            <a:off x="2286000" y="2819400"/>
            <a:ext cx="1257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433" name="Line 129"/>
          <p:cNvSpPr>
            <a:spLocks noChangeShapeType="1"/>
          </p:cNvSpPr>
          <p:nvPr/>
        </p:nvSpPr>
        <p:spPr bwMode="auto">
          <a:xfrm>
            <a:off x="3543300" y="2819400"/>
            <a:ext cx="27876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434" name="Line 130"/>
          <p:cNvSpPr>
            <a:spLocks noChangeShapeType="1"/>
          </p:cNvSpPr>
          <p:nvPr/>
        </p:nvSpPr>
        <p:spPr bwMode="auto">
          <a:xfrm>
            <a:off x="3492500" y="2717800"/>
            <a:ext cx="2825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378" name="Oval 74"/>
          <p:cNvSpPr>
            <a:spLocks noChangeArrowheads="1"/>
          </p:cNvSpPr>
          <p:nvPr/>
        </p:nvSpPr>
        <p:spPr bwMode="auto">
          <a:xfrm>
            <a:off x="2078038" y="3740150"/>
            <a:ext cx="1674812" cy="167481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397" name="Line 93"/>
          <p:cNvSpPr>
            <a:spLocks noChangeShapeType="1"/>
          </p:cNvSpPr>
          <p:nvPr/>
        </p:nvSpPr>
        <p:spPr bwMode="auto">
          <a:xfrm>
            <a:off x="1924050" y="3657600"/>
            <a:ext cx="0" cy="927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398" name="Line 94"/>
          <p:cNvSpPr>
            <a:spLocks noChangeShapeType="1"/>
          </p:cNvSpPr>
          <p:nvPr/>
        </p:nvSpPr>
        <p:spPr bwMode="auto">
          <a:xfrm>
            <a:off x="2170113" y="3333750"/>
            <a:ext cx="0" cy="1924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8399" name="Line 95"/>
          <p:cNvSpPr>
            <a:spLocks noChangeShapeType="1"/>
          </p:cNvSpPr>
          <p:nvPr/>
        </p:nvSpPr>
        <p:spPr bwMode="auto">
          <a:xfrm>
            <a:off x="2552700" y="2813050"/>
            <a:ext cx="0" cy="2660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400" name="Line 96"/>
          <p:cNvSpPr>
            <a:spLocks noChangeShapeType="1"/>
          </p:cNvSpPr>
          <p:nvPr/>
        </p:nvSpPr>
        <p:spPr bwMode="auto">
          <a:xfrm>
            <a:off x="2622550" y="2717800"/>
            <a:ext cx="0" cy="2806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401" name="Line 97"/>
          <p:cNvSpPr>
            <a:spLocks noChangeShapeType="1"/>
          </p:cNvSpPr>
          <p:nvPr/>
        </p:nvSpPr>
        <p:spPr bwMode="auto">
          <a:xfrm>
            <a:off x="3244850" y="2717800"/>
            <a:ext cx="0" cy="2825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403" name="Oval 99"/>
          <p:cNvSpPr>
            <a:spLocks noChangeArrowheads="1"/>
          </p:cNvSpPr>
          <p:nvPr/>
        </p:nvSpPr>
        <p:spPr bwMode="auto">
          <a:xfrm>
            <a:off x="2324100" y="4000500"/>
            <a:ext cx="1162050" cy="11620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12" name="Oval 108"/>
          <p:cNvSpPr>
            <a:spLocks noChangeArrowheads="1"/>
          </p:cNvSpPr>
          <p:nvPr/>
        </p:nvSpPr>
        <p:spPr bwMode="auto">
          <a:xfrm>
            <a:off x="2286000" y="3957638"/>
            <a:ext cx="1243013" cy="1243012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17" name="Line 113"/>
          <p:cNvSpPr>
            <a:spLocks noChangeShapeType="1"/>
          </p:cNvSpPr>
          <p:nvPr/>
        </p:nvSpPr>
        <p:spPr bwMode="auto">
          <a:xfrm>
            <a:off x="3181350" y="1971675"/>
            <a:ext cx="0" cy="26146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418" name="Oval 114"/>
          <p:cNvSpPr>
            <a:spLocks noChangeArrowheads="1"/>
          </p:cNvSpPr>
          <p:nvPr/>
        </p:nvSpPr>
        <p:spPr bwMode="auto">
          <a:xfrm>
            <a:off x="1924050" y="4071938"/>
            <a:ext cx="1252538" cy="10096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29" name="Rectangle 125"/>
          <p:cNvSpPr>
            <a:spLocks noChangeArrowheads="1"/>
          </p:cNvSpPr>
          <p:nvPr/>
        </p:nvSpPr>
        <p:spPr bwMode="auto">
          <a:xfrm>
            <a:off x="979488" y="0"/>
            <a:ext cx="6618287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371" name="Text Box 67"/>
          <p:cNvSpPr txBox="1">
            <a:spLocks noChangeArrowheads="1"/>
          </p:cNvSpPr>
          <p:nvPr/>
        </p:nvSpPr>
        <p:spPr bwMode="auto">
          <a:xfrm>
            <a:off x="363538" y="292100"/>
            <a:ext cx="87804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i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b="1" i="0">
                <a:latin typeface="黑体" pitchFamily="2" charset="-122"/>
                <a:ea typeface="黑体" pitchFamily="2" charset="-122"/>
              </a:rPr>
              <a:t>．多个平面截切圆锥体</a:t>
            </a:r>
            <a:endParaRPr kumimoji="0" lang="zh-CN" altLang="en-US" sz="1800"/>
          </a:p>
        </p:txBody>
      </p:sp>
      <p:sp>
        <p:nvSpPr>
          <p:cNvPr id="98373" name="Line 69"/>
          <p:cNvSpPr>
            <a:spLocks noChangeShapeType="1"/>
          </p:cNvSpPr>
          <p:nvPr/>
        </p:nvSpPr>
        <p:spPr bwMode="auto">
          <a:xfrm>
            <a:off x="1798638" y="4586288"/>
            <a:ext cx="2135187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374" name="Line 70"/>
          <p:cNvSpPr>
            <a:spLocks noChangeShapeType="1"/>
          </p:cNvSpPr>
          <p:nvPr/>
        </p:nvSpPr>
        <p:spPr bwMode="auto">
          <a:xfrm flipV="1">
            <a:off x="2911475" y="3598863"/>
            <a:ext cx="0" cy="2081212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375" name="Line 71"/>
          <p:cNvSpPr>
            <a:spLocks noChangeShapeType="1"/>
          </p:cNvSpPr>
          <p:nvPr/>
        </p:nvSpPr>
        <p:spPr bwMode="auto">
          <a:xfrm flipV="1">
            <a:off x="2911475" y="1177925"/>
            <a:ext cx="0" cy="224790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8376" name="Line 72"/>
          <p:cNvSpPr>
            <a:spLocks noChangeShapeType="1"/>
          </p:cNvSpPr>
          <p:nvPr/>
        </p:nvSpPr>
        <p:spPr bwMode="auto">
          <a:xfrm flipV="1">
            <a:off x="5589588" y="1208088"/>
            <a:ext cx="0" cy="217805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8385" name="Freeform 81"/>
          <p:cNvSpPr>
            <a:spLocks/>
          </p:cNvSpPr>
          <p:nvPr/>
        </p:nvSpPr>
        <p:spPr bwMode="auto">
          <a:xfrm>
            <a:off x="2165350" y="1333500"/>
            <a:ext cx="1587500" cy="2000250"/>
          </a:xfrm>
          <a:custGeom>
            <a:avLst/>
            <a:gdLst>
              <a:gd name="T0" fmla="*/ 2147483647 w 1000"/>
              <a:gd name="T1" fmla="*/ 0 h 1260"/>
              <a:gd name="T2" fmla="*/ 2147483647 w 1000"/>
              <a:gd name="T3" fmla="*/ 2147483647 h 1260"/>
              <a:gd name="T4" fmla="*/ 2147483647 w 1000"/>
              <a:gd name="T5" fmla="*/ 2147483647 h 1260"/>
              <a:gd name="T6" fmla="*/ 0 w 1000"/>
              <a:gd name="T7" fmla="*/ 2147483647 h 1260"/>
              <a:gd name="T8" fmla="*/ 2147483647 w 1000"/>
              <a:gd name="T9" fmla="*/ 2147483647 h 1260"/>
              <a:gd name="T10" fmla="*/ 2147483647 w 1000"/>
              <a:gd name="T11" fmla="*/ 0 h 12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260"/>
              <a:gd name="T20" fmla="*/ 1000 w 1000"/>
              <a:gd name="T21" fmla="*/ 1260 h 12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260">
                <a:moveTo>
                  <a:pt x="472" y="0"/>
                </a:moveTo>
                <a:lnTo>
                  <a:pt x="676" y="872"/>
                </a:lnTo>
                <a:lnTo>
                  <a:pt x="288" y="872"/>
                </a:lnTo>
                <a:lnTo>
                  <a:pt x="0" y="1260"/>
                </a:lnTo>
                <a:lnTo>
                  <a:pt x="1000" y="1260"/>
                </a:lnTo>
                <a:lnTo>
                  <a:pt x="472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390" name="AutoShape 86"/>
          <p:cNvSpPr>
            <a:spLocks noChangeArrowheads="1"/>
          </p:cNvSpPr>
          <p:nvPr/>
        </p:nvSpPr>
        <p:spPr bwMode="auto">
          <a:xfrm>
            <a:off x="2517775" y="2786063"/>
            <a:ext cx="65088" cy="65087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391" name="AutoShape 87"/>
          <p:cNvSpPr>
            <a:spLocks noChangeArrowheads="1"/>
          </p:cNvSpPr>
          <p:nvPr/>
        </p:nvSpPr>
        <p:spPr bwMode="auto">
          <a:xfrm>
            <a:off x="2587625" y="2684463"/>
            <a:ext cx="65088" cy="65087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394" name="AutoShape 90"/>
          <p:cNvSpPr>
            <a:spLocks noChangeArrowheads="1"/>
          </p:cNvSpPr>
          <p:nvPr/>
        </p:nvSpPr>
        <p:spPr bwMode="auto">
          <a:xfrm>
            <a:off x="2138363" y="3298825"/>
            <a:ext cx="65087" cy="65088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396" name="AutoShape 92"/>
          <p:cNvSpPr>
            <a:spLocks noChangeArrowheads="1"/>
          </p:cNvSpPr>
          <p:nvPr/>
        </p:nvSpPr>
        <p:spPr bwMode="auto">
          <a:xfrm>
            <a:off x="3213100" y="2684463"/>
            <a:ext cx="65088" cy="65087"/>
          </a:xfrm>
          <a:prstGeom prst="flowChartConnector">
            <a:avLst/>
          </a:prstGeom>
          <a:solidFill>
            <a:srgbClr val="3333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19" name="Line 115"/>
          <p:cNvSpPr>
            <a:spLocks noChangeShapeType="1"/>
          </p:cNvSpPr>
          <p:nvPr/>
        </p:nvSpPr>
        <p:spPr bwMode="auto">
          <a:xfrm flipV="1">
            <a:off x="2909888" y="4110038"/>
            <a:ext cx="333375" cy="4762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420" name="Line 116"/>
          <p:cNvSpPr>
            <a:spLocks noChangeShapeType="1"/>
          </p:cNvSpPr>
          <p:nvPr/>
        </p:nvSpPr>
        <p:spPr bwMode="auto">
          <a:xfrm>
            <a:off x="2905125" y="4586288"/>
            <a:ext cx="338138" cy="4667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422" name="Line 118"/>
          <p:cNvSpPr>
            <a:spLocks noChangeShapeType="1"/>
          </p:cNvSpPr>
          <p:nvPr/>
        </p:nvSpPr>
        <p:spPr bwMode="auto">
          <a:xfrm>
            <a:off x="2624138" y="4071938"/>
            <a:ext cx="0" cy="10239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423" name="Arc 119"/>
          <p:cNvSpPr>
            <a:spLocks/>
          </p:cNvSpPr>
          <p:nvPr/>
        </p:nvSpPr>
        <p:spPr bwMode="auto">
          <a:xfrm>
            <a:off x="2182813" y="4065588"/>
            <a:ext cx="447675" cy="523875"/>
          </a:xfrm>
          <a:custGeom>
            <a:avLst/>
            <a:gdLst>
              <a:gd name="T0" fmla="*/ 0 w 15504"/>
              <a:gd name="T1" fmla="*/ 2147483647 h 21600"/>
              <a:gd name="T2" fmla="*/ 2147483647 w 15504"/>
              <a:gd name="T3" fmla="*/ 1166411908 h 21600"/>
              <a:gd name="T4" fmla="*/ 2147483647 w 15504"/>
              <a:gd name="T5" fmla="*/ 2147483647 h 21600"/>
              <a:gd name="T6" fmla="*/ 0 60000 65536"/>
              <a:gd name="T7" fmla="*/ 0 60000 65536"/>
              <a:gd name="T8" fmla="*/ 0 60000 65536"/>
              <a:gd name="T9" fmla="*/ 0 w 15504"/>
              <a:gd name="T10" fmla="*/ 0 h 21600"/>
              <a:gd name="T11" fmla="*/ 15504 w 1550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504" h="21600" fill="none" extrusionOk="0">
                <a:moveTo>
                  <a:pt x="0" y="4393"/>
                </a:moveTo>
                <a:cubicBezTo>
                  <a:pt x="3756" y="1542"/>
                  <a:pt x="8341" y="-1"/>
                  <a:pt x="13057" y="0"/>
                </a:cubicBezTo>
                <a:cubicBezTo>
                  <a:pt x="13874" y="0"/>
                  <a:pt x="14691" y="46"/>
                  <a:pt x="15503" y="139"/>
                </a:cubicBezTo>
              </a:path>
              <a:path w="15504" h="21600" stroke="0" extrusionOk="0">
                <a:moveTo>
                  <a:pt x="0" y="4393"/>
                </a:moveTo>
                <a:cubicBezTo>
                  <a:pt x="3756" y="1542"/>
                  <a:pt x="8341" y="-1"/>
                  <a:pt x="13057" y="0"/>
                </a:cubicBezTo>
                <a:cubicBezTo>
                  <a:pt x="13874" y="0"/>
                  <a:pt x="14691" y="46"/>
                  <a:pt x="15503" y="139"/>
                </a:cubicBezTo>
                <a:lnTo>
                  <a:pt x="13057" y="21600"/>
                </a:lnTo>
                <a:lnTo>
                  <a:pt x="0" y="4393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8424" name="Arc 120"/>
          <p:cNvSpPr>
            <a:spLocks/>
          </p:cNvSpPr>
          <p:nvPr/>
        </p:nvSpPr>
        <p:spPr bwMode="auto">
          <a:xfrm flipV="1">
            <a:off x="2168525" y="4556125"/>
            <a:ext cx="447675" cy="523875"/>
          </a:xfrm>
          <a:custGeom>
            <a:avLst/>
            <a:gdLst>
              <a:gd name="T0" fmla="*/ 0 w 15504"/>
              <a:gd name="T1" fmla="*/ 2147483647 h 21600"/>
              <a:gd name="T2" fmla="*/ 2147483647 w 15504"/>
              <a:gd name="T3" fmla="*/ 1166411908 h 21600"/>
              <a:gd name="T4" fmla="*/ 2147483647 w 15504"/>
              <a:gd name="T5" fmla="*/ 2147483647 h 21600"/>
              <a:gd name="T6" fmla="*/ 0 60000 65536"/>
              <a:gd name="T7" fmla="*/ 0 60000 65536"/>
              <a:gd name="T8" fmla="*/ 0 60000 65536"/>
              <a:gd name="T9" fmla="*/ 0 w 15504"/>
              <a:gd name="T10" fmla="*/ 0 h 21600"/>
              <a:gd name="T11" fmla="*/ 15504 w 1550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504" h="21600" fill="none" extrusionOk="0">
                <a:moveTo>
                  <a:pt x="0" y="4393"/>
                </a:moveTo>
                <a:cubicBezTo>
                  <a:pt x="3756" y="1542"/>
                  <a:pt x="8341" y="-1"/>
                  <a:pt x="13057" y="0"/>
                </a:cubicBezTo>
                <a:cubicBezTo>
                  <a:pt x="13874" y="0"/>
                  <a:pt x="14691" y="46"/>
                  <a:pt x="15503" y="139"/>
                </a:cubicBezTo>
              </a:path>
              <a:path w="15504" h="21600" stroke="0" extrusionOk="0">
                <a:moveTo>
                  <a:pt x="0" y="4393"/>
                </a:moveTo>
                <a:cubicBezTo>
                  <a:pt x="3756" y="1542"/>
                  <a:pt x="8341" y="-1"/>
                  <a:pt x="13057" y="0"/>
                </a:cubicBezTo>
                <a:cubicBezTo>
                  <a:pt x="13874" y="0"/>
                  <a:pt x="14691" y="46"/>
                  <a:pt x="15503" y="139"/>
                </a:cubicBezTo>
                <a:lnTo>
                  <a:pt x="13057" y="21600"/>
                </a:lnTo>
                <a:lnTo>
                  <a:pt x="0" y="4393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8425" name="Line 121"/>
          <p:cNvSpPr>
            <a:spLocks noChangeShapeType="1"/>
          </p:cNvSpPr>
          <p:nvPr/>
        </p:nvSpPr>
        <p:spPr bwMode="auto">
          <a:xfrm>
            <a:off x="2171700" y="4171950"/>
            <a:ext cx="0" cy="80486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426" name="Arc 122"/>
          <p:cNvSpPr>
            <a:spLocks/>
          </p:cNvSpPr>
          <p:nvPr/>
        </p:nvSpPr>
        <p:spPr bwMode="auto">
          <a:xfrm>
            <a:off x="2627313" y="3998913"/>
            <a:ext cx="611187" cy="585787"/>
          </a:xfrm>
          <a:custGeom>
            <a:avLst/>
            <a:gdLst>
              <a:gd name="T0" fmla="*/ 0 w 22715"/>
              <a:gd name="T1" fmla="*/ 2147483647 h 21600"/>
              <a:gd name="T2" fmla="*/ 2147483647 w 22715"/>
              <a:gd name="T3" fmla="*/ 2147483647 h 21600"/>
              <a:gd name="T4" fmla="*/ 2147483647 w 22715"/>
              <a:gd name="T5" fmla="*/ 2147483647 h 21600"/>
              <a:gd name="T6" fmla="*/ 0 60000 65536"/>
              <a:gd name="T7" fmla="*/ 0 60000 65536"/>
              <a:gd name="T8" fmla="*/ 0 60000 65536"/>
              <a:gd name="T9" fmla="*/ 0 w 22715"/>
              <a:gd name="T10" fmla="*/ 0 h 21600"/>
              <a:gd name="T11" fmla="*/ 22715 w 2271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715" h="21600" fill="none" extrusionOk="0">
                <a:moveTo>
                  <a:pt x="-1" y="2639"/>
                </a:moveTo>
                <a:cubicBezTo>
                  <a:pt x="3173" y="907"/>
                  <a:pt x="6731" y="-1"/>
                  <a:pt x="10347" y="0"/>
                </a:cubicBezTo>
                <a:cubicBezTo>
                  <a:pt x="14771" y="0"/>
                  <a:pt x="19088" y="1358"/>
                  <a:pt x="22715" y="3891"/>
                </a:cubicBezTo>
              </a:path>
              <a:path w="22715" h="21600" stroke="0" extrusionOk="0">
                <a:moveTo>
                  <a:pt x="-1" y="2639"/>
                </a:moveTo>
                <a:cubicBezTo>
                  <a:pt x="3173" y="907"/>
                  <a:pt x="6731" y="-1"/>
                  <a:pt x="10347" y="0"/>
                </a:cubicBezTo>
                <a:cubicBezTo>
                  <a:pt x="14771" y="0"/>
                  <a:pt x="19088" y="1358"/>
                  <a:pt x="22715" y="3891"/>
                </a:cubicBezTo>
                <a:lnTo>
                  <a:pt x="10347" y="21600"/>
                </a:lnTo>
                <a:lnTo>
                  <a:pt x="-1" y="2639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8427" name="Arc 123"/>
          <p:cNvSpPr>
            <a:spLocks/>
          </p:cNvSpPr>
          <p:nvPr/>
        </p:nvSpPr>
        <p:spPr bwMode="auto">
          <a:xfrm flipV="1">
            <a:off x="2627313" y="4575175"/>
            <a:ext cx="611187" cy="585788"/>
          </a:xfrm>
          <a:custGeom>
            <a:avLst/>
            <a:gdLst>
              <a:gd name="T0" fmla="*/ 0 w 22715"/>
              <a:gd name="T1" fmla="*/ 2147483647 h 21600"/>
              <a:gd name="T2" fmla="*/ 2147483647 w 22715"/>
              <a:gd name="T3" fmla="*/ 2147483647 h 21600"/>
              <a:gd name="T4" fmla="*/ 2147483647 w 22715"/>
              <a:gd name="T5" fmla="*/ 2147483647 h 21600"/>
              <a:gd name="T6" fmla="*/ 0 60000 65536"/>
              <a:gd name="T7" fmla="*/ 0 60000 65536"/>
              <a:gd name="T8" fmla="*/ 0 60000 65536"/>
              <a:gd name="T9" fmla="*/ 0 w 22715"/>
              <a:gd name="T10" fmla="*/ 0 h 21600"/>
              <a:gd name="T11" fmla="*/ 22715 w 2271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715" h="21600" fill="none" extrusionOk="0">
                <a:moveTo>
                  <a:pt x="-1" y="2639"/>
                </a:moveTo>
                <a:cubicBezTo>
                  <a:pt x="3173" y="907"/>
                  <a:pt x="6731" y="-1"/>
                  <a:pt x="10347" y="0"/>
                </a:cubicBezTo>
                <a:cubicBezTo>
                  <a:pt x="14771" y="0"/>
                  <a:pt x="19088" y="1358"/>
                  <a:pt x="22715" y="3891"/>
                </a:cubicBezTo>
              </a:path>
              <a:path w="22715" h="21600" stroke="0" extrusionOk="0">
                <a:moveTo>
                  <a:pt x="-1" y="2639"/>
                </a:moveTo>
                <a:cubicBezTo>
                  <a:pt x="3173" y="907"/>
                  <a:pt x="6731" y="-1"/>
                  <a:pt x="10347" y="0"/>
                </a:cubicBezTo>
                <a:cubicBezTo>
                  <a:pt x="14771" y="0"/>
                  <a:pt x="19088" y="1358"/>
                  <a:pt x="22715" y="3891"/>
                </a:cubicBezTo>
                <a:lnTo>
                  <a:pt x="10347" y="21600"/>
                </a:lnTo>
                <a:lnTo>
                  <a:pt x="-1" y="2639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8428" name="Arc 124"/>
          <p:cNvSpPr>
            <a:spLocks/>
          </p:cNvSpPr>
          <p:nvPr/>
        </p:nvSpPr>
        <p:spPr bwMode="auto">
          <a:xfrm>
            <a:off x="2174875" y="3741738"/>
            <a:ext cx="1577975" cy="1676400"/>
          </a:xfrm>
          <a:custGeom>
            <a:avLst/>
            <a:gdLst>
              <a:gd name="T0" fmla="*/ 2147483647 w 40557"/>
              <a:gd name="T1" fmla="*/ 2147483647 h 43200"/>
              <a:gd name="T2" fmla="*/ 0 w 40557"/>
              <a:gd name="T3" fmla="*/ 2147483647 h 43200"/>
              <a:gd name="T4" fmla="*/ 2147483647 w 40557"/>
              <a:gd name="T5" fmla="*/ 2147483647 h 43200"/>
              <a:gd name="T6" fmla="*/ 0 60000 65536"/>
              <a:gd name="T7" fmla="*/ 0 60000 65536"/>
              <a:gd name="T8" fmla="*/ 0 60000 65536"/>
              <a:gd name="T9" fmla="*/ 0 w 40557"/>
              <a:gd name="T10" fmla="*/ 0 h 43200"/>
              <a:gd name="T11" fmla="*/ 40557 w 40557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557" h="43200" fill="none" extrusionOk="0">
                <a:moveTo>
                  <a:pt x="132" y="11008"/>
                </a:moveTo>
                <a:cubicBezTo>
                  <a:pt x="3958" y="4208"/>
                  <a:pt x="11154" y="-1"/>
                  <a:pt x="18957" y="0"/>
                </a:cubicBezTo>
                <a:cubicBezTo>
                  <a:pt x="30886" y="0"/>
                  <a:pt x="40557" y="9670"/>
                  <a:pt x="40557" y="21600"/>
                </a:cubicBezTo>
                <a:cubicBezTo>
                  <a:pt x="40557" y="33529"/>
                  <a:pt x="30886" y="43200"/>
                  <a:pt x="18957" y="43200"/>
                </a:cubicBezTo>
                <a:cubicBezTo>
                  <a:pt x="11056" y="43200"/>
                  <a:pt x="3786" y="38886"/>
                  <a:pt x="-1" y="31953"/>
                </a:cubicBezTo>
              </a:path>
              <a:path w="40557" h="43200" stroke="0" extrusionOk="0">
                <a:moveTo>
                  <a:pt x="132" y="11008"/>
                </a:moveTo>
                <a:cubicBezTo>
                  <a:pt x="3958" y="4208"/>
                  <a:pt x="11154" y="-1"/>
                  <a:pt x="18957" y="0"/>
                </a:cubicBezTo>
                <a:cubicBezTo>
                  <a:pt x="30886" y="0"/>
                  <a:pt x="40557" y="9670"/>
                  <a:pt x="40557" y="21600"/>
                </a:cubicBezTo>
                <a:cubicBezTo>
                  <a:pt x="40557" y="33529"/>
                  <a:pt x="30886" y="43200"/>
                  <a:pt x="18957" y="43200"/>
                </a:cubicBezTo>
                <a:cubicBezTo>
                  <a:pt x="11056" y="43200"/>
                  <a:pt x="3786" y="38886"/>
                  <a:pt x="-1" y="31953"/>
                </a:cubicBezTo>
                <a:lnTo>
                  <a:pt x="18957" y="21600"/>
                </a:lnTo>
                <a:lnTo>
                  <a:pt x="132" y="11008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8404" name="AutoShape 100"/>
          <p:cNvSpPr>
            <a:spLocks noChangeArrowheads="1"/>
          </p:cNvSpPr>
          <p:nvPr/>
        </p:nvSpPr>
        <p:spPr bwMode="auto">
          <a:xfrm>
            <a:off x="2143125" y="4162425"/>
            <a:ext cx="61913" cy="619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07" name="AutoShape 103"/>
          <p:cNvSpPr>
            <a:spLocks noChangeArrowheads="1"/>
          </p:cNvSpPr>
          <p:nvPr/>
        </p:nvSpPr>
        <p:spPr bwMode="auto">
          <a:xfrm>
            <a:off x="2593975" y="4054475"/>
            <a:ext cx="61913" cy="619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13" name="AutoShape 109"/>
          <p:cNvSpPr>
            <a:spLocks noChangeArrowheads="1"/>
          </p:cNvSpPr>
          <p:nvPr/>
        </p:nvSpPr>
        <p:spPr bwMode="auto">
          <a:xfrm>
            <a:off x="2517775" y="4037013"/>
            <a:ext cx="65088" cy="65087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06" name="AutoShape 102"/>
          <p:cNvSpPr>
            <a:spLocks noChangeArrowheads="1"/>
          </p:cNvSpPr>
          <p:nvPr/>
        </p:nvSpPr>
        <p:spPr bwMode="auto">
          <a:xfrm>
            <a:off x="2593975" y="5048250"/>
            <a:ext cx="61913" cy="619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10" name="AutoShape 106"/>
          <p:cNvSpPr>
            <a:spLocks noChangeArrowheads="1"/>
          </p:cNvSpPr>
          <p:nvPr/>
        </p:nvSpPr>
        <p:spPr bwMode="auto">
          <a:xfrm>
            <a:off x="2136775" y="4933950"/>
            <a:ext cx="65088" cy="65088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14" name="AutoShape 110"/>
          <p:cNvSpPr>
            <a:spLocks noChangeArrowheads="1"/>
          </p:cNvSpPr>
          <p:nvPr/>
        </p:nvSpPr>
        <p:spPr bwMode="auto">
          <a:xfrm>
            <a:off x="2516188" y="5054600"/>
            <a:ext cx="61912" cy="619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37" name="AutoShape 133"/>
          <p:cNvSpPr>
            <a:spLocks noChangeArrowheads="1"/>
          </p:cNvSpPr>
          <p:nvPr/>
        </p:nvSpPr>
        <p:spPr bwMode="auto">
          <a:xfrm>
            <a:off x="5559425" y="2789238"/>
            <a:ext cx="61913" cy="619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47" name="Arc 143"/>
          <p:cNvSpPr>
            <a:spLocks/>
          </p:cNvSpPr>
          <p:nvPr/>
        </p:nvSpPr>
        <p:spPr bwMode="auto">
          <a:xfrm>
            <a:off x="5589588" y="2711450"/>
            <a:ext cx="514350" cy="625475"/>
          </a:xfrm>
          <a:custGeom>
            <a:avLst/>
            <a:gdLst>
              <a:gd name="T0" fmla="*/ 2147483647 w 21600"/>
              <a:gd name="T1" fmla="*/ 0 h 15937"/>
              <a:gd name="T2" fmla="*/ 2147483647 w 21600"/>
              <a:gd name="T3" fmla="*/ 2147483647 h 15937"/>
              <a:gd name="T4" fmla="*/ 0 w 21600"/>
              <a:gd name="T5" fmla="*/ 2147483647 h 15937"/>
              <a:gd name="T6" fmla="*/ 0 60000 65536"/>
              <a:gd name="T7" fmla="*/ 0 60000 65536"/>
              <a:gd name="T8" fmla="*/ 0 60000 65536"/>
              <a:gd name="T9" fmla="*/ 0 w 21600"/>
              <a:gd name="T10" fmla="*/ 0 h 15937"/>
              <a:gd name="T11" fmla="*/ 21600 w 21600"/>
              <a:gd name="T12" fmla="*/ 15937 h 159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5937" fill="none" extrusionOk="0">
                <a:moveTo>
                  <a:pt x="21438" y="0"/>
                </a:moveTo>
                <a:cubicBezTo>
                  <a:pt x="21546" y="873"/>
                  <a:pt x="21600" y="1752"/>
                  <a:pt x="21600" y="2633"/>
                </a:cubicBezTo>
                <a:cubicBezTo>
                  <a:pt x="21600" y="7455"/>
                  <a:pt x="19986" y="12138"/>
                  <a:pt x="17016" y="15937"/>
                </a:cubicBezTo>
              </a:path>
              <a:path w="21600" h="15937" stroke="0" extrusionOk="0">
                <a:moveTo>
                  <a:pt x="21438" y="0"/>
                </a:moveTo>
                <a:cubicBezTo>
                  <a:pt x="21546" y="873"/>
                  <a:pt x="21600" y="1752"/>
                  <a:pt x="21600" y="2633"/>
                </a:cubicBezTo>
                <a:cubicBezTo>
                  <a:pt x="21600" y="7455"/>
                  <a:pt x="19986" y="12138"/>
                  <a:pt x="17016" y="15937"/>
                </a:cubicBezTo>
                <a:lnTo>
                  <a:pt x="0" y="2633"/>
                </a:lnTo>
                <a:lnTo>
                  <a:pt x="21438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8448" name="Arc 144"/>
          <p:cNvSpPr>
            <a:spLocks/>
          </p:cNvSpPr>
          <p:nvPr/>
        </p:nvSpPr>
        <p:spPr bwMode="auto">
          <a:xfrm flipH="1">
            <a:off x="5083175" y="2716213"/>
            <a:ext cx="514350" cy="617537"/>
          </a:xfrm>
          <a:custGeom>
            <a:avLst/>
            <a:gdLst>
              <a:gd name="T0" fmla="*/ 2147483647 w 21600"/>
              <a:gd name="T1" fmla="*/ 0 h 15740"/>
              <a:gd name="T2" fmla="*/ 2147483647 w 21600"/>
              <a:gd name="T3" fmla="*/ 2147483647 h 15740"/>
              <a:gd name="T4" fmla="*/ 0 w 21600"/>
              <a:gd name="T5" fmla="*/ 2147483647 h 15740"/>
              <a:gd name="T6" fmla="*/ 0 60000 65536"/>
              <a:gd name="T7" fmla="*/ 0 60000 65536"/>
              <a:gd name="T8" fmla="*/ 0 60000 65536"/>
              <a:gd name="T9" fmla="*/ 0 w 21600"/>
              <a:gd name="T10" fmla="*/ 0 h 15740"/>
              <a:gd name="T11" fmla="*/ 21600 w 21600"/>
              <a:gd name="T12" fmla="*/ 15740 h 157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5740" fill="none" extrusionOk="0">
                <a:moveTo>
                  <a:pt x="21435" y="-1"/>
                </a:moveTo>
                <a:cubicBezTo>
                  <a:pt x="21545" y="883"/>
                  <a:pt x="21600" y="1772"/>
                  <a:pt x="21600" y="2662"/>
                </a:cubicBezTo>
                <a:cubicBezTo>
                  <a:pt x="21600" y="7386"/>
                  <a:pt x="20051" y="11980"/>
                  <a:pt x="17190" y="15739"/>
                </a:cubicBezTo>
              </a:path>
              <a:path w="21600" h="15740" stroke="0" extrusionOk="0">
                <a:moveTo>
                  <a:pt x="21435" y="-1"/>
                </a:moveTo>
                <a:cubicBezTo>
                  <a:pt x="21545" y="883"/>
                  <a:pt x="21600" y="1772"/>
                  <a:pt x="21600" y="2662"/>
                </a:cubicBezTo>
                <a:cubicBezTo>
                  <a:pt x="21600" y="7386"/>
                  <a:pt x="20051" y="11980"/>
                  <a:pt x="17190" y="15739"/>
                </a:cubicBezTo>
                <a:lnTo>
                  <a:pt x="0" y="2662"/>
                </a:lnTo>
                <a:lnTo>
                  <a:pt x="21435" y="-1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8451" name="Freeform 147"/>
          <p:cNvSpPr>
            <a:spLocks/>
          </p:cNvSpPr>
          <p:nvPr/>
        </p:nvSpPr>
        <p:spPr bwMode="auto">
          <a:xfrm>
            <a:off x="4749800" y="2717800"/>
            <a:ext cx="1676400" cy="615950"/>
          </a:xfrm>
          <a:custGeom>
            <a:avLst/>
            <a:gdLst>
              <a:gd name="T0" fmla="*/ 2147483647 w 1056"/>
              <a:gd name="T1" fmla="*/ 0 h 388"/>
              <a:gd name="T2" fmla="*/ 0 w 1056"/>
              <a:gd name="T3" fmla="*/ 2147483647 h 388"/>
              <a:gd name="T4" fmla="*/ 2147483647 w 1056"/>
              <a:gd name="T5" fmla="*/ 2147483647 h 388"/>
              <a:gd name="T6" fmla="*/ 2147483647 w 1056"/>
              <a:gd name="T7" fmla="*/ 0 h 388"/>
              <a:gd name="T8" fmla="*/ 0 60000 65536"/>
              <a:gd name="T9" fmla="*/ 0 60000 65536"/>
              <a:gd name="T10" fmla="*/ 0 60000 65536"/>
              <a:gd name="T11" fmla="*/ 0 60000 65536"/>
              <a:gd name="T12" fmla="*/ 0 w 1056"/>
              <a:gd name="T13" fmla="*/ 0 h 388"/>
              <a:gd name="T14" fmla="*/ 1056 w 1056"/>
              <a:gd name="T15" fmla="*/ 388 h 3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6" h="388">
                <a:moveTo>
                  <a:pt x="164" y="0"/>
                </a:moveTo>
                <a:lnTo>
                  <a:pt x="0" y="388"/>
                </a:lnTo>
                <a:lnTo>
                  <a:pt x="1056" y="388"/>
                </a:lnTo>
                <a:lnTo>
                  <a:pt x="8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453" name="Line 149"/>
          <p:cNvSpPr>
            <a:spLocks noChangeShapeType="1"/>
          </p:cNvSpPr>
          <p:nvPr/>
        </p:nvSpPr>
        <p:spPr bwMode="auto">
          <a:xfrm>
            <a:off x="5010150" y="2717800"/>
            <a:ext cx="11557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454" name="Line 150"/>
          <p:cNvSpPr>
            <a:spLocks noChangeShapeType="1"/>
          </p:cNvSpPr>
          <p:nvPr/>
        </p:nvSpPr>
        <p:spPr bwMode="auto">
          <a:xfrm flipH="1">
            <a:off x="5111750" y="1327150"/>
            <a:ext cx="476250" cy="1397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455" name="Line 151"/>
          <p:cNvSpPr>
            <a:spLocks noChangeShapeType="1"/>
          </p:cNvSpPr>
          <p:nvPr/>
        </p:nvSpPr>
        <p:spPr bwMode="auto">
          <a:xfrm>
            <a:off x="5588000" y="1327150"/>
            <a:ext cx="476250" cy="1397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438" name="AutoShape 134"/>
          <p:cNvSpPr>
            <a:spLocks noChangeArrowheads="1"/>
          </p:cNvSpPr>
          <p:nvPr/>
        </p:nvSpPr>
        <p:spPr bwMode="auto">
          <a:xfrm>
            <a:off x="5048250" y="2792413"/>
            <a:ext cx="61913" cy="619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56" name="AutoShape 152"/>
          <p:cNvSpPr>
            <a:spLocks noChangeArrowheads="1"/>
          </p:cNvSpPr>
          <p:nvPr/>
        </p:nvSpPr>
        <p:spPr bwMode="auto">
          <a:xfrm>
            <a:off x="5092700" y="2684463"/>
            <a:ext cx="61913" cy="61912"/>
          </a:xfrm>
          <a:prstGeom prst="flowChartConnector">
            <a:avLst/>
          </a:prstGeom>
          <a:solidFill>
            <a:srgbClr val="3333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39" name="AutoShape 135"/>
          <p:cNvSpPr>
            <a:spLocks noChangeArrowheads="1"/>
          </p:cNvSpPr>
          <p:nvPr/>
        </p:nvSpPr>
        <p:spPr bwMode="auto">
          <a:xfrm>
            <a:off x="6073775" y="2789238"/>
            <a:ext cx="61913" cy="619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57" name="AutoShape 153"/>
          <p:cNvSpPr>
            <a:spLocks noChangeArrowheads="1"/>
          </p:cNvSpPr>
          <p:nvPr/>
        </p:nvSpPr>
        <p:spPr bwMode="auto">
          <a:xfrm>
            <a:off x="6029325" y="2681288"/>
            <a:ext cx="61913" cy="61912"/>
          </a:xfrm>
          <a:prstGeom prst="flowChartConnector">
            <a:avLst/>
          </a:prstGeom>
          <a:solidFill>
            <a:srgbClr val="3333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52" name="Line 148"/>
          <p:cNvSpPr>
            <a:spLocks noChangeShapeType="1"/>
          </p:cNvSpPr>
          <p:nvPr/>
        </p:nvSpPr>
        <p:spPr bwMode="auto">
          <a:xfrm>
            <a:off x="5187950" y="3333750"/>
            <a:ext cx="8064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440" name="AutoShape 136"/>
          <p:cNvSpPr>
            <a:spLocks noChangeArrowheads="1"/>
          </p:cNvSpPr>
          <p:nvPr/>
        </p:nvSpPr>
        <p:spPr bwMode="auto">
          <a:xfrm>
            <a:off x="5054600" y="2684463"/>
            <a:ext cx="65088" cy="65087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41" name="AutoShape 137"/>
          <p:cNvSpPr>
            <a:spLocks noChangeArrowheads="1"/>
          </p:cNvSpPr>
          <p:nvPr/>
        </p:nvSpPr>
        <p:spPr bwMode="auto">
          <a:xfrm>
            <a:off x="6064250" y="2681288"/>
            <a:ext cx="65088" cy="65087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42" name="AutoShape 138"/>
          <p:cNvSpPr>
            <a:spLocks noChangeArrowheads="1"/>
          </p:cNvSpPr>
          <p:nvPr/>
        </p:nvSpPr>
        <p:spPr bwMode="auto">
          <a:xfrm>
            <a:off x="5149850" y="3297238"/>
            <a:ext cx="65088" cy="65087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43" name="AutoShape 139"/>
          <p:cNvSpPr>
            <a:spLocks noChangeArrowheads="1"/>
          </p:cNvSpPr>
          <p:nvPr/>
        </p:nvSpPr>
        <p:spPr bwMode="auto">
          <a:xfrm>
            <a:off x="5962650" y="3300413"/>
            <a:ext cx="61913" cy="619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60" name="Line 156"/>
          <p:cNvSpPr>
            <a:spLocks noChangeShapeType="1"/>
          </p:cNvSpPr>
          <p:nvPr/>
        </p:nvSpPr>
        <p:spPr bwMode="auto">
          <a:xfrm>
            <a:off x="3248025" y="4124325"/>
            <a:ext cx="0" cy="94297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409" name="AutoShape 105"/>
          <p:cNvSpPr>
            <a:spLocks noChangeArrowheads="1"/>
          </p:cNvSpPr>
          <p:nvPr/>
        </p:nvSpPr>
        <p:spPr bwMode="auto">
          <a:xfrm>
            <a:off x="3213100" y="4084638"/>
            <a:ext cx="61913" cy="61912"/>
          </a:xfrm>
          <a:prstGeom prst="flowChartConnector">
            <a:avLst/>
          </a:prstGeom>
          <a:solidFill>
            <a:srgbClr val="3333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08" name="AutoShape 104"/>
          <p:cNvSpPr>
            <a:spLocks noChangeArrowheads="1"/>
          </p:cNvSpPr>
          <p:nvPr/>
        </p:nvSpPr>
        <p:spPr bwMode="auto">
          <a:xfrm>
            <a:off x="3211513" y="5010150"/>
            <a:ext cx="65087" cy="65088"/>
          </a:xfrm>
          <a:prstGeom prst="flowChartConnector">
            <a:avLst/>
          </a:prstGeom>
          <a:solidFill>
            <a:srgbClr val="3333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8461" name="Text Box 157"/>
          <p:cNvSpPr txBox="1">
            <a:spLocks noChangeArrowheads="1"/>
          </p:cNvSpPr>
          <p:nvPr/>
        </p:nvSpPr>
        <p:spPr bwMode="auto">
          <a:xfrm>
            <a:off x="415925" y="1182688"/>
            <a:ext cx="1204913" cy="4572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i="0">
                <a:latin typeface="黑体" pitchFamily="2" charset="-122"/>
                <a:ea typeface="黑体" pitchFamily="2" charset="-122"/>
              </a:rPr>
              <a:t>例：</a:t>
            </a:r>
            <a:endParaRPr kumimoji="0" lang="zh-CN" altLang="en-US" sz="18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8463" name="Line 159"/>
          <p:cNvSpPr>
            <a:spLocks noChangeShapeType="1"/>
          </p:cNvSpPr>
          <p:nvPr/>
        </p:nvSpPr>
        <p:spPr bwMode="auto">
          <a:xfrm flipV="1">
            <a:off x="4810125" y="2817813"/>
            <a:ext cx="1535113" cy="317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8464" name="Line 160"/>
          <p:cNvSpPr>
            <a:spLocks noChangeShapeType="1"/>
          </p:cNvSpPr>
          <p:nvPr/>
        </p:nvSpPr>
        <p:spPr bwMode="auto">
          <a:xfrm>
            <a:off x="2547938" y="3994150"/>
            <a:ext cx="0" cy="116840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9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8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8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98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98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98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9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9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98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98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9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98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9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9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9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9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9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9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98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98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98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98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98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98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98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98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98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98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98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98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98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98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2" dur="500"/>
                                        <p:tgtEl>
                                          <p:spTgt spid="98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98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98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98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98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7" dur="500"/>
                                        <p:tgtEl>
                                          <p:spTgt spid="98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9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7" dur="500"/>
                                        <p:tgtEl>
                                          <p:spTgt spid="9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9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Par">
                      <p:stCondLst>
                        <p:cond delay="indefinite"/>
                      </p:stCondLst>
                      <p:childTnLst>
                        <p:par>
                          <p:cTn id="2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7" dur="500"/>
                                        <p:tgtEl>
                                          <p:spTgt spid="9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Par">
                      <p:stCondLst>
                        <p:cond delay="indefinite"/>
                      </p:stCondLst>
                      <p:childTnLst>
                        <p:par>
                          <p:cTn id="2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9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9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 nodeType="clickPar">
                      <p:stCondLst>
                        <p:cond delay="indefinite"/>
                      </p:stCondLst>
                      <p:childTnLst>
                        <p:par>
                          <p:cTn id="2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9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 nodeType="clickPar">
                      <p:stCondLst>
                        <p:cond delay="indefinite"/>
                      </p:stCondLst>
                      <p:childTnLst>
                        <p:par>
                          <p:cTn id="2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7" dur="500"/>
                                        <p:tgtEl>
                                          <p:spTgt spid="9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Par">
                      <p:stCondLst>
                        <p:cond delay="indefinite"/>
                      </p:stCondLst>
                      <p:childTnLst>
                        <p:par>
                          <p:cTn id="2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2" dur="500"/>
                                        <p:tgtEl>
                                          <p:spTgt spid="9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 nodeType="clickPar">
                      <p:stCondLst>
                        <p:cond delay="indefinite"/>
                      </p:stCondLst>
                      <p:childTnLst>
                        <p:par>
                          <p:cTn id="2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7" dur="500"/>
                                        <p:tgtEl>
                                          <p:spTgt spid="9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 nodeType="clickPar">
                      <p:stCondLst>
                        <p:cond delay="indefinite"/>
                      </p:stCondLst>
                      <p:childTnLst>
                        <p:par>
                          <p:cTn id="2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2" dur="500"/>
                                        <p:tgtEl>
                                          <p:spTgt spid="9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 nodeType="clickPar">
                      <p:stCondLst>
                        <p:cond delay="indefinite"/>
                      </p:stCondLst>
                      <p:childTnLst>
                        <p:par>
                          <p:cTn id="2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7" dur="500"/>
                                        <p:tgtEl>
                                          <p:spTgt spid="98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 nodeType="clickPar">
                      <p:stCondLst>
                        <p:cond delay="indefinite"/>
                      </p:stCondLst>
                      <p:childTnLst>
                        <p:par>
                          <p:cTn id="2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2" dur="500"/>
                                        <p:tgtEl>
                                          <p:spTgt spid="9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 nodeType="clickPar">
                      <p:stCondLst>
                        <p:cond delay="indefinite"/>
                      </p:stCondLst>
                      <p:childTnLst>
                        <p:par>
                          <p:cTn id="2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500"/>
                                        <p:tgtEl>
                                          <p:spTgt spid="98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 nodeType="clickPar">
                      <p:stCondLst>
                        <p:cond delay="indefinite"/>
                      </p:stCondLst>
                      <p:childTnLst>
                        <p:par>
                          <p:cTn id="2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2" dur="500"/>
                                        <p:tgtEl>
                                          <p:spTgt spid="98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 nodeType="clickPar">
                      <p:stCondLst>
                        <p:cond delay="indefinite"/>
                      </p:stCondLst>
                      <p:childTnLst>
                        <p:par>
                          <p:cTn id="3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7" dur="500"/>
                                        <p:tgtEl>
                                          <p:spTgt spid="9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 nodeType="clickPar">
                      <p:stCondLst>
                        <p:cond delay="indefinite"/>
                      </p:stCondLst>
                      <p:childTnLst>
                        <p:par>
                          <p:cTn id="3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2" dur="500"/>
                                        <p:tgtEl>
                                          <p:spTgt spid="98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 nodeType="clickPar">
                      <p:stCondLst>
                        <p:cond delay="indefinite"/>
                      </p:stCondLst>
                      <p:childTnLst>
                        <p:par>
                          <p:cTn id="3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7" dur="500"/>
                                        <p:tgtEl>
                                          <p:spTgt spid="9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 nodeType="clickPar">
                      <p:stCondLst>
                        <p:cond delay="indefinite"/>
                      </p:stCondLst>
                      <p:childTnLst>
                        <p:par>
                          <p:cTn id="3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2" dur="500"/>
                                        <p:tgtEl>
                                          <p:spTgt spid="9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 nodeType="clickPar">
                      <p:stCondLst>
                        <p:cond delay="indefinite"/>
                      </p:stCondLst>
                      <p:childTnLst>
                        <p:par>
                          <p:cTn id="3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7" dur="500"/>
                                        <p:tgtEl>
                                          <p:spTgt spid="9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 nodeType="clickPar">
                      <p:stCondLst>
                        <p:cond delay="indefinite"/>
                      </p:stCondLst>
                      <p:childTnLst>
                        <p:par>
                          <p:cTn id="3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2" dur="500"/>
                                        <p:tgtEl>
                                          <p:spTgt spid="9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 nodeType="clickPar">
                      <p:stCondLst>
                        <p:cond delay="indefinite"/>
                      </p:stCondLst>
                      <p:childTnLst>
                        <p:par>
                          <p:cTn id="3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7" dur="500"/>
                                        <p:tgtEl>
                                          <p:spTgt spid="9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 nodeType="clickPar">
                      <p:stCondLst>
                        <p:cond delay="indefinite"/>
                      </p:stCondLst>
                      <p:childTnLst>
                        <p:par>
                          <p:cTn id="3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2" dur="500"/>
                                        <p:tgtEl>
                                          <p:spTgt spid="9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 nodeType="clickPar">
                      <p:stCondLst>
                        <p:cond delay="indefinite"/>
                      </p:stCondLst>
                      <p:childTnLst>
                        <p:par>
                          <p:cTn id="3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7" dur="500"/>
                                        <p:tgtEl>
                                          <p:spTgt spid="9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 nodeType="clickPar">
                      <p:stCondLst>
                        <p:cond delay="indefinite"/>
                      </p:stCondLst>
                      <p:childTnLst>
                        <p:par>
                          <p:cTn id="3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2" dur="500"/>
                                        <p:tgtEl>
                                          <p:spTgt spid="9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 nodeType="clickPar">
                      <p:stCondLst>
                        <p:cond delay="indefinite"/>
                      </p:stCondLst>
                      <p:childTnLst>
                        <p:par>
                          <p:cTn id="3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7" dur="500"/>
                                        <p:tgtEl>
                                          <p:spTgt spid="9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 nodeType="clickPar">
                      <p:stCondLst>
                        <p:cond delay="indefinite"/>
                      </p:stCondLst>
                      <p:childTnLst>
                        <p:par>
                          <p:cTn id="3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2" dur="500"/>
                                        <p:tgtEl>
                                          <p:spTgt spid="9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 nodeType="clickPar">
                      <p:stCondLst>
                        <p:cond delay="indefinite"/>
                      </p:stCondLst>
                      <p:childTnLst>
                        <p:par>
                          <p:cTn id="3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7" dur="500"/>
                                        <p:tgtEl>
                                          <p:spTgt spid="9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 nodeType="clickPar">
                      <p:stCondLst>
                        <p:cond delay="indefinite"/>
                      </p:stCondLst>
                      <p:childTnLst>
                        <p:par>
                          <p:cTn id="3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2" dur="500"/>
                                        <p:tgtEl>
                                          <p:spTgt spid="9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 nodeType="clickPar">
                      <p:stCondLst>
                        <p:cond delay="indefinite"/>
                      </p:stCondLst>
                      <p:childTnLst>
                        <p:par>
                          <p:cTn id="3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7" dur="500"/>
                                        <p:tgtEl>
                                          <p:spTgt spid="9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 nodeType="clickPar">
                      <p:stCondLst>
                        <p:cond delay="indefinite"/>
                      </p:stCondLst>
                      <p:childTnLst>
                        <p:par>
                          <p:cTn id="3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2" dur="500"/>
                                        <p:tgtEl>
                                          <p:spTgt spid="9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 nodeType="clickPar">
                      <p:stCondLst>
                        <p:cond delay="indefinite"/>
                      </p:stCondLst>
                      <p:childTnLst>
                        <p:par>
                          <p:cTn id="3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7" dur="500"/>
                                        <p:tgtEl>
                                          <p:spTgt spid="9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 nodeType="clickPar">
                      <p:stCondLst>
                        <p:cond delay="indefinite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2" dur="500"/>
                                        <p:tgtEl>
                                          <p:spTgt spid="9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 nodeType="clickPar">
                      <p:stCondLst>
                        <p:cond delay="indefinite"/>
                      </p:stCondLst>
                      <p:childTnLst>
                        <p:par>
                          <p:cTn id="3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7" dur="500"/>
                                        <p:tgtEl>
                                          <p:spTgt spid="9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 nodeType="clickPar">
                      <p:stCondLst>
                        <p:cond delay="indefinite"/>
                      </p:stCondLst>
                      <p:childTnLst>
                        <p:par>
                          <p:cTn id="3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2" dur="500"/>
                                        <p:tgtEl>
                                          <p:spTgt spid="9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 nodeType="clickPar">
                      <p:stCondLst>
                        <p:cond delay="indefinite"/>
                      </p:stCondLst>
                      <p:childTnLst>
                        <p:par>
                          <p:cTn id="4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7" dur="500"/>
                                        <p:tgtEl>
                                          <p:spTgt spid="9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405" grpId="0" animBg="1"/>
      <p:bldP spid="98416" grpId="0" animBg="1"/>
      <p:bldP spid="98393" grpId="0" animBg="1"/>
      <p:bldP spid="98395" grpId="0" animBg="1"/>
      <p:bldP spid="98415" grpId="0" animBg="1"/>
      <p:bldP spid="98392" grpId="0" animBg="1"/>
      <p:bldP spid="98458" grpId="0" animBg="1"/>
      <p:bldP spid="98459" grpId="0" animBg="1"/>
      <p:bldP spid="98436" grpId="0" animBg="1"/>
      <p:bldP spid="98421" grpId="0" animBg="1"/>
      <p:bldP spid="98462" grpId="0" animBg="1"/>
      <p:bldP spid="98432" grpId="0" animBg="1"/>
      <p:bldP spid="98387" grpId="0" animBg="1"/>
      <p:bldP spid="98446" grpId="0" animBg="1"/>
      <p:bldP spid="98386" grpId="0" animBg="1"/>
      <p:bldP spid="98445" grpId="0" animBg="1"/>
      <p:bldP spid="98430" grpId="0" animBg="1"/>
      <p:bldP spid="98431" grpId="0" animBg="1"/>
      <p:bldP spid="98435" grpId="0" animBg="1"/>
      <p:bldP spid="98380" grpId="0" animBg="1"/>
      <p:bldP spid="98379" grpId="0" animBg="1"/>
      <p:bldP spid="98402" grpId="0" animBg="1"/>
      <p:bldP spid="98411" grpId="0" animBg="1"/>
      <p:bldP spid="98433" grpId="0" animBg="1"/>
      <p:bldP spid="98434" grpId="0" animBg="1"/>
      <p:bldP spid="98378" grpId="0" animBg="1"/>
      <p:bldP spid="98397" grpId="0" animBg="1"/>
      <p:bldP spid="98398" grpId="0" animBg="1"/>
      <p:bldP spid="98399" grpId="0" animBg="1"/>
      <p:bldP spid="98400" grpId="0" animBg="1"/>
      <p:bldP spid="98401" grpId="0" animBg="1"/>
      <p:bldP spid="98403" grpId="0" animBg="1"/>
      <p:bldP spid="98412" grpId="0" animBg="1"/>
      <p:bldP spid="98417" grpId="0" animBg="1"/>
      <p:bldP spid="98418" grpId="0" animBg="1"/>
      <p:bldP spid="98429" grpId="0" animBg="1"/>
      <p:bldP spid="98371" grpId="0" autoUpdateAnimBg="0"/>
      <p:bldP spid="98373" grpId="0" animBg="1"/>
      <p:bldP spid="98374" grpId="0" animBg="1"/>
      <p:bldP spid="98375" grpId="0" animBg="1"/>
      <p:bldP spid="98376" grpId="0" animBg="1"/>
      <p:bldP spid="98385" grpId="0" animBg="1"/>
      <p:bldP spid="98390" grpId="0" animBg="1"/>
      <p:bldP spid="98391" grpId="0" animBg="1"/>
      <p:bldP spid="98394" grpId="0" animBg="1"/>
      <p:bldP spid="98396" grpId="0" animBg="1"/>
      <p:bldP spid="98419" grpId="0" animBg="1"/>
      <p:bldP spid="98420" grpId="0" animBg="1"/>
      <p:bldP spid="98422" grpId="0" animBg="1"/>
      <p:bldP spid="98423" grpId="0" animBg="1"/>
      <p:bldP spid="98424" grpId="0" animBg="1"/>
      <p:bldP spid="98425" grpId="0" animBg="1"/>
      <p:bldP spid="98426" grpId="0" animBg="1"/>
      <p:bldP spid="98427" grpId="0" animBg="1"/>
      <p:bldP spid="98428" grpId="0" animBg="1"/>
      <p:bldP spid="98404" grpId="0" animBg="1"/>
      <p:bldP spid="98407" grpId="0" animBg="1"/>
      <p:bldP spid="98413" grpId="0" animBg="1"/>
      <p:bldP spid="98406" grpId="0" animBg="1"/>
      <p:bldP spid="98410" grpId="0" animBg="1"/>
      <p:bldP spid="98414" grpId="0" animBg="1"/>
      <p:bldP spid="98437" grpId="0" animBg="1"/>
      <p:bldP spid="98447" grpId="0" animBg="1"/>
      <p:bldP spid="98448" grpId="0" animBg="1"/>
      <p:bldP spid="98451" grpId="0" animBg="1"/>
      <p:bldP spid="98453" grpId="0" animBg="1"/>
      <p:bldP spid="98454" grpId="0" animBg="1"/>
      <p:bldP spid="98455" grpId="0" animBg="1"/>
      <p:bldP spid="98438" grpId="0" animBg="1"/>
      <p:bldP spid="98456" grpId="0" animBg="1"/>
      <p:bldP spid="98439" grpId="0" animBg="1"/>
      <p:bldP spid="98457" grpId="0" animBg="1"/>
      <p:bldP spid="98452" grpId="0" animBg="1"/>
      <p:bldP spid="98440" grpId="0" animBg="1"/>
      <p:bldP spid="98441" grpId="0" animBg="1"/>
      <p:bldP spid="98442" grpId="0" animBg="1"/>
      <p:bldP spid="98443" grpId="0" animBg="1"/>
      <p:bldP spid="98460" grpId="0" animBg="1"/>
      <p:bldP spid="98409" grpId="0" animBg="1"/>
      <p:bldP spid="98408" grpId="0" animBg="1"/>
      <p:bldP spid="98461" grpId="0" animBg="1" autoUpdateAnimBg="0"/>
      <p:bldP spid="98463" grpId="0" animBg="1"/>
      <p:bldP spid="9846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70638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293BF4C6-D64D-43F6-A864-EA8211CC2852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16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72717" name="Line 13"/>
          <p:cNvSpPr>
            <a:spLocks noChangeShapeType="1"/>
          </p:cNvSpPr>
          <p:nvPr/>
        </p:nvSpPr>
        <p:spPr bwMode="auto">
          <a:xfrm>
            <a:off x="2161658" y="3731160"/>
            <a:ext cx="71437" cy="242887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18" name="Line 14"/>
          <p:cNvSpPr>
            <a:spLocks noChangeShapeType="1"/>
          </p:cNvSpPr>
          <p:nvPr/>
        </p:nvSpPr>
        <p:spPr bwMode="auto">
          <a:xfrm flipV="1">
            <a:off x="2056883" y="5036085"/>
            <a:ext cx="176212" cy="138112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19" name="Line 15"/>
          <p:cNvSpPr>
            <a:spLocks noChangeShapeType="1"/>
          </p:cNvSpPr>
          <p:nvPr/>
        </p:nvSpPr>
        <p:spPr bwMode="auto">
          <a:xfrm>
            <a:off x="2366445" y="5050372"/>
            <a:ext cx="0" cy="1333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20" name="Line 16"/>
          <p:cNvSpPr>
            <a:spLocks noChangeShapeType="1"/>
          </p:cNvSpPr>
          <p:nvPr/>
        </p:nvSpPr>
        <p:spPr bwMode="auto">
          <a:xfrm>
            <a:off x="2233095" y="5031322"/>
            <a:ext cx="0" cy="1143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21" name="Line 17"/>
          <p:cNvSpPr>
            <a:spLocks noChangeShapeType="1"/>
          </p:cNvSpPr>
          <p:nvPr/>
        </p:nvSpPr>
        <p:spPr bwMode="auto">
          <a:xfrm>
            <a:off x="2114033" y="4945597"/>
            <a:ext cx="3175" cy="180975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22" name="Line 18"/>
          <p:cNvSpPr>
            <a:spLocks noChangeShapeType="1"/>
          </p:cNvSpPr>
          <p:nvPr/>
        </p:nvSpPr>
        <p:spPr bwMode="auto">
          <a:xfrm>
            <a:off x="1933058" y="2745322"/>
            <a:ext cx="3175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23" name="Line 19"/>
          <p:cNvSpPr>
            <a:spLocks noChangeShapeType="1"/>
          </p:cNvSpPr>
          <p:nvPr/>
        </p:nvSpPr>
        <p:spPr bwMode="auto">
          <a:xfrm>
            <a:off x="1964808" y="2637372"/>
            <a:ext cx="4191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24" name="Line 20"/>
          <p:cNvSpPr>
            <a:spLocks noChangeShapeType="1"/>
          </p:cNvSpPr>
          <p:nvPr/>
        </p:nvSpPr>
        <p:spPr bwMode="auto">
          <a:xfrm>
            <a:off x="2066408" y="2459572"/>
            <a:ext cx="5016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25" name="Oval 21"/>
          <p:cNvSpPr>
            <a:spLocks noChangeArrowheads="1"/>
          </p:cNvSpPr>
          <p:nvPr/>
        </p:nvSpPr>
        <p:spPr bwMode="auto">
          <a:xfrm>
            <a:off x="1921945" y="3870860"/>
            <a:ext cx="1270000" cy="1270000"/>
          </a:xfrm>
          <a:prstGeom prst="ellips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26" name="Oval 22"/>
          <p:cNvSpPr>
            <a:spLocks noChangeArrowheads="1"/>
          </p:cNvSpPr>
          <p:nvPr/>
        </p:nvSpPr>
        <p:spPr bwMode="auto">
          <a:xfrm>
            <a:off x="1926708" y="2224622"/>
            <a:ext cx="1270000" cy="1270000"/>
          </a:xfrm>
          <a:prstGeom prst="ellips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27" name="Oval 23"/>
          <p:cNvSpPr>
            <a:spLocks noChangeArrowheads="1"/>
          </p:cNvSpPr>
          <p:nvPr/>
        </p:nvSpPr>
        <p:spPr bwMode="auto">
          <a:xfrm>
            <a:off x="3658670" y="2218272"/>
            <a:ext cx="1270000" cy="1270000"/>
          </a:xfrm>
          <a:prstGeom prst="ellips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28" name="Rectangle 24"/>
          <p:cNvSpPr>
            <a:spLocks noChangeArrowheads="1"/>
          </p:cNvSpPr>
          <p:nvPr/>
        </p:nvSpPr>
        <p:spPr bwMode="auto">
          <a:xfrm>
            <a:off x="0" y="7938"/>
            <a:ext cx="381158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8447" name="Rectangle 25"/>
          <p:cNvSpPr>
            <a:spLocks noChangeArrowheads="1"/>
          </p:cNvSpPr>
          <p:nvPr/>
        </p:nvSpPr>
        <p:spPr bwMode="auto">
          <a:xfrm>
            <a:off x="566740" y="391763"/>
            <a:ext cx="87804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 i="0" dirty="0">
                <a:latin typeface="黑体" pitchFamily="2" charset="-122"/>
                <a:ea typeface="黑体" pitchFamily="2" charset="-122"/>
              </a:rPr>
              <a:t>三．平面</a:t>
            </a:r>
            <a:r>
              <a:rPr lang="zh-CN" altLang="en-US" b="1" i="0" dirty="0" smtClean="0">
                <a:latin typeface="黑体" pitchFamily="2" charset="-122"/>
                <a:ea typeface="黑体" pitchFamily="2" charset="-122"/>
              </a:rPr>
              <a:t>与圆球相交</a:t>
            </a:r>
            <a:endParaRPr lang="zh-CN" altLang="en-US" b="1" i="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2730" name="Line 26"/>
          <p:cNvSpPr>
            <a:spLocks noChangeShapeType="1"/>
          </p:cNvSpPr>
          <p:nvPr/>
        </p:nvSpPr>
        <p:spPr bwMode="auto">
          <a:xfrm>
            <a:off x="1861620" y="2859622"/>
            <a:ext cx="1439863" cy="0"/>
          </a:xfrm>
          <a:prstGeom prst="line">
            <a:avLst/>
          </a:prstGeom>
          <a:noFill/>
          <a:ln w="317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31" name="Line 27"/>
          <p:cNvSpPr>
            <a:spLocks noChangeShapeType="1"/>
          </p:cNvSpPr>
          <p:nvPr/>
        </p:nvSpPr>
        <p:spPr bwMode="auto">
          <a:xfrm>
            <a:off x="3525320" y="2853272"/>
            <a:ext cx="1516063" cy="0"/>
          </a:xfrm>
          <a:prstGeom prst="line">
            <a:avLst/>
          </a:prstGeom>
          <a:noFill/>
          <a:ln w="317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32" name="Line 28"/>
          <p:cNvSpPr>
            <a:spLocks noChangeShapeType="1"/>
          </p:cNvSpPr>
          <p:nvPr/>
        </p:nvSpPr>
        <p:spPr bwMode="auto">
          <a:xfrm>
            <a:off x="1806058" y="4505860"/>
            <a:ext cx="1516062" cy="0"/>
          </a:xfrm>
          <a:prstGeom prst="line">
            <a:avLst/>
          </a:prstGeom>
          <a:noFill/>
          <a:ln w="317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33" name="Line 29"/>
          <p:cNvSpPr>
            <a:spLocks noChangeShapeType="1"/>
          </p:cNvSpPr>
          <p:nvPr/>
        </p:nvSpPr>
        <p:spPr bwMode="auto">
          <a:xfrm>
            <a:off x="2561708" y="2172235"/>
            <a:ext cx="0" cy="1428750"/>
          </a:xfrm>
          <a:prstGeom prst="line">
            <a:avLst/>
          </a:prstGeom>
          <a:noFill/>
          <a:ln w="317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34" name="Line 30"/>
          <p:cNvSpPr>
            <a:spLocks noChangeShapeType="1"/>
          </p:cNvSpPr>
          <p:nvPr/>
        </p:nvSpPr>
        <p:spPr bwMode="auto">
          <a:xfrm>
            <a:off x="2555358" y="3805772"/>
            <a:ext cx="0" cy="1428750"/>
          </a:xfrm>
          <a:prstGeom prst="line">
            <a:avLst/>
          </a:prstGeom>
          <a:noFill/>
          <a:ln w="317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35" name="Line 31"/>
          <p:cNvSpPr>
            <a:spLocks noChangeShapeType="1"/>
          </p:cNvSpPr>
          <p:nvPr/>
        </p:nvSpPr>
        <p:spPr bwMode="auto">
          <a:xfrm>
            <a:off x="4295258" y="2159535"/>
            <a:ext cx="0" cy="1428750"/>
          </a:xfrm>
          <a:prstGeom prst="line">
            <a:avLst/>
          </a:prstGeom>
          <a:noFill/>
          <a:ln w="317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36" name="Line 32"/>
          <p:cNvSpPr>
            <a:spLocks noChangeShapeType="1"/>
          </p:cNvSpPr>
          <p:nvPr/>
        </p:nvSpPr>
        <p:spPr bwMode="auto">
          <a:xfrm flipH="1">
            <a:off x="1945758" y="2257960"/>
            <a:ext cx="839787" cy="7493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37" name="Arc 33"/>
          <p:cNvSpPr>
            <a:spLocks/>
          </p:cNvSpPr>
          <p:nvPr/>
        </p:nvSpPr>
        <p:spPr bwMode="auto">
          <a:xfrm>
            <a:off x="1942583" y="2264310"/>
            <a:ext cx="1254125" cy="1238250"/>
          </a:xfrm>
          <a:custGeom>
            <a:avLst/>
            <a:gdLst>
              <a:gd name="T0" fmla="*/ 2147483647 w 42701"/>
              <a:gd name="T1" fmla="*/ 0 h 41878"/>
              <a:gd name="T2" fmla="*/ 0 w 42701"/>
              <a:gd name="T3" fmla="*/ 2147483647 h 41878"/>
              <a:gd name="T4" fmla="*/ 2147483647 w 42701"/>
              <a:gd name="T5" fmla="*/ 2147483647 h 41878"/>
              <a:gd name="T6" fmla="*/ 0 60000 65536"/>
              <a:gd name="T7" fmla="*/ 0 60000 65536"/>
              <a:gd name="T8" fmla="*/ 0 60000 65536"/>
              <a:gd name="T9" fmla="*/ 0 w 42701"/>
              <a:gd name="T10" fmla="*/ 0 h 41878"/>
              <a:gd name="T11" fmla="*/ 42701 w 42701"/>
              <a:gd name="T12" fmla="*/ 41878 h 418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701" h="41878" fill="none" extrusionOk="0">
                <a:moveTo>
                  <a:pt x="28541" y="0"/>
                </a:moveTo>
                <a:cubicBezTo>
                  <a:pt x="37047" y="3121"/>
                  <a:pt x="42701" y="11218"/>
                  <a:pt x="42701" y="20278"/>
                </a:cubicBezTo>
                <a:cubicBezTo>
                  <a:pt x="42701" y="32207"/>
                  <a:pt x="33030" y="41878"/>
                  <a:pt x="21101" y="41878"/>
                </a:cubicBezTo>
                <a:cubicBezTo>
                  <a:pt x="10950" y="41878"/>
                  <a:pt x="2169" y="34810"/>
                  <a:pt x="0" y="24894"/>
                </a:cubicBezTo>
              </a:path>
              <a:path w="42701" h="41878" stroke="0" extrusionOk="0">
                <a:moveTo>
                  <a:pt x="28541" y="0"/>
                </a:moveTo>
                <a:cubicBezTo>
                  <a:pt x="37047" y="3121"/>
                  <a:pt x="42701" y="11218"/>
                  <a:pt x="42701" y="20278"/>
                </a:cubicBezTo>
                <a:cubicBezTo>
                  <a:pt x="42701" y="32207"/>
                  <a:pt x="33030" y="41878"/>
                  <a:pt x="21101" y="41878"/>
                </a:cubicBezTo>
                <a:cubicBezTo>
                  <a:pt x="10950" y="41878"/>
                  <a:pt x="2169" y="34810"/>
                  <a:pt x="0" y="24894"/>
                </a:cubicBezTo>
                <a:lnTo>
                  <a:pt x="21101" y="20278"/>
                </a:lnTo>
                <a:lnTo>
                  <a:pt x="28541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38" name="Line 34"/>
          <p:cNvSpPr>
            <a:spLocks noChangeShapeType="1"/>
          </p:cNvSpPr>
          <p:nvPr/>
        </p:nvSpPr>
        <p:spPr bwMode="auto">
          <a:xfrm flipV="1">
            <a:off x="1774308" y="2119847"/>
            <a:ext cx="1162050" cy="104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39" name="Line 35"/>
          <p:cNvSpPr>
            <a:spLocks noChangeShapeType="1"/>
          </p:cNvSpPr>
          <p:nvPr/>
        </p:nvSpPr>
        <p:spPr bwMode="auto">
          <a:xfrm>
            <a:off x="2779195" y="2264310"/>
            <a:ext cx="1509713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40" name="Line 36"/>
          <p:cNvSpPr>
            <a:spLocks noChangeShapeType="1"/>
          </p:cNvSpPr>
          <p:nvPr/>
        </p:nvSpPr>
        <p:spPr bwMode="auto">
          <a:xfrm>
            <a:off x="1917183" y="3012022"/>
            <a:ext cx="2382837" cy="1588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41" name="Line 37"/>
          <p:cNvSpPr>
            <a:spLocks noChangeShapeType="1"/>
          </p:cNvSpPr>
          <p:nvPr/>
        </p:nvSpPr>
        <p:spPr bwMode="auto">
          <a:xfrm flipV="1">
            <a:off x="2361683" y="2635785"/>
            <a:ext cx="2532062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42" name="Line 38"/>
          <p:cNvSpPr>
            <a:spLocks noChangeShapeType="1"/>
          </p:cNvSpPr>
          <p:nvPr/>
        </p:nvSpPr>
        <p:spPr bwMode="auto">
          <a:xfrm>
            <a:off x="2558533" y="2459572"/>
            <a:ext cx="22288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43" name="Line 39"/>
          <p:cNvSpPr>
            <a:spLocks noChangeShapeType="1"/>
          </p:cNvSpPr>
          <p:nvPr/>
        </p:nvSpPr>
        <p:spPr bwMode="auto">
          <a:xfrm>
            <a:off x="2228333" y="2745322"/>
            <a:ext cx="26098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44" name="Line 40"/>
          <p:cNvSpPr>
            <a:spLocks noChangeShapeType="1"/>
          </p:cNvSpPr>
          <p:nvPr/>
        </p:nvSpPr>
        <p:spPr bwMode="auto">
          <a:xfrm>
            <a:off x="2364858" y="2631022"/>
            <a:ext cx="0" cy="2424113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45" name="Line 41"/>
          <p:cNvSpPr>
            <a:spLocks noChangeShapeType="1"/>
          </p:cNvSpPr>
          <p:nvPr/>
        </p:nvSpPr>
        <p:spPr bwMode="auto">
          <a:xfrm>
            <a:off x="1945758" y="3012022"/>
            <a:ext cx="1587" cy="149542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46" name="Line 42"/>
          <p:cNvSpPr>
            <a:spLocks noChangeShapeType="1"/>
          </p:cNvSpPr>
          <p:nvPr/>
        </p:nvSpPr>
        <p:spPr bwMode="auto">
          <a:xfrm>
            <a:off x="2231508" y="2745322"/>
            <a:ext cx="0" cy="2281238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47" name="Line 43"/>
          <p:cNvSpPr>
            <a:spLocks noChangeShapeType="1"/>
          </p:cNvSpPr>
          <p:nvPr/>
        </p:nvSpPr>
        <p:spPr bwMode="auto">
          <a:xfrm flipH="1">
            <a:off x="2782370" y="2264310"/>
            <a:ext cx="1588" cy="224790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48" name="Oval 44"/>
          <p:cNvSpPr>
            <a:spLocks noChangeArrowheads="1"/>
          </p:cNvSpPr>
          <p:nvPr/>
        </p:nvSpPr>
        <p:spPr bwMode="auto">
          <a:xfrm>
            <a:off x="2060058" y="4007385"/>
            <a:ext cx="990600" cy="9906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49" name="Oval 45"/>
          <p:cNvSpPr>
            <a:spLocks noChangeArrowheads="1"/>
          </p:cNvSpPr>
          <p:nvPr/>
        </p:nvSpPr>
        <p:spPr bwMode="auto">
          <a:xfrm>
            <a:off x="1969570" y="3912135"/>
            <a:ext cx="1181100" cy="1185862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50" name="Oval 46"/>
          <p:cNvSpPr>
            <a:spLocks noChangeArrowheads="1"/>
          </p:cNvSpPr>
          <p:nvPr/>
        </p:nvSpPr>
        <p:spPr bwMode="auto">
          <a:xfrm>
            <a:off x="1936233" y="3881972"/>
            <a:ext cx="1247775" cy="1247775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51" name="Oval 47"/>
          <p:cNvSpPr>
            <a:spLocks noChangeArrowheads="1"/>
          </p:cNvSpPr>
          <p:nvPr/>
        </p:nvSpPr>
        <p:spPr bwMode="auto">
          <a:xfrm>
            <a:off x="1945758" y="3950235"/>
            <a:ext cx="838200" cy="1109662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52" name="Arc 48"/>
          <p:cNvSpPr>
            <a:spLocks/>
          </p:cNvSpPr>
          <p:nvPr/>
        </p:nvSpPr>
        <p:spPr bwMode="auto">
          <a:xfrm>
            <a:off x="2104508" y="3869272"/>
            <a:ext cx="1093787" cy="1273175"/>
          </a:xfrm>
          <a:custGeom>
            <a:avLst/>
            <a:gdLst>
              <a:gd name="T0" fmla="*/ 0 w 37019"/>
              <a:gd name="T1" fmla="*/ 2147483647 h 43200"/>
              <a:gd name="T2" fmla="*/ 2147483647 w 37019"/>
              <a:gd name="T3" fmla="*/ 2147483647 h 43200"/>
              <a:gd name="T4" fmla="*/ 2147483647 w 37019"/>
              <a:gd name="T5" fmla="*/ 2147483647 h 43200"/>
              <a:gd name="T6" fmla="*/ 0 60000 65536"/>
              <a:gd name="T7" fmla="*/ 0 60000 65536"/>
              <a:gd name="T8" fmla="*/ 0 60000 65536"/>
              <a:gd name="T9" fmla="*/ 0 w 37019"/>
              <a:gd name="T10" fmla="*/ 0 h 43200"/>
              <a:gd name="T11" fmla="*/ 37019 w 37019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019" h="43200" fill="none" extrusionOk="0">
                <a:moveTo>
                  <a:pt x="0" y="6473"/>
                </a:moveTo>
                <a:cubicBezTo>
                  <a:pt x="4062" y="2332"/>
                  <a:pt x="9618" y="-1"/>
                  <a:pt x="15419" y="0"/>
                </a:cubicBezTo>
                <a:cubicBezTo>
                  <a:pt x="27348" y="0"/>
                  <a:pt x="37019" y="9670"/>
                  <a:pt x="37019" y="21600"/>
                </a:cubicBezTo>
                <a:cubicBezTo>
                  <a:pt x="37019" y="33529"/>
                  <a:pt x="27348" y="43200"/>
                  <a:pt x="15419" y="43200"/>
                </a:cubicBezTo>
                <a:cubicBezTo>
                  <a:pt x="9700" y="43200"/>
                  <a:pt x="4214" y="40932"/>
                  <a:pt x="165" y="36893"/>
                </a:cubicBezTo>
              </a:path>
              <a:path w="37019" h="43200" stroke="0" extrusionOk="0">
                <a:moveTo>
                  <a:pt x="0" y="6473"/>
                </a:moveTo>
                <a:cubicBezTo>
                  <a:pt x="4062" y="2332"/>
                  <a:pt x="9618" y="-1"/>
                  <a:pt x="15419" y="0"/>
                </a:cubicBezTo>
                <a:cubicBezTo>
                  <a:pt x="27348" y="0"/>
                  <a:pt x="37019" y="9670"/>
                  <a:pt x="37019" y="21600"/>
                </a:cubicBezTo>
                <a:cubicBezTo>
                  <a:pt x="37019" y="33529"/>
                  <a:pt x="27348" y="43200"/>
                  <a:pt x="15419" y="43200"/>
                </a:cubicBezTo>
                <a:cubicBezTo>
                  <a:pt x="9700" y="43200"/>
                  <a:pt x="4214" y="40932"/>
                  <a:pt x="165" y="36893"/>
                </a:cubicBezTo>
                <a:lnTo>
                  <a:pt x="15419" y="21600"/>
                </a:lnTo>
                <a:lnTo>
                  <a:pt x="0" y="6473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53" name="Oval 49"/>
          <p:cNvSpPr>
            <a:spLocks noChangeArrowheads="1"/>
          </p:cNvSpPr>
          <p:nvPr/>
        </p:nvSpPr>
        <p:spPr bwMode="auto">
          <a:xfrm>
            <a:off x="3726933" y="2265897"/>
            <a:ext cx="1130300" cy="746125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54" name="Arc 50"/>
          <p:cNvSpPr>
            <a:spLocks/>
          </p:cNvSpPr>
          <p:nvPr/>
        </p:nvSpPr>
        <p:spPr bwMode="auto">
          <a:xfrm>
            <a:off x="3660258" y="2451635"/>
            <a:ext cx="1270000" cy="1038225"/>
          </a:xfrm>
          <a:custGeom>
            <a:avLst/>
            <a:gdLst>
              <a:gd name="T0" fmla="*/ 2147483647 w 43200"/>
              <a:gd name="T1" fmla="*/ 0 h 35103"/>
              <a:gd name="T2" fmla="*/ 2147483647 w 43200"/>
              <a:gd name="T3" fmla="*/ 1358265169 h 35103"/>
              <a:gd name="T4" fmla="*/ 2147483647 w 43200"/>
              <a:gd name="T5" fmla="*/ 2147483647 h 35103"/>
              <a:gd name="T6" fmla="*/ 0 60000 65536"/>
              <a:gd name="T7" fmla="*/ 0 60000 65536"/>
              <a:gd name="T8" fmla="*/ 0 60000 65536"/>
              <a:gd name="T9" fmla="*/ 0 w 43200"/>
              <a:gd name="T10" fmla="*/ 0 h 35103"/>
              <a:gd name="T11" fmla="*/ 43200 w 43200"/>
              <a:gd name="T12" fmla="*/ 35103 h 3510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35103" fill="none" extrusionOk="0">
                <a:moveTo>
                  <a:pt x="38459" y="-1"/>
                </a:moveTo>
                <a:cubicBezTo>
                  <a:pt x="41527" y="3831"/>
                  <a:pt x="43200" y="8594"/>
                  <a:pt x="43200" y="13503"/>
                </a:cubicBezTo>
                <a:cubicBezTo>
                  <a:pt x="43200" y="25432"/>
                  <a:pt x="33529" y="35103"/>
                  <a:pt x="21600" y="35103"/>
                </a:cubicBezTo>
                <a:cubicBezTo>
                  <a:pt x="9670" y="35103"/>
                  <a:pt x="0" y="25432"/>
                  <a:pt x="0" y="13503"/>
                </a:cubicBezTo>
                <a:cubicBezTo>
                  <a:pt x="-1" y="8620"/>
                  <a:pt x="1654" y="3881"/>
                  <a:pt x="4693" y="60"/>
                </a:cubicBezTo>
              </a:path>
              <a:path w="43200" h="35103" stroke="0" extrusionOk="0">
                <a:moveTo>
                  <a:pt x="38459" y="-1"/>
                </a:moveTo>
                <a:cubicBezTo>
                  <a:pt x="41527" y="3831"/>
                  <a:pt x="43200" y="8594"/>
                  <a:pt x="43200" y="13503"/>
                </a:cubicBezTo>
                <a:cubicBezTo>
                  <a:pt x="43200" y="25432"/>
                  <a:pt x="33529" y="35103"/>
                  <a:pt x="21600" y="35103"/>
                </a:cubicBezTo>
                <a:cubicBezTo>
                  <a:pt x="9670" y="35103"/>
                  <a:pt x="0" y="25432"/>
                  <a:pt x="0" y="13503"/>
                </a:cubicBezTo>
                <a:cubicBezTo>
                  <a:pt x="-1" y="8620"/>
                  <a:pt x="1654" y="3881"/>
                  <a:pt x="4693" y="60"/>
                </a:cubicBezTo>
                <a:lnTo>
                  <a:pt x="21600" y="13503"/>
                </a:lnTo>
                <a:lnTo>
                  <a:pt x="38459" y="-1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55" name="AutoShape 51"/>
          <p:cNvSpPr>
            <a:spLocks noChangeArrowheads="1"/>
          </p:cNvSpPr>
          <p:nvPr/>
        </p:nvSpPr>
        <p:spPr bwMode="auto">
          <a:xfrm>
            <a:off x="2323583" y="2597685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56" name="AutoShape 52"/>
          <p:cNvSpPr>
            <a:spLocks noChangeArrowheads="1"/>
          </p:cNvSpPr>
          <p:nvPr/>
        </p:nvSpPr>
        <p:spPr bwMode="auto">
          <a:xfrm>
            <a:off x="2742683" y="2229385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57" name="AutoShape 53"/>
          <p:cNvSpPr>
            <a:spLocks noChangeArrowheads="1"/>
          </p:cNvSpPr>
          <p:nvPr/>
        </p:nvSpPr>
        <p:spPr bwMode="auto">
          <a:xfrm>
            <a:off x="2518845" y="2416710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58" name="AutoShape 54"/>
          <p:cNvSpPr>
            <a:spLocks noChangeArrowheads="1"/>
          </p:cNvSpPr>
          <p:nvPr/>
        </p:nvSpPr>
        <p:spPr bwMode="auto">
          <a:xfrm>
            <a:off x="2191820" y="2707222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59" name="Line 55"/>
          <p:cNvSpPr>
            <a:spLocks noChangeShapeType="1"/>
          </p:cNvSpPr>
          <p:nvPr/>
        </p:nvSpPr>
        <p:spPr bwMode="auto">
          <a:xfrm>
            <a:off x="2112445" y="2859622"/>
            <a:ext cx="0" cy="209550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60" name="AutoShape 56"/>
          <p:cNvSpPr>
            <a:spLocks noChangeArrowheads="1"/>
          </p:cNvSpPr>
          <p:nvPr/>
        </p:nvSpPr>
        <p:spPr bwMode="auto">
          <a:xfrm>
            <a:off x="2329933" y="4464585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61" name="AutoShape 57"/>
          <p:cNvSpPr>
            <a:spLocks noChangeArrowheads="1"/>
          </p:cNvSpPr>
          <p:nvPr/>
        </p:nvSpPr>
        <p:spPr bwMode="auto">
          <a:xfrm>
            <a:off x="2325170" y="3918485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62" name="AutoShape 58"/>
          <p:cNvSpPr>
            <a:spLocks noChangeArrowheads="1"/>
          </p:cNvSpPr>
          <p:nvPr/>
        </p:nvSpPr>
        <p:spPr bwMode="auto">
          <a:xfrm>
            <a:off x="2328345" y="5015447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63" name="AutoShape 59"/>
          <p:cNvSpPr>
            <a:spLocks noChangeArrowheads="1"/>
          </p:cNvSpPr>
          <p:nvPr/>
        </p:nvSpPr>
        <p:spPr bwMode="auto">
          <a:xfrm>
            <a:off x="2745858" y="4464585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64" name="AutoShape 60"/>
          <p:cNvSpPr>
            <a:spLocks noChangeArrowheads="1"/>
          </p:cNvSpPr>
          <p:nvPr/>
        </p:nvSpPr>
        <p:spPr bwMode="auto">
          <a:xfrm>
            <a:off x="2517258" y="3977222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65" name="AutoShape 61"/>
          <p:cNvSpPr>
            <a:spLocks noChangeArrowheads="1"/>
          </p:cNvSpPr>
          <p:nvPr/>
        </p:nvSpPr>
        <p:spPr bwMode="auto">
          <a:xfrm>
            <a:off x="2520433" y="4956710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66" name="AutoShape 62"/>
          <p:cNvSpPr>
            <a:spLocks noChangeArrowheads="1"/>
          </p:cNvSpPr>
          <p:nvPr/>
        </p:nvSpPr>
        <p:spPr bwMode="auto">
          <a:xfrm>
            <a:off x="2074345" y="4021672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67" name="AutoShape 63"/>
          <p:cNvSpPr>
            <a:spLocks noChangeArrowheads="1"/>
          </p:cNvSpPr>
          <p:nvPr/>
        </p:nvSpPr>
        <p:spPr bwMode="auto">
          <a:xfrm>
            <a:off x="2075933" y="4913847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68" name="AutoShape 64"/>
          <p:cNvSpPr>
            <a:spLocks noChangeArrowheads="1"/>
          </p:cNvSpPr>
          <p:nvPr/>
        </p:nvSpPr>
        <p:spPr bwMode="auto">
          <a:xfrm>
            <a:off x="4257158" y="2592922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69" name="AutoShape 65"/>
          <p:cNvSpPr>
            <a:spLocks noChangeArrowheads="1"/>
          </p:cNvSpPr>
          <p:nvPr/>
        </p:nvSpPr>
        <p:spPr bwMode="auto">
          <a:xfrm>
            <a:off x="3692008" y="2592922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70" name="AutoShape 66"/>
          <p:cNvSpPr>
            <a:spLocks noChangeArrowheads="1"/>
          </p:cNvSpPr>
          <p:nvPr/>
        </p:nvSpPr>
        <p:spPr bwMode="auto">
          <a:xfrm>
            <a:off x="4822308" y="2599272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71" name="AutoShape 67"/>
          <p:cNvSpPr>
            <a:spLocks noChangeArrowheads="1"/>
          </p:cNvSpPr>
          <p:nvPr/>
        </p:nvSpPr>
        <p:spPr bwMode="auto">
          <a:xfrm>
            <a:off x="4250808" y="2224622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72" name="AutoShape 68"/>
          <p:cNvSpPr>
            <a:spLocks noChangeArrowheads="1"/>
          </p:cNvSpPr>
          <p:nvPr/>
        </p:nvSpPr>
        <p:spPr bwMode="auto">
          <a:xfrm>
            <a:off x="4257158" y="2973922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73" name="AutoShape 69"/>
          <p:cNvSpPr>
            <a:spLocks noChangeArrowheads="1"/>
          </p:cNvSpPr>
          <p:nvPr/>
        </p:nvSpPr>
        <p:spPr bwMode="auto">
          <a:xfrm>
            <a:off x="3755508" y="2421472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74" name="AutoShape 70"/>
          <p:cNvSpPr>
            <a:spLocks noChangeArrowheads="1"/>
          </p:cNvSpPr>
          <p:nvPr/>
        </p:nvSpPr>
        <p:spPr bwMode="auto">
          <a:xfrm>
            <a:off x="4739758" y="2421472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75" name="AutoShape 71"/>
          <p:cNvSpPr>
            <a:spLocks noChangeArrowheads="1"/>
          </p:cNvSpPr>
          <p:nvPr/>
        </p:nvSpPr>
        <p:spPr bwMode="auto">
          <a:xfrm>
            <a:off x="3711058" y="2700872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76" name="AutoShape 72"/>
          <p:cNvSpPr>
            <a:spLocks noChangeArrowheads="1"/>
          </p:cNvSpPr>
          <p:nvPr/>
        </p:nvSpPr>
        <p:spPr bwMode="auto">
          <a:xfrm>
            <a:off x="4803258" y="2707222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77" name="AutoShape 73"/>
          <p:cNvSpPr>
            <a:spLocks noChangeArrowheads="1"/>
          </p:cNvSpPr>
          <p:nvPr/>
        </p:nvSpPr>
        <p:spPr bwMode="auto">
          <a:xfrm>
            <a:off x="3787258" y="2815172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78" name="AutoShape 74"/>
          <p:cNvSpPr>
            <a:spLocks noChangeArrowheads="1"/>
          </p:cNvSpPr>
          <p:nvPr/>
        </p:nvSpPr>
        <p:spPr bwMode="auto">
          <a:xfrm>
            <a:off x="4727058" y="2815172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779" name="Text Box 75"/>
          <p:cNvSpPr txBox="1">
            <a:spLocks noChangeArrowheads="1"/>
          </p:cNvSpPr>
          <p:nvPr/>
        </p:nvSpPr>
        <p:spPr bwMode="auto">
          <a:xfrm>
            <a:off x="2629970" y="1811872"/>
            <a:ext cx="4302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P</a:t>
            </a:r>
            <a:r>
              <a:rPr kumimoji="0" lang="en-US" altLang="zh-CN" sz="1600" b="1" baseline="-10000">
                <a:latin typeface="ISOCPEUR" pitchFamily="34" charset="0"/>
              </a:rPr>
              <a:t>V</a:t>
            </a:r>
          </a:p>
        </p:txBody>
      </p:sp>
      <p:grpSp>
        <p:nvGrpSpPr>
          <p:cNvPr id="2" name="Group 76"/>
          <p:cNvGrpSpPr>
            <a:grpSpLocks/>
          </p:cNvGrpSpPr>
          <p:nvPr/>
        </p:nvGrpSpPr>
        <p:grpSpPr bwMode="auto">
          <a:xfrm>
            <a:off x="4809608" y="1534060"/>
            <a:ext cx="679450" cy="900112"/>
            <a:chOff x="2272" y="809"/>
            <a:chExt cx="428" cy="567"/>
          </a:xfrm>
        </p:grpSpPr>
        <p:sp>
          <p:nvSpPr>
            <p:cNvPr id="18589" name="Text Box 77"/>
            <p:cNvSpPr txBox="1">
              <a:spLocks noChangeArrowheads="1"/>
            </p:cNvSpPr>
            <p:nvPr/>
          </p:nvSpPr>
          <p:spPr bwMode="auto">
            <a:xfrm>
              <a:off x="2395" y="809"/>
              <a:ext cx="305" cy="412"/>
            </a:xfrm>
            <a:prstGeom prst="rect">
              <a:avLst/>
            </a:prstGeom>
            <a:noFill/>
            <a:ln w="1270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b="1">
                  <a:ea typeface="黑体" pitchFamily="2" charset="-122"/>
                </a:rPr>
                <a:t>切 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b="1">
                  <a:ea typeface="黑体" pitchFamily="2" charset="-122"/>
                </a:rPr>
                <a:t>点 </a:t>
              </a:r>
              <a:endParaRPr kumimoji="0" lang="zh-CN" altLang="en-US" sz="1800">
                <a:ea typeface="黑体" pitchFamily="2" charset="-122"/>
              </a:endParaRPr>
            </a:p>
          </p:txBody>
        </p:sp>
        <p:sp>
          <p:nvSpPr>
            <p:cNvPr id="18590" name="Line 78"/>
            <p:cNvSpPr>
              <a:spLocks noChangeShapeType="1"/>
            </p:cNvSpPr>
            <p:nvPr/>
          </p:nvSpPr>
          <p:spPr bwMode="auto">
            <a:xfrm flipH="1">
              <a:off x="2272" y="1264"/>
              <a:ext cx="144" cy="112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172"/>
          <p:cNvGrpSpPr>
            <a:grpSpLocks/>
          </p:cNvGrpSpPr>
          <p:nvPr/>
        </p:nvGrpSpPr>
        <p:grpSpPr bwMode="auto">
          <a:xfrm>
            <a:off x="1301233" y="4599522"/>
            <a:ext cx="774700" cy="654050"/>
            <a:chOff x="73" y="2479"/>
            <a:chExt cx="488" cy="412"/>
          </a:xfrm>
        </p:grpSpPr>
        <p:sp>
          <p:nvSpPr>
            <p:cNvPr id="18587" name="Text Box 80"/>
            <p:cNvSpPr txBox="1">
              <a:spLocks noChangeArrowheads="1"/>
            </p:cNvSpPr>
            <p:nvPr/>
          </p:nvSpPr>
          <p:spPr bwMode="auto">
            <a:xfrm>
              <a:off x="73" y="2479"/>
              <a:ext cx="260" cy="412"/>
            </a:xfrm>
            <a:prstGeom prst="rect">
              <a:avLst/>
            </a:prstGeom>
            <a:noFill/>
            <a:ln w="1270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zh-CN" altLang="en-US" sz="1800" b="1">
                  <a:latin typeface="ISOCPEUR" pitchFamily="34" charset="0"/>
                  <a:ea typeface="黑体" pitchFamily="2" charset="-122"/>
                </a:rPr>
                <a:t>切点</a:t>
              </a:r>
            </a:p>
          </p:txBody>
        </p:sp>
        <p:sp>
          <p:nvSpPr>
            <p:cNvPr id="18588" name="Line 81"/>
            <p:cNvSpPr>
              <a:spLocks noChangeShapeType="1"/>
            </p:cNvSpPr>
            <p:nvPr/>
          </p:nvSpPr>
          <p:spPr bwMode="auto">
            <a:xfrm>
              <a:off x="340" y="2626"/>
              <a:ext cx="221" cy="67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2846" name="Line 142"/>
          <p:cNvSpPr>
            <a:spLocks noChangeShapeType="1"/>
          </p:cNvSpPr>
          <p:nvPr/>
        </p:nvSpPr>
        <p:spPr bwMode="auto">
          <a:xfrm>
            <a:off x="1966395" y="2640547"/>
            <a:ext cx="0" cy="186690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847" name="Text Box 143"/>
          <p:cNvSpPr txBox="1">
            <a:spLocks noChangeArrowheads="1"/>
          </p:cNvSpPr>
          <p:nvPr/>
        </p:nvSpPr>
        <p:spPr bwMode="auto">
          <a:xfrm>
            <a:off x="2063233" y="2415122"/>
            <a:ext cx="5826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o</a:t>
            </a:r>
            <a:r>
              <a:rPr lang="en-US" altLang="zh-CN" sz="1600" b="1" i="0">
                <a:latin typeface="ISOCPEUR" pitchFamily="34" charset="0"/>
              </a:rPr>
              <a:t>’</a:t>
            </a:r>
          </a:p>
        </p:txBody>
      </p:sp>
      <p:sp>
        <p:nvSpPr>
          <p:cNvPr id="72848" name="Text Box 144"/>
          <p:cNvSpPr txBox="1">
            <a:spLocks noChangeArrowheads="1"/>
          </p:cNvSpPr>
          <p:nvPr/>
        </p:nvSpPr>
        <p:spPr bwMode="auto">
          <a:xfrm>
            <a:off x="1902895" y="2413535"/>
            <a:ext cx="32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a</a:t>
            </a:r>
            <a:r>
              <a:rPr lang="en-US" altLang="zh-CN" sz="1600" b="1" i="0">
                <a:latin typeface="ISOCPEUR" pitchFamily="34" charset="0"/>
              </a:rPr>
              <a:t>’</a:t>
            </a:r>
            <a:endParaRPr kumimoji="0" lang="en-US" altLang="zh-CN" sz="1600" b="1">
              <a:latin typeface="ISOCPEUR" pitchFamily="34" charset="0"/>
            </a:endParaRPr>
          </a:p>
        </p:txBody>
      </p:sp>
      <p:sp>
        <p:nvSpPr>
          <p:cNvPr id="72849" name="Text Box 145"/>
          <p:cNvSpPr txBox="1">
            <a:spLocks noChangeArrowheads="1"/>
          </p:cNvSpPr>
          <p:nvPr/>
        </p:nvSpPr>
        <p:spPr bwMode="auto">
          <a:xfrm>
            <a:off x="1736208" y="2415122"/>
            <a:ext cx="311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c</a:t>
            </a:r>
            <a:r>
              <a:rPr lang="en-US" altLang="zh-CN" sz="1600" b="1" i="0">
                <a:latin typeface="ISOCPEUR" pitchFamily="34" charset="0"/>
              </a:rPr>
              <a:t>’</a:t>
            </a:r>
            <a:endParaRPr kumimoji="0" lang="en-US" altLang="zh-CN" sz="1600" b="1">
              <a:latin typeface="ISOCPEUR" pitchFamily="34" charset="0"/>
            </a:endParaRPr>
          </a:p>
        </p:txBody>
      </p:sp>
      <p:sp>
        <p:nvSpPr>
          <p:cNvPr id="72850" name="Text Box 146"/>
          <p:cNvSpPr txBox="1">
            <a:spLocks noChangeArrowheads="1"/>
          </p:cNvSpPr>
          <p:nvPr/>
        </p:nvSpPr>
        <p:spPr bwMode="auto">
          <a:xfrm>
            <a:off x="2526783" y="2023010"/>
            <a:ext cx="3254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b</a:t>
            </a:r>
            <a:r>
              <a:rPr lang="en-US" altLang="zh-CN" sz="1600" b="1" i="0">
                <a:latin typeface="ISOCPEUR" pitchFamily="34" charset="0"/>
              </a:rPr>
              <a:t>’</a:t>
            </a:r>
          </a:p>
        </p:txBody>
      </p:sp>
      <p:sp>
        <p:nvSpPr>
          <p:cNvPr id="72851" name="Text Box 147"/>
          <p:cNvSpPr txBox="1">
            <a:spLocks noChangeArrowheads="1"/>
          </p:cNvSpPr>
          <p:nvPr/>
        </p:nvSpPr>
        <p:spPr bwMode="auto">
          <a:xfrm>
            <a:off x="1612383" y="2823110"/>
            <a:ext cx="366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d</a:t>
            </a:r>
            <a:r>
              <a:rPr kumimoji="0" lang="en-US" altLang="zh-CN" sz="800" b="1">
                <a:latin typeface="ISOCPEUR" pitchFamily="34" charset="0"/>
              </a:rPr>
              <a:t> </a:t>
            </a:r>
            <a:r>
              <a:rPr lang="en-US" altLang="zh-CN" sz="1600" b="1" i="0">
                <a:latin typeface="ISOCPEUR" pitchFamily="34" charset="0"/>
              </a:rPr>
              <a:t>’</a:t>
            </a:r>
          </a:p>
        </p:txBody>
      </p:sp>
      <p:sp>
        <p:nvSpPr>
          <p:cNvPr id="72852" name="Text Box 148"/>
          <p:cNvSpPr txBox="1">
            <a:spLocks noChangeArrowheads="1"/>
          </p:cNvSpPr>
          <p:nvPr/>
        </p:nvSpPr>
        <p:spPr bwMode="auto">
          <a:xfrm>
            <a:off x="2302945" y="4235985"/>
            <a:ext cx="279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o</a:t>
            </a:r>
            <a:endParaRPr lang="en-US" altLang="zh-CN" sz="1600" b="1" i="0">
              <a:latin typeface="ISOCPEUR" pitchFamily="34" charset="0"/>
            </a:endParaRPr>
          </a:p>
        </p:txBody>
      </p:sp>
      <p:sp>
        <p:nvSpPr>
          <p:cNvPr id="72853" name="Text Box 149"/>
          <p:cNvSpPr txBox="1">
            <a:spLocks noChangeArrowheads="1"/>
          </p:cNvSpPr>
          <p:nvPr/>
        </p:nvSpPr>
        <p:spPr bwMode="auto">
          <a:xfrm>
            <a:off x="2769670" y="4280435"/>
            <a:ext cx="279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b</a:t>
            </a:r>
            <a:endParaRPr lang="en-US" altLang="zh-CN" sz="1600" b="1" i="0">
              <a:latin typeface="ISOCPEUR" pitchFamily="34" charset="0"/>
            </a:endParaRPr>
          </a:p>
        </p:txBody>
      </p:sp>
      <p:sp>
        <p:nvSpPr>
          <p:cNvPr id="72854" name="Text Box 150"/>
          <p:cNvSpPr txBox="1">
            <a:spLocks noChangeArrowheads="1"/>
          </p:cNvSpPr>
          <p:nvPr/>
        </p:nvSpPr>
        <p:spPr bwMode="auto">
          <a:xfrm>
            <a:off x="2290245" y="3604160"/>
            <a:ext cx="2651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c</a:t>
            </a:r>
            <a:endParaRPr lang="en-US" altLang="zh-CN" sz="1600" b="1" i="0">
              <a:latin typeface="ISOCPEUR" pitchFamily="34" charset="0"/>
            </a:endParaRPr>
          </a:p>
        </p:txBody>
      </p:sp>
      <p:sp>
        <p:nvSpPr>
          <p:cNvPr id="72855" name="Text Box 151"/>
          <p:cNvSpPr txBox="1">
            <a:spLocks noChangeArrowheads="1"/>
          </p:cNvSpPr>
          <p:nvPr/>
        </p:nvSpPr>
        <p:spPr bwMode="auto">
          <a:xfrm>
            <a:off x="2236270" y="5009097"/>
            <a:ext cx="279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a</a:t>
            </a:r>
            <a:endParaRPr lang="en-US" altLang="zh-CN" sz="1600" b="1" i="0">
              <a:latin typeface="ISOCPEUR" pitchFamily="34" charset="0"/>
            </a:endParaRPr>
          </a:p>
        </p:txBody>
      </p:sp>
      <p:sp>
        <p:nvSpPr>
          <p:cNvPr id="72856" name="Text Box 152"/>
          <p:cNvSpPr txBox="1">
            <a:spLocks noChangeArrowheads="1"/>
          </p:cNvSpPr>
          <p:nvPr/>
        </p:nvSpPr>
        <p:spPr bwMode="auto">
          <a:xfrm>
            <a:off x="1579045" y="4289960"/>
            <a:ext cx="423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d</a:t>
            </a:r>
            <a:endParaRPr lang="en-US" altLang="zh-CN" sz="1600" b="1" i="0">
              <a:latin typeface="ISOCPEUR" pitchFamily="34" charset="0"/>
            </a:endParaRPr>
          </a:p>
        </p:txBody>
      </p:sp>
      <p:sp>
        <p:nvSpPr>
          <p:cNvPr id="72857" name="Text Box 153"/>
          <p:cNvSpPr txBox="1">
            <a:spLocks noChangeArrowheads="1"/>
          </p:cNvSpPr>
          <p:nvPr/>
        </p:nvSpPr>
        <p:spPr bwMode="auto">
          <a:xfrm>
            <a:off x="4065070" y="2946935"/>
            <a:ext cx="7191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d</a:t>
            </a:r>
            <a:r>
              <a:rPr kumimoji="0" lang="en-US" altLang="zh-CN" sz="800" b="1">
                <a:latin typeface="ISOCPEUR" pitchFamily="34" charset="0"/>
              </a:rPr>
              <a:t> </a:t>
            </a:r>
            <a:r>
              <a:rPr lang="en-US" altLang="zh-CN" sz="1600" b="1" i="0">
                <a:latin typeface="ISOCPEUR" pitchFamily="34" charset="0"/>
              </a:rPr>
              <a:t>”</a:t>
            </a:r>
          </a:p>
        </p:txBody>
      </p:sp>
      <p:sp>
        <p:nvSpPr>
          <p:cNvPr id="72858" name="Text Box 154"/>
          <p:cNvSpPr txBox="1">
            <a:spLocks noChangeArrowheads="1"/>
          </p:cNvSpPr>
          <p:nvPr/>
        </p:nvSpPr>
        <p:spPr bwMode="auto">
          <a:xfrm>
            <a:off x="4131745" y="1994435"/>
            <a:ext cx="7191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b</a:t>
            </a:r>
            <a:r>
              <a:rPr lang="en-US" altLang="zh-CN" sz="1600" b="1" i="0">
                <a:latin typeface="ISOCPEUR" pitchFamily="34" charset="0"/>
              </a:rPr>
              <a:t>”</a:t>
            </a:r>
          </a:p>
        </p:txBody>
      </p:sp>
      <p:sp>
        <p:nvSpPr>
          <p:cNvPr id="72859" name="Text Box 155"/>
          <p:cNvSpPr txBox="1">
            <a:spLocks noChangeArrowheads="1"/>
          </p:cNvSpPr>
          <p:nvPr/>
        </p:nvSpPr>
        <p:spPr bwMode="auto">
          <a:xfrm>
            <a:off x="3274495" y="2464335"/>
            <a:ext cx="7191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c</a:t>
            </a:r>
            <a:r>
              <a:rPr lang="en-US" altLang="zh-CN" sz="1600" b="1" i="0">
                <a:latin typeface="ISOCPEUR" pitchFamily="34" charset="0"/>
              </a:rPr>
              <a:t>”</a:t>
            </a:r>
          </a:p>
        </p:txBody>
      </p:sp>
      <p:sp>
        <p:nvSpPr>
          <p:cNvPr id="72860" name="Text Box 156"/>
          <p:cNvSpPr txBox="1">
            <a:spLocks noChangeArrowheads="1"/>
          </p:cNvSpPr>
          <p:nvPr/>
        </p:nvSpPr>
        <p:spPr bwMode="auto">
          <a:xfrm>
            <a:off x="4665145" y="2413535"/>
            <a:ext cx="7191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a</a:t>
            </a:r>
            <a:r>
              <a:rPr lang="en-US" altLang="zh-CN" sz="1600" b="1" i="0">
                <a:latin typeface="ISOCPEUR" pitchFamily="34" charset="0"/>
              </a:rPr>
              <a:t>”</a:t>
            </a:r>
          </a:p>
        </p:txBody>
      </p:sp>
      <p:sp>
        <p:nvSpPr>
          <p:cNvPr id="72861" name="Text Box 157"/>
          <p:cNvSpPr txBox="1">
            <a:spLocks noChangeArrowheads="1"/>
          </p:cNvSpPr>
          <p:nvPr/>
        </p:nvSpPr>
        <p:spPr bwMode="auto">
          <a:xfrm>
            <a:off x="4169845" y="2404010"/>
            <a:ext cx="7191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o</a:t>
            </a:r>
            <a:r>
              <a:rPr lang="en-US" altLang="zh-CN" sz="1600" b="1" i="0">
                <a:latin typeface="ISOCPEUR" pitchFamily="34" charset="0"/>
              </a:rPr>
              <a:t>″</a:t>
            </a:r>
          </a:p>
        </p:txBody>
      </p:sp>
      <p:sp>
        <p:nvSpPr>
          <p:cNvPr id="72862" name="Text Box 158"/>
          <p:cNvSpPr txBox="1">
            <a:spLocks noChangeArrowheads="1"/>
          </p:cNvSpPr>
          <p:nvPr/>
        </p:nvSpPr>
        <p:spPr bwMode="auto">
          <a:xfrm>
            <a:off x="2255320" y="4918610"/>
            <a:ext cx="7191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f</a:t>
            </a:r>
            <a:endParaRPr lang="en-US" altLang="zh-CN" sz="1600" b="1" i="0">
              <a:latin typeface="ISOCPEUR" pitchFamily="34" charset="0"/>
            </a:endParaRPr>
          </a:p>
        </p:txBody>
      </p:sp>
      <p:sp>
        <p:nvSpPr>
          <p:cNvPr id="72863" name="Text Box 159"/>
          <p:cNvSpPr txBox="1">
            <a:spLocks noChangeArrowheads="1"/>
          </p:cNvSpPr>
          <p:nvPr/>
        </p:nvSpPr>
        <p:spPr bwMode="auto">
          <a:xfrm>
            <a:off x="4501633" y="2753260"/>
            <a:ext cx="7191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e</a:t>
            </a:r>
            <a:r>
              <a:rPr lang="en-US" altLang="zh-CN" sz="1600" b="1" i="0">
                <a:latin typeface="ISOCPEUR" pitchFamily="34" charset="0"/>
              </a:rPr>
              <a:t>”</a:t>
            </a:r>
          </a:p>
        </p:txBody>
      </p:sp>
      <p:sp>
        <p:nvSpPr>
          <p:cNvPr id="72864" name="Text Box 160"/>
          <p:cNvSpPr txBox="1">
            <a:spLocks noChangeArrowheads="1"/>
          </p:cNvSpPr>
          <p:nvPr/>
        </p:nvSpPr>
        <p:spPr bwMode="auto">
          <a:xfrm>
            <a:off x="1617145" y="4813835"/>
            <a:ext cx="7191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e</a:t>
            </a:r>
            <a:endParaRPr lang="en-US" altLang="zh-CN" sz="1600" b="1" i="0">
              <a:latin typeface="ISOCPEUR" pitchFamily="34" charset="0"/>
            </a:endParaRPr>
          </a:p>
        </p:txBody>
      </p:sp>
      <p:sp>
        <p:nvSpPr>
          <p:cNvPr id="72865" name="Text Box 161"/>
          <p:cNvSpPr txBox="1">
            <a:spLocks noChangeArrowheads="1"/>
          </p:cNvSpPr>
          <p:nvPr/>
        </p:nvSpPr>
        <p:spPr bwMode="auto">
          <a:xfrm>
            <a:off x="1837808" y="2662772"/>
            <a:ext cx="7191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e</a:t>
            </a:r>
            <a:r>
              <a:rPr lang="en-US" altLang="zh-CN" sz="1600" b="1" i="0">
                <a:latin typeface="ISOCPEUR" pitchFamily="34" charset="0"/>
              </a:rPr>
              <a:t>’</a:t>
            </a:r>
          </a:p>
        </p:txBody>
      </p:sp>
      <p:sp>
        <p:nvSpPr>
          <p:cNvPr id="72866" name="Text Box 162"/>
          <p:cNvSpPr txBox="1">
            <a:spLocks noChangeArrowheads="1"/>
          </p:cNvSpPr>
          <p:nvPr/>
        </p:nvSpPr>
        <p:spPr bwMode="auto">
          <a:xfrm>
            <a:off x="2275958" y="2213510"/>
            <a:ext cx="7191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f</a:t>
            </a:r>
            <a:r>
              <a:rPr kumimoji="0" lang="en-US" altLang="zh-CN" sz="900" b="1">
                <a:latin typeface="ISOCPEUR" pitchFamily="34" charset="0"/>
              </a:rPr>
              <a:t> </a:t>
            </a:r>
            <a:r>
              <a:rPr lang="en-US" altLang="zh-CN" sz="1600" b="1" i="0">
                <a:latin typeface="ISOCPEUR" pitchFamily="34" charset="0"/>
              </a:rPr>
              <a:t>’</a:t>
            </a:r>
          </a:p>
        </p:txBody>
      </p:sp>
      <p:sp>
        <p:nvSpPr>
          <p:cNvPr id="72867" name="Text Box 163"/>
          <p:cNvSpPr txBox="1">
            <a:spLocks noChangeArrowheads="1"/>
          </p:cNvSpPr>
          <p:nvPr/>
        </p:nvSpPr>
        <p:spPr bwMode="auto">
          <a:xfrm>
            <a:off x="1807645" y="5010685"/>
            <a:ext cx="719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400" b="1">
                <a:latin typeface="ISOCPEUR" pitchFamily="34" charset="0"/>
              </a:rPr>
              <a:t>1</a:t>
            </a:r>
            <a:endParaRPr lang="en-US" altLang="zh-CN" sz="1400" b="1" i="0">
              <a:latin typeface="ISOCPEUR" pitchFamily="34" charset="0"/>
            </a:endParaRPr>
          </a:p>
        </p:txBody>
      </p:sp>
      <p:sp>
        <p:nvSpPr>
          <p:cNvPr id="72868" name="Text Box 164"/>
          <p:cNvSpPr txBox="1">
            <a:spLocks noChangeArrowheads="1"/>
          </p:cNvSpPr>
          <p:nvPr/>
        </p:nvSpPr>
        <p:spPr bwMode="auto">
          <a:xfrm>
            <a:off x="1958458" y="2572285"/>
            <a:ext cx="7191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400" b="1">
                <a:latin typeface="ISOCPEUR" pitchFamily="34" charset="0"/>
              </a:rPr>
              <a:t>1</a:t>
            </a:r>
            <a:r>
              <a:rPr kumimoji="0" lang="en-US" altLang="zh-CN" sz="1000" b="1">
                <a:latin typeface="ISOCPEUR" pitchFamily="34" charset="0"/>
              </a:rPr>
              <a:t> </a:t>
            </a:r>
            <a:r>
              <a:rPr lang="en-US" altLang="zh-CN" sz="1400" b="1" i="0">
                <a:latin typeface="ISOCPEUR" pitchFamily="34" charset="0"/>
              </a:rPr>
              <a:t>’</a:t>
            </a:r>
          </a:p>
        </p:txBody>
      </p:sp>
      <p:sp>
        <p:nvSpPr>
          <p:cNvPr id="72869" name="Text Box 165"/>
          <p:cNvSpPr txBox="1">
            <a:spLocks noChangeArrowheads="1"/>
          </p:cNvSpPr>
          <p:nvPr/>
        </p:nvSpPr>
        <p:spPr bwMode="auto">
          <a:xfrm>
            <a:off x="4484170" y="2146835"/>
            <a:ext cx="7191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f</a:t>
            </a:r>
            <a:r>
              <a:rPr lang="en-US" altLang="zh-CN" sz="1600" b="1" i="0">
                <a:latin typeface="ISOCPEUR" pitchFamily="34" charset="0"/>
              </a:rPr>
              <a:t>”</a:t>
            </a:r>
          </a:p>
        </p:txBody>
      </p:sp>
      <p:sp>
        <p:nvSpPr>
          <p:cNvPr id="72870" name="Text Box 166"/>
          <p:cNvSpPr txBox="1">
            <a:spLocks noChangeArrowheads="1"/>
          </p:cNvSpPr>
          <p:nvPr/>
        </p:nvSpPr>
        <p:spPr bwMode="auto">
          <a:xfrm>
            <a:off x="4690545" y="2610385"/>
            <a:ext cx="719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400" b="1">
                <a:latin typeface="ISOCPEUR" pitchFamily="34" charset="0"/>
              </a:rPr>
              <a:t>1</a:t>
            </a:r>
            <a:r>
              <a:rPr kumimoji="0" lang="en-US" altLang="zh-CN" sz="800" b="1">
                <a:latin typeface="ISOCPEUR" pitchFamily="34" charset="0"/>
              </a:rPr>
              <a:t> </a:t>
            </a:r>
            <a:r>
              <a:rPr lang="en-US" altLang="zh-CN" sz="1400" b="1" i="0">
                <a:latin typeface="ISOCPEUR" pitchFamily="34" charset="0"/>
              </a:rPr>
              <a:t>”</a:t>
            </a:r>
          </a:p>
        </p:txBody>
      </p:sp>
      <p:sp>
        <p:nvSpPr>
          <p:cNvPr id="72871" name="AutoShape 167"/>
          <p:cNvSpPr>
            <a:spLocks noChangeArrowheads="1"/>
          </p:cNvSpPr>
          <p:nvPr/>
        </p:nvSpPr>
        <p:spPr bwMode="auto">
          <a:xfrm>
            <a:off x="2067995" y="2824697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872" name="AutoShape 168"/>
          <p:cNvSpPr>
            <a:spLocks noChangeArrowheads="1"/>
          </p:cNvSpPr>
          <p:nvPr/>
        </p:nvSpPr>
        <p:spPr bwMode="auto">
          <a:xfrm>
            <a:off x="1907658" y="2973922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873" name="AutoShape 169"/>
          <p:cNvSpPr>
            <a:spLocks noChangeArrowheads="1"/>
          </p:cNvSpPr>
          <p:nvPr/>
        </p:nvSpPr>
        <p:spPr bwMode="auto">
          <a:xfrm>
            <a:off x="1910833" y="4466172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4" name="矩形 3"/>
          <p:cNvSpPr/>
          <p:nvPr/>
        </p:nvSpPr>
        <p:spPr>
          <a:xfrm>
            <a:off x="6328362" y="440617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800" b="1" i="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（自学）</a:t>
            </a:r>
          </a:p>
        </p:txBody>
      </p:sp>
      <p:sp>
        <p:nvSpPr>
          <p:cNvPr id="5" name="右箭头 4">
            <a:hlinkClick r:id="" action="ppaction://hlinkshowjump?jump=nextslide"/>
          </p:cNvPr>
          <p:cNvSpPr/>
          <p:nvPr/>
        </p:nvSpPr>
        <p:spPr bwMode="auto">
          <a:xfrm>
            <a:off x="7937499" y="578048"/>
            <a:ext cx="517878" cy="261610"/>
          </a:xfrm>
          <a:prstGeom prst="rightArrow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7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72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2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7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72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72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7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7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7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7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72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7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72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7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72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728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72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72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72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7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72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72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7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7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500"/>
                                        <p:tgtEl>
                                          <p:spTgt spid="72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72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0" dur="500"/>
                                        <p:tgtEl>
                                          <p:spTgt spid="72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500"/>
                                        <p:tgtEl>
                                          <p:spTgt spid="7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7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7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Par">
                      <p:stCondLst>
                        <p:cond delay="indefinite"/>
                      </p:stCondLst>
                      <p:childTnLst>
                        <p:par>
                          <p:cTn id="2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72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7" dur="500"/>
                                        <p:tgtEl>
                                          <p:spTgt spid="7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1" dur="500"/>
                                        <p:tgtEl>
                                          <p:spTgt spid="7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5" dur="500"/>
                                        <p:tgtEl>
                                          <p:spTgt spid="7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 nodeType="clickPar">
                      <p:stCondLst>
                        <p:cond delay="indefinite"/>
                      </p:stCondLst>
                      <p:childTnLst>
                        <p:par>
                          <p:cTn id="2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3" dur="500"/>
                                        <p:tgtEl>
                                          <p:spTgt spid="7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 nodeType="clickPar">
                      <p:stCondLst>
                        <p:cond delay="indefinite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8" dur="500"/>
                                        <p:tgtEl>
                                          <p:spTgt spid="72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 nodeType="clickPar">
                      <p:stCondLst>
                        <p:cond delay="indefinite"/>
                      </p:stCondLst>
                      <p:childTnLst>
                        <p:par>
                          <p:cTn id="2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3" dur="500"/>
                                        <p:tgtEl>
                                          <p:spTgt spid="72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 nodeType="clickPar">
                      <p:stCondLst>
                        <p:cond delay="indefinite"/>
                      </p:stCondLst>
                      <p:childTnLst>
                        <p:par>
                          <p:cTn id="2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8" dur="500"/>
                                        <p:tgtEl>
                                          <p:spTgt spid="72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 nodeType="clickPar">
                      <p:stCondLst>
                        <p:cond delay="indefinite"/>
                      </p:stCondLst>
                      <p:childTnLst>
                        <p:par>
                          <p:cTn id="2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6" dur="500"/>
                                        <p:tgtEl>
                                          <p:spTgt spid="7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 nodeType="clickPar">
                      <p:stCondLst>
                        <p:cond delay="indefinite"/>
                      </p:stCondLst>
                      <p:childTnLst>
                        <p:par>
                          <p:cTn id="3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4" dur="500"/>
                                        <p:tgtEl>
                                          <p:spTgt spid="72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 nodeType="clickPar">
                      <p:stCondLst>
                        <p:cond delay="indefinite"/>
                      </p:stCondLst>
                      <p:childTnLst>
                        <p:par>
                          <p:cTn id="3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2" dur="500"/>
                                        <p:tgtEl>
                                          <p:spTgt spid="7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6" dur="500"/>
                                        <p:tgtEl>
                                          <p:spTgt spid="7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 nodeType="clickPar">
                      <p:stCondLst>
                        <p:cond delay="indefinite"/>
                      </p:stCondLst>
                      <p:childTnLst>
                        <p:par>
                          <p:cTn id="3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4" dur="500"/>
                                        <p:tgtEl>
                                          <p:spTgt spid="7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8" dur="500"/>
                                        <p:tgtEl>
                                          <p:spTgt spid="7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 nodeType="clickPar">
                      <p:stCondLst>
                        <p:cond delay="indefinite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6" dur="500"/>
                                        <p:tgtEl>
                                          <p:spTgt spid="7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 nodeType="clickPar">
                      <p:stCondLst>
                        <p:cond delay="indefinite"/>
                      </p:stCondLst>
                      <p:childTnLst>
                        <p:par>
                          <p:cTn id="3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4" dur="500"/>
                                        <p:tgtEl>
                                          <p:spTgt spid="7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 nodeType="clickPar">
                      <p:stCondLst>
                        <p:cond delay="indefinite"/>
                      </p:stCondLst>
                      <p:childTnLst>
                        <p:par>
                          <p:cTn id="3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9" dur="500"/>
                                        <p:tgtEl>
                                          <p:spTgt spid="7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 nodeType="clickPar">
                      <p:stCondLst>
                        <p:cond delay="indefinite"/>
                      </p:stCondLst>
                      <p:childTnLst>
                        <p:par>
                          <p:cTn id="3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7" dur="500"/>
                                        <p:tgtEl>
                                          <p:spTgt spid="7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 nodeType="clickPar">
                      <p:stCondLst>
                        <p:cond delay="indefinite"/>
                      </p:stCondLst>
                      <p:childTnLst>
                        <p:par>
                          <p:cTn id="3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 nodeType="clickPar">
                      <p:stCondLst>
                        <p:cond delay="indefinite"/>
                      </p:stCondLst>
                      <p:childTnLst>
                        <p:par>
                          <p:cTn id="3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7" dur="500"/>
                                        <p:tgtEl>
                                          <p:spTgt spid="7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 nodeType="clickPar">
                      <p:stCondLst>
                        <p:cond delay="indefinite"/>
                      </p:stCondLst>
                      <p:childTnLst>
                        <p:par>
                          <p:cTn id="3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5" dur="500"/>
                                        <p:tgtEl>
                                          <p:spTgt spid="7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 nodeType="clickPar">
                      <p:stCondLst>
                        <p:cond delay="indefinite"/>
                      </p:stCondLst>
                      <p:childTnLst>
                        <p:par>
                          <p:cTn id="3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0" dur="500"/>
                                        <p:tgtEl>
                                          <p:spTgt spid="72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 nodeType="clickPar">
                      <p:stCondLst>
                        <p:cond delay="indefinite"/>
                      </p:stCondLst>
                      <p:childTnLst>
                        <p:par>
                          <p:cTn id="3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5" dur="500"/>
                                        <p:tgtEl>
                                          <p:spTgt spid="7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 nodeType="clickPar">
                      <p:stCondLst>
                        <p:cond delay="indefinite"/>
                      </p:stCondLst>
                      <p:childTnLst>
                        <p:par>
                          <p:cTn id="3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0" dur="500"/>
                                        <p:tgtEl>
                                          <p:spTgt spid="7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7" grpId="0" animBg="1"/>
      <p:bldP spid="72718" grpId="0" animBg="1"/>
      <p:bldP spid="72719" grpId="0" animBg="1"/>
      <p:bldP spid="72720" grpId="0" animBg="1"/>
      <p:bldP spid="72721" grpId="0" animBg="1"/>
      <p:bldP spid="72722" grpId="0" animBg="1"/>
      <p:bldP spid="72723" grpId="0" animBg="1"/>
      <p:bldP spid="72724" grpId="0" animBg="1"/>
      <p:bldP spid="72725" grpId="0" animBg="1"/>
      <p:bldP spid="72726" grpId="0" animBg="1"/>
      <p:bldP spid="72727" grpId="0" animBg="1"/>
      <p:bldP spid="72728" grpId="0" animBg="1"/>
      <p:bldP spid="72730" grpId="0" animBg="1"/>
      <p:bldP spid="72731" grpId="0" animBg="1"/>
      <p:bldP spid="72732" grpId="0" animBg="1"/>
      <p:bldP spid="72733" grpId="0" animBg="1"/>
      <p:bldP spid="72734" grpId="0" animBg="1"/>
      <p:bldP spid="72735" grpId="0" animBg="1"/>
      <p:bldP spid="72736" grpId="0" animBg="1"/>
      <p:bldP spid="72737" grpId="0" animBg="1"/>
      <p:bldP spid="72738" grpId="0" animBg="1"/>
      <p:bldP spid="72739" grpId="0" animBg="1"/>
      <p:bldP spid="72740" grpId="0" animBg="1"/>
      <p:bldP spid="72741" grpId="0" animBg="1"/>
      <p:bldP spid="72742" grpId="0" animBg="1"/>
      <p:bldP spid="72743" grpId="0" animBg="1"/>
      <p:bldP spid="72744" grpId="0" animBg="1"/>
      <p:bldP spid="72745" grpId="0" animBg="1"/>
      <p:bldP spid="72746" grpId="0" animBg="1"/>
      <p:bldP spid="72747" grpId="0" animBg="1"/>
      <p:bldP spid="72748" grpId="0" animBg="1"/>
      <p:bldP spid="72749" grpId="0" animBg="1"/>
      <p:bldP spid="72750" grpId="0" animBg="1"/>
      <p:bldP spid="72751" grpId="0" animBg="1"/>
      <p:bldP spid="72752" grpId="0" animBg="1"/>
      <p:bldP spid="72753" grpId="0" animBg="1"/>
      <p:bldP spid="72754" grpId="0" animBg="1"/>
      <p:bldP spid="72755" grpId="0" animBg="1"/>
      <p:bldP spid="72756" grpId="0" animBg="1"/>
      <p:bldP spid="72757" grpId="0" animBg="1"/>
      <p:bldP spid="72758" grpId="0" animBg="1"/>
      <p:bldP spid="72759" grpId="0" animBg="1"/>
      <p:bldP spid="72760" grpId="0" animBg="1"/>
      <p:bldP spid="72761" grpId="0" animBg="1"/>
      <p:bldP spid="72762" grpId="0" animBg="1"/>
      <p:bldP spid="72763" grpId="0" animBg="1"/>
      <p:bldP spid="72764" grpId="0" animBg="1"/>
      <p:bldP spid="72765" grpId="0" animBg="1"/>
      <p:bldP spid="72766" grpId="0" animBg="1"/>
      <p:bldP spid="72767" grpId="0" animBg="1"/>
      <p:bldP spid="72768" grpId="0" animBg="1"/>
      <p:bldP spid="72769" grpId="0" animBg="1"/>
      <p:bldP spid="72770" grpId="0" animBg="1"/>
      <p:bldP spid="72771" grpId="0" animBg="1"/>
      <p:bldP spid="72772" grpId="0" animBg="1"/>
      <p:bldP spid="72773" grpId="0" animBg="1"/>
      <p:bldP spid="72774" grpId="0" animBg="1"/>
      <p:bldP spid="72775" grpId="0" animBg="1"/>
      <p:bldP spid="72776" grpId="0" animBg="1"/>
      <p:bldP spid="72777" grpId="0" animBg="1"/>
      <p:bldP spid="72778" grpId="0" animBg="1"/>
      <p:bldP spid="72779" grpId="0" autoUpdateAnimBg="0"/>
      <p:bldP spid="72846" grpId="0" animBg="1"/>
      <p:bldP spid="72847" grpId="0" autoUpdateAnimBg="0"/>
      <p:bldP spid="72848" grpId="0" autoUpdateAnimBg="0"/>
      <p:bldP spid="72849" grpId="0" autoUpdateAnimBg="0"/>
      <p:bldP spid="72850" grpId="0" autoUpdateAnimBg="0"/>
      <p:bldP spid="72851" grpId="0" autoUpdateAnimBg="0"/>
      <p:bldP spid="72852" grpId="0" autoUpdateAnimBg="0"/>
      <p:bldP spid="72853" grpId="0" autoUpdateAnimBg="0"/>
      <p:bldP spid="72854" grpId="0" autoUpdateAnimBg="0"/>
      <p:bldP spid="72855" grpId="0" autoUpdateAnimBg="0"/>
      <p:bldP spid="72856" grpId="0" autoUpdateAnimBg="0"/>
      <p:bldP spid="72857" grpId="0" autoUpdateAnimBg="0"/>
      <p:bldP spid="72858" grpId="0" autoUpdateAnimBg="0"/>
      <p:bldP spid="72859" grpId="0" autoUpdateAnimBg="0"/>
      <p:bldP spid="72860" grpId="0" autoUpdateAnimBg="0"/>
      <p:bldP spid="72861" grpId="0" autoUpdateAnimBg="0"/>
      <p:bldP spid="72862" grpId="0" autoUpdateAnimBg="0"/>
      <p:bldP spid="72863" grpId="0" autoUpdateAnimBg="0"/>
      <p:bldP spid="72864" grpId="0" autoUpdateAnimBg="0"/>
      <p:bldP spid="72865" grpId="0" autoUpdateAnimBg="0"/>
      <p:bldP spid="72866" grpId="0" autoUpdateAnimBg="0"/>
      <p:bldP spid="72867" grpId="0" autoUpdateAnimBg="0"/>
      <p:bldP spid="72868" grpId="0" autoUpdateAnimBg="0"/>
      <p:bldP spid="72869" grpId="0" autoUpdateAnimBg="0"/>
      <p:bldP spid="72870" grpId="0" autoUpdateAnimBg="0"/>
      <p:bldP spid="72871" grpId="0" animBg="1"/>
      <p:bldP spid="72872" grpId="0" animBg="1"/>
      <p:bldP spid="7287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70638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293BF4C6-D64D-43F6-A864-EA8211CC2852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17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8447" name="Rectangle 25"/>
          <p:cNvSpPr>
            <a:spLocks noChangeArrowheads="1"/>
          </p:cNvSpPr>
          <p:nvPr/>
        </p:nvSpPr>
        <p:spPr bwMode="auto">
          <a:xfrm>
            <a:off x="318382" y="301451"/>
            <a:ext cx="4881474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 i="0" dirty="0" smtClean="0">
                <a:latin typeface="黑体" pitchFamily="2" charset="-122"/>
                <a:ea typeface="黑体" pitchFamily="2" charset="-122"/>
              </a:rPr>
              <a:t>四．</a:t>
            </a:r>
            <a:r>
              <a:rPr lang="zh-CN" altLang="en-US" b="1" i="0" dirty="0">
                <a:latin typeface="黑体" pitchFamily="2" charset="-122"/>
                <a:ea typeface="黑体" pitchFamily="2" charset="-122"/>
              </a:rPr>
              <a:t>平面</a:t>
            </a:r>
            <a:r>
              <a:rPr lang="zh-CN" altLang="en-US" b="1" i="0" dirty="0" smtClean="0">
                <a:latin typeface="黑体" pitchFamily="2" charset="-122"/>
                <a:ea typeface="黑体" pitchFamily="2" charset="-122"/>
              </a:rPr>
              <a:t>与圆环相交</a:t>
            </a:r>
            <a:endParaRPr lang="zh-CN" altLang="en-US" b="1" i="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2787" name="Line 83"/>
          <p:cNvSpPr>
            <a:spLocks noChangeShapeType="1"/>
          </p:cNvSpPr>
          <p:nvPr/>
        </p:nvSpPr>
        <p:spPr bwMode="auto">
          <a:xfrm>
            <a:off x="1930900" y="3567646"/>
            <a:ext cx="3051175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88" name="Line 84"/>
          <p:cNvSpPr>
            <a:spLocks noChangeShapeType="1"/>
          </p:cNvSpPr>
          <p:nvPr/>
        </p:nvSpPr>
        <p:spPr bwMode="auto">
          <a:xfrm>
            <a:off x="3459662" y="2021421"/>
            <a:ext cx="0" cy="1657350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89" name="Arc 85"/>
          <p:cNvSpPr>
            <a:spLocks/>
          </p:cNvSpPr>
          <p:nvPr/>
        </p:nvSpPr>
        <p:spPr bwMode="auto">
          <a:xfrm>
            <a:off x="2353175" y="2489734"/>
            <a:ext cx="2220912" cy="1158875"/>
          </a:xfrm>
          <a:custGeom>
            <a:avLst/>
            <a:gdLst>
              <a:gd name="T0" fmla="*/ 2147483647 w 43200"/>
              <a:gd name="T1" fmla="*/ 2147483647 h 22560"/>
              <a:gd name="T2" fmla="*/ 2147483647 w 43200"/>
              <a:gd name="T3" fmla="*/ 2147483647 h 22560"/>
              <a:gd name="T4" fmla="*/ 2147483647 w 43200"/>
              <a:gd name="T5" fmla="*/ 2147483647 h 22560"/>
              <a:gd name="T6" fmla="*/ 0 60000 65536"/>
              <a:gd name="T7" fmla="*/ 0 60000 65536"/>
              <a:gd name="T8" fmla="*/ 0 60000 65536"/>
              <a:gd name="T9" fmla="*/ 0 w 43200"/>
              <a:gd name="T10" fmla="*/ 0 h 22560"/>
              <a:gd name="T11" fmla="*/ 43200 w 43200"/>
              <a:gd name="T12" fmla="*/ 22560 h 225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560" fill="none" extrusionOk="0">
                <a:moveTo>
                  <a:pt x="21" y="22559"/>
                </a:moveTo>
                <a:cubicBezTo>
                  <a:pt x="7" y="22240"/>
                  <a:pt x="0" y="2192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758"/>
                  <a:pt x="43198" y="21916"/>
                  <a:pt x="43194" y="22073"/>
                </a:cubicBezTo>
              </a:path>
              <a:path w="43200" h="22560" stroke="0" extrusionOk="0">
                <a:moveTo>
                  <a:pt x="21" y="22559"/>
                </a:moveTo>
                <a:cubicBezTo>
                  <a:pt x="7" y="22240"/>
                  <a:pt x="0" y="2192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758"/>
                  <a:pt x="43198" y="21916"/>
                  <a:pt x="43194" y="22073"/>
                </a:cubicBezTo>
                <a:lnTo>
                  <a:pt x="21600" y="21600"/>
                </a:lnTo>
                <a:lnTo>
                  <a:pt x="21" y="22559"/>
                </a:lnTo>
                <a:close/>
              </a:path>
            </a:pathLst>
          </a:custGeom>
          <a:noFill/>
          <a:ln w="317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90" name="Arc 86"/>
          <p:cNvSpPr>
            <a:spLocks/>
          </p:cNvSpPr>
          <p:nvPr/>
        </p:nvSpPr>
        <p:spPr bwMode="auto">
          <a:xfrm>
            <a:off x="2653212" y="2797709"/>
            <a:ext cx="1620838" cy="809625"/>
          </a:xfrm>
          <a:custGeom>
            <a:avLst/>
            <a:gdLst>
              <a:gd name="T0" fmla="*/ 0 w 43165"/>
              <a:gd name="T1" fmla="*/ 2147483647 h 21600"/>
              <a:gd name="T2" fmla="*/ 2147483647 w 43165"/>
              <a:gd name="T3" fmla="*/ 2147483647 h 21600"/>
              <a:gd name="T4" fmla="*/ 2147483647 w 43165"/>
              <a:gd name="T5" fmla="*/ 2147483647 h 21600"/>
              <a:gd name="T6" fmla="*/ 0 60000 65536"/>
              <a:gd name="T7" fmla="*/ 0 60000 65536"/>
              <a:gd name="T8" fmla="*/ 0 60000 65536"/>
              <a:gd name="T9" fmla="*/ 0 w 43165"/>
              <a:gd name="T10" fmla="*/ 0 h 21600"/>
              <a:gd name="T11" fmla="*/ 43165 w 4316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65" h="21600" fill="none" extrusionOk="0">
                <a:moveTo>
                  <a:pt x="0" y="20849"/>
                </a:moveTo>
                <a:cubicBezTo>
                  <a:pt x="404" y="9218"/>
                  <a:pt x="9949" y="-1"/>
                  <a:pt x="21587" y="0"/>
                </a:cubicBezTo>
                <a:cubicBezTo>
                  <a:pt x="33137" y="0"/>
                  <a:pt x="42644" y="9087"/>
                  <a:pt x="43165" y="20626"/>
                </a:cubicBezTo>
              </a:path>
              <a:path w="43165" h="21600" stroke="0" extrusionOk="0">
                <a:moveTo>
                  <a:pt x="0" y="20849"/>
                </a:moveTo>
                <a:cubicBezTo>
                  <a:pt x="404" y="9218"/>
                  <a:pt x="9949" y="-1"/>
                  <a:pt x="21587" y="0"/>
                </a:cubicBezTo>
                <a:cubicBezTo>
                  <a:pt x="33137" y="0"/>
                  <a:pt x="42644" y="9087"/>
                  <a:pt x="43165" y="20626"/>
                </a:cubicBezTo>
                <a:lnTo>
                  <a:pt x="21587" y="21600"/>
                </a:lnTo>
                <a:lnTo>
                  <a:pt x="0" y="20849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91" name="Arc 87"/>
          <p:cNvSpPr>
            <a:spLocks/>
          </p:cNvSpPr>
          <p:nvPr/>
        </p:nvSpPr>
        <p:spPr bwMode="auto">
          <a:xfrm>
            <a:off x="2029325" y="2154771"/>
            <a:ext cx="2860675" cy="1428750"/>
          </a:xfrm>
          <a:custGeom>
            <a:avLst/>
            <a:gdLst>
              <a:gd name="T0" fmla="*/ 0 w 43198"/>
              <a:gd name="T1" fmla="*/ 2147483647 h 21600"/>
              <a:gd name="T2" fmla="*/ 2147483647 w 43198"/>
              <a:gd name="T3" fmla="*/ 2147483647 h 21600"/>
              <a:gd name="T4" fmla="*/ 2147483647 w 43198"/>
              <a:gd name="T5" fmla="*/ 2147483647 h 21600"/>
              <a:gd name="T6" fmla="*/ 0 60000 65536"/>
              <a:gd name="T7" fmla="*/ 0 60000 65536"/>
              <a:gd name="T8" fmla="*/ 0 60000 65536"/>
              <a:gd name="T9" fmla="*/ 0 w 43198"/>
              <a:gd name="T10" fmla="*/ 0 h 21600"/>
              <a:gd name="T11" fmla="*/ 43198 w 4319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98" h="21600" fill="none" extrusionOk="0">
                <a:moveTo>
                  <a:pt x="-1" y="21431"/>
                </a:moveTo>
                <a:cubicBezTo>
                  <a:pt x="91" y="9568"/>
                  <a:pt x="9735" y="-1"/>
                  <a:pt x="21599" y="0"/>
                </a:cubicBezTo>
                <a:cubicBezTo>
                  <a:pt x="33462" y="0"/>
                  <a:pt x="43106" y="9568"/>
                  <a:pt x="43198" y="21431"/>
                </a:cubicBezTo>
              </a:path>
              <a:path w="43198" h="21600" stroke="0" extrusionOk="0">
                <a:moveTo>
                  <a:pt x="-1" y="21431"/>
                </a:moveTo>
                <a:cubicBezTo>
                  <a:pt x="91" y="9568"/>
                  <a:pt x="9735" y="-1"/>
                  <a:pt x="21599" y="0"/>
                </a:cubicBezTo>
                <a:cubicBezTo>
                  <a:pt x="33462" y="0"/>
                  <a:pt x="43106" y="9568"/>
                  <a:pt x="43198" y="21431"/>
                </a:cubicBezTo>
                <a:lnTo>
                  <a:pt x="21599" y="21600"/>
                </a:lnTo>
                <a:lnTo>
                  <a:pt x="-1" y="21431"/>
                </a:lnTo>
                <a:close/>
              </a:path>
            </a:pathLst>
          </a:cu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92" name="Line 88"/>
          <p:cNvSpPr>
            <a:spLocks noChangeShapeType="1"/>
          </p:cNvSpPr>
          <p:nvPr/>
        </p:nvSpPr>
        <p:spPr bwMode="auto">
          <a:xfrm>
            <a:off x="1938837" y="4358221"/>
            <a:ext cx="30861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93" name="Line 89"/>
          <p:cNvSpPr>
            <a:spLocks noChangeShapeType="1"/>
          </p:cNvSpPr>
          <p:nvPr/>
        </p:nvSpPr>
        <p:spPr bwMode="auto">
          <a:xfrm>
            <a:off x="2348412" y="4043896"/>
            <a:ext cx="22193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94" name="Line 90"/>
          <p:cNvSpPr>
            <a:spLocks noChangeShapeType="1"/>
          </p:cNvSpPr>
          <p:nvPr/>
        </p:nvSpPr>
        <p:spPr bwMode="auto">
          <a:xfrm>
            <a:off x="2348412" y="4663021"/>
            <a:ext cx="22479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95" name="Line 91"/>
          <p:cNvSpPr>
            <a:spLocks noChangeShapeType="1"/>
          </p:cNvSpPr>
          <p:nvPr/>
        </p:nvSpPr>
        <p:spPr bwMode="auto">
          <a:xfrm>
            <a:off x="2348412" y="3948646"/>
            <a:ext cx="0" cy="857250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96" name="Line 92"/>
          <p:cNvSpPr>
            <a:spLocks noChangeShapeType="1"/>
          </p:cNvSpPr>
          <p:nvPr/>
        </p:nvSpPr>
        <p:spPr bwMode="auto">
          <a:xfrm>
            <a:off x="4567737" y="3948646"/>
            <a:ext cx="0" cy="819150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97" name="Arc 93"/>
          <p:cNvSpPr>
            <a:spLocks/>
          </p:cNvSpPr>
          <p:nvPr/>
        </p:nvSpPr>
        <p:spPr bwMode="auto">
          <a:xfrm>
            <a:off x="2350000" y="4045484"/>
            <a:ext cx="319087" cy="619125"/>
          </a:xfrm>
          <a:custGeom>
            <a:avLst/>
            <a:gdLst>
              <a:gd name="T0" fmla="*/ 386500992 w 22235"/>
              <a:gd name="T1" fmla="*/ 0 h 43200"/>
              <a:gd name="T2" fmla="*/ 0 w 22235"/>
              <a:gd name="T3" fmla="*/ 2147483647 h 43200"/>
              <a:gd name="T4" fmla="*/ 386500992 w 22235"/>
              <a:gd name="T5" fmla="*/ 2147483647 h 43200"/>
              <a:gd name="T6" fmla="*/ 0 60000 65536"/>
              <a:gd name="T7" fmla="*/ 0 60000 65536"/>
              <a:gd name="T8" fmla="*/ 0 60000 65536"/>
              <a:gd name="T9" fmla="*/ 0 w 22235"/>
              <a:gd name="T10" fmla="*/ 0 h 43200"/>
              <a:gd name="T11" fmla="*/ 22235 w 22235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235" h="43200" fill="none" extrusionOk="0">
                <a:moveTo>
                  <a:pt x="634" y="0"/>
                </a:moveTo>
                <a:cubicBezTo>
                  <a:pt x="12564" y="0"/>
                  <a:pt x="22235" y="9670"/>
                  <a:pt x="22235" y="21600"/>
                </a:cubicBezTo>
                <a:cubicBezTo>
                  <a:pt x="22235" y="33529"/>
                  <a:pt x="12564" y="43200"/>
                  <a:pt x="635" y="43200"/>
                </a:cubicBezTo>
                <a:cubicBezTo>
                  <a:pt x="423" y="43200"/>
                  <a:pt x="211" y="43196"/>
                  <a:pt x="0" y="43190"/>
                </a:cubicBezTo>
              </a:path>
              <a:path w="22235" h="43200" stroke="0" extrusionOk="0">
                <a:moveTo>
                  <a:pt x="634" y="0"/>
                </a:moveTo>
                <a:cubicBezTo>
                  <a:pt x="12564" y="0"/>
                  <a:pt x="22235" y="9670"/>
                  <a:pt x="22235" y="21600"/>
                </a:cubicBezTo>
                <a:cubicBezTo>
                  <a:pt x="22235" y="33529"/>
                  <a:pt x="12564" y="43200"/>
                  <a:pt x="635" y="43200"/>
                </a:cubicBezTo>
                <a:cubicBezTo>
                  <a:pt x="423" y="43200"/>
                  <a:pt x="211" y="43196"/>
                  <a:pt x="0" y="43190"/>
                </a:cubicBezTo>
                <a:lnTo>
                  <a:pt x="635" y="21600"/>
                </a:lnTo>
                <a:lnTo>
                  <a:pt x="634" y="0"/>
                </a:lnTo>
                <a:close/>
              </a:path>
            </a:pathLst>
          </a:custGeom>
          <a:noFill/>
          <a:ln w="317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98" name="Arc 94"/>
          <p:cNvSpPr>
            <a:spLocks/>
          </p:cNvSpPr>
          <p:nvPr/>
        </p:nvSpPr>
        <p:spPr bwMode="auto">
          <a:xfrm flipH="1">
            <a:off x="4255000" y="4045484"/>
            <a:ext cx="319087" cy="619125"/>
          </a:xfrm>
          <a:custGeom>
            <a:avLst/>
            <a:gdLst>
              <a:gd name="T0" fmla="*/ 386500992 w 22235"/>
              <a:gd name="T1" fmla="*/ 0 h 43200"/>
              <a:gd name="T2" fmla="*/ 0 w 22235"/>
              <a:gd name="T3" fmla="*/ 2147483647 h 43200"/>
              <a:gd name="T4" fmla="*/ 386500992 w 22235"/>
              <a:gd name="T5" fmla="*/ 2147483647 h 43200"/>
              <a:gd name="T6" fmla="*/ 0 60000 65536"/>
              <a:gd name="T7" fmla="*/ 0 60000 65536"/>
              <a:gd name="T8" fmla="*/ 0 60000 65536"/>
              <a:gd name="T9" fmla="*/ 0 w 22235"/>
              <a:gd name="T10" fmla="*/ 0 h 43200"/>
              <a:gd name="T11" fmla="*/ 22235 w 22235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235" h="43200" fill="none" extrusionOk="0">
                <a:moveTo>
                  <a:pt x="634" y="0"/>
                </a:moveTo>
                <a:cubicBezTo>
                  <a:pt x="12564" y="0"/>
                  <a:pt x="22235" y="9670"/>
                  <a:pt x="22235" y="21600"/>
                </a:cubicBezTo>
                <a:cubicBezTo>
                  <a:pt x="22235" y="33529"/>
                  <a:pt x="12564" y="43200"/>
                  <a:pt x="635" y="43200"/>
                </a:cubicBezTo>
                <a:cubicBezTo>
                  <a:pt x="423" y="43200"/>
                  <a:pt x="211" y="43196"/>
                  <a:pt x="0" y="43190"/>
                </a:cubicBezTo>
              </a:path>
              <a:path w="22235" h="43200" stroke="0" extrusionOk="0">
                <a:moveTo>
                  <a:pt x="634" y="0"/>
                </a:moveTo>
                <a:cubicBezTo>
                  <a:pt x="12564" y="0"/>
                  <a:pt x="22235" y="9670"/>
                  <a:pt x="22235" y="21600"/>
                </a:cubicBezTo>
                <a:cubicBezTo>
                  <a:pt x="22235" y="33529"/>
                  <a:pt x="12564" y="43200"/>
                  <a:pt x="635" y="43200"/>
                </a:cubicBezTo>
                <a:cubicBezTo>
                  <a:pt x="423" y="43200"/>
                  <a:pt x="211" y="43196"/>
                  <a:pt x="0" y="43190"/>
                </a:cubicBezTo>
                <a:lnTo>
                  <a:pt x="635" y="21600"/>
                </a:lnTo>
                <a:lnTo>
                  <a:pt x="634" y="0"/>
                </a:lnTo>
                <a:close/>
              </a:path>
            </a:pathLst>
          </a:custGeom>
          <a:noFill/>
          <a:ln w="317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799" name="Line 95"/>
          <p:cNvSpPr>
            <a:spLocks noChangeShapeType="1"/>
          </p:cNvSpPr>
          <p:nvPr/>
        </p:nvSpPr>
        <p:spPr bwMode="auto">
          <a:xfrm>
            <a:off x="3462837" y="3977221"/>
            <a:ext cx="0" cy="771525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800" name="Line 96"/>
          <p:cNvSpPr>
            <a:spLocks noChangeShapeType="1"/>
          </p:cNvSpPr>
          <p:nvPr/>
        </p:nvSpPr>
        <p:spPr bwMode="auto">
          <a:xfrm>
            <a:off x="2100762" y="2624671"/>
            <a:ext cx="28003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801" name="Line 97"/>
          <p:cNvSpPr>
            <a:spLocks noChangeShapeType="1"/>
          </p:cNvSpPr>
          <p:nvPr/>
        </p:nvSpPr>
        <p:spPr bwMode="auto">
          <a:xfrm>
            <a:off x="2405562" y="2624671"/>
            <a:ext cx="21240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802" name="Arc 98"/>
          <p:cNvSpPr>
            <a:spLocks/>
          </p:cNvSpPr>
          <p:nvPr/>
        </p:nvSpPr>
        <p:spPr bwMode="auto">
          <a:xfrm>
            <a:off x="3459662" y="2621496"/>
            <a:ext cx="1430338" cy="963613"/>
          </a:xfrm>
          <a:custGeom>
            <a:avLst/>
            <a:gdLst>
              <a:gd name="T0" fmla="*/ 2147483647 w 21599"/>
              <a:gd name="T1" fmla="*/ 0 h 14578"/>
              <a:gd name="T2" fmla="*/ 2147483647 w 21599"/>
              <a:gd name="T3" fmla="*/ 2147483647 h 14578"/>
              <a:gd name="T4" fmla="*/ 0 w 21599"/>
              <a:gd name="T5" fmla="*/ 2147483647 h 14578"/>
              <a:gd name="T6" fmla="*/ 0 60000 65536"/>
              <a:gd name="T7" fmla="*/ 0 60000 65536"/>
              <a:gd name="T8" fmla="*/ 0 60000 65536"/>
              <a:gd name="T9" fmla="*/ 0 w 21599"/>
              <a:gd name="T10" fmla="*/ 0 h 14578"/>
              <a:gd name="T11" fmla="*/ 21599 w 21599"/>
              <a:gd name="T12" fmla="*/ 14578 h 145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99" h="14578" fill="none" extrusionOk="0">
                <a:moveTo>
                  <a:pt x="15938" y="0"/>
                </a:moveTo>
                <a:cubicBezTo>
                  <a:pt x="19541" y="3939"/>
                  <a:pt x="21557" y="9072"/>
                  <a:pt x="21599" y="14409"/>
                </a:cubicBezTo>
              </a:path>
              <a:path w="21599" h="14578" stroke="0" extrusionOk="0">
                <a:moveTo>
                  <a:pt x="15938" y="0"/>
                </a:moveTo>
                <a:cubicBezTo>
                  <a:pt x="19541" y="3939"/>
                  <a:pt x="21557" y="9072"/>
                  <a:pt x="21599" y="14409"/>
                </a:cubicBezTo>
                <a:lnTo>
                  <a:pt x="0" y="14578"/>
                </a:lnTo>
                <a:lnTo>
                  <a:pt x="15938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803" name="Arc 99"/>
          <p:cNvSpPr>
            <a:spLocks/>
          </p:cNvSpPr>
          <p:nvPr/>
        </p:nvSpPr>
        <p:spPr bwMode="auto">
          <a:xfrm>
            <a:off x="2030912" y="2624671"/>
            <a:ext cx="1436688" cy="976313"/>
          </a:xfrm>
          <a:custGeom>
            <a:avLst/>
            <a:gdLst>
              <a:gd name="T0" fmla="*/ 0 w 21595"/>
              <a:gd name="T1" fmla="*/ 2147483647 h 14457"/>
              <a:gd name="T2" fmla="*/ 2147483647 w 21595"/>
              <a:gd name="T3" fmla="*/ 0 h 14457"/>
              <a:gd name="T4" fmla="*/ 2147483647 w 21595"/>
              <a:gd name="T5" fmla="*/ 2147483647 h 14457"/>
              <a:gd name="T6" fmla="*/ 0 60000 65536"/>
              <a:gd name="T7" fmla="*/ 0 60000 65536"/>
              <a:gd name="T8" fmla="*/ 0 60000 65536"/>
              <a:gd name="T9" fmla="*/ 0 w 21595"/>
              <a:gd name="T10" fmla="*/ 0 h 14457"/>
              <a:gd name="T11" fmla="*/ 21595 w 21595"/>
              <a:gd name="T12" fmla="*/ 14457 h 144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95" h="14457" fill="none" extrusionOk="0">
                <a:moveTo>
                  <a:pt x="-1" y="14009"/>
                </a:moveTo>
                <a:cubicBezTo>
                  <a:pt x="106" y="8825"/>
                  <a:pt x="2075" y="3852"/>
                  <a:pt x="5546" y="-1"/>
                </a:cubicBezTo>
              </a:path>
              <a:path w="21595" h="14457" stroke="0" extrusionOk="0">
                <a:moveTo>
                  <a:pt x="-1" y="14009"/>
                </a:moveTo>
                <a:cubicBezTo>
                  <a:pt x="106" y="8825"/>
                  <a:pt x="2075" y="3852"/>
                  <a:pt x="5546" y="-1"/>
                </a:cubicBezTo>
                <a:lnTo>
                  <a:pt x="21595" y="14457"/>
                </a:lnTo>
                <a:lnTo>
                  <a:pt x="-1" y="14009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804" name="Line 100"/>
          <p:cNvSpPr>
            <a:spLocks noChangeShapeType="1"/>
          </p:cNvSpPr>
          <p:nvPr/>
        </p:nvSpPr>
        <p:spPr bwMode="auto">
          <a:xfrm>
            <a:off x="2405562" y="2624671"/>
            <a:ext cx="0" cy="17335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805" name="Line 101"/>
          <p:cNvSpPr>
            <a:spLocks noChangeShapeType="1"/>
          </p:cNvSpPr>
          <p:nvPr/>
        </p:nvSpPr>
        <p:spPr bwMode="auto">
          <a:xfrm>
            <a:off x="4520112" y="2624671"/>
            <a:ext cx="0" cy="17335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806" name="Line 102"/>
          <p:cNvSpPr>
            <a:spLocks noChangeShapeType="1"/>
          </p:cNvSpPr>
          <p:nvPr/>
        </p:nvSpPr>
        <p:spPr bwMode="auto">
          <a:xfrm>
            <a:off x="2948487" y="2624671"/>
            <a:ext cx="0" cy="20383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807" name="Line 103"/>
          <p:cNvSpPr>
            <a:spLocks noChangeShapeType="1"/>
          </p:cNvSpPr>
          <p:nvPr/>
        </p:nvSpPr>
        <p:spPr bwMode="auto">
          <a:xfrm>
            <a:off x="3996237" y="2624671"/>
            <a:ext cx="0" cy="20447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808" name="Line 104"/>
          <p:cNvSpPr>
            <a:spLocks noChangeShapeType="1"/>
          </p:cNvSpPr>
          <p:nvPr/>
        </p:nvSpPr>
        <p:spPr bwMode="auto">
          <a:xfrm>
            <a:off x="2643687" y="2624671"/>
            <a:ext cx="0" cy="200977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809" name="Arc 105"/>
          <p:cNvSpPr>
            <a:spLocks/>
          </p:cNvSpPr>
          <p:nvPr/>
        </p:nvSpPr>
        <p:spPr bwMode="auto">
          <a:xfrm>
            <a:off x="2200775" y="2311934"/>
            <a:ext cx="2527300" cy="1262062"/>
          </a:xfrm>
          <a:custGeom>
            <a:avLst/>
            <a:gdLst>
              <a:gd name="T0" fmla="*/ 0 w 43198"/>
              <a:gd name="T1" fmla="*/ 2147483647 h 21600"/>
              <a:gd name="T2" fmla="*/ 2147483647 w 43198"/>
              <a:gd name="T3" fmla="*/ 2147483647 h 21600"/>
              <a:gd name="T4" fmla="*/ 2147483647 w 43198"/>
              <a:gd name="T5" fmla="*/ 2147483647 h 21600"/>
              <a:gd name="T6" fmla="*/ 0 60000 65536"/>
              <a:gd name="T7" fmla="*/ 0 60000 65536"/>
              <a:gd name="T8" fmla="*/ 0 60000 65536"/>
              <a:gd name="T9" fmla="*/ 0 w 43198"/>
              <a:gd name="T10" fmla="*/ 0 h 21600"/>
              <a:gd name="T11" fmla="*/ 43198 w 4319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98" h="21600" fill="none" extrusionOk="0">
                <a:moveTo>
                  <a:pt x="-1" y="21431"/>
                </a:moveTo>
                <a:cubicBezTo>
                  <a:pt x="91" y="9568"/>
                  <a:pt x="9735" y="-1"/>
                  <a:pt x="21599" y="0"/>
                </a:cubicBezTo>
                <a:cubicBezTo>
                  <a:pt x="33462" y="0"/>
                  <a:pt x="43106" y="9568"/>
                  <a:pt x="43198" y="21431"/>
                </a:cubicBezTo>
              </a:path>
              <a:path w="43198" h="21600" stroke="0" extrusionOk="0">
                <a:moveTo>
                  <a:pt x="-1" y="21431"/>
                </a:moveTo>
                <a:cubicBezTo>
                  <a:pt x="91" y="9568"/>
                  <a:pt x="9735" y="-1"/>
                  <a:pt x="21599" y="0"/>
                </a:cubicBezTo>
                <a:cubicBezTo>
                  <a:pt x="33462" y="0"/>
                  <a:pt x="43106" y="9568"/>
                  <a:pt x="43198" y="21431"/>
                </a:cubicBezTo>
                <a:lnTo>
                  <a:pt x="21599" y="21600"/>
                </a:lnTo>
                <a:lnTo>
                  <a:pt x="-1" y="21431"/>
                </a:lnTo>
                <a:close/>
              </a:path>
            </a:pathLst>
          </a:cu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810" name="Line 106"/>
          <p:cNvSpPr>
            <a:spLocks noChangeShapeType="1"/>
          </p:cNvSpPr>
          <p:nvPr/>
        </p:nvSpPr>
        <p:spPr bwMode="auto">
          <a:xfrm>
            <a:off x="4297862" y="2624671"/>
            <a:ext cx="0" cy="200977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811" name="Line 107"/>
          <p:cNvSpPr>
            <a:spLocks noChangeShapeType="1"/>
          </p:cNvSpPr>
          <p:nvPr/>
        </p:nvSpPr>
        <p:spPr bwMode="auto">
          <a:xfrm>
            <a:off x="2199187" y="3567646"/>
            <a:ext cx="0" cy="10668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812" name="Line 108"/>
          <p:cNvSpPr>
            <a:spLocks noChangeShapeType="1"/>
          </p:cNvSpPr>
          <p:nvPr/>
        </p:nvSpPr>
        <p:spPr bwMode="auto">
          <a:xfrm flipH="1">
            <a:off x="2199187" y="4634446"/>
            <a:ext cx="25146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813" name="Line 109"/>
          <p:cNvSpPr>
            <a:spLocks noChangeShapeType="1"/>
          </p:cNvSpPr>
          <p:nvPr/>
        </p:nvSpPr>
        <p:spPr bwMode="auto">
          <a:xfrm>
            <a:off x="2199187" y="4075646"/>
            <a:ext cx="25082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814" name="Arc 110"/>
          <p:cNvSpPr>
            <a:spLocks/>
          </p:cNvSpPr>
          <p:nvPr/>
        </p:nvSpPr>
        <p:spPr bwMode="auto">
          <a:xfrm>
            <a:off x="2494462" y="2618321"/>
            <a:ext cx="1912938" cy="955675"/>
          </a:xfrm>
          <a:custGeom>
            <a:avLst/>
            <a:gdLst>
              <a:gd name="T0" fmla="*/ 0 w 43182"/>
              <a:gd name="T1" fmla="*/ 2147483647 h 21600"/>
              <a:gd name="T2" fmla="*/ 2147483647 w 43182"/>
              <a:gd name="T3" fmla="*/ 2147483647 h 21600"/>
              <a:gd name="T4" fmla="*/ 2147483647 w 43182"/>
              <a:gd name="T5" fmla="*/ 2147483647 h 21600"/>
              <a:gd name="T6" fmla="*/ 0 60000 65536"/>
              <a:gd name="T7" fmla="*/ 0 60000 65536"/>
              <a:gd name="T8" fmla="*/ 0 60000 65536"/>
              <a:gd name="T9" fmla="*/ 0 w 43182"/>
              <a:gd name="T10" fmla="*/ 0 h 21600"/>
              <a:gd name="T11" fmla="*/ 43182 w 4318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82" h="21600" fill="none" extrusionOk="0">
                <a:moveTo>
                  <a:pt x="0" y="20849"/>
                </a:moveTo>
                <a:cubicBezTo>
                  <a:pt x="404" y="9218"/>
                  <a:pt x="9949" y="-1"/>
                  <a:pt x="21587" y="0"/>
                </a:cubicBezTo>
                <a:cubicBezTo>
                  <a:pt x="33337" y="0"/>
                  <a:pt x="42931" y="9392"/>
                  <a:pt x="43182" y="21139"/>
                </a:cubicBezTo>
              </a:path>
              <a:path w="43182" h="21600" stroke="0" extrusionOk="0">
                <a:moveTo>
                  <a:pt x="0" y="20849"/>
                </a:moveTo>
                <a:cubicBezTo>
                  <a:pt x="404" y="9218"/>
                  <a:pt x="9949" y="-1"/>
                  <a:pt x="21587" y="0"/>
                </a:cubicBezTo>
                <a:cubicBezTo>
                  <a:pt x="33337" y="0"/>
                  <a:pt x="42931" y="9392"/>
                  <a:pt x="43182" y="21139"/>
                </a:cubicBezTo>
                <a:lnTo>
                  <a:pt x="21587" y="21600"/>
                </a:lnTo>
                <a:lnTo>
                  <a:pt x="0" y="20849"/>
                </a:lnTo>
                <a:close/>
              </a:path>
            </a:pathLst>
          </a:cu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815" name="Line 111"/>
          <p:cNvSpPr>
            <a:spLocks noChangeShapeType="1"/>
          </p:cNvSpPr>
          <p:nvPr/>
        </p:nvSpPr>
        <p:spPr bwMode="auto">
          <a:xfrm>
            <a:off x="2497637" y="3567646"/>
            <a:ext cx="0" cy="10541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816" name="Line 112"/>
          <p:cNvSpPr>
            <a:spLocks noChangeShapeType="1"/>
          </p:cNvSpPr>
          <p:nvPr/>
        </p:nvSpPr>
        <p:spPr bwMode="auto">
          <a:xfrm>
            <a:off x="2497637" y="4088346"/>
            <a:ext cx="19177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817" name="Line 113"/>
          <p:cNvSpPr>
            <a:spLocks noChangeShapeType="1"/>
          </p:cNvSpPr>
          <p:nvPr/>
        </p:nvSpPr>
        <p:spPr bwMode="auto">
          <a:xfrm>
            <a:off x="2503987" y="4621746"/>
            <a:ext cx="19177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818" name="Line 114"/>
          <p:cNvSpPr>
            <a:spLocks noChangeShapeType="1"/>
          </p:cNvSpPr>
          <p:nvPr/>
        </p:nvSpPr>
        <p:spPr bwMode="auto">
          <a:xfrm>
            <a:off x="4415337" y="2627846"/>
            <a:ext cx="0" cy="19304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819" name="Arc 115"/>
          <p:cNvSpPr>
            <a:spLocks/>
          </p:cNvSpPr>
          <p:nvPr/>
        </p:nvSpPr>
        <p:spPr bwMode="auto">
          <a:xfrm>
            <a:off x="2099175" y="2224621"/>
            <a:ext cx="2708275" cy="1352550"/>
          </a:xfrm>
          <a:custGeom>
            <a:avLst/>
            <a:gdLst>
              <a:gd name="T0" fmla="*/ 0 w 43198"/>
              <a:gd name="T1" fmla="*/ 2147483647 h 21600"/>
              <a:gd name="T2" fmla="*/ 2147483647 w 43198"/>
              <a:gd name="T3" fmla="*/ 2147483647 h 21600"/>
              <a:gd name="T4" fmla="*/ 2147483647 w 43198"/>
              <a:gd name="T5" fmla="*/ 2147483647 h 21600"/>
              <a:gd name="T6" fmla="*/ 0 60000 65536"/>
              <a:gd name="T7" fmla="*/ 0 60000 65536"/>
              <a:gd name="T8" fmla="*/ 0 60000 65536"/>
              <a:gd name="T9" fmla="*/ 0 w 43198"/>
              <a:gd name="T10" fmla="*/ 0 h 21600"/>
              <a:gd name="T11" fmla="*/ 43198 w 4319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98" h="21600" fill="none" extrusionOk="0">
                <a:moveTo>
                  <a:pt x="-1" y="21431"/>
                </a:moveTo>
                <a:cubicBezTo>
                  <a:pt x="91" y="9568"/>
                  <a:pt x="9735" y="-1"/>
                  <a:pt x="21599" y="0"/>
                </a:cubicBezTo>
                <a:cubicBezTo>
                  <a:pt x="33462" y="0"/>
                  <a:pt x="43106" y="9568"/>
                  <a:pt x="43198" y="21431"/>
                </a:cubicBezTo>
              </a:path>
              <a:path w="43198" h="21600" stroke="0" extrusionOk="0">
                <a:moveTo>
                  <a:pt x="-1" y="21431"/>
                </a:moveTo>
                <a:cubicBezTo>
                  <a:pt x="91" y="9568"/>
                  <a:pt x="9735" y="-1"/>
                  <a:pt x="21599" y="0"/>
                </a:cubicBezTo>
                <a:cubicBezTo>
                  <a:pt x="33462" y="0"/>
                  <a:pt x="43106" y="9568"/>
                  <a:pt x="43198" y="21431"/>
                </a:cubicBezTo>
                <a:lnTo>
                  <a:pt x="21599" y="21600"/>
                </a:lnTo>
                <a:lnTo>
                  <a:pt x="-1" y="21431"/>
                </a:lnTo>
                <a:close/>
              </a:path>
            </a:pathLst>
          </a:cu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820" name="Line 116"/>
          <p:cNvSpPr>
            <a:spLocks noChangeShapeType="1"/>
          </p:cNvSpPr>
          <p:nvPr/>
        </p:nvSpPr>
        <p:spPr bwMode="auto">
          <a:xfrm>
            <a:off x="2097587" y="3573996"/>
            <a:ext cx="0" cy="9779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821" name="Line 117"/>
          <p:cNvSpPr>
            <a:spLocks noChangeShapeType="1"/>
          </p:cNvSpPr>
          <p:nvPr/>
        </p:nvSpPr>
        <p:spPr bwMode="auto">
          <a:xfrm flipH="1">
            <a:off x="2097587" y="4564596"/>
            <a:ext cx="27114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822" name="Line 118"/>
          <p:cNvSpPr>
            <a:spLocks noChangeShapeType="1"/>
          </p:cNvSpPr>
          <p:nvPr/>
        </p:nvSpPr>
        <p:spPr bwMode="auto">
          <a:xfrm flipH="1">
            <a:off x="2097587" y="4139146"/>
            <a:ext cx="27114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823" name="Line 119"/>
          <p:cNvSpPr>
            <a:spLocks noChangeShapeType="1"/>
          </p:cNvSpPr>
          <p:nvPr/>
        </p:nvSpPr>
        <p:spPr bwMode="auto">
          <a:xfrm>
            <a:off x="2491287" y="2621496"/>
            <a:ext cx="0" cy="19431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824" name="Freeform 120"/>
          <p:cNvSpPr>
            <a:spLocks/>
          </p:cNvSpPr>
          <p:nvPr/>
        </p:nvSpPr>
        <p:spPr bwMode="auto">
          <a:xfrm>
            <a:off x="2408737" y="4042309"/>
            <a:ext cx="2105025" cy="625475"/>
          </a:xfrm>
          <a:custGeom>
            <a:avLst/>
            <a:gdLst>
              <a:gd name="T0" fmla="*/ 0 w 1332"/>
              <a:gd name="T1" fmla="*/ 2147483647 h 394"/>
              <a:gd name="T2" fmla="*/ 2147483647 w 1332"/>
              <a:gd name="T3" fmla="*/ 2147483647 h 394"/>
              <a:gd name="T4" fmla="*/ 2147483647 w 1332"/>
              <a:gd name="T5" fmla="*/ 2147483647 h 394"/>
              <a:gd name="T6" fmla="*/ 2147483647 w 1332"/>
              <a:gd name="T7" fmla="*/ 2147483647 h 394"/>
              <a:gd name="T8" fmla="*/ 2147483647 w 1332"/>
              <a:gd name="T9" fmla="*/ 2147483647 h 394"/>
              <a:gd name="T10" fmla="*/ 2147483647 w 1332"/>
              <a:gd name="T11" fmla="*/ 2147483647 h 394"/>
              <a:gd name="T12" fmla="*/ 2147483647 w 1332"/>
              <a:gd name="T13" fmla="*/ 2147483647 h 394"/>
              <a:gd name="T14" fmla="*/ 2147483647 w 1332"/>
              <a:gd name="T15" fmla="*/ 2147483647 h 394"/>
              <a:gd name="T16" fmla="*/ 2147483647 w 1332"/>
              <a:gd name="T17" fmla="*/ 2147483647 h 394"/>
              <a:gd name="T18" fmla="*/ 2147483647 w 1332"/>
              <a:gd name="T19" fmla="*/ 2147483647 h 394"/>
              <a:gd name="T20" fmla="*/ 2147483647 w 1332"/>
              <a:gd name="T21" fmla="*/ 2147483647 h 394"/>
              <a:gd name="T22" fmla="*/ 2147483647 w 1332"/>
              <a:gd name="T23" fmla="*/ 2147483647 h 394"/>
              <a:gd name="T24" fmla="*/ 2147483647 w 1332"/>
              <a:gd name="T25" fmla="*/ 2147483647 h 394"/>
              <a:gd name="T26" fmla="*/ 2147483647 w 1332"/>
              <a:gd name="T27" fmla="*/ 2147483647 h 394"/>
              <a:gd name="T28" fmla="*/ 2147483647 w 1332"/>
              <a:gd name="T29" fmla="*/ 2147483647 h 394"/>
              <a:gd name="T30" fmla="*/ 2147483647 w 1332"/>
              <a:gd name="T31" fmla="*/ 2147483647 h 394"/>
              <a:gd name="T32" fmla="*/ 0 w 1332"/>
              <a:gd name="T33" fmla="*/ 2147483647 h 394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332"/>
              <a:gd name="T52" fmla="*/ 0 h 394"/>
              <a:gd name="T53" fmla="*/ 1332 w 1332"/>
              <a:gd name="T54" fmla="*/ 394 h 394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332" h="394">
                <a:moveTo>
                  <a:pt x="0" y="197"/>
                </a:moveTo>
                <a:cubicBezTo>
                  <a:pt x="0" y="152"/>
                  <a:pt x="23" y="90"/>
                  <a:pt x="48" y="61"/>
                </a:cubicBezTo>
                <a:cubicBezTo>
                  <a:pt x="73" y="32"/>
                  <a:pt x="99" y="30"/>
                  <a:pt x="148" y="21"/>
                </a:cubicBezTo>
                <a:cubicBezTo>
                  <a:pt x="197" y="12"/>
                  <a:pt x="254" y="4"/>
                  <a:pt x="340" y="5"/>
                </a:cubicBezTo>
                <a:cubicBezTo>
                  <a:pt x="426" y="6"/>
                  <a:pt x="554" y="30"/>
                  <a:pt x="664" y="29"/>
                </a:cubicBezTo>
                <a:cubicBezTo>
                  <a:pt x="774" y="28"/>
                  <a:pt x="912" y="2"/>
                  <a:pt x="1000" y="1"/>
                </a:cubicBezTo>
                <a:cubicBezTo>
                  <a:pt x="1088" y="0"/>
                  <a:pt x="1148" y="11"/>
                  <a:pt x="1192" y="21"/>
                </a:cubicBezTo>
                <a:cubicBezTo>
                  <a:pt x="1236" y="31"/>
                  <a:pt x="1241" y="32"/>
                  <a:pt x="1264" y="61"/>
                </a:cubicBezTo>
                <a:cubicBezTo>
                  <a:pt x="1287" y="90"/>
                  <a:pt x="1332" y="152"/>
                  <a:pt x="1332" y="197"/>
                </a:cubicBezTo>
                <a:cubicBezTo>
                  <a:pt x="1332" y="242"/>
                  <a:pt x="1287" y="304"/>
                  <a:pt x="1264" y="333"/>
                </a:cubicBezTo>
                <a:cubicBezTo>
                  <a:pt x="1241" y="362"/>
                  <a:pt x="1236" y="363"/>
                  <a:pt x="1192" y="373"/>
                </a:cubicBezTo>
                <a:cubicBezTo>
                  <a:pt x="1148" y="383"/>
                  <a:pt x="1088" y="394"/>
                  <a:pt x="1000" y="393"/>
                </a:cubicBezTo>
                <a:cubicBezTo>
                  <a:pt x="912" y="392"/>
                  <a:pt x="775" y="366"/>
                  <a:pt x="664" y="365"/>
                </a:cubicBezTo>
                <a:cubicBezTo>
                  <a:pt x="553" y="364"/>
                  <a:pt x="421" y="388"/>
                  <a:pt x="336" y="389"/>
                </a:cubicBezTo>
                <a:cubicBezTo>
                  <a:pt x="251" y="390"/>
                  <a:pt x="200" y="382"/>
                  <a:pt x="152" y="373"/>
                </a:cubicBezTo>
                <a:cubicBezTo>
                  <a:pt x="104" y="364"/>
                  <a:pt x="73" y="364"/>
                  <a:pt x="48" y="333"/>
                </a:cubicBezTo>
                <a:cubicBezTo>
                  <a:pt x="23" y="302"/>
                  <a:pt x="0" y="242"/>
                  <a:pt x="0" y="197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825" name="Arc 121"/>
          <p:cNvSpPr>
            <a:spLocks/>
          </p:cNvSpPr>
          <p:nvPr/>
        </p:nvSpPr>
        <p:spPr bwMode="auto">
          <a:xfrm flipH="1">
            <a:off x="2026150" y="4045484"/>
            <a:ext cx="319087" cy="619125"/>
          </a:xfrm>
          <a:custGeom>
            <a:avLst/>
            <a:gdLst>
              <a:gd name="T0" fmla="*/ 386500992 w 22235"/>
              <a:gd name="T1" fmla="*/ 0 h 43200"/>
              <a:gd name="T2" fmla="*/ 0 w 22235"/>
              <a:gd name="T3" fmla="*/ 2147483647 h 43200"/>
              <a:gd name="T4" fmla="*/ 386500992 w 22235"/>
              <a:gd name="T5" fmla="*/ 2147483647 h 43200"/>
              <a:gd name="T6" fmla="*/ 0 60000 65536"/>
              <a:gd name="T7" fmla="*/ 0 60000 65536"/>
              <a:gd name="T8" fmla="*/ 0 60000 65536"/>
              <a:gd name="T9" fmla="*/ 0 w 22235"/>
              <a:gd name="T10" fmla="*/ 0 h 43200"/>
              <a:gd name="T11" fmla="*/ 22235 w 22235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235" h="43200" fill="none" extrusionOk="0">
                <a:moveTo>
                  <a:pt x="634" y="0"/>
                </a:moveTo>
                <a:cubicBezTo>
                  <a:pt x="12564" y="0"/>
                  <a:pt x="22235" y="9670"/>
                  <a:pt x="22235" y="21600"/>
                </a:cubicBezTo>
                <a:cubicBezTo>
                  <a:pt x="22235" y="33529"/>
                  <a:pt x="12564" y="43200"/>
                  <a:pt x="635" y="43200"/>
                </a:cubicBezTo>
                <a:cubicBezTo>
                  <a:pt x="423" y="43200"/>
                  <a:pt x="211" y="43196"/>
                  <a:pt x="0" y="43190"/>
                </a:cubicBezTo>
              </a:path>
              <a:path w="22235" h="43200" stroke="0" extrusionOk="0">
                <a:moveTo>
                  <a:pt x="634" y="0"/>
                </a:moveTo>
                <a:cubicBezTo>
                  <a:pt x="12564" y="0"/>
                  <a:pt x="22235" y="9670"/>
                  <a:pt x="22235" y="21600"/>
                </a:cubicBezTo>
                <a:cubicBezTo>
                  <a:pt x="22235" y="33529"/>
                  <a:pt x="12564" y="43200"/>
                  <a:pt x="635" y="43200"/>
                </a:cubicBezTo>
                <a:cubicBezTo>
                  <a:pt x="423" y="43200"/>
                  <a:pt x="211" y="43196"/>
                  <a:pt x="0" y="43190"/>
                </a:cubicBezTo>
                <a:lnTo>
                  <a:pt x="635" y="21600"/>
                </a:lnTo>
                <a:lnTo>
                  <a:pt x="634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826" name="Arc 122"/>
          <p:cNvSpPr>
            <a:spLocks/>
          </p:cNvSpPr>
          <p:nvPr/>
        </p:nvSpPr>
        <p:spPr bwMode="auto">
          <a:xfrm>
            <a:off x="4569325" y="4045484"/>
            <a:ext cx="319087" cy="619125"/>
          </a:xfrm>
          <a:custGeom>
            <a:avLst/>
            <a:gdLst>
              <a:gd name="T0" fmla="*/ 386500992 w 22235"/>
              <a:gd name="T1" fmla="*/ 0 h 43200"/>
              <a:gd name="T2" fmla="*/ 0 w 22235"/>
              <a:gd name="T3" fmla="*/ 2147483647 h 43200"/>
              <a:gd name="T4" fmla="*/ 386500992 w 22235"/>
              <a:gd name="T5" fmla="*/ 2147483647 h 43200"/>
              <a:gd name="T6" fmla="*/ 0 60000 65536"/>
              <a:gd name="T7" fmla="*/ 0 60000 65536"/>
              <a:gd name="T8" fmla="*/ 0 60000 65536"/>
              <a:gd name="T9" fmla="*/ 0 w 22235"/>
              <a:gd name="T10" fmla="*/ 0 h 43200"/>
              <a:gd name="T11" fmla="*/ 22235 w 22235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235" h="43200" fill="none" extrusionOk="0">
                <a:moveTo>
                  <a:pt x="634" y="0"/>
                </a:moveTo>
                <a:cubicBezTo>
                  <a:pt x="12564" y="0"/>
                  <a:pt x="22235" y="9670"/>
                  <a:pt x="22235" y="21600"/>
                </a:cubicBezTo>
                <a:cubicBezTo>
                  <a:pt x="22235" y="33529"/>
                  <a:pt x="12564" y="43200"/>
                  <a:pt x="635" y="43200"/>
                </a:cubicBezTo>
                <a:cubicBezTo>
                  <a:pt x="423" y="43200"/>
                  <a:pt x="211" y="43196"/>
                  <a:pt x="0" y="43190"/>
                </a:cubicBezTo>
              </a:path>
              <a:path w="22235" h="43200" stroke="0" extrusionOk="0">
                <a:moveTo>
                  <a:pt x="634" y="0"/>
                </a:moveTo>
                <a:cubicBezTo>
                  <a:pt x="12564" y="0"/>
                  <a:pt x="22235" y="9670"/>
                  <a:pt x="22235" y="21600"/>
                </a:cubicBezTo>
                <a:cubicBezTo>
                  <a:pt x="22235" y="33529"/>
                  <a:pt x="12564" y="43200"/>
                  <a:pt x="635" y="43200"/>
                </a:cubicBezTo>
                <a:cubicBezTo>
                  <a:pt x="423" y="43200"/>
                  <a:pt x="211" y="43196"/>
                  <a:pt x="0" y="43190"/>
                </a:cubicBezTo>
                <a:lnTo>
                  <a:pt x="635" y="21600"/>
                </a:lnTo>
                <a:lnTo>
                  <a:pt x="634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827" name="Line 123"/>
          <p:cNvSpPr>
            <a:spLocks noChangeShapeType="1"/>
          </p:cNvSpPr>
          <p:nvPr/>
        </p:nvSpPr>
        <p:spPr bwMode="auto">
          <a:xfrm>
            <a:off x="2034087" y="3567646"/>
            <a:ext cx="6191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828" name="Line 124"/>
          <p:cNvSpPr>
            <a:spLocks noChangeShapeType="1"/>
          </p:cNvSpPr>
          <p:nvPr/>
        </p:nvSpPr>
        <p:spPr bwMode="auto">
          <a:xfrm>
            <a:off x="4272462" y="3567646"/>
            <a:ext cx="6286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829" name="AutoShape 125"/>
          <p:cNvSpPr>
            <a:spLocks noChangeArrowheads="1"/>
          </p:cNvSpPr>
          <p:nvPr/>
        </p:nvSpPr>
        <p:spPr bwMode="auto">
          <a:xfrm>
            <a:off x="2376987" y="4320121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830" name="AutoShape 126"/>
          <p:cNvSpPr>
            <a:spLocks noChangeArrowheads="1"/>
          </p:cNvSpPr>
          <p:nvPr/>
        </p:nvSpPr>
        <p:spPr bwMode="auto">
          <a:xfrm>
            <a:off x="4485187" y="4316946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831" name="AutoShape 127"/>
          <p:cNvSpPr>
            <a:spLocks noChangeArrowheads="1"/>
          </p:cNvSpPr>
          <p:nvPr/>
        </p:nvSpPr>
        <p:spPr bwMode="auto">
          <a:xfrm>
            <a:off x="2910387" y="4005796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832" name="AutoShape 128"/>
          <p:cNvSpPr>
            <a:spLocks noChangeArrowheads="1"/>
          </p:cNvSpPr>
          <p:nvPr/>
        </p:nvSpPr>
        <p:spPr bwMode="auto">
          <a:xfrm>
            <a:off x="3958137" y="4005796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833" name="AutoShape 129"/>
          <p:cNvSpPr>
            <a:spLocks noChangeArrowheads="1"/>
          </p:cNvSpPr>
          <p:nvPr/>
        </p:nvSpPr>
        <p:spPr bwMode="auto">
          <a:xfrm>
            <a:off x="2916737" y="4628096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834" name="AutoShape 130"/>
          <p:cNvSpPr>
            <a:spLocks noChangeArrowheads="1"/>
          </p:cNvSpPr>
          <p:nvPr/>
        </p:nvSpPr>
        <p:spPr bwMode="auto">
          <a:xfrm>
            <a:off x="3958137" y="4628096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835" name="AutoShape 131"/>
          <p:cNvSpPr>
            <a:spLocks noChangeArrowheads="1"/>
          </p:cNvSpPr>
          <p:nvPr/>
        </p:nvSpPr>
        <p:spPr bwMode="auto">
          <a:xfrm>
            <a:off x="3424737" y="4056596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836" name="AutoShape 132"/>
          <p:cNvSpPr>
            <a:spLocks noChangeArrowheads="1"/>
          </p:cNvSpPr>
          <p:nvPr/>
        </p:nvSpPr>
        <p:spPr bwMode="auto">
          <a:xfrm>
            <a:off x="3424737" y="4577296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837" name="AutoShape 133"/>
          <p:cNvSpPr>
            <a:spLocks noChangeArrowheads="1"/>
          </p:cNvSpPr>
          <p:nvPr/>
        </p:nvSpPr>
        <p:spPr bwMode="auto">
          <a:xfrm>
            <a:off x="2459537" y="4101046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838" name="AutoShape 134"/>
          <p:cNvSpPr>
            <a:spLocks noChangeArrowheads="1"/>
          </p:cNvSpPr>
          <p:nvPr/>
        </p:nvSpPr>
        <p:spPr bwMode="auto">
          <a:xfrm>
            <a:off x="2605587" y="4043896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839" name="AutoShape 135"/>
          <p:cNvSpPr>
            <a:spLocks noChangeArrowheads="1"/>
          </p:cNvSpPr>
          <p:nvPr/>
        </p:nvSpPr>
        <p:spPr bwMode="auto">
          <a:xfrm>
            <a:off x="2453187" y="4526496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840" name="AutoShape 136"/>
          <p:cNvSpPr>
            <a:spLocks noChangeArrowheads="1"/>
          </p:cNvSpPr>
          <p:nvPr/>
        </p:nvSpPr>
        <p:spPr bwMode="auto">
          <a:xfrm>
            <a:off x="4377237" y="4107396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841" name="AutoShape 137"/>
          <p:cNvSpPr>
            <a:spLocks noChangeArrowheads="1"/>
          </p:cNvSpPr>
          <p:nvPr/>
        </p:nvSpPr>
        <p:spPr bwMode="auto">
          <a:xfrm>
            <a:off x="4377237" y="4532846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842" name="AutoShape 138"/>
          <p:cNvSpPr>
            <a:spLocks noChangeArrowheads="1"/>
          </p:cNvSpPr>
          <p:nvPr/>
        </p:nvSpPr>
        <p:spPr bwMode="auto">
          <a:xfrm>
            <a:off x="2605587" y="4589996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843" name="AutoShape 139"/>
          <p:cNvSpPr>
            <a:spLocks noChangeArrowheads="1"/>
          </p:cNvSpPr>
          <p:nvPr/>
        </p:nvSpPr>
        <p:spPr bwMode="auto">
          <a:xfrm>
            <a:off x="4262937" y="4043896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844" name="AutoShape 140"/>
          <p:cNvSpPr>
            <a:spLocks noChangeArrowheads="1"/>
          </p:cNvSpPr>
          <p:nvPr/>
        </p:nvSpPr>
        <p:spPr bwMode="auto">
          <a:xfrm>
            <a:off x="4262937" y="4589996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2845" name="Text Box 141"/>
          <p:cNvSpPr txBox="1">
            <a:spLocks noChangeArrowheads="1"/>
          </p:cNvSpPr>
          <p:nvPr/>
        </p:nvSpPr>
        <p:spPr bwMode="auto">
          <a:xfrm>
            <a:off x="4496300" y="2270659"/>
            <a:ext cx="3984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V</a:t>
            </a:r>
          </a:p>
        </p:txBody>
      </p:sp>
      <p:sp>
        <p:nvSpPr>
          <p:cNvPr id="4" name="矩形 3"/>
          <p:cNvSpPr/>
          <p:nvPr/>
        </p:nvSpPr>
        <p:spPr>
          <a:xfrm>
            <a:off x="6294495" y="350305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800" b="1" i="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（自学）</a:t>
            </a:r>
          </a:p>
        </p:txBody>
      </p:sp>
      <p:sp>
        <p:nvSpPr>
          <p:cNvPr id="5" name="右箭头 4">
            <a:hlinkClick r:id="" action="ppaction://hlinkshowjump?jump=nextslide"/>
          </p:cNvPr>
          <p:cNvSpPr/>
          <p:nvPr/>
        </p:nvSpPr>
        <p:spPr bwMode="auto">
          <a:xfrm>
            <a:off x="7903632" y="487736"/>
            <a:ext cx="517878" cy="261610"/>
          </a:xfrm>
          <a:prstGeom prst="rightArrow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688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2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2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2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2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2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2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2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2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72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7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72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2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7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7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2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2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7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7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7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7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72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72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72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72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7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7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72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72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72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72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7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72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7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7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5" dur="500"/>
                                        <p:tgtEl>
                                          <p:spTgt spid="72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7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Par">
                      <p:stCondLst>
                        <p:cond delay="indefinite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72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87" grpId="0" animBg="1"/>
      <p:bldP spid="72788" grpId="0" animBg="1"/>
      <p:bldP spid="72789" grpId="0" animBg="1"/>
      <p:bldP spid="72790" grpId="0" animBg="1"/>
      <p:bldP spid="72791" grpId="0" animBg="1"/>
      <p:bldP spid="72792" grpId="0" animBg="1"/>
      <p:bldP spid="72793" grpId="0" animBg="1"/>
      <p:bldP spid="72794" grpId="0" animBg="1"/>
      <p:bldP spid="72795" grpId="0" animBg="1"/>
      <p:bldP spid="72796" grpId="0" animBg="1"/>
      <p:bldP spid="72797" grpId="0" animBg="1"/>
      <p:bldP spid="72798" grpId="0" animBg="1"/>
      <p:bldP spid="72799" grpId="0" animBg="1"/>
      <p:bldP spid="72800" grpId="0" animBg="1"/>
      <p:bldP spid="72801" grpId="0" animBg="1"/>
      <p:bldP spid="72802" grpId="0" animBg="1"/>
      <p:bldP spid="72803" grpId="0" animBg="1"/>
      <p:bldP spid="72804" grpId="0" animBg="1"/>
      <p:bldP spid="72805" grpId="0" animBg="1"/>
      <p:bldP spid="72806" grpId="0" animBg="1"/>
      <p:bldP spid="72807" grpId="0" animBg="1"/>
      <p:bldP spid="72808" grpId="0" animBg="1"/>
      <p:bldP spid="72809" grpId="0" animBg="1"/>
      <p:bldP spid="72810" grpId="0" animBg="1"/>
      <p:bldP spid="72811" grpId="0" animBg="1"/>
      <p:bldP spid="72812" grpId="0" animBg="1"/>
      <p:bldP spid="72813" grpId="0" animBg="1"/>
      <p:bldP spid="72814" grpId="0" animBg="1"/>
      <p:bldP spid="72815" grpId="0" animBg="1"/>
      <p:bldP spid="72816" grpId="0" animBg="1"/>
      <p:bldP spid="72817" grpId="0" animBg="1"/>
      <p:bldP spid="72818" grpId="0" animBg="1"/>
      <p:bldP spid="72819" grpId="0" animBg="1"/>
      <p:bldP spid="72820" grpId="0" animBg="1"/>
      <p:bldP spid="72821" grpId="0" animBg="1"/>
      <p:bldP spid="72822" grpId="0" animBg="1"/>
      <p:bldP spid="72823" grpId="0" animBg="1"/>
      <p:bldP spid="72824" grpId="0" animBg="1"/>
      <p:bldP spid="72825" grpId="0" animBg="1"/>
      <p:bldP spid="72826" grpId="0" animBg="1"/>
      <p:bldP spid="72827" grpId="0" animBg="1"/>
      <p:bldP spid="72828" grpId="0" animBg="1"/>
      <p:bldP spid="72829" grpId="0" animBg="1"/>
      <p:bldP spid="72830" grpId="0" animBg="1"/>
      <p:bldP spid="72831" grpId="0" animBg="1"/>
      <p:bldP spid="72832" grpId="0" animBg="1"/>
      <p:bldP spid="72833" grpId="0" animBg="1"/>
      <p:bldP spid="72834" grpId="0" animBg="1"/>
      <p:bldP spid="72835" grpId="0" animBg="1"/>
      <p:bldP spid="72836" grpId="0" animBg="1"/>
      <p:bldP spid="72837" grpId="0" animBg="1"/>
      <p:bldP spid="72838" grpId="0" animBg="1"/>
      <p:bldP spid="72839" grpId="0" animBg="1"/>
      <p:bldP spid="72840" grpId="0" animBg="1"/>
      <p:bldP spid="72841" grpId="0" animBg="1"/>
      <p:bldP spid="72842" grpId="0" animBg="1"/>
      <p:bldP spid="72843" grpId="0" animBg="1"/>
      <p:bldP spid="72844" grpId="0" animBg="1"/>
      <p:bldP spid="7284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3A1D384F-0E7C-412E-B157-AD3D1F404A31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18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03426" name="Line 2"/>
          <p:cNvSpPr>
            <a:spLocks noChangeShapeType="1"/>
          </p:cNvSpPr>
          <p:nvPr/>
        </p:nvSpPr>
        <p:spPr bwMode="auto">
          <a:xfrm flipV="1">
            <a:off x="6462713" y="4616450"/>
            <a:ext cx="912812" cy="169863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643" name="Oval 219"/>
          <p:cNvSpPr>
            <a:spLocks noChangeArrowheads="1"/>
          </p:cNvSpPr>
          <p:nvPr/>
        </p:nvSpPr>
        <p:spPr bwMode="auto">
          <a:xfrm>
            <a:off x="6442075" y="4411663"/>
            <a:ext cx="1033463" cy="1033462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3427" name="Line 3"/>
          <p:cNvSpPr>
            <a:spLocks noChangeShapeType="1"/>
          </p:cNvSpPr>
          <p:nvPr/>
        </p:nvSpPr>
        <p:spPr bwMode="auto">
          <a:xfrm>
            <a:off x="6561138" y="4003675"/>
            <a:ext cx="804862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73" name="Line 49"/>
          <p:cNvSpPr>
            <a:spLocks noChangeShapeType="1"/>
          </p:cNvSpPr>
          <p:nvPr/>
        </p:nvSpPr>
        <p:spPr bwMode="auto">
          <a:xfrm>
            <a:off x="6564313" y="4008438"/>
            <a:ext cx="80645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626" name="Line 202"/>
          <p:cNvSpPr>
            <a:spLocks noChangeShapeType="1"/>
          </p:cNvSpPr>
          <p:nvPr/>
        </p:nvSpPr>
        <p:spPr bwMode="auto">
          <a:xfrm flipV="1">
            <a:off x="1414463" y="3729038"/>
            <a:ext cx="839787" cy="409575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627" name="Line 203"/>
          <p:cNvSpPr>
            <a:spLocks noChangeShapeType="1"/>
          </p:cNvSpPr>
          <p:nvPr/>
        </p:nvSpPr>
        <p:spPr bwMode="auto">
          <a:xfrm flipV="1">
            <a:off x="1417638" y="3727450"/>
            <a:ext cx="835025" cy="40798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29" name="Line 5"/>
          <p:cNvSpPr>
            <a:spLocks noChangeShapeType="1"/>
          </p:cNvSpPr>
          <p:nvPr/>
        </p:nvSpPr>
        <p:spPr bwMode="auto">
          <a:xfrm>
            <a:off x="3781425" y="5029200"/>
            <a:ext cx="244475" cy="114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30" name="Line 6"/>
          <p:cNvSpPr>
            <a:spLocks noChangeShapeType="1"/>
          </p:cNvSpPr>
          <p:nvPr/>
        </p:nvSpPr>
        <p:spPr bwMode="auto">
          <a:xfrm>
            <a:off x="3784600" y="3854450"/>
            <a:ext cx="4333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32" name="Text Box 8"/>
          <p:cNvSpPr txBox="1">
            <a:spLocks noChangeArrowheads="1"/>
          </p:cNvSpPr>
          <p:nvPr/>
        </p:nvSpPr>
        <p:spPr bwMode="auto">
          <a:xfrm>
            <a:off x="447146" y="324517"/>
            <a:ext cx="8662987" cy="2135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i="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§8.3 </a:t>
            </a:r>
            <a:r>
              <a:rPr lang="zh-CN" altLang="en-US" b="1" i="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直线与回转体</a:t>
            </a:r>
            <a:r>
              <a:rPr lang="zh-CN" altLang="en-US" b="1" i="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相交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2400" b="1" i="0" dirty="0" smtClean="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 b="1" i="0" dirty="0">
                <a:latin typeface="黑体" pitchFamily="2" charset="-122"/>
                <a:ea typeface="黑体" pitchFamily="2" charset="-122"/>
              </a:rPr>
              <a:t>直线与回转体表面交点的投影，应采用面上找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i="0" dirty="0">
                <a:latin typeface="黑体" pitchFamily="2" charset="-122"/>
                <a:ea typeface="黑体" pitchFamily="2" charset="-122"/>
              </a:rPr>
              <a:t>点、辅助线法或辅助平面法完成，对交点应予以标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i="0" dirty="0">
                <a:latin typeface="黑体" pitchFamily="2" charset="-122"/>
                <a:ea typeface="黑体" pitchFamily="2" charset="-122"/>
              </a:rPr>
              <a:t>注，对直线应判别其可见性（</a:t>
            </a:r>
            <a:r>
              <a:rPr lang="zh-CN" altLang="en-US" sz="2400" b="1" i="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处于不可见部分为虚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i="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线，回转体内部分不画线</a:t>
            </a:r>
            <a:r>
              <a:rPr lang="zh-CN" altLang="en-US" sz="2400" b="1" i="0" dirty="0">
                <a:latin typeface="黑体" pitchFamily="2" charset="-122"/>
                <a:ea typeface="黑体" pitchFamily="2" charset="-122"/>
              </a:rPr>
              <a:t>）。</a:t>
            </a:r>
          </a:p>
        </p:txBody>
      </p:sp>
      <p:sp>
        <p:nvSpPr>
          <p:cNvPr id="103433" name="Text Box 9"/>
          <p:cNvSpPr txBox="1">
            <a:spLocks noChangeArrowheads="1"/>
          </p:cNvSpPr>
          <p:nvPr/>
        </p:nvSpPr>
        <p:spPr bwMode="auto">
          <a:xfrm>
            <a:off x="363538" y="2676525"/>
            <a:ext cx="87804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i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b="1" i="0">
                <a:latin typeface="黑体" pitchFamily="2" charset="-122"/>
                <a:ea typeface="黑体" pitchFamily="2" charset="-122"/>
              </a:rPr>
              <a:t>．特殊情况</a:t>
            </a:r>
          </a:p>
        </p:txBody>
      </p:sp>
      <p:sp>
        <p:nvSpPr>
          <p:cNvPr id="103434" name="Line 10"/>
          <p:cNvSpPr>
            <a:spLocks noChangeShapeType="1"/>
          </p:cNvSpPr>
          <p:nvPr/>
        </p:nvSpPr>
        <p:spPr bwMode="auto">
          <a:xfrm>
            <a:off x="1828800" y="3240088"/>
            <a:ext cx="0" cy="2751137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35" name="Line 11"/>
          <p:cNvSpPr>
            <a:spLocks noChangeShapeType="1"/>
          </p:cNvSpPr>
          <p:nvPr/>
        </p:nvSpPr>
        <p:spPr bwMode="auto">
          <a:xfrm>
            <a:off x="1279525" y="5318125"/>
            <a:ext cx="1185863" cy="1588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36" name="Rectangle 12"/>
          <p:cNvSpPr>
            <a:spLocks noChangeArrowheads="1"/>
          </p:cNvSpPr>
          <p:nvPr/>
        </p:nvSpPr>
        <p:spPr bwMode="auto">
          <a:xfrm>
            <a:off x="1416050" y="3381375"/>
            <a:ext cx="836613" cy="1182688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3437" name="Oval 13"/>
          <p:cNvSpPr>
            <a:spLocks noChangeArrowheads="1"/>
          </p:cNvSpPr>
          <p:nvPr/>
        </p:nvSpPr>
        <p:spPr bwMode="auto">
          <a:xfrm>
            <a:off x="1406525" y="4895850"/>
            <a:ext cx="846138" cy="8636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3438" name="Line 14"/>
          <p:cNvSpPr>
            <a:spLocks noChangeShapeType="1"/>
          </p:cNvSpPr>
          <p:nvPr/>
        </p:nvSpPr>
        <p:spPr bwMode="auto">
          <a:xfrm flipV="1">
            <a:off x="1089025" y="5481638"/>
            <a:ext cx="347663" cy="2413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39" name="Line 15"/>
          <p:cNvSpPr>
            <a:spLocks noChangeShapeType="1"/>
          </p:cNvSpPr>
          <p:nvPr/>
        </p:nvSpPr>
        <p:spPr bwMode="auto">
          <a:xfrm flipV="1">
            <a:off x="1089025" y="4294188"/>
            <a:ext cx="0" cy="142875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440" name="Line 16"/>
          <p:cNvSpPr>
            <a:spLocks noChangeShapeType="1"/>
          </p:cNvSpPr>
          <p:nvPr/>
        </p:nvSpPr>
        <p:spPr bwMode="auto">
          <a:xfrm flipV="1">
            <a:off x="2462213" y="3617913"/>
            <a:ext cx="1587" cy="116205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41" name="Line 17"/>
          <p:cNvSpPr>
            <a:spLocks noChangeShapeType="1"/>
          </p:cNvSpPr>
          <p:nvPr/>
        </p:nvSpPr>
        <p:spPr bwMode="auto">
          <a:xfrm flipV="1">
            <a:off x="1090613" y="4141788"/>
            <a:ext cx="320675" cy="1603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42" name="Line 18"/>
          <p:cNvSpPr>
            <a:spLocks noChangeShapeType="1"/>
          </p:cNvSpPr>
          <p:nvPr/>
        </p:nvSpPr>
        <p:spPr bwMode="auto">
          <a:xfrm flipV="1">
            <a:off x="2255838" y="3617913"/>
            <a:ext cx="206375" cy="1031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43" name="Line 19"/>
          <p:cNvSpPr>
            <a:spLocks noChangeShapeType="1"/>
          </p:cNvSpPr>
          <p:nvPr/>
        </p:nvSpPr>
        <p:spPr bwMode="auto">
          <a:xfrm flipH="1">
            <a:off x="2124075" y="4770438"/>
            <a:ext cx="338138" cy="2317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44" name="Line 20"/>
          <p:cNvSpPr>
            <a:spLocks noChangeShapeType="1"/>
          </p:cNvSpPr>
          <p:nvPr/>
        </p:nvSpPr>
        <p:spPr bwMode="auto">
          <a:xfrm flipV="1">
            <a:off x="1433513" y="4689475"/>
            <a:ext cx="0" cy="804863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45" name="Line 21"/>
          <p:cNvSpPr>
            <a:spLocks noChangeShapeType="1"/>
          </p:cNvSpPr>
          <p:nvPr/>
        </p:nvSpPr>
        <p:spPr bwMode="auto">
          <a:xfrm flipV="1">
            <a:off x="1403350" y="4129088"/>
            <a:ext cx="31750" cy="174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46" name="Line 22"/>
          <p:cNvSpPr>
            <a:spLocks noChangeShapeType="1"/>
          </p:cNvSpPr>
          <p:nvPr/>
        </p:nvSpPr>
        <p:spPr bwMode="auto">
          <a:xfrm flipH="1" flipV="1">
            <a:off x="2116138" y="4683125"/>
            <a:ext cx="0" cy="328613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47" name="Line 23"/>
          <p:cNvSpPr>
            <a:spLocks noChangeShapeType="1"/>
          </p:cNvSpPr>
          <p:nvPr/>
        </p:nvSpPr>
        <p:spPr bwMode="auto">
          <a:xfrm flipH="1">
            <a:off x="2124075" y="3729038"/>
            <a:ext cx="128588" cy="61912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52" name="AutoShape 28"/>
          <p:cNvSpPr>
            <a:spLocks noChangeAspect="1" noChangeArrowheads="1"/>
          </p:cNvSpPr>
          <p:nvPr/>
        </p:nvSpPr>
        <p:spPr bwMode="auto">
          <a:xfrm flipH="1" flipV="1">
            <a:off x="2093913" y="4992688"/>
            <a:ext cx="36512" cy="365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3453" name="AutoShape 29"/>
          <p:cNvSpPr>
            <a:spLocks noChangeAspect="1" noChangeArrowheads="1"/>
          </p:cNvSpPr>
          <p:nvPr/>
        </p:nvSpPr>
        <p:spPr bwMode="auto">
          <a:xfrm flipH="1" flipV="1">
            <a:off x="1412875" y="5468938"/>
            <a:ext cx="36513" cy="365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3454" name="Line 30"/>
          <p:cNvSpPr>
            <a:spLocks noChangeShapeType="1"/>
          </p:cNvSpPr>
          <p:nvPr/>
        </p:nvSpPr>
        <p:spPr bwMode="auto">
          <a:xfrm>
            <a:off x="3917950" y="5146675"/>
            <a:ext cx="11287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55" name="Line 31"/>
          <p:cNvSpPr>
            <a:spLocks noChangeShapeType="1"/>
          </p:cNvSpPr>
          <p:nvPr/>
        </p:nvSpPr>
        <p:spPr bwMode="auto">
          <a:xfrm>
            <a:off x="4460875" y="3136900"/>
            <a:ext cx="0" cy="1357313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56" name="Oval 32"/>
          <p:cNvSpPr>
            <a:spLocks noChangeArrowheads="1"/>
          </p:cNvSpPr>
          <p:nvPr/>
        </p:nvSpPr>
        <p:spPr bwMode="auto">
          <a:xfrm>
            <a:off x="4022725" y="4708525"/>
            <a:ext cx="866775" cy="866775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3457" name="AutoShape 33"/>
          <p:cNvSpPr>
            <a:spLocks noChangeArrowheads="1"/>
          </p:cNvSpPr>
          <p:nvPr/>
        </p:nvSpPr>
        <p:spPr bwMode="auto">
          <a:xfrm>
            <a:off x="4017963" y="3184525"/>
            <a:ext cx="885825" cy="1247775"/>
          </a:xfrm>
          <a:prstGeom prst="triangle">
            <a:avLst>
              <a:gd name="adj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3458" name="Line 34"/>
          <p:cNvSpPr>
            <a:spLocks noChangeShapeType="1"/>
          </p:cNvSpPr>
          <p:nvPr/>
        </p:nvSpPr>
        <p:spPr bwMode="auto">
          <a:xfrm flipH="1">
            <a:off x="3784600" y="3860800"/>
            <a:ext cx="0" cy="1173163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59" name="Line 35"/>
          <p:cNvSpPr>
            <a:spLocks noChangeShapeType="1"/>
          </p:cNvSpPr>
          <p:nvPr/>
        </p:nvSpPr>
        <p:spPr bwMode="auto">
          <a:xfrm>
            <a:off x="5137150" y="3860800"/>
            <a:ext cx="0" cy="18097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60" name="Line 36"/>
          <p:cNvSpPr>
            <a:spLocks noChangeShapeType="1"/>
          </p:cNvSpPr>
          <p:nvPr/>
        </p:nvSpPr>
        <p:spPr bwMode="auto">
          <a:xfrm flipV="1">
            <a:off x="4510088" y="4494213"/>
            <a:ext cx="0" cy="881062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61" name="Line 37"/>
          <p:cNvSpPr>
            <a:spLocks noChangeShapeType="1"/>
          </p:cNvSpPr>
          <p:nvPr/>
        </p:nvSpPr>
        <p:spPr bwMode="auto">
          <a:xfrm flipV="1">
            <a:off x="4244975" y="4489450"/>
            <a:ext cx="0" cy="7556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62" name="Line 38"/>
          <p:cNvSpPr>
            <a:spLocks noChangeShapeType="1"/>
          </p:cNvSpPr>
          <p:nvPr/>
        </p:nvSpPr>
        <p:spPr bwMode="auto">
          <a:xfrm>
            <a:off x="4016375" y="5141913"/>
            <a:ext cx="230188" cy="1079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64" name="Line 40"/>
          <p:cNvSpPr>
            <a:spLocks noChangeShapeType="1"/>
          </p:cNvSpPr>
          <p:nvPr/>
        </p:nvSpPr>
        <p:spPr bwMode="auto">
          <a:xfrm>
            <a:off x="4203700" y="3856038"/>
            <a:ext cx="460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65" name="Line 41"/>
          <p:cNvSpPr>
            <a:spLocks noChangeShapeType="1"/>
          </p:cNvSpPr>
          <p:nvPr/>
        </p:nvSpPr>
        <p:spPr bwMode="auto">
          <a:xfrm>
            <a:off x="4522788" y="3856038"/>
            <a:ext cx="1746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67" name="Line 43"/>
          <p:cNvSpPr>
            <a:spLocks noChangeShapeType="1"/>
          </p:cNvSpPr>
          <p:nvPr/>
        </p:nvSpPr>
        <p:spPr bwMode="auto">
          <a:xfrm>
            <a:off x="4029075" y="5146675"/>
            <a:ext cx="703263" cy="33337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68" name="Line 44"/>
          <p:cNvSpPr>
            <a:spLocks noChangeShapeType="1"/>
          </p:cNvSpPr>
          <p:nvPr/>
        </p:nvSpPr>
        <p:spPr bwMode="auto">
          <a:xfrm>
            <a:off x="6961188" y="3063875"/>
            <a:ext cx="0" cy="248602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69" name="Line 45"/>
          <p:cNvSpPr>
            <a:spLocks noChangeShapeType="1"/>
          </p:cNvSpPr>
          <p:nvPr/>
        </p:nvSpPr>
        <p:spPr bwMode="auto">
          <a:xfrm>
            <a:off x="6323013" y="3654425"/>
            <a:ext cx="12858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70" name="Line 46"/>
          <p:cNvSpPr>
            <a:spLocks noChangeShapeType="1"/>
          </p:cNvSpPr>
          <p:nvPr/>
        </p:nvSpPr>
        <p:spPr bwMode="auto">
          <a:xfrm>
            <a:off x="6313488" y="4930775"/>
            <a:ext cx="12858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71" name="Oval 47"/>
          <p:cNvSpPr>
            <a:spLocks noChangeArrowheads="1"/>
          </p:cNvSpPr>
          <p:nvPr/>
        </p:nvSpPr>
        <p:spPr bwMode="auto">
          <a:xfrm>
            <a:off x="6437313" y="3130550"/>
            <a:ext cx="1047750" cy="10477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3472" name="Oval 48"/>
          <p:cNvSpPr>
            <a:spLocks noChangeArrowheads="1"/>
          </p:cNvSpPr>
          <p:nvPr/>
        </p:nvSpPr>
        <p:spPr bwMode="auto">
          <a:xfrm>
            <a:off x="6437313" y="4406900"/>
            <a:ext cx="1047750" cy="10477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3475" name="Line 51"/>
          <p:cNvSpPr>
            <a:spLocks noChangeShapeType="1"/>
          </p:cNvSpPr>
          <p:nvPr/>
        </p:nvSpPr>
        <p:spPr bwMode="auto">
          <a:xfrm>
            <a:off x="6232525" y="4003675"/>
            <a:ext cx="0" cy="814388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76" name="Line 52"/>
          <p:cNvSpPr>
            <a:spLocks noChangeShapeType="1"/>
          </p:cNvSpPr>
          <p:nvPr/>
        </p:nvSpPr>
        <p:spPr bwMode="auto">
          <a:xfrm>
            <a:off x="7661275" y="4006850"/>
            <a:ext cx="0" cy="547688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77" name="Oval 53"/>
          <p:cNvSpPr>
            <a:spLocks noChangeArrowheads="1"/>
          </p:cNvSpPr>
          <p:nvPr/>
        </p:nvSpPr>
        <p:spPr bwMode="auto">
          <a:xfrm>
            <a:off x="6561138" y="4535488"/>
            <a:ext cx="785812" cy="785812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3478" name="Line 54"/>
          <p:cNvSpPr>
            <a:spLocks noChangeShapeType="1"/>
          </p:cNvSpPr>
          <p:nvPr/>
        </p:nvSpPr>
        <p:spPr bwMode="auto">
          <a:xfrm flipV="1">
            <a:off x="7370763" y="4560888"/>
            <a:ext cx="293687" cy="555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79" name="Line 55"/>
          <p:cNvSpPr>
            <a:spLocks noChangeShapeType="1"/>
          </p:cNvSpPr>
          <p:nvPr/>
        </p:nvSpPr>
        <p:spPr bwMode="auto">
          <a:xfrm flipV="1">
            <a:off x="6232525" y="4783138"/>
            <a:ext cx="228600" cy="428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80" name="Line 56"/>
          <p:cNvSpPr>
            <a:spLocks noChangeShapeType="1"/>
          </p:cNvSpPr>
          <p:nvPr/>
        </p:nvSpPr>
        <p:spPr bwMode="auto">
          <a:xfrm>
            <a:off x="7597775" y="4008438"/>
            <a:ext cx="3238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81" name="Line 57"/>
          <p:cNvSpPr>
            <a:spLocks noChangeShapeType="1"/>
          </p:cNvSpPr>
          <p:nvPr/>
        </p:nvSpPr>
        <p:spPr bwMode="auto">
          <a:xfrm flipV="1">
            <a:off x="6604000" y="4249738"/>
            <a:ext cx="0" cy="512762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82" name="Line 58"/>
          <p:cNvSpPr>
            <a:spLocks noChangeShapeType="1"/>
          </p:cNvSpPr>
          <p:nvPr/>
        </p:nvSpPr>
        <p:spPr bwMode="auto">
          <a:xfrm flipV="1">
            <a:off x="7223125" y="4235450"/>
            <a:ext cx="0" cy="404813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83" name="Line 59"/>
          <p:cNvSpPr>
            <a:spLocks noChangeShapeType="1"/>
          </p:cNvSpPr>
          <p:nvPr/>
        </p:nvSpPr>
        <p:spPr bwMode="auto">
          <a:xfrm flipV="1">
            <a:off x="6483350" y="4752975"/>
            <a:ext cx="138113" cy="26988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84" name="Line 60"/>
          <p:cNvSpPr>
            <a:spLocks noChangeShapeType="1"/>
          </p:cNvSpPr>
          <p:nvPr/>
        </p:nvSpPr>
        <p:spPr bwMode="auto">
          <a:xfrm flipV="1">
            <a:off x="7223125" y="4619625"/>
            <a:ext cx="131763" cy="254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86" name="Line 62"/>
          <p:cNvSpPr>
            <a:spLocks noChangeShapeType="1"/>
          </p:cNvSpPr>
          <p:nvPr/>
        </p:nvSpPr>
        <p:spPr bwMode="auto">
          <a:xfrm>
            <a:off x="6569075" y="4005263"/>
            <a:ext cx="34925" cy="1587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88" name="Line 64"/>
          <p:cNvSpPr>
            <a:spLocks noChangeShapeType="1"/>
          </p:cNvSpPr>
          <p:nvPr/>
        </p:nvSpPr>
        <p:spPr bwMode="auto">
          <a:xfrm>
            <a:off x="7256463" y="4005263"/>
            <a:ext cx="571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89" name="AutoShape 65"/>
          <p:cNvSpPr>
            <a:spLocks noChangeArrowheads="1"/>
          </p:cNvSpPr>
          <p:nvPr/>
        </p:nvSpPr>
        <p:spPr bwMode="auto">
          <a:xfrm>
            <a:off x="6583363" y="4738688"/>
            <a:ext cx="36512" cy="365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3490" name="AutoShape 66"/>
          <p:cNvSpPr>
            <a:spLocks noChangeArrowheads="1"/>
          </p:cNvSpPr>
          <p:nvPr/>
        </p:nvSpPr>
        <p:spPr bwMode="auto">
          <a:xfrm>
            <a:off x="7205663" y="4625975"/>
            <a:ext cx="36512" cy="365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3492" name="Text Box 68"/>
          <p:cNvSpPr txBox="1">
            <a:spLocks noChangeArrowheads="1"/>
          </p:cNvSpPr>
          <p:nvPr/>
        </p:nvSpPr>
        <p:spPr bwMode="auto">
          <a:xfrm>
            <a:off x="7750175" y="3708400"/>
            <a:ext cx="398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solidFill>
                  <a:srgbClr val="FF3300"/>
                </a:solidFill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solidFill>
                  <a:srgbClr val="FF3300"/>
                </a:solidFill>
                <a:latin typeface="ISOCPEUR" pitchFamily="34" charset="0"/>
              </a:rPr>
              <a:t>V</a:t>
            </a:r>
            <a:endParaRPr kumimoji="0" lang="en-US" altLang="zh-CN" sz="1800" b="1">
              <a:latin typeface="ISOCPEUR" pitchFamily="34" charset="0"/>
            </a:endParaRPr>
          </a:p>
        </p:txBody>
      </p:sp>
      <p:sp>
        <p:nvSpPr>
          <p:cNvPr id="103493" name="Line 69"/>
          <p:cNvSpPr>
            <a:spLocks noChangeShapeType="1"/>
          </p:cNvSpPr>
          <p:nvPr/>
        </p:nvSpPr>
        <p:spPr bwMode="auto">
          <a:xfrm flipH="1" flipV="1">
            <a:off x="4248150" y="3856038"/>
            <a:ext cx="111125" cy="182562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94" name="Line 70"/>
          <p:cNvSpPr>
            <a:spLocks noChangeShapeType="1"/>
          </p:cNvSpPr>
          <p:nvPr/>
        </p:nvSpPr>
        <p:spPr bwMode="auto">
          <a:xfrm flipH="1">
            <a:off x="6608763" y="3798888"/>
            <a:ext cx="109537" cy="201612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95" name="Line 71"/>
          <p:cNvSpPr>
            <a:spLocks noChangeShapeType="1"/>
          </p:cNvSpPr>
          <p:nvPr/>
        </p:nvSpPr>
        <p:spPr bwMode="auto">
          <a:xfrm>
            <a:off x="4694238" y="3856038"/>
            <a:ext cx="0" cy="779462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99" name="Line 75"/>
          <p:cNvSpPr>
            <a:spLocks noChangeShapeType="1"/>
          </p:cNvSpPr>
          <p:nvPr/>
        </p:nvSpPr>
        <p:spPr bwMode="auto">
          <a:xfrm>
            <a:off x="4194175" y="3856038"/>
            <a:ext cx="1328738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500" name="Text Box 76"/>
          <p:cNvSpPr txBox="1">
            <a:spLocks noChangeArrowheads="1"/>
          </p:cNvSpPr>
          <p:nvPr/>
        </p:nvSpPr>
        <p:spPr bwMode="auto">
          <a:xfrm>
            <a:off x="5280025" y="3546475"/>
            <a:ext cx="398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solidFill>
                  <a:srgbClr val="FF3300"/>
                </a:solidFill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solidFill>
                  <a:srgbClr val="FF3300"/>
                </a:solidFill>
                <a:latin typeface="ISOCPEUR" pitchFamily="34" charset="0"/>
              </a:rPr>
              <a:t>V</a:t>
            </a:r>
          </a:p>
        </p:txBody>
      </p:sp>
      <p:sp>
        <p:nvSpPr>
          <p:cNvPr id="103501" name="Text Box 77"/>
          <p:cNvSpPr txBox="1">
            <a:spLocks noChangeArrowheads="1"/>
          </p:cNvSpPr>
          <p:nvPr/>
        </p:nvSpPr>
        <p:spPr bwMode="auto">
          <a:xfrm>
            <a:off x="2384425" y="3354388"/>
            <a:ext cx="6842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b</a:t>
            </a:r>
            <a:r>
              <a:rPr lang="en-US" altLang="zh-CN" sz="1800" b="1">
                <a:latin typeface="ISOCPEUR" pitchFamily="34" charset="0"/>
              </a:rPr>
              <a:t>’ </a:t>
            </a:r>
          </a:p>
        </p:txBody>
      </p:sp>
      <p:sp>
        <p:nvSpPr>
          <p:cNvPr id="103502" name="Text Box 78"/>
          <p:cNvSpPr txBox="1">
            <a:spLocks noChangeArrowheads="1"/>
          </p:cNvSpPr>
          <p:nvPr/>
        </p:nvSpPr>
        <p:spPr bwMode="auto">
          <a:xfrm>
            <a:off x="788988" y="4049713"/>
            <a:ext cx="3444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a</a:t>
            </a:r>
            <a:r>
              <a:rPr lang="en-US" altLang="zh-CN" sz="1800" b="1">
                <a:latin typeface="ISOCPEUR" pitchFamily="34" charset="0"/>
              </a:rPr>
              <a:t>‘</a:t>
            </a:r>
          </a:p>
        </p:txBody>
      </p:sp>
      <p:sp>
        <p:nvSpPr>
          <p:cNvPr id="103503" name="Text Box 79"/>
          <p:cNvSpPr txBox="1">
            <a:spLocks noChangeArrowheads="1"/>
          </p:cNvSpPr>
          <p:nvPr/>
        </p:nvSpPr>
        <p:spPr bwMode="auto">
          <a:xfrm>
            <a:off x="2395538" y="4545013"/>
            <a:ext cx="3762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b</a:t>
            </a:r>
            <a:endParaRPr lang="en-US" altLang="zh-CN" sz="1800" b="1">
              <a:latin typeface="ISOCPEUR" pitchFamily="34" charset="0"/>
            </a:endParaRPr>
          </a:p>
        </p:txBody>
      </p:sp>
      <p:sp>
        <p:nvSpPr>
          <p:cNvPr id="103504" name="Text Box 80"/>
          <p:cNvSpPr txBox="1">
            <a:spLocks noChangeArrowheads="1"/>
          </p:cNvSpPr>
          <p:nvPr/>
        </p:nvSpPr>
        <p:spPr bwMode="auto">
          <a:xfrm>
            <a:off x="776288" y="5440363"/>
            <a:ext cx="3762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a</a:t>
            </a:r>
            <a:endParaRPr lang="en-US" altLang="zh-CN" sz="1800" b="1">
              <a:latin typeface="ISOCPEUR" pitchFamily="34" charset="0"/>
            </a:endParaRPr>
          </a:p>
        </p:txBody>
      </p:sp>
      <p:sp>
        <p:nvSpPr>
          <p:cNvPr id="103505" name="Text Box 81"/>
          <p:cNvSpPr txBox="1">
            <a:spLocks noChangeArrowheads="1"/>
          </p:cNvSpPr>
          <p:nvPr/>
        </p:nvSpPr>
        <p:spPr bwMode="auto">
          <a:xfrm>
            <a:off x="2046288" y="4846638"/>
            <a:ext cx="3762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l</a:t>
            </a:r>
            <a:endParaRPr lang="en-US" altLang="zh-CN" sz="1800" b="1">
              <a:latin typeface="ISOCPEUR" pitchFamily="34" charset="0"/>
            </a:endParaRPr>
          </a:p>
        </p:txBody>
      </p:sp>
      <p:sp>
        <p:nvSpPr>
          <p:cNvPr id="103506" name="Text Box 82"/>
          <p:cNvSpPr txBox="1">
            <a:spLocks noChangeArrowheads="1"/>
          </p:cNvSpPr>
          <p:nvPr/>
        </p:nvSpPr>
        <p:spPr bwMode="auto">
          <a:xfrm>
            <a:off x="1214438" y="5449888"/>
            <a:ext cx="3762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k</a:t>
            </a:r>
            <a:endParaRPr lang="en-US" altLang="zh-CN" sz="1800" b="1">
              <a:latin typeface="ISOCPEUR" pitchFamily="34" charset="0"/>
            </a:endParaRPr>
          </a:p>
        </p:txBody>
      </p:sp>
      <p:sp>
        <p:nvSpPr>
          <p:cNvPr id="103507" name="Text Box 83"/>
          <p:cNvSpPr txBox="1">
            <a:spLocks noChangeArrowheads="1"/>
          </p:cNvSpPr>
          <p:nvPr/>
        </p:nvSpPr>
        <p:spPr bwMode="auto">
          <a:xfrm>
            <a:off x="1911350" y="3544888"/>
            <a:ext cx="3000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l</a:t>
            </a:r>
            <a:r>
              <a:rPr lang="en-US" altLang="zh-CN" sz="1800" b="1">
                <a:latin typeface="ISOCPEUR" pitchFamily="34" charset="0"/>
              </a:rPr>
              <a:t>’</a:t>
            </a:r>
          </a:p>
        </p:txBody>
      </p:sp>
      <p:sp>
        <p:nvSpPr>
          <p:cNvPr id="103508" name="Text Box 84"/>
          <p:cNvSpPr txBox="1">
            <a:spLocks noChangeArrowheads="1"/>
          </p:cNvSpPr>
          <p:nvPr/>
        </p:nvSpPr>
        <p:spPr bwMode="auto">
          <a:xfrm>
            <a:off x="1430338" y="4010025"/>
            <a:ext cx="3444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k</a:t>
            </a:r>
            <a:r>
              <a:rPr lang="en-US" altLang="zh-CN" sz="1800" b="1">
                <a:latin typeface="ISOCPEUR" pitchFamily="34" charset="0"/>
              </a:rPr>
              <a:t>’</a:t>
            </a:r>
          </a:p>
        </p:txBody>
      </p:sp>
      <p:sp>
        <p:nvSpPr>
          <p:cNvPr id="103509" name="Text Box 85"/>
          <p:cNvSpPr txBox="1">
            <a:spLocks noChangeArrowheads="1"/>
          </p:cNvSpPr>
          <p:nvPr/>
        </p:nvSpPr>
        <p:spPr bwMode="auto">
          <a:xfrm>
            <a:off x="3409950" y="3592513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a</a:t>
            </a:r>
            <a:r>
              <a:rPr lang="en-US" altLang="zh-CN" sz="1800" b="1">
                <a:latin typeface="ISOCPEUR" pitchFamily="34" charset="0"/>
              </a:rPr>
              <a:t>’ </a:t>
            </a:r>
          </a:p>
        </p:txBody>
      </p:sp>
      <p:sp>
        <p:nvSpPr>
          <p:cNvPr id="103510" name="Text Box 86"/>
          <p:cNvSpPr txBox="1">
            <a:spLocks noChangeArrowheads="1"/>
          </p:cNvSpPr>
          <p:nvPr/>
        </p:nvSpPr>
        <p:spPr bwMode="auto">
          <a:xfrm>
            <a:off x="4953000" y="3544888"/>
            <a:ext cx="4365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b</a:t>
            </a:r>
            <a:r>
              <a:rPr lang="en-US" altLang="zh-CN" sz="1800" b="1">
                <a:latin typeface="ISOCPEUR" pitchFamily="34" charset="0"/>
              </a:rPr>
              <a:t>’ </a:t>
            </a:r>
          </a:p>
        </p:txBody>
      </p:sp>
      <p:sp>
        <p:nvSpPr>
          <p:cNvPr id="103511" name="Text Box 87"/>
          <p:cNvSpPr txBox="1">
            <a:spLocks noChangeArrowheads="1"/>
          </p:cNvSpPr>
          <p:nvPr/>
        </p:nvSpPr>
        <p:spPr bwMode="auto">
          <a:xfrm>
            <a:off x="3452813" y="4868863"/>
            <a:ext cx="3762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a</a:t>
            </a:r>
            <a:endParaRPr lang="en-US" altLang="zh-CN" sz="1800" b="1">
              <a:latin typeface="ISOCPEUR" pitchFamily="34" charset="0"/>
            </a:endParaRPr>
          </a:p>
        </p:txBody>
      </p:sp>
      <p:sp>
        <p:nvSpPr>
          <p:cNvPr id="103512" name="Text Box 88"/>
          <p:cNvSpPr txBox="1">
            <a:spLocks noChangeArrowheads="1"/>
          </p:cNvSpPr>
          <p:nvPr/>
        </p:nvSpPr>
        <p:spPr bwMode="auto">
          <a:xfrm>
            <a:off x="5014913" y="5468938"/>
            <a:ext cx="3762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b</a:t>
            </a:r>
            <a:endParaRPr lang="en-US" altLang="zh-CN" sz="1800" b="1">
              <a:latin typeface="ISOCPEUR" pitchFamily="34" charset="0"/>
            </a:endParaRPr>
          </a:p>
        </p:txBody>
      </p:sp>
      <p:sp>
        <p:nvSpPr>
          <p:cNvPr id="103514" name="Text Box 90"/>
          <p:cNvSpPr txBox="1">
            <a:spLocks noChangeArrowheads="1"/>
          </p:cNvSpPr>
          <p:nvPr/>
        </p:nvSpPr>
        <p:spPr bwMode="auto">
          <a:xfrm>
            <a:off x="4395788" y="5126038"/>
            <a:ext cx="3762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l</a:t>
            </a:r>
            <a:endParaRPr lang="en-US" altLang="zh-CN" sz="1800" b="1">
              <a:latin typeface="ISOCPEUR" pitchFamily="34" charset="0"/>
            </a:endParaRPr>
          </a:p>
        </p:txBody>
      </p:sp>
      <p:sp>
        <p:nvSpPr>
          <p:cNvPr id="103515" name="Text Box 91"/>
          <p:cNvSpPr txBox="1">
            <a:spLocks noChangeArrowheads="1"/>
          </p:cNvSpPr>
          <p:nvPr/>
        </p:nvSpPr>
        <p:spPr bwMode="auto">
          <a:xfrm>
            <a:off x="4151313" y="3913188"/>
            <a:ext cx="3444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k</a:t>
            </a:r>
            <a:r>
              <a:rPr lang="en-US" altLang="zh-CN" sz="1800" b="1">
                <a:latin typeface="ISOCPEUR" pitchFamily="34" charset="0"/>
              </a:rPr>
              <a:t>’</a:t>
            </a:r>
          </a:p>
        </p:txBody>
      </p:sp>
      <p:sp>
        <p:nvSpPr>
          <p:cNvPr id="103516" name="Text Box 92"/>
          <p:cNvSpPr txBox="1">
            <a:spLocks noChangeArrowheads="1"/>
          </p:cNvSpPr>
          <p:nvPr/>
        </p:nvSpPr>
        <p:spPr bwMode="auto">
          <a:xfrm>
            <a:off x="4373563" y="3554413"/>
            <a:ext cx="3000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l</a:t>
            </a:r>
            <a:r>
              <a:rPr lang="en-US" altLang="zh-CN" sz="1800" b="1">
                <a:latin typeface="ISOCPEUR" pitchFamily="34" charset="0"/>
              </a:rPr>
              <a:t>’</a:t>
            </a:r>
          </a:p>
        </p:txBody>
      </p:sp>
      <p:sp>
        <p:nvSpPr>
          <p:cNvPr id="103517" name="Text Box 93"/>
          <p:cNvSpPr txBox="1">
            <a:spLocks noChangeArrowheads="1"/>
          </p:cNvSpPr>
          <p:nvPr/>
        </p:nvSpPr>
        <p:spPr bwMode="auto">
          <a:xfrm>
            <a:off x="5973763" y="3738563"/>
            <a:ext cx="4365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a</a:t>
            </a:r>
            <a:r>
              <a:rPr lang="en-US" altLang="zh-CN" sz="1800" b="1">
                <a:latin typeface="ISOCPEUR" pitchFamily="34" charset="0"/>
              </a:rPr>
              <a:t>’ </a:t>
            </a:r>
          </a:p>
        </p:txBody>
      </p:sp>
      <p:sp>
        <p:nvSpPr>
          <p:cNvPr id="103518" name="Text Box 94"/>
          <p:cNvSpPr txBox="1">
            <a:spLocks noChangeArrowheads="1"/>
          </p:cNvSpPr>
          <p:nvPr/>
        </p:nvSpPr>
        <p:spPr bwMode="auto">
          <a:xfrm>
            <a:off x="5954713" y="4694238"/>
            <a:ext cx="3762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a</a:t>
            </a:r>
            <a:endParaRPr lang="en-US" altLang="zh-CN" sz="1800" b="1">
              <a:latin typeface="ISOCPEUR" pitchFamily="34" charset="0"/>
            </a:endParaRPr>
          </a:p>
        </p:txBody>
      </p:sp>
      <p:sp>
        <p:nvSpPr>
          <p:cNvPr id="103519" name="Text Box 95"/>
          <p:cNvSpPr txBox="1">
            <a:spLocks noChangeArrowheads="1"/>
          </p:cNvSpPr>
          <p:nvPr/>
        </p:nvSpPr>
        <p:spPr bwMode="auto">
          <a:xfrm>
            <a:off x="7493000" y="3690938"/>
            <a:ext cx="4365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b</a:t>
            </a:r>
            <a:r>
              <a:rPr lang="en-US" altLang="zh-CN" sz="1800" b="1">
                <a:latin typeface="ISOCPEUR" pitchFamily="34" charset="0"/>
              </a:rPr>
              <a:t>’ </a:t>
            </a:r>
          </a:p>
        </p:txBody>
      </p:sp>
      <p:sp>
        <p:nvSpPr>
          <p:cNvPr id="103520" name="Text Box 96"/>
          <p:cNvSpPr txBox="1">
            <a:spLocks noChangeArrowheads="1"/>
          </p:cNvSpPr>
          <p:nvPr/>
        </p:nvSpPr>
        <p:spPr bwMode="auto">
          <a:xfrm>
            <a:off x="7529513" y="4386263"/>
            <a:ext cx="3762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b</a:t>
            </a:r>
            <a:endParaRPr lang="en-US" altLang="zh-CN" sz="1800" b="1">
              <a:latin typeface="ISOCPEUR" pitchFamily="34" charset="0"/>
            </a:endParaRPr>
          </a:p>
        </p:txBody>
      </p:sp>
      <p:sp>
        <p:nvSpPr>
          <p:cNvPr id="103521" name="Text Box 97"/>
          <p:cNvSpPr txBox="1">
            <a:spLocks noChangeArrowheads="1"/>
          </p:cNvSpPr>
          <p:nvPr/>
        </p:nvSpPr>
        <p:spPr bwMode="auto">
          <a:xfrm>
            <a:off x="6435725" y="3621088"/>
            <a:ext cx="3444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k</a:t>
            </a:r>
            <a:r>
              <a:rPr lang="en-US" altLang="zh-CN" sz="1800" b="1">
                <a:latin typeface="ISOCPEUR" pitchFamily="34" charset="0"/>
              </a:rPr>
              <a:t>’</a:t>
            </a:r>
          </a:p>
        </p:txBody>
      </p:sp>
      <p:sp>
        <p:nvSpPr>
          <p:cNvPr id="103522" name="Text Box 98"/>
          <p:cNvSpPr txBox="1">
            <a:spLocks noChangeArrowheads="1"/>
          </p:cNvSpPr>
          <p:nvPr/>
        </p:nvSpPr>
        <p:spPr bwMode="auto">
          <a:xfrm>
            <a:off x="6456363" y="4656138"/>
            <a:ext cx="3762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k</a:t>
            </a:r>
            <a:endParaRPr lang="en-US" altLang="zh-CN" sz="1800" b="1">
              <a:latin typeface="ISOCPEUR" pitchFamily="34" charset="0"/>
            </a:endParaRPr>
          </a:p>
        </p:txBody>
      </p:sp>
      <p:sp>
        <p:nvSpPr>
          <p:cNvPr id="103523" name="Text Box 99"/>
          <p:cNvSpPr txBox="1">
            <a:spLocks noChangeArrowheads="1"/>
          </p:cNvSpPr>
          <p:nvPr/>
        </p:nvSpPr>
        <p:spPr bwMode="auto">
          <a:xfrm>
            <a:off x="7035800" y="3692525"/>
            <a:ext cx="300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l</a:t>
            </a:r>
            <a:r>
              <a:rPr lang="en-US" altLang="zh-CN" sz="1800" b="1">
                <a:latin typeface="ISOCPEUR" pitchFamily="34" charset="0"/>
              </a:rPr>
              <a:t>’</a:t>
            </a:r>
          </a:p>
        </p:txBody>
      </p:sp>
      <p:sp>
        <p:nvSpPr>
          <p:cNvPr id="103524" name="Text Box 100"/>
          <p:cNvSpPr txBox="1">
            <a:spLocks noChangeArrowheads="1"/>
          </p:cNvSpPr>
          <p:nvPr/>
        </p:nvSpPr>
        <p:spPr bwMode="auto">
          <a:xfrm>
            <a:off x="7007225" y="4591050"/>
            <a:ext cx="376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l</a:t>
            </a:r>
            <a:endParaRPr lang="en-US" altLang="zh-CN" sz="1800" b="1">
              <a:latin typeface="ISOCPEUR" pitchFamily="34" charset="0"/>
            </a:endParaRPr>
          </a:p>
        </p:txBody>
      </p:sp>
      <p:sp>
        <p:nvSpPr>
          <p:cNvPr id="103526" name="Line 102"/>
          <p:cNvSpPr>
            <a:spLocks noChangeShapeType="1"/>
          </p:cNvSpPr>
          <p:nvPr/>
        </p:nvSpPr>
        <p:spPr bwMode="auto">
          <a:xfrm>
            <a:off x="4692650" y="3856038"/>
            <a:ext cx="4476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527" name="Line 103"/>
          <p:cNvSpPr>
            <a:spLocks noChangeShapeType="1"/>
          </p:cNvSpPr>
          <p:nvPr/>
        </p:nvSpPr>
        <p:spPr bwMode="auto">
          <a:xfrm>
            <a:off x="4733925" y="5478463"/>
            <a:ext cx="406400" cy="190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528" name="Line 104"/>
          <p:cNvSpPr>
            <a:spLocks noChangeShapeType="1"/>
          </p:cNvSpPr>
          <p:nvPr/>
        </p:nvSpPr>
        <p:spPr bwMode="auto">
          <a:xfrm>
            <a:off x="4694238" y="4603750"/>
            <a:ext cx="0" cy="550863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613" name="Line 189"/>
          <p:cNvSpPr>
            <a:spLocks noChangeShapeType="1"/>
          </p:cNvSpPr>
          <p:nvPr/>
        </p:nvSpPr>
        <p:spPr bwMode="auto">
          <a:xfrm>
            <a:off x="4460875" y="4632325"/>
            <a:ext cx="0" cy="1023938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614" name="Line 190"/>
          <p:cNvSpPr>
            <a:spLocks noChangeShapeType="1"/>
          </p:cNvSpPr>
          <p:nvPr/>
        </p:nvSpPr>
        <p:spPr bwMode="auto">
          <a:xfrm flipV="1">
            <a:off x="4246563" y="3856038"/>
            <a:ext cx="0" cy="642937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615" name="Line 191"/>
          <p:cNvSpPr>
            <a:spLocks noChangeShapeType="1"/>
          </p:cNvSpPr>
          <p:nvPr/>
        </p:nvSpPr>
        <p:spPr bwMode="auto">
          <a:xfrm flipV="1">
            <a:off x="4510088" y="3852863"/>
            <a:ext cx="0" cy="671512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616" name="Line 192"/>
          <p:cNvSpPr>
            <a:spLocks noChangeShapeType="1"/>
          </p:cNvSpPr>
          <p:nvPr/>
        </p:nvSpPr>
        <p:spPr bwMode="auto">
          <a:xfrm>
            <a:off x="4248150" y="3856038"/>
            <a:ext cx="258763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66" name="AutoShape 42"/>
          <p:cNvSpPr>
            <a:spLocks noChangeAspect="1" noChangeArrowheads="1"/>
          </p:cNvSpPr>
          <p:nvPr/>
        </p:nvSpPr>
        <p:spPr bwMode="auto">
          <a:xfrm flipH="1" flipV="1">
            <a:off x="4492625" y="3838575"/>
            <a:ext cx="36513" cy="365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3617" name="Line 193"/>
          <p:cNvSpPr>
            <a:spLocks noChangeShapeType="1"/>
          </p:cNvSpPr>
          <p:nvPr/>
        </p:nvSpPr>
        <p:spPr bwMode="auto">
          <a:xfrm>
            <a:off x="4529138" y="5381625"/>
            <a:ext cx="206375" cy="968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618" name="Line 194"/>
          <p:cNvSpPr>
            <a:spLocks noChangeShapeType="1"/>
          </p:cNvSpPr>
          <p:nvPr/>
        </p:nvSpPr>
        <p:spPr bwMode="auto">
          <a:xfrm>
            <a:off x="4264025" y="5257800"/>
            <a:ext cx="263525" cy="123825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513" name="Text Box 89"/>
          <p:cNvSpPr txBox="1">
            <a:spLocks noChangeArrowheads="1"/>
          </p:cNvSpPr>
          <p:nvPr/>
        </p:nvSpPr>
        <p:spPr bwMode="auto">
          <a:xfrm>
            <a:off x="4024313" y="5160963"/>
            <a:ext cx="3762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k</a:t>
            </a:r>
            <a:endParaRPr lang="en-US" altLang="zh-CN" sz="1800" b="1">
              <a:latin typeface="ISOCPEUR" pitchFamily="34" charset="0"/>
            </a:endParaRPr>
          </a:p>
        </p:txBody>
      </p:sp>
      <p:sp>
        <p:nvSpPr>
          <p:cNvPr id="103496" name="Oval 72"/>
          <p:cNvSpPr>
            <a:spLocks noChangeArrowheads="1"/>
          </p:cNvSpPr>
          <p:nvPr/>
        </p:nvSpPr>
        <p:spPr bwMode="auto">
          <a:xfrm>
            <a:off x="4224338" y="4903788"/>
            <a:ext cx="469900" cy="4699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3498" name="AutoShape 74"/>
          <p:cNvSpPr>
            <a:spLocks noChangeAspect="1" noChangeArrowheads="1"/>
          </p:cNvSpPr>
          <p:nvPr/>
        </p:nvSpPr>
        <p:spPr bwMode="auto">
          <a:xfrm flipH="1" flipV="1">
            <a:off x="4492625" y="5353050"/>
            <a:ext cx="36513" cy="365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3497" name="AutoShape 73"/>
          <p:cNvSpPr>
            <a:spLocks noChangeAspect="1" noChangeArrowheads="1"/>
          </p:cNvSpPr>
          <p:nvPr/>
        </p:nvSpPr>
        <p:spPr bwMode="auto">
          <a:xfrm flipH="1" flipV="1">
            <a:off x="4229100" y="5232400"/>
            <a:ext cx="36513" cy="365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3619" name="Line 195"/>
          <p:cNvSpPr>
            <a:spLocks noChangeShapeType="1"/>
          </p:cNvSpPr>
          <p:nvPr/>
        </p:nvSpPr>
        <p:spPr bwMode="auto">
          <a:xfrm flipH="1" flipV="1">
            <a:off x="1436688" y="4140200"/>
            <a:ext cx="109537" cy="169863"/>
          </a:xfrm>
          <a:prstGeom prst="line">
            <a:avLst/>
          </a:prstGeom>
          <a:noFill/>
          <a:ln w="3175">
            <a:solidFill>
              <a:srgbClr val="FF33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198"/>
          <p:cNvGrpSpPr>
            <a:grpSpLocks/>
          </p:cNvGrpSpPr>
          <p:nvPr/>
        </p:nvGrpSpPr>
        <p:grpSpPr bwMode="auto">
          <a:xfrm>
            <a:off x="617538" y="3630613"/>
            <a:ext cx="779462" cy="477837"/>
            <a:chOff x="412" y="2494"/>
            <a:chExt cx="491" cy="301"/>
          </a:xfrm>
        </p:grpSpPr>
        <p:sp>
          <p:nvSpPr>
            <p:cNvPr id="19579" name="Text Box 196"/>
            <p:cNvSpPr txBox="1">
              <a:spLocks noChangeArrowheads="1"/>
            </p:cNvSpPr>
            <p:nvPr/>
          </p:nvSpPr>
          <p:spPr bwMode="auto">
            <a:xfrm>
              <a:off x="412" y="2494"/>
              <a:ext cx="374" cy="214"/>
            </a:xfrm>
            <a:prstGeom prst="rect">
              <a:avLst/>
            </a:prstGeom>
            <a:noFill/>
            <a:ln w="3175">
              <a:solidFill>
                <a:srgbClr val="3333FF"/>
              </a:solidFill>
              <a:miter lim="800000"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600" i="0">
                  <a:ea typeface="黑体" pitchFamily="2" charset="-122"/>
                </a:rPr>
                <a:t>可见</a:t>
              </a:r>
            </a:p>
          </p:txBody>
        </p:sp>
        <p:sp>
          <p:nvSpPr>
            <p:cNvPr id="19580" name="Line 197"/>
            <p:cNvSpPr>
              <a:spLocks noChangeShapeType="1"/>
            </p:cNvSpPr>
            <p:nvPr/>
          </p:nvSpPr>
          <p:spPr bwMode="auto">
            <a:xfrm>
              <a:off x="785" y="2706"/>
              <a:ext cx="118" cy="89"/>
            </a:xfrm>
            <a:prstGeom prst="line">
              <a:avLst/>
            </a:prstGeom>
            <a:noFill/>
            <a:ln w="3175">
              <a:solidFill>
                <a:srgbClr val="3333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199"/>
          <p:cNvGrpSpPr>
            <a:grpSpLocks/>
          </p:cNvGrpSpPr>
          <p:nvPr/>
        </p:nvGrpSpPr>
        <p:grpSpPr bwMode="auto">
          <a:xfrm>
            <a:off x="3440113" y="3357563"/>
            <a:ext cx="779462" cy="477837"/>
            <a:chOff x="412" y="2494"/>
            <a:chExt cx="491" cy="301"/>
          </a:xfrm>
        </p:grpSpPr>
        <p:sp>
          <p:nvSpPr>
            <p:cNvPr id="19577" name="Text Box 200"/>
            <p:cNvSpPr txBox="1">
              <a:spLocks noChangeArrowheads="1"/>
            </p:cNvSpPr>
            <p:nvPr/>
          </p:nvSpPr>
          <p:spPr bwMode="auto">
            <a:xfrm>
              <a:off x="412" y="2494"/>
              <a:ext cx="374" cy="214"/>
            </a:xfrm>
            <a:prstGeom prst="rect">
              <a:avLst/>
            </a:prstGeom>
            <a:noFill/>
            <a:ln w="3175">
              <a:solidFill>
                <a:srgbClr val="3333FF"/>
              </a:solidFill>
              <a:miter lim="800000"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600" i="0">
                  <a:ea typeface="黑体" pitchFamily="2" charset="-122"/>
                </a:rPr>
                <a:t>可见</a:t>
              </a:r>
            </a:p>
          </p:txBody>
        </p:sp>
        <p:sp>
          <p:nvSpPr>
            <p:cNvPr id="19578" name="Line 201"/>
            <p:cNvSpPr>
              <a:spLocks noChangeShapeType="1"/>
            </p:cNvSpPr>
            <p:nvPr/>
          </p:nvSpPr>
          <p:spPr bwMode="auto">
            <a:xfrm>
              <a:off x="785" y="2706"/>
              <a:ext cx="118" cy="89"/>
            </a:xfrm>
            <a:prstGeom prst="line">
              <a:avLst/>
            </a:prstGeom>
            <a:noFill/>
            <a:ln w="3175">
              <a:solidFill>
                <a:srgbClr val="3333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3628" name="Line 204"/>
          <p:cNvSpPr>
            <a:spLocks noChangeShapeType="1"/>
          </p:cNvSpPr>
          <p:nvPr/>
        </p:nvSpPr>
        <p:spPr bwMode="auto">
          <a:xfrm flipV="1">
            <a:off x="1433513" y="4130675"/>
            <a:ext cx="0" cy="57150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629" name="Line 205"/>
          <p:cNvSpPr>
            <a:spLocks noChangeShapeType="1"/>
          </p:cNvSpPr>
          <p:nvPr/>
        </p:nvSpPr>
        <p:spPr bwMode="auto">
          <a:xfrm flipH="1" flipV="1">
            <a:off x="2116138" y="3798888"/>
            <a:ext cx="0" cy="91440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50" name="AutoShape 26"/>
          <p:cNvSpPr>
            <a:spLocks noChangeAspect="1" noChangeArrowheads="1"/>
          </p:cNvSpPr>
          <p:nvPr/>
        </p:nvSpPr>
        <p:spPr bwMode="auto">
          <a:xfrm flipH="1" flipV="1">
            <a:off x="2097088" y="3778250"/>
            <a:ext cx="36512" cy="365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3630" name="Line 206"/>
          <p:cNvSpPr>
            <a:spLocks noChangeShapeType="1"/>
          </p:cNvSpPr>
          <p:nvPr/>
        </p:nvSpPr>
        <p:spPr bwMode="auto">
          <a:xfrm>
            <a:off x="6234113" y="4006850"/>
            <a:ext cx="339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631" name="Line 207"/>
          <p:cNvSpPr>
            <a:spLocks noChangeShapeType="1"/>
          </p:cNvSpPr>
          <p:nvPr/>
        </p:nvSpPr>
        <p:spPr bwMode="auto">
          <a:xfrm>
            <a:off x="7348538" y="4006850"/>
            <a:ext cx="317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634" name="Line 210"/>
          <p:cNvSpPr>
            <a:spLocks noChangeShapeType="1"/>
          </p:cNvSpPr>
          <p:nvPr/>
        </p:nvSpPr>
        <p:spPr bwMode="auto">
          <a:xfrm>
            <a:off x="7348538" y="4003675"/>
            <a:ext cx="0" cy="3111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635" name="Line 211"/>
          <p:cNvSpPr>
            <a:spLocks noChangeShapeType="1"/>
          </p:cNvSpPr>
          <p:nvPr/>
        </p:nvSpPr>
        <p:spPr bwMode="auto">
          <a:xfrm>
            <a:off x="7348538" y="4229100"/>
            <a:ext cx="0" cy="700088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636" name="Line 212"/>
          <p:cNvSpPr>
            <a:spLocks noChangeShapeType="1"/>
          </p:cNvSpPr>
          <p:nvPr/>
        </p:nvSpPr>
        <p:spPr bwMode="auto">
          <a:xfrm flipV="1">
            <a:off x="6604000" y="4003675"/>
            <a:ext cx="0" cy="2921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637" name="Line 213"/>
          <p:cNvSpPr>
            <a:spLocks noChangeShapeType="1"/>
          </p:cNvSpPr>
          <p:nvPr/>
        </p:nvSpPr>
        <p:spPr bwMode="auto">
          <a:xfrm flipV="1">
            <a:off x="7223125" y="4003675"/>
            <a:ext cx="0" cy="2667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91" name="AutoShape 67"/>
          <p:cNvSpPr>
            <a:spLocks noChangeArrowheads="1"/>
          </p:cNvSpPr>
          <p:nvPr/>
        </p:nvSpPr>
        <p:spPr bwMode="auto">
          <a:xfrm>
            <a:off x="7204075" y="3986213"/>
            <a:ext cx="36513" cy="365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grpSp>
        <p:nvGrpSpPr>
          <p:cNvPr id="4" name="Group 217"/>
          <p:cNvGrpSpPr>
            <a:grpSpLocks/>
          </p:cNvGrpSpPr>
          <p:nvPr/>
        </p:nvGrpSpPr>
        <p:grpSpPr bwMode="auto">
          <a:xfrm>
            <a:off x="5670550" y="4006850"/>
            <a:ext cx="922338" cy="557213"/>
            <a:chOff x="3577" y="2753"/>
            <a:chExt cx="581" cy="351"/>
          </a:xfrm>
        </p:grpSpPr>
        <p:sp>
          <p:nvSpPr>
            <p:cNvPr id="19575" name="Line 216"/>
            <p:cNvSpPr>
              <a:spLocks noChangeShapeType="1"/>
            </p:cNvSpPr>
            <p:nvPr/>
          </p:nvSpPr>
          <p:spPr bwMode="auto">
            <a:xfrm flipV="1">
              <a:off x="4012" y="2753"/>
              <a:ext cx="146" cy="141"/>
            </a:xfrm>
            <a:prstGeom prst="line">
              <a:avLst/>
            </a:prstGeom>
            <a:noFill/>
            <a:ln w="3175">
              <a:solidFill>
                <a:srgbClr val="3333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76" name="Text Box 215"/>
            <p:cNvSpPr txBox="1">
              <a:spLocks noChangeArrowheads="1"/>
            </p:cNvSpPr>
            <p:nvPr/>
          </p:nvSpPr>
          <p:spPr bwMode="auto">
            <a:xfrm>
              <a:off x="3577" y="2890"/>
              <a:ext cx="502" cy="214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3333FF"/>
              </a:solidFill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600" i="0">
                  <a:ea typeface="黑体" pitchFamily="2" charset="-122"/>
                </a:rPr>
                <a:t>不可见</a:t>
              </a:r>
            </a:p>
          </p:txBody>
        </p:sp>
      </p:grpSp>
      <p:sp>
        <p:nvSpPr>
          <p:cNvPr id="103644" name="Text Box 220"/>
          <p:cNvSpPr txBox="1">
            <a:spLocks noChangeArrowheads="1"/>
          </p:cNvSpPr>
          <p:nvPr/>
        </p:nvSpPr>
        <p:spPr bwMode="auto">
          <a:xfrm>
            <a:off x="693738" y="5854700"/>
            <a:ext cx="2495550" cy="460375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/>
            </a:solidFill>
            <a:miter lim="800000"/>
            <a:headEnd/>
            <a:tailEnd type="none" w="sm" len="lg"/>
          </a:ln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i="0">
                <a:ea typeface="黑体" pitchFamily="2" charset="-122"/>
              </a:rPr>
              <a:t>利用积聚性投影    </a:t>
            </a:r>
          </a:p>
        </p:txBody>
      </p:sp>
      <p:sp>
        <p:nvSpPr>
          <p:cNvPr id="103645" name="Text Box 221"/>
          <p:cNvSpPr txBox="1">
            <a:spLocks noChangeArrowheads="1"/>
          </p:cNvSpPr>
          <p:nvPr/>
        </p:nvSpPr>
        <p:spPr bwMode="auto">
          <a:xfrm>
            <a:off x="3741738" y="5862638"/>
            <a:ext cx="4268787" cy="460375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/>
            </a:solidFill>
            <a:miter lim="800000"/>
            <a:headEnd/>
            <a:tailEnd type="none" w="sm" len="lg"/>
          </a:ln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i="0">
                <a:ea typeface="黑体" pitchFamily="2" charset="-122"/>
              </a:rPr>
              <a:t>辅助平面法（投影面平行面）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3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3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3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3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0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03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03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03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03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03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03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0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103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03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03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03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103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03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103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10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03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103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103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10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103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10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10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103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10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5" dur="500"/>
                                        <p:tgtEl>
                                          <p:spTgt spid="103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10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103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8" dur="500"/>
                                        <p:tgtEl>
                                          <p:spTgt spid="10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3" dur="500"/>
                                        <p:tgtEl>
                                          <p:spTgt spid="103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10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6" dur="500"/>
                                        <p:tgtEl>
                                          <p:spTgt spid="10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Par">
                      <p:stCondLst>
                        <p:cond delay="indefinite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103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8" dur="500"/>
                                        <p:tgtEl>
                                          <p:spTgt spid="10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2" dur="500"/>
                                        <p:tgtEl>
                                          <p:spTgt spid="10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 nodeType="clickPar">
                      <p:stCondLst>
                        <p:cond delay="indefinite"/>
                      </p:stCondLst>
                      <p:childTnLst>
                        <p:par>
                          <p:cTn id="2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0" dur="500"/>
                                        <p:tgtEl>
                                          <p:spTgt spid="10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4" dur="500"/>
                                        <p:tgtEl>
                                          <p:spTgt spid="10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8" dur="500"/>
                                        <p:tgtEl>
                                          <p:spTgt spid="103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 nodeType="clickPar">
                      <p:stCondLst>
                        <p:cond delay="indefinite"/>
                      </p:stCondLst>
                      <p:childTnLst>
                        <p:par>
                          <p:cTn id="2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500"/>
                                        <p:tgtEl>
                                          <p:spTgt spid="103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 nodeType="clickPar">
                      <p:stCondLst>
                        <p:cond delay="indefinite"/>
                      </p:stCondLst>
                      <p:childTnLst>
                        <p:par>
                          <p:cTn id="2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103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 nodeType="clickPar">
                      <p:stCondLst>
                        <p:cond delay="indefinite"/>
                      </p:stCondLst>
                      <p:childTnLst>
                        <p:par>
                          <p:cTn id="2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0" dur="500"/>
                                        <p:tgtEl>
                                          <p:spTgt spid="10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 nodeType="clickPar">
                      <p:stCondLst>
                        <p:cond delay="indefinite"/>
                      </p:stCondLst>
                      <p:childTnLst>
                        <p:par>
                          <p:cTn id="2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5" dur="500"/>
                                        <p:tgtEl>
                                          <p:spTgt spid="103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9" dur="500"/>
                                        <p:tgtEl>
                                          <p:spTgt spid="10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 nodeType="clickPar">
                      <p:stCondLst>
                        <p:cond delay="indefinite"/>
                      </p:stCondLst>
                      <p:childTnLst>
                        <p:par>
                          <p:cTn id="3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4" dur="500"/>
                                        <p:tgtEl>
                                          <p:spTgt spid="10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 nodeType="clickPar">
                      <p:stCondLst>
                        <p:cond delay="indefinite"/>
                      </p:stCondLst>
                      <p:childTnLst>
                        <p:par>
                          <p:cTn id="3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500"/>
                                        <p:tgtEl>
                                          <p:spTgt spid="103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3" dur="500"/>
                                        <p:tgtEl>
                                          <p:spTgt spid="103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7" dur="500"/>
                                        <p:tgtEl>
                                          <p:spTgt spid="103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1" dur="500"/>
                                        <p:tgtEl>
                                          <p:spTgt spid="103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5" dur="500"/>
                                        <p:tgtEl>
                                          <p:spTgt spid="103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 nodeType="clickPar">
                      <p:stCondLst>
                        <p:cond delay="indefinite"/>
                      </p:stCondLst>
                      <p:childTnLst>
                        <p:par>
                          <p:cTn id="3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0" dur="500"/>
                                        <p:tgtEl>
                                          <p:spTgt spid="103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4" dur="500"/>
                                        <p:tgtEl>
                                          <p:spTgt spid="103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8" dur="500"/>
                                        <p:tgtEl>
                                          <p:spTgt spid="103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2" dur="500"/>
                                        <p:tgtEl>
                                          <p:spTgt spid="10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6" dur="500"/>
                                        <p:tgtEl>
                                          <p:spTgt spid="10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0" dur="500"/>
                                        <p:tgtEl>
                                          <p:spTgt spid="10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 nodeType="clickPar">
                      <p:stCondLst>
                        <p:cond delay="indefinite"/>
                      </p:stCondLst>
                      <p:childTnLst>
                        <p:par>
                          <p:cTn id="3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7" dur="5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10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5" dur="500"/>
                                        <p:tgtEl>
                                          <p:spTgt spid="10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 nodeType="clickPar">
                      <p:stCondLst>
                        <p:cond delay="indefinite"/>
                      </p:stCondLst>
                      <p:childTnLst>
                        <p:par>
                          <p:cTn id="3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0" dur="500"/>
                                        <p:tgtEl>
                                          <p:spTgt spid="10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4" dur="500"/>
                                        <p:tgtEl>
                                          <p:spTgt spid="103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8" dur="500"/>
                                        <p:tgtEl>
                                          <p:spTgt spid="10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 nodeType="clickPar">
                      <p:stCondLst>
                        <p:cond delay="indefinite"/>
                      </p:stCondLst>
                      <p:childTnLst>
                        <p:par>
                          <p:cTn id="3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3" dur="500"/>
                                        <p:tgtEl>
                                          <p:spTgt spid="103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 nodeType="clickPar">
                      <p:stCondLst>
                        <p:cond delay="indefinite"/>
                      </p:stCondLst>
                      <p:childTnLst>
                        <p:par>
                          <p:cTn id="3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8" dur="500"/>
                                        <p:tgtEl>
                                          <p:spTgt spid="103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5" dur="500"/>
                                        <p:tgtEl>
                                          <p:spTgt spid="10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 nodeType="clickPar">
                      <p:stCondLst>
                        <p:cond delay="indefinite"/>
                      </p:stCondLst>
                      <p:childTnLst>
                        <p:par>
                          <p:cTn id="4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3" dur="500"/>
                                        <p:tgtEl>
                                          <p:spTgt spid="103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7" dur="500"/>
                                        <p:tgtEl>
                                          <p:spTgt spid="10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1" dur="500"/>
                                        <p:tgtEl>
                                          <p:spTgt spid="10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 nodeType="clickPar">
                      <p:stCondLst>
                        <p:cond delay="indefinite"/>
                      </p:stCondLst>
                      <p:childTnLst>
                        <p:par>
                          <p:cTn id="4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9" dur="500"/>
                                        <p:tgtEl>
                                          <p:spTgt spid="103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3" dur="500"/>
                                        <p:tgtEl>
                                          <p:spTgt spid="10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7" dur="500"/>
                                        <p:tgtEl>
                                          <p:spTgt spid="10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 nodeType="clickPar">
                      <p:stCondLst>
                        <p:cond delay="indefinite"/>
                      </p:stCondLst>
                      <p:childTnLst>
                        <p:par>
                          <p:cTn id="4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5" dur="500"/>
                                        <p:tgtEl>
                                          <p:spTgt spid="103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 nodeType="clickPar">
                      <p:stCondLst>
                        <p:cond delay="indefinite"/>
                      </p:stCondLst>
                      <p:childTnLst>
                        <p:par>
                          <p:cTn id="4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0" dur="500"/>
                                        <p:tgtEl>
                                          <p:spTgt spid="10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 nodeType="clickPar">
                      <p:stCondLst>
                        <p:cond delay="indefinite"/>
                      </p:stCondLst>
                      <p:childTnLst>
                        <p:par>
                          <p:cTn id="4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9" dur="500"/>
                                        <p:tgtEl>
                                          <p:spTgt spid="103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0" fill="hold" nodeType="clickPar">
                      <p:stCondLst>
                        <p:cond delay="indefinite"/>
                      </p:stCondLst>
                      <p:childTnLst>
                        <p:par>
                          <p:cTn id="4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4" dur="500"/>
                                        <p:tgtEl>
                                          <p:spTgt spid="103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 nodeType="clickPar">
                      <p:stCondLst>
                        <p:cond delay="indefinite"/>
                      </p:stCondLst>
                      <p:childTnLst>
                        <p:par>
                          <p:cTn id="4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9" dur="500"/>
                                        <p:tgtEl>
                                          <p:spTgt spid="10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0" fill="hold" nodeType="clickPar">
                      <p:stCondLst>
                        <p:cond delay="indefinite"/>
                      </p:stCondLst>
                      <p:childTnLst>
                        <p:par>
                          <p:cTn id="4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4" dur="500"/>
                                        <p:tgtEl>
                                          <p:spTgt spid="103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 nodeType="clickPar">
                      <p:stCondLst>
                        <p:cond delay="indefinite"/>
                      </p:stCondLst>
                      <p:childTnLst>
                        <p:par>
                          <p:cTn id="4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9" dur="500"/>
                                        <p:tgtEl>
                                          <p:spTgt spid="103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0" fill="hold" nodeType="clickPar">
                      <p:stCondLst>
                        <p:cond delay="indefinite"/>
                      </p:stCondLst>
                      <p:childTnLst>
                        <p:par>
                          <p:cTn id="4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4" dur="500"/>
                                        <p:tgtEl>
                                          <p:spTgt spid="103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6" grpId="0" animBg="1"/>
      <p:bldP spid="103643" grpId="0" animBg="1"/>
      <p:bldP spid="103427" grpId="0" animBg="1"/>
      <p:bldP spid="103473" grpId="0" animBg="1"/>
      <p:bldP spid="103626" grpId="0" animBg="1"/>
      <p:bldP spid="103627" grpId="0" animBg="1"/>
      <p:bldP spid="103429" grpId="0" animBg="1"/>
      <p:bldP spid="103430" grpId="0" animBg="1"/>
      <p:bldP spid="103432" grpId="0" autoUpdateAnimBg="0"/>
      <p:bldP spid="103433" grpId="0" autoUpdateAnimBg="0"/>
      <p:bldP spid="103434" grpId="0" animBg="1"/>
      <p:bldP spid="103435" grpId="0" animBg="1"/>
      <p:bldP spid="103436" grpId="0" animBg="1"/>
      <p:bldP spid="103437" grpId="0" animBg="1"/>
      <p:bldP spid="103438" grpId="0" animBg="1"/>
      <p:bldP spid="103439" grpId="0" animBg="1"/>
      <p:bldP spid="103440" grpId="0" animBg="1"/>
      <p:bldP spid="103441" grpId="0" animBg="1"/>
      <p:bldP spid="103442" grpId="0" animBg="1"/>
      <p:bldP spid="103443" grpId="0" animBg="1"/>
      <p:bldP spid="103444" grpId="0" animBg="1"/>
      <p:bldP spid="103445" grpId="0" animBg="1"/>
      <p:bldP spid="103446" grpId="0" animBg="1"/>
      <p:bldP spid="103447" grpId="0" animBg="1"/>
      <p:bldP spid="103452" grpId="0" animBg="1"/>
      <p:bldP spid="103453" grpId="0" animBg="1"/>
      <p:bldP spid="103454" grpId="0" animBg="1"/>
      <p:bldP spid="103455" grpId="0" animBg="1"/>
      <p:bldP spid="103456" grpId="0" animBg="1"/>
      <p:bldP spid="103457" grpId="0" animBg="1"/>
      <p:bldP spid="103458" grpId="0" animBg="1"/>
      <p:bldP spid="103459" grpId="0" animBg="1"/>
      <p:bldP spid="103460" grpId="0" animBg="1"/>
      <p:bldP spid="103461" grpId="0" animBg="1"/>
      <p:bldP spid="103462" grpId="0" animBg="1"/>
      <p:bldP spid="103464" grpId="0" animBg="1"/>
      <p:bldP spid="103465" grpId="0" animBg="1"/>
      <p:bldP spid="103467" grpId="0" animBg="1"/>
      <p:bldP spid="103468" grpId="0" animBg="1"/>
      <p:bldP spid="103469" grpId="0" animBg="1"/>
      <p:bldP spid="103470" grpId="0" animBg="1"/>
      <p:bldP spid="103471" grpId="0" animBg="1"/>
      <p:bldP spid="103472" grpId="0" animBg="1"/>
      <p:bldP spid="103475" grpId="0" animBg="1"/>
      <p:bldP spid="103476" grpId="0" animBg="1"/>
      <p:bldP spid="103477" grpId="0" animBg="1"/>
      <p:bldP spid="103478" grpId="0" animBg="1"/>
      <p:bldP spid="103479" grpId="0" animBg="1"/>
      <p:bldP spid="103480" grpId="0" animBg="1"/>
      <p:bldP spid="103481" grpId="0" animBg="1"/>
      <p:bldP spid="103482" grpId="0" animBg="1"/>
      <p:bldP spid="103483" grpId="0" animBg="1"/>
      <p:bldP spid="103484" grpId="0" animBg="1"/>
      <p:bldP spid="103486" grpId="0" animBg="1"/>
      <p:bldP spid="103488" grpId="0" animBg="1"/>
      <p:bldP spid="103489" grpId="0" animBg="1"/>
      <p:bldP spid="103490" grpId="0" animBg="1"/>
      <p:bldP spid="103492" grpId="0" autoUpdateAnimBg="0"/>
      <p:bldP spid="103493" grpId="0" animBg="1"/>
      <p:bldP spid="103494" grpId="0" animBg="1"/>
      <p:bldP spid="103495" grpId="0" animBg="1"/>
      <p:bldP spid="103499" grpId="0" animBg="1"/>
      <p:bldP spid="103500" grpId="0" build="p" autoUpdateAnimBg="0" advAuto="0"/>
      <p:bldP spid="103501" grpId="0" autoUpdateAnimBg="0"/>
      <p:bldP spid="103502" grpId="0" autoUpdateAnimBg="0"/>
      <p:bldP spid="103503" grpId="0" autoUpdateAnimBg="0"/>
      <p:bldP spid="103504" grpId="0" autoUpdateAnimBg="0"/>
      <p:bldP spid="103505" grpId="0" autoUpdateAnimBg="0"/>
      <p:bldP spid="103506" grpId="0" autoUpdateAnimBg="0"/>
      <p:bldP spid="103507" grpId="0" autoUpdateAnimBg="0"/>
      <p:bldP spid="103508" grpId="0" autoUpdateAnimBg="0"/>
      <p:bldP spid="103509" grpId="0" autoUpdateAnimBg="0"/>
      <p:bldP spid="103510" grpId="0" autoUpdateAnimBg="0"/>
      <p:bldP spid="103511" grpId="0" autoUpdateAnimBg="0"/>
      <p:bldP spid="103512" grpId="0" autoUpdateAnimBg="0"/>
      <p:bldP spid="103514" grpId="0" autoUpdateAnimBg="0"/>
      <p:bldP spid="103515" grpId="0" autoUpdateAnimBg="0"/>
      <p:bldP spid="103516" grpId="0" autoUpdateAnimBg="0"/>
      <p:bldP spid="103517" grpId="0" autoUpdateAnimBg="0"/>
      <p:bldP spid="103518" grpId="0" autoUpdateAnimBg="0"/>
      <p:bldP spid="103519" grpId="0" autoUpdateAnimBg="0"/>
      <p:bldP spid="103520" grpId="0" autoUpdateAnimBg="0"/>
      <p:bldP spid="103521" grpId="0" autoUpdateAnimBg="0"/>
      <p:bldP spid="103522" grpId="0" autoUpdateAnimBg="0"/>
      <p:bldP spid="103523" grpId="0" autoUpdateAnimBg="0"/>
      <p:bldP spid="103524" grpId="0" autoUpdateAnimBg="0"/>
      <p:bldP spid="103526" grpId="0" animBg="1"/>
      <p:bldP spid="103527" grpId="0" animBg="1"/>
      <p:bldP spid="103528" grpId="0" animBg="1"/>
      <p:bldP spid="103613" grpId="0" animBg="1"/>
      <p:bldP spid="103614" grpId="0" animBg="1"/>
      <p:bldP spid="103615" grpId="0" animBg="1"/>
      <p:bldP spid="103616" grpId="0" animBg="1"/>
      <p:bldP spid="103466" grpId="0" animBg="1"/>
      <p:bldP spid="103617" grpId="0" animBg="1"/>
      <p:bldP spid="103618" grpId="0" animBg="1"/>
      <p:bldP spid="103513" grpId="0" autoUpdateAnimBg="0"/>
      <p:bldP spid="103496" grpId="0" animBg="1"/>
      <p:bldP spid="103498" grpId="0" animBg="1"/>
      <p:bldP spid="103497" grpId="0" animBg="1"/>
      <p:bldP spid="103619" grpId="0" animBg="1"/>
      <p:bldP spid="103628" grpId="0" animBg="1"/>
      <p:bldP spid="103629" grpId="0" animBg="1"/>
      <p:bldP spid="103450" grpId="0" animBg="1"/>
      <p:bldP spid="103630" grpId="0" animBg="1"/>
      <p:bldP spid="103631" grpId="0" animBg="1"/>
      <p:bldP spid="103634" grpId="0" animBg="1"/>
      <p:bldP spid="103635" grpId="0" animBg="1"/>
      <p:bldP spid="103636" grpId="0" animBg="1"/>
      <p:bldP spid="103637" grpId="0" animBg="1"/>
      <p:bldP spid="103491" grpId="0" animBg="1"/>
      <p:bldP spid="103644" grpId="0" animBg="1"/>
      <p:bldP spid="10364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AB076BD1-5FAD-4B63-AE5A-D8F16E64DACC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19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04450" name="Line 2"/>
          <p:cNvSpPr>
            <a:spLocks noChangeShapeType="1"/>
          </p:cNvSpPr>
          <p:nvPr/>
        </p:nvSpPr>
        <p:spPr bwMode="auto">
          <a:xfrm flipV="1">
            <a:off x="2181225" y="4086225"/>
            <a:ext cx="96202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4451" name="Line 3"/>
          <p:cNvSpPr>
            <a:spLocks noChangeShapeType="1"/>
          </p:cNvSpPr>
          <p:nvPr/>
        </p:nvSpPr>
        <p:spPr bwMode="auto">
          <a:xfrm flipV="1">
            <a:off x="2171700" y="1971675"/>
            <a:ext cx="714375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4452" name="Rectangle 4"/>
          <p:cNvSpPr>
            <a:spLocks noChangeArrowheads="1"/>
          </p:cNvSpPr>
          <p:nvPr/>
        </p:nvSpPr>
        <p:spPr bwMode="auto">
          <a:xfrm>
            <a:off x="741363" y="0"/>
            <a:ext cx="3475037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4453" name="Line 5"/>
          <p:cNvSpPr>
            <a:spLocks noChangeShapeType="1"/>
          </p:cNvSpPr>
          <p:nvPr/>
        </p:nvSpPr>
        <p:spPr bwMode="auto">
          <a:xfrm flipV="1">
            <a:off x="2166938" y="2100263"/>
            <a:ext cx="312737" cy="1000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454" name="Line 6"/>
          <p:cNvSpPr>
            <a:spLocks noChangeShapeType="1"/>
          </p:cNvSpPr>
          <p:nvPr/>
        </p:nvSpPr>
        <p:spPr bwMode="auto">
          <a:xfrm flipV="1">
            <a:off x="2770188" y="1976438"/>
            <a:ext cx="104775" cy="33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455" name="Line 7"/>
          <p:cNvSpPr>
            <a:spLocks noChangeShapeType="1"/>
          </p:cNvSpPr>
          <p:nvPr/>
        </p:nvSpPr>
        <p:spPr bwMode="auto">
          <a:xfrm flipV="1">
            <a:off x="2190750" y="4324350"/>
            <a:ext cx="279400" cy="104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456" name="Line 8"/>
          <p:cNvSpPr>
            <a:spLocks noChangeShapeType="1"/>
          </p:cNvSpPr>
          <p:nvPr/>
        </p:nvSpPr>
        <p:spPr bwMode="auto">
          <a:xfrm flipV="1">
            <a:off x="2778125" y="4076700"/>
            <a:ext cx="38100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457" name="Line 9"/>
          <p:cNvSpPr>
            <a:spLocks noChangeShapeType="1"/>
          </p:cNvSpPr>
          <p:nvPr/>
        </p:nvSpPr>
        <p:spPr bwMode="auto">
          <a:xfrm flipV="1">
            <a:off x="2476500" y="2095500"/>
            <a:ext cx="0" cy="22288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4458" name="Line 10"/>
          <p:cNvSpPr>
            <a:spLocks noChangeShapeType="1"/>
          </p:cNvSpPr>
          <p:nvPr/>
        </p:nvSpPr>
        <p:spPr bwMode="auto">
          <a:xfrm flipV="1">
            <a:off x="2771775" y="2009775"/>
            <a:ext cx="0" cy="221932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492" name="Text Box 11"/>
          <p:cNvSpPr txBox="1">
            <a:spLocks noChangeArrowheads="1"/>
          </p:cNvSpPr>
          <p:nvPr/>
        </p:nvSpPr>
        <p:spPr bwMode="auto">
          <a:xfrm>
            <a:off x="363538" y="292100"/>
            <a:ext cx="87804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i="0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b="1" i="0" dirty="0">
                <a:latin typeface="黑体" pitchFamily="2" charset="-122"/>
                <a:ea typeface="黑体" pitchFamily="2" charset="-122"/>
              </a:rPr>
              <a:t>．一般</a:t>
            </a:r>
            <a:r>
              <a:rPr lang="zh-CN" altLang="en-US" b="1" i="0" dirty="0" smtClean="0">
                <a:latin typeface="黑体" pitchFamily="2" charset="-122"/>
                <a:ea typeface="黑体" pitchFamily="2" charset="-122"/>
              </a:rPr>
              <a:t>情况 </a:t>
            </a:r>
            <a:r>
              <a:rPr lang="zh-CN" altLang="en-US" b="1" i="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zh-CN" altLang="en-US" b="1" i="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自学） 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870075" y="1135063"/>
            <a:ext cx="1384300" cy="3517900"/>
            <a:chOff x="1112" y="1056"/>
            <a:chExt cx="872" cy="2216"/>
          </a:xfrm>
        </p:grpSpPr>
        <p:sp>
          <p:nvSpPr>
            <p:cNvPr id="20589" name="Line 13"/>
            <p:cNvSpPr>
              <a:spLocks noChangeShapeType="1"/>
            </p:cNvSpPr>
            <p:nvPr/>
          </p:nvSpPr>
          <p:spPr bwMode="auto">
            <a:xfrm>
              <a:off x="1552" y="1056"/>
              <a:ext cx="0" cy="10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90" name="Line 14"/>
            <p:cNvSpPr>
              <a:spLocks noChangeShapeType="1"/>
            </p:cNvSpPr>
            <p:nvPr/>
          </p:nvSpPr>
          <p:spPr bwMode="auto">
            <a:xfrm>
              <a:off x="1552" y="2400"/>
              <a:ext cx="0" cy="8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91" name="Line 15"/>
            <p:cNvSpPr>
              <a:spLocks noChangeShapeType="1"/>
            </p:cNvSpPr>
            <p:nvPr/>
          </p:nvSpPr>
          <p:spPr bwMode="auto">
            <a:xfrm>
              <a:off x="1112" y="2832"/>
              <a:ext cx="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92" name="Oval 16"/>
            <p:cNvSpPr>
              <a:spLocks noChangeArrowheads="1"/>
            </p:cNvSpPr>
            <p:nvPr/>
          </p:nvSpPr>
          <p:spPr bwMode="auto">
            <a:xfrm>
              <a:off x="1168" y="2448"/>
              <a:ext cx="760" cy="7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0593" name="AutoShape 17"/>
            <p:cNvSpPr>
              <a:spLocks noChangeArrowheads="1"/>
            </p:cNvSpPr>
            <p:nvPr/>
          </p:nvSpPr>
          <p:spPr bwMode="auto">
            <a:xfrm>
              <a:off x="1168" y="1112"/>
              <a:ext cx="768" cy="920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1133475" y="1706563"/>
            <a:ext cx="2679700" cy="3092450"/>
            <a:chOff x="714" y="1075"/>
            <a:chExt cx="1688" cy="1948"/>
          </a:xfrm>
        </p:grpSpPr>
        <p:sp>
          <p:nvSpPr>
            <p:cNvPr id="20583" name="Line 19"/>
            <p:cNvSpPr>
              <a:spLocks noChangeShapeType="1"/>
            </p:cNvSpPr>
            <p:nvPr/>
          </p:nvSpPr>
          <p:spPr bwMode="auto">
            <a:xfrm flipV="1">
              <a:off x="730" y="1379"/>
              <a:ext cx="648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4" name="Line 20"/>
            <p:cNvSpPr>
              <a:spLocks noChangeShapeType="1"/>
            </p:cNvSpPr>
            <p:nvPr/>
          </p:nvSpPr>
          <p:spPr bwMode="auto">
            <a:xfrm flipV="1">
              <a:off x="1818" y="1075"/>
              <a:ext cx="584" cy="1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5" name="Line 21"/>
            <p:cNvSpPr>
              <a:spLocks noChangeShapeType="1"/>
            </p:cNvSpPr>
            <p:nvPr/>
          </p:nvSpPr>
          <p:spPr bwMode="auto">
            <a:xfrm>
              <a:off x="2402" y="1075"/>
              <a:ext cx="0" cy="135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6" name="Line 22"/>
            <p:cNvSpPr>
              <a:spLocks noChangeShapeType="1"/>
            </p:cNvSpPr>
            <p:nvPr/>
          </p:nvSpPr>
          <p:spPr bwMode="auto">
            <a:xfrm>
              <a:off x="728" y="1571"/>
              <a:ext cx="0" cy="145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7" name="Line 23"/>
            <p:cNvSpPr>
              <a:spLocks noChangeShapeType="1"/>
            </p:cNvSpPr>
            <p:nvPr/>
          </p:nvSpPr>
          <p:spPr bwMode="auto">
            <a:xfrm flipV="1">
              <a:off x="714" y="2787"/>
              <a:ext cx="675" cy="2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8" name="Line 24"/>
            <p:cNvSpPr>
              <a:spLocks noChangeShapeType="1"/>
            </p:cNvSpPr>
            <p:nvPr/>
          </p:nvSpPr>
          <p:spPr bwMode="auto">
            <a:xfrm flipV="1">
              <a:off x="1981" y="2423"/>
              <a:ext cx="421" cy="1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4473" name="Oval 25"/>
          <p:cNvSpPr>
            <a:spLocks noChangeArrowheads="1"/>
          </p:cNvSpPr>
          <p:nvPr/>
        </p:nvSpPr>
        <p:spPr bwMode="auto">
          <a:xfrm>
            <a:off x="6048375" y="4056063"/>
            <a:ext cx="1231900" cy="12319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5095875" y="893763"/>
            <a:ext cx="1409700" cy="3073400"/>
            <a:chOff x="3144" y="904"/>
            <a:chExt cx="888" cy="1936"/>
          </a:xfrm>
        </p:grpSpPr>
        <p:sp>
          <p:nvSpPr>
            <p:cNvPr id="20577" name="Oval 27"/>
            <p:cNvSpPr>
              <a:spLocks noChangeArrowheads="1"/>
            </p:cNvSpPr>
            <p:nvPr/>
          </p:nvSpPr>
          <p:spPr bwMode="auto">
            <a:xfrm>
              <a:off x="3192" y="944"/>
              <a:ext cx="776" cy="7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0578" name="Oval 28"/>
            <p:cNvSpPr>
              <a:spLocks noChangeArrowheads="1"/>
            </p:cNvSpPr>
            <p:nvPr/>
          </p:nvSpPr>
          <p:spPr bwMode="auto">
            <a:xfrm>
              <a:off x="3192" y="2016"/>
              <a:ext cx="776" cy="7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0579" name="Line 29"/>
            <p:cNvSpPr>
              <a:spLocks noChangeShapeType="1"/>
            </p:cNvSpPr>
            <p:nvPr/>
          </p:nvSpPr>
          <p:spPr bwMode="auto">
            <a:xfrm>
              <a:off x="3144" y="2408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0" name="Line 30"/>
            <p:cNvSpPr>
              <a:spLocks noChangeShapeType="1"/>
            </p:cNvSpPr>
            <p:nvPr/>
          </p:nvSpPr>
          <p:spPr bwMode="auto">
            <a:xfrm>
              <a:off x="3152" y="1336"/>
              <a:ext cx="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1" name="Line 31"/>
            <p:cNvSpPr>
              <a:spLocks noChangeShapeType="1"/>
            </p:cNvSpPr>
            <p:nvPr/>
          </p:nvSpPr>
          <p:spPr bwMode="auto">
            <a:xfrm>
              <a:off x="3584" y="904"/>
              <a:ext cx="0" cy="8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2" name="Line 32"/>
            <p:cNvSpPr>
              <a:spLocks noChangeShapeType="1"/>
            </p:cNvSpPr>
            <p:nvPr/>
          </p:nvSpPr>
          <p:spPr bwMode="auto">
            <a:xfrm>
              <a:off x="3584" y="1984"/>
              <a:ext cx="0" cy="8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4481" name="Line 33"/>
          <p:cNvSpPr>
            <a:spLocks noChangeShapeType="1"/>
          </p:cNvSpPr>
          <p:nvPr/>
        </p:nvSpPr>
        <p:spPr bwMode="auto">
          <a:xfrm flipH="1">
            <a:off x="5362575" y="1135063"/>
            <a:ext cx="1295400" cy="11303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4482" name="Line 34"/>
          <p:cNvSpPr>
            <a:spLocks noChangeShapeType="1"/>
          </p:cNvSpPr>
          <p:nvPr/>
        </p:nvSpPr>
        <p:spPr bwMode="auto">
          <a:xfrm>
            <a:off x="5362575" y="2265363"/>
            <a:ext cx="0" cy="17145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4483" name="Line 35"/>
          <p:cNvSpPr>
            <a:spLocks noChangeShapeType="1"/>
          </p:cNvSpPr>
          <p:nvPr/>
        </p:nvSpPr>
        <p:spPr bwMode="auto">
          <a:xfrm>
            <a:off x="6657975" y="1135063"/>
            <a:ext cx="0" cy="20066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4484" name="Line 36"/>
          <p:cNvSpPr>
            <a:spLocks noChangeShapeType="1"/>
          </p:cNvSpPr>
          <p:nvPr/>
        </p:nvSpPr>
        <p:spPr bwMode="auto">
          <a:xfrm flipV="1">
            <a:off x="5362575" y="3141663"/>
            <a:ext cx="1295400" cy="8255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485" name="Line 37"/>
          <p:cNvSpPr>
            <a:spLocks noChangeShapeType="1"/>
          </p:cNvSpPr>
          <p:nvPr/>
        </p:nvSpPr>
        <p:spPr bwMode="auto">
          <a:xfrm flipV="1">
            <a:off x="5210175" y="3255963"/>
            <a:ext cx="2124075" cy="1354137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486" name="Line 38"/>
          <p:cNvSpPr>
            <a:spLocks noChangeShapeType="1"/>
          </p:cNvSpPr>
          <p:nvPr/>
        </p:nvSpPr>
        <p:spPr bwMode="auto">
          <a:xfrm>
            <a:off x="4689475" y="2417763"/>
            <a:ext cx="25400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4487" name="Line 39"/>
          <p:cNvSpPr>
            <a:spLocks noChangeShapeType="1"/>
          </p:cNvSpPr>
          <p:nvPr/>
        </p:nvSpPr>
        <p:spPr bwMode="auto">
          <a:xfrm>
            <a:off x="5794375" y="3281363"/>
            <a:ext cx="877888" cy="1389062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488" name="Line 40"/>
          <p:cNvSpPr>
            <a:spLocks noChangeShapeType="1"/>
          </p:cNvSpPr>
          <p:nvPr/>
        </p:nvSpPr>
        <p:spPr bwMode="auto">
          <a:xfrm>
            <a:off x="5356225" y="3960813"/>
            <a:ext cx="338138" cy="53657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489" name="Line 41"/>
          <p:cNvSpPr>
            <a:spLocks noChangeShapeType="1"/>
          </p:cNvSpPr>
          <p:nvPr/>
        </p:nvSpPr>
        <p:spPr bwMode="auto">
          <a:xfrm>
            <a:off x="6657975" y="3154363"/>
            <a:ext cx="920750" cy="145732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490" name="Line 42"/>
          <p:cNvSpPr>
            <a:spLocks noChangeShapeType="1"/>
          </p:cNvSpPr>
          <p:nvPr/>
        </p:nvSpPr>
        <p:spPr bwMode="auto">
          <a:xfrm flipV="1">
            <a:off x="6032500" y="4306888"/>
            <a:ext cx="1204913" cy="7683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491" name="Line 43"/>
          <p:cNvSpPr>
            <a:spLocks noChangeShapeType="1"/>
          </p:cNvSpPr>
          <p:nvPr/>
        </p:nvSpPr>
        <p:spPr bwMode="auto">
          <a:xfrm>
            <a:off x="5686425" y="4497388"/>
            <a:ext cx="1895475" cy="12382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4492" name="Oval 44"/>
          <p:cNvSpPr>
            <a:spLocks noChangeArrowheads="1"/>
          </p:cNvSpPr>
          <p:nvPr/>
        </p:nvSpPr>
        <p:spPr bwMode="auto">
          <a:xfrm>
            <a:off x="6172200" y="4189413"/>
            <a:ext cx="987425" cy="950912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4493" name="Line 45"/>
          <p:cNvSpPr>
            <a:spLocks noChangeShapeType="1"/>
          </p:cNvSpPr>
          <p:nvPr/>
        </p:nvSpPr>
        <p:spPr bwMode="auto">
          <a:xfrm flipV="1">
            <a:off x="5362575" y="2135188"/>
            <a:ext cx="152400" cy="133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4494" name="Line 46"/>
          <p:cNvSpPr>
            <a:spLocks noChangeShapeType="1"/>
          </p:cNvSpPr>
          <p:nvPr/>
        </p:nvSpPr>
        <p:spPr bwMode="auto">
          <a:xfrm flipV="1">
            <a:off x="6372225" y="1125538"/>
            <a:ext cx="285750" cy="266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4495" name="Line 47"/>
          <p:cNvSpPr>
            <a:spLocks noChangeShapeType="1"/>
          </p:cNvSpPr>
          <p:nvPr/>
        </p:nvSpPr>
        <p:spPr bwMode="auto">
          <a:xfrm flipV="1">
            <a:off x="5362575" y="3840163"/>
            <a:ext cx="200025" cy="123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4496" name="Line 48"/>
          <p:cNvSpPr>
            <a:spLocks noChangeShapeType="1"/>
          </p:cNvSpPr>
          <p:nvPr/>
        </p:nvSpPr>
        <p:spPr bwMode="auto">
          <a:xfrm flipV="1">
            <a:off x="6410325" y="3144838"/>
            <a:ext cx="247650" cy="161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4497" name="Line 49"/>
          <p:cNvSpPr>
            <a:spLocks noChangeShapeType="1"/>
          </p:cNvSpPr>
          <p:nvPr/>
        </p:nvSpPr>
        <p:spPr bwMode="auto">
          <a:xfrm>
            <a:off x="5686425" y="4497388"/>
            <a:ext cx="381000" cy="28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4498" name="Line 50"/>
          <p:cNvSpPr>
            <a:spLocks noChangeShapeType="1"/>
          </p:cNvSpPr>
          <p:nvPr/>
        </p:nvSpPr>
        <p:spPr bwMode="auto">
          <a:xfrm>
            <a:off x="7267575" y="4602163"/>
            <a:ext cx="323850" cy="19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4499" name="Line 51"/>
          <p:cNvSpPr>
            <a:spLocks noChangeShapeType="1"/>
          </p:cNvSpPr>
          <p:nvPr/>
        </p:nvSpPr>
        <p:spPr bwMode="auto">
          <a:xfrm>
            <a:off x="5567363" y="3846513"/>
            <a:ext cx="239712" cy="3810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500" name="Line 52"/>
          <p:cNvSpPr>
            <a:spLocks noChangeShapeType="1"/>
          </p:cNvSpPr>
          <p:nvPr/>
        </p:nvSpPr>
        <p:spPr bwMode="auto">
          <a:xfrm flipH="1" flipV="1">
            <a:off x="5951538" y="4119563"/>
            <a:ext cx="238125" cy="4127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4501" name="Line 53"/>
          <p:cNvSpPr>
            <a:spLocks noChangeShapeType="1"/>
          </p:cNvSpPr>
          <p:nvPr/>
        </p:nvSpPr>
        <p:spPr bwMode="auto">
          <a:xfrm>
            <a:off x="5708650" y="3741738"/>
            <a:ext cx="268288" cy="4254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502" name="Line 54"/>
          <p:cNvSpPr>
            <a:spLocks noChangeShapeType="1"/>
          </p:cNvSpPr>
          <p:nvPr/>
        </p:nvSpPr>
        <p:spPr bwMode="auto">
          <a:xfrm>
            <a:off x="6596063" y="3721100"/>
            <a:ext cx="557212" cy="881063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503" name="Line 55"/>
          <p:cNvSpPr>
            <a:spLocks noChangeShapeType="1"/>
          </p:cNvSpPr>
          <p:nvPr/>
        </p:nvSpPr>
        <p:spPr bwMode="auto">
          <a:xfrm>
            <a:off x="6348413" y="3340100"/>
            <a:ext cx="244475" cy="385763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504" name="AutoShape 56"/>
          <p:cNvSpPr>
            <a:spLocks noChangeArrowheads="1"/>
          </p:cNvSpPr>
          <p:nvPr/>
        </p:nvSpPr>
        <p:spPr bwMode="auto">
          <a:xfrm>
            <a:off x="6153150" y="4497388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4505" name="AutoShape 57"/>
          <p:cNvSpPr>
            <a:spLocks noChangeArrowheads="1"/>
          </p:cNvSpPr>
          <p:nvPr/>
        </p:nvSpPr>
        <p:spPr bwMode="auto">
          <a:xfrm>
            <a:off x="7118350" y="4560888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4506" name="Line 58"/>
          <p:cNvSpPr>
            <a:spLocks noChangeShapeType="1"/>
          </p:cNvSpPr>
          <p:nvPr/>
        </p:nvSpPr>
        <p:spPr bwMode="auto">
          <a:xfrm flipH="1">
            <a:off x="950913" y="1204913"/>
            <a:ext cx="1616075" cy="1490662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507" name="Line 59"/>
          <p:cNvSpPr>
            <a:spLocks noChangeShapeType="1"/>
          </p:cNvSpPr>
          <p:nvPr/>
        </p:nvSpPr>
        <p:spPr bwMode="auto">
          <a:xfrm>
            <a:off x="2562225" y="1200150"/>
            <a:ext cx="1533525" cy="149542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4508" name="Line 60"/>
          <p:cNvSpPr>
            <a:spLocks noChangeShapeType="1"/>
          </p:cNvSpPr>
          <p:nvPr/>
        </p:nvSpPr>
        <p:spPr bwMode="auto">
          <a:xfrm>
            <a:off x="952500" y="2692400"/>
            <a:ext cx="3138488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509" name="Line 61"/>
          <p:cNvSpPr>
            <a:spLocks noChangeShapeType="1"/>
          </p:cNvSpPr>
          <p:nvPr/>
        </p:nvSpPr>
        <p:spPr bwMode="auto">
          <a:xfrm>
            <a:off x="3252788" y="1866900"/>
            <a:ext cx="0" cy="21717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510" name="Line 62"/>
          <p:cNvSpPr>
            <a:spLocks noChangeShapeType="1"/>
          </p:cNvSpPr>
          <p:nvPr/>
        </p:nvSpPr>
        <p:spPr bwMode="auto">
          <a:xfrm flipH="1">
            <a:off x="962025" y="3952875"/>
            <a:ext cx="1600200" cy="957263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511" name="Line 63"/>
          <p:cNvSpPr>
            <a:spLocks noChangeShapeType="1"/>
          </p:cNvSpPr>
          <p:nvPr/>
        </p:nvSpPr>
        <p:spPr bwMode="auto">
          <a:xfrm>
            <a:off x="4090988" y="2695575"/>
            <a:ext cx="0" cy="143827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512" name="Line 64"/>
          <p:cNvSpPr>
            <a:spLocks noChangeShapeType="1"/>
          </p:cNvSpPr>
          <p:nvPr/>
        </p:nvSpPr>
        <p:spPr bwMode="auto">
          <a:xfrm>
            <a:off x="2562225" y="3952875"/>
            <a:ext cx="1524000" cy="18097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513" name="Line 65"/>
          <p:cNvSpPr>
            <a:spLocks noChangeShapeType="1"/>
          </p:cNvSpPr>
          <p:nvPr/>
        </p:nvSpPr>
        <p:spPr bwMode="auto">
          <a:xfrm flipV="1">
            <a:off x="952500" y="4133850"/>
            <a:ext cx="3138488" cy="7810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514" name="Line 66"/>
          <p:cNvSpPr>
            <a:spLocks noChangeShapeType="1"/>
          </p:cNvSpPr>
          <p:nvPr/>
        </p:nvSpPr>
        <p:spPr bwMode="auto">
          <a:xfrm flipV="1">
            <a:off x="2428875" y="3952875"/>
            <a:ext cx="133350" cy="58102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515" name="Line 67"/>
          <p:cNvSpPr>
            <a:spLocks noChangeShapeType="1"/>
          </p:cNvSpPr>
          <p:nvPr/>
        </p:nvSpPr>
        <p:spPr bwMode="auto">
          <a:xfrm>
            <a:off x="2562225" y="3952875"/>
            <a:ext cx="366713" cy="471488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517" name="AutoShape 69"/>
          <p:cNvSpPr>
            <a:spLocks noChangeArrowheads="1"/>
          </p:cNvSpPr>
          <p:nvPr/>
        </p:nvSpPr>
        <p:spPr bwMode="auto">
          <a:xfrm>
            <a:off x="2438400" y="2057400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4518" name="AutoShape 70"/>
          <p:cNvSpPr>
            <a:spLocks noChangeArrowheads="1"/>
          </p:cNvSpPr>
          <p:nvPr/>
        </p:nvSpPr>
        <p:spPr bwMode="auto">
          <a:xfrm>
            <a:off x="2724150" y="1971675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4520" name="AutoShape 72"/>
          <p:cNvSpPr>
            <a:spLocks noChangeArrowheads="1"/>
          </p:cNvSpPr>
          <p:nvPr/>
        </p:nvSpPr>
        <p:spPr bwMode="auto">
          <a:xfrm>
            <a:off x="2438400" y="4276725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4521" name="AutoShape 73"/>
          <p:cNvSpPr>
            <a:spLocks noChangeArrowheads="1"/>
          </p:cNvSpPr>
          <p:nvPr/>
        </p:nvSpPr>
        <p:spPr bwMode="auto">
          <a:xfrm>
            <a:off x="2733675" y="4191000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4522" name="Line 74"/>
          <p:cNvSpPr>
            <a:spLocks noChangeShapeType="1"/>
          </p:cNvSpPr>
          <p:nvPr/>
        </p:nvSpPr>
        <p:spPr bwMode="auto">
          <a:xfrm>
            <a:off x="5800725" y="4217988"/>
            <a:ext cx="450850" cy="71437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523" name="Line 75"/>
          <p:cNvSpPr>
            <a:spLocks noChangeShapeType="1"/>
          </p:cNvSpPr>
          <p:nvPr/>
        </p:nvSpPr>
        <p:spPr bwMode="auto">
          <a:xfrm>
            <a:off x="952500" y="2695575"/>
            <a:ext cx="0" cy="2214563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525" name="Text Box 77"/>
          <p:cNvSpPr txBox="1">
            <a:spLocks noChangeArrowheads="1"/>
          </p:cNvSpPr>
          <p:nvPr/>
        </p:nvSpPr>
        <p:spPr bwMode="auto">
          <a:xfrm>
            <a:off x="2279650" y="912813"/>
            <a:ext cx="327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s’</a:t>
            </a:r>
          </a:p>
        </p:txBody>
      </p:sp>
      <p:sp>
        <p:nvSpPr>
          <p:cNvPr id="104526" name="Text Box 78"/>
          <p:cNvSpPr txBox="1">
            <a:spLocks noChangeArrowheads="1"/>
          </p:cNvSpPr>
          <p:nvPr/>
        </p:nvSpPr>
        <p:spPr bwMode="auto">
          <a:xfrm>
            <a:off x="939800" y="2219325"/>
            <a:ext cx="327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a’</a:t>
            </a:r>
          </a:p>
        </p:txBody>
      </p:sp>
      <p:sp>
        <p:nvSpPr>
          <p:cNvPr id="104527" name="Text Box 79"/>
          <p:cNvSpPr txBox="1">
            <a:spLocks noChangeArrowheads="1"/>
          </p:cNvSpPr>
          <p:nvPr/>
        </p:nvSpPr>
        <p:spPr bwMode="auto">
          <a:xfrm>
            <a:off x="3657600" y="1408113"/>
            <a:ext cx="327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b’</a:t>
            </a:r>
          </a:p>
        </p:txBody>
      </p:sp>
      <p:sp>
        <p:nvSpPr>
          <p:cNvPr id="104528" name="Text Box 80"/>
          <p:cNvSpPr txBox="1">
            <a:spLocks noChangeArrowheads="1"/>
          </p:cNvSpPr>
          <p:nvPr/>
        </p:nvSpPr>
        <p:spPr bwMode="auto">
          <a:xfrm>
            <a:off x="677863" y="2478088"/>
            <a:ext cx="3000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1’</a:t>
            </a:r>
          </a:p>
        </p:txBody>
      </p:sp>
      <p:sp>
        <p:nvSpPr>
          <p:cNvPr id="104529" name="Text Box 81"/>
          <p:cNvSpPr txBox="1">
            <a:spLocks noChangeArrowheads="1"/>
          </p:cNvSpPr>
          <p:nvPr/>
        </p:nvSpPr>
        <p:spPr bwMode="auto">
          <a:xfrm>
            <a:off x="3143250" y="1568450"/>
            <a:ext cx="327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2’</a:t>
            </a:r>
          </a:p>
        </p:txBody>
      </p:sp>
      <p:sp>
        <p:nvSpPr>
          <p:cNvPr id="104530" name="Text Box 82"/>
          <p:cNvSpPr txBox="1">
            <a:spLocks noChangeArrowheads="1"/>
          </p:cNvSpPr>
          <p:nvPr/>
        </p:nvSpPr>
        <p:spPr bwMode="auto">
          <a:xfrm>
            <a:off x="2230438" y="1835150"/>
            <a:ext cx="327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k’</a:t>
            </a:r>
          </a:p>
        </p:txBody>
      </p:sp>
      <p:sp>
        <p:nvSpPr>
          <p:cNvPr id="104531" name="Text Box 83"/>
          <p:cNvSpPr txBox="1">
            <a:spLocks noChangeArrowheads="1"/>
          </p:cNvSpPr>
          <p:nvPr/>
        </p:nvSpPr>
        <p:spPr bwMode="auto">
          <a:xfrm>
            <a:off x="2574925" y="1712913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l’</a:t>
            </a:r>
          </a:p>
        </p:txBody>
      </p:sp>
      <p:sp>
        <p:nvSpPr>
          <p:cNvPr id="104532" name="Text Box 84"/>
          <p:cNvSpPr txBox="1">
            <a:spLocks noChangeArrowheads="1"/>
          </p:cNvSpPr>
          <p:nvPr/>
        </p:nvSpPr>
        <p:spPr bwMode="auto">
          <a:xfrm>
            <a:off x="4059238" y="3943350"/>
            <a:ext cx="279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3</a:t>
            </a:r>
          </a:p>
        </p:txBody>
      </p:sp>
      <p:sp>
        <p:nvSpPr>
          <p:cNvPr id="104533" name="Text Box 85"/>
          <p:cNvSpPr txBox="1">
            <a:spLocks noChangeArrowheads="1"/>
          </p:cNvSpPr>
          <p:nvPr/>
        </p:nvSpPr>
        <p:spPr bwMode="auto">
          <a:xfrm>
            <a:off x="2517775" y="3660775"/>
            <a:ext cx="279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s</a:t>
            </a:r>
          </a:p>
        </p:txBody>
      </p:sp>
      <p:sp>
        <p:nvSpPr>
          <p:cNvPr id="104534" name="Text Box 86"/>
          <p:cNvSpPr txBox="1">
            <a:spLocks noChangeArrowheads="1"/>
          </p:cNvSpPr>
          <p:nvPr/>
        </p:nvSpPr>
        <p:spPr bwMode="auto">
          <a:xfrm>
            <a:off x="914400" y="4548188"/>
            <a:ext cx="279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a</a:t>
            </a:r>
          </a:p>
        </p:txBody>
      </p:sp>
      <p:sp>
        <p:nvSpPr>
          <p:cNvPr id="104535" name="Text Box 87"/>
          <p:cNvSpPr txBox="1">
            <a:spLocks noChangeArrowheads="1"/>
          </p:cNvSpPr>
          <p:nvPr/>
        </p:nvSpPr>
        <p:spPr bwMode="auto">
          <a:xfrm>
            <a:off x="3559175" y="3573463"/>
            <a:ext cx="279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b</a:t>
            </a:r>
          </a:p>
        </p:txBody>
      </p:sp>
      <p:sp>
        <p:nvSpPr>
          <p:cNvPr id="104536" name="Text Box 88"/>
          <p:cNvSpPr txBox="1">
            <a:spLocks noChangeArrowheads="1"/>
          </p:cNvSpPr>
          <p:nvPr/>
        </p:nvSpPr>
        <p:spPr bwMode="auto">
          <a:xfrm>
            <a:off x="701675" y="4749800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1</a:t>
            </a:r>
          </a:p>
        </p:txBody>
      </p:sp>
      <p:sp>
        <p:nvSpPr>
          <p:cNvPr id="104537" name="Text Box 89"/>
          <p:cNvSpPr txBox="1">
            <a:spLocks noChangeArrowheads="1"/>
          </p:cNvSpPr>
          <p:nvPr/>
        </p:nvSpPr>
        <p:spPr bwMode="auto">
          <a:xfrm>
            <a:off x="3119438" y="3986213"/>
            <a:ext cx="279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2</a:t>
            </a:r>
          </a:p>
        </p:txBody>
      </p:sp>
      <p:sp>
        <p:nvSpPr>
          <p:cNvPr id="104538" name="Text Box 90"/>
          <p:cNvSpPr txBox="1">
            <a:spLocks noChangeArrowheads="1"/>
          </p:cNvSpPr>
          <p:nvPr/>
        </p:nvSpPr>
        <p:spPr bwMode="auto">
          <a:xfrm>
            <a:off x="2243138" y="4060825"/>
            <a:ext cx="279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k</a:t>
            </a:r>
          </a:p>
        </p:txBody>
      </p:sp>
      <p:sp>
        <p:nvSpPr>
          <p:cNvPr id="104539" name="Text Box 91"/>
          <p:cNvSpPr txBox="1">
            <a:spLocks noChangeArrowheads="1"/>
          </p:cNvSpPr>
          <p:nvPr/>
        </p:nvSpPr>
        <p:spPr bwMode="auto">
          <a:xfrm>
            <a:off x="2789238" y="4098925"/>
            <a:ext cx="2381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l</a:t>
            </a:r>
          </a:p>
        </p:txBody>
      </p:sp>
      <p:sp>
        <p:nvSpPr>
          <p:cNvPr id="104540" name="Text Box 92"/>
          <p:cNvSpPr txBox="1">
            <a:spLocks noChangeArrowheads="1"/>
          </p:cNvSpPr>
          <p:nvPr/>
        </p:nvSpPr>
        <p:spPr bwMode="auto">
          <a:xfrm>
            <a:off x="2857500" y="4329113"/>
            <a:ext cx="279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5</a:t>
            </a:r>
          </a:p>
        </p:txBody>
      </p:sp>
      <p:sp>
        <p:nvSpPr>
          <p:cNvPr id="104541" name="Text Box 93"/>
          <p:cNvSpPr txBox="1">
            <a:spLocks noChangeArrowheads="1"/>
          </p:cNvSpPr>
          <p:nvPr/>
        </p:nvSpPr>
        <p:spPr bwMode="auto">
          <a:xfrm>
            <a:off x="2266950" y="4483100"/>
            <a:ext cx="2921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4</a:t>
            </a:r>
          </a:p>
        </p:txBody>
      </p:sp>
      <p:sp>
        <p:nvSpPr>
          <p:cNvPr id="104542" name="Text Box 94"/>
          <p:cNvSpPr txBox="1">
            <a:spLocks noChangeArrowheads="1"/>
          </p:cNvSpPr>
          <p:nvPr/>
        </p:nvSpPr>
        <p:spPr bwMode="auto">
          <a:xfrm>
            <a:off x="4083050" y="2459038"/>
            <a:ext cx="327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3’</a:t>
            </a:r>
          </a:p>
        </p:txBody>
      </p:sp>
      <p:sp>
        <p:nvSpPr>
          <p:cNvPr id="104543" name="Text Box 95"/>
          <p:cNvSpPr txBox="1">
            <a:spLocks noChangeArrowheads="1"/>
          </p:cNvSpPr>
          <p:nvPr/>
        </p:nvSpPr>
        <p:spPr bwMode="auto">
          <a:xfrm>
            <a:off x="5730875" y="1296988"/>
            <a:ext cx="327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o’</a:t>
            </a:r>
          </a:p>
        </p:txBody>
      </p:sp>
      <p:sp>
        <p:nvSpPr>
          <p:cNvPr id="104544" name="Text Box 96"/>
          <p:cNvSpPr txBox="1">
            <a:spLocks noChangeArrowheads="1"/>
          </p:cNvSpPr>
          <p:nvPr/>
        </p:nvSpPr>
        <p:spPr bwMode="auto">
          <a:xfrm>
            <a:off x="5737225" y="2994025"/>
            <a:ext cx="279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o</a:t>
            </a:r>
          </a:p>
        </p:txBody>
      </p:sp>
      <p:sp>
        <p:nvSpPr>
          <p:cNvPr id="104545" name="Text Box 97"/>
          <p:cNvSpPr txBox="1">
            <a:spLocks noChangeArrowheads="1"/>
          </p:cNvSpPr>
          <p:nvPr/>
        </p:nvSpPr>
        <p:spPr bwMode="auto">
          <a:xfrm>
            <a:off x="6613525" y="4494213"/>
            <a:ext cx="3222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o</a:t>
            </a:r>
            <a:r>
              <a:rPr kumimoji="0" lang="en-US" altLang="zh-CN" sz="1000" b="1">
                <a:latin typeface="ISOCPEUR" pitchFamily="34" charset="0"/>
              </a:rPr>
              <a:t>1</a:t>
            </a:r>
          </a:p>
        </p:txBody>
      </p:sp>
      <p:sp>
        <p:nvSpPr>
          <p:cNvPr id="104546" name="Text Box 98"/>
          <p:cNvSpPr txBox="1">
            <a:spLocks noChangeArrowheads="1"/>
          </p:cNvSpPr>
          <p:nvPr/>
        </p:nvSpPr>
        <p:spPr bwMode="auto">
          <a:xfrm>
            <a:off x="5091113" y="2054225"/>
            <a:ext cx="327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a’</a:t>
            </a:r>
          </a:p>
        </p:txBody>
      </p:sp>
      <p:sp>
        <p:nvSpPr>
          <p:cNvPr id="104547" name="Text Box 99"/>
          <p:cNvSpPr txBox="1">
            <a:spLocks noChangeArrowheads="1"/>
          </p:cNvSpPr>
          <p:nvPr/>
        </p:nvSpPr>
        <p:spPr bwMode="auto">
          <a:xfrm>
            <a:off x="6610350" y="976313"/>
            <a:ext cx="327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b’</a:t>
            </a:r>
          </a:p>
        </p:txBody>
      </p:sp>
      <p:sp>
        <p:nvSpPr>
          <p:cNvPr id="104549" name="Text Box 101"/>
          <p:cNvSpPr txBox="1">
            <a:spLocks noChangeArrowheads="1"/>
          </p:cNvSpPr>
          <p:nvPr/>
        </p:nvSpPr>
        <p:spPr bwMode="auto">
          <a:xfrm>
            <a:off x="4419600" y="2247900"/>
            <a:ext cx="3063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X</a:t>
            </a:r>
          </a:p>
        </p:txBody>
      </p:sp>
      <p:sp>
        <p:nvSpPr>
          <p:cNvPr id="104550" name="Text Box 102"/>
          <p:cNvSpPr txBox="1">
            <a:spLocks noChangeArrowheads="1"/>
          </p:cNvSpPr>
          <p:nvPr/>
        </p:nvSpPr>
        <p:spPr bwMode="auto">
          <a:xfrm>
            <a:off x="7183438" y="2236788"/>
            <a:ext cx="3000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O</a:t>
            </a:r>
          </a:p>
        </p:txBody>
      </p:sp>
      <p:sp>
        <p:nvSpPr>
          <p:cNvPr id="104551" name="Text Box 103"/>
          <p:cNvSpPr txBox="1">
            <a:spLocks noChangeArrowheads="1"/>
          </p:cNvSpPr>
          <p:nvPr/>
        </p:nvSpPr>
        <p:spPr bwMode="auto">
          <a:xfrm>
            <a:off x="4579938" y="2122488"/>
            <a:ext cx="3063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V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H</a:t>
            </a:r>
          </a:p>
        </p:txBody>
      </p:sp>
      <p:sp>
        <p:nvSpPr>
          <p:cNvPr id="104552" name="Text Box 104"/>
          <p:cNvSpPr txBox="1">
            <a:spLocks noChangeArrowheads="1"/>
          </p:cNvSpPr>
          <p:nvPr/>
        </p:nvSpPr>
        <p:spPr bwMode="auto">
          <a:xfrm rot="-2138139">
            <a:off x="7229475" y="3019425"/>
            <a:ext cx="3698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O</a:t>
            </a:r>
            <a:r>
              <a:rPr kumimoji="0" lang="en-US" altLang="zh-CN" sz="1000" b="1">
                <a:latin typeface="ISOCPEUR" pitchFamily="34" charset="0"/>
              </a:rPr>
              <a:t>1</a:t>
            </a:r>
          </a:p>
        </p:txBody>
      </p:sp>
      <p:grpSp>
        <p:nvGrpSpPr>
          <p:cNvPr id="5" name="Group 107"/>
          <p:cNvGrpSpPr>
            <a:grpSpLocks/>
          </p:cNvGrpSpPr>
          <p:nvPr/>
        </p:nvGrpSpPr>
        <p:grpSpPr bwMode="auto">
          <a:xfrm rot="-2034380">
            <a:off x="4929188" y="4333875"/>
            <a:ext cx="481012" cy="581025"/>
            <a:chOff x="3121" y="2686"/>
            <a:chExt cx="303" cy="366"/>
          </a:xfrm>
        </p:grpSpPr>
        <p:sp>
          <p:nvSpPr>
            <p:cNvPr id="20575" name="Text Box 105"/>
            <p:cNvSpPr txBox="1">
              <a:spLocks noChangeArrowheads="1"/>
            </p:cNvSpPr>
            <p:nvPr/>
          </p:nvSpPr>
          <p:spPr bwMode="auto">
            <a:xfrm>
              <a:off x="3121" y="2769"/>
              <a:ext cx="1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b="1">
                  <a:latin typeface="ISOCPEUR" pitchFamily="34" charset="0"/>
                </a:rPr>
                <a:t>X</a:t>
              </a:r>
            </a:p>
          </p:txBody>
        </p:sp>
        <p:sp>
          <p:nvSpPr>
            <p:cNvPr id="20576" name="Text Box 106"/>
            <p:cNvSpPr txBox="1">
              <a:spLocks noChangeArrowheads="1"/>
            </p:cNvSpPr>
            <p:nvPr/>
          </p:nvSpPr>
          <p:spPr bwMode="auto">
            <a:xfrm>
              <a:off x="3213" y="2686"/>
              <a:ext cx="211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b="1">
                  <a:latin typeface="ISOCPEUR" pitchFamily="34" charset="0"/>
                </a:rPr>
                <a:t>H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b="1">
                  <a:latin typeface="ISOCPEUR" pitchFamily="34" charset="0"/>
                </a:rPr>
                <a:t>P</a:t>
              </a:r>
              <a:r>
                <a:rPr kumimoji="0" lang="en-US" altLang="zh-CN" sz="1000" b="1">
                  <a:latin typeface="ISOCPEUR" pitchFamily="34" charset="0"/>
                </a:rPr>
                <a:t>1</a:t>
              </a:r>
            </a:p>
          </p:txBody>
        </p:sp>
      </p:grpSp>
      <p:sp>
        <p:nvSpPr>
          <p:cNvPr id="104556" name="Text Box 108"/>
          <p:cNvSpPr txBox="1">
            <a:spLocks noChangeArrowheads="1"/>
          </p:cNvSpPr>
          <p:nvPr/>
        </p:nvSpPr>
        <p:spPr bwMode="auto">
          <a:xfrm>
            <a:off x="5118100" y="3854450"/>
            <a:ext cx="279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a</a:t>
            </a:r>
          </a:p>
        </p:txBody>
      </p:sp>
      <p:sp>
        <p:nvSpPr>
          <p:cNvPr id="104557" name="Text Box 109"/>
          <p:cNvSpPr txBox="1">
            <a:spLocks noChangeArrowheads="1"/>
          </p:cNvSpPr>
          <p:nvPr/>
        </p:nvSpPr>
        <p:spPr bwMode="auto">
          <a:xfrm>
            <a:off x="6611938" y="2916238"/>
            <a:ext cx="279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b</a:t>
            </a:r>
          </a:p>
        </p:txBody>
      </p:sp>
      <p:sp>
        <p:nvSpPr>
          <p:cNvPr id="104558" name="Text Box 110"/>
          <p:cNvSpPr txBox="1">
            <a:spLocks noChangeArrowheads="1"/>
          </p:cNvSpPr>
          <p:nvPr/>
        </p:nvSpPr>
        <p:spPr bwMode="auto">
          <a:xfrm>
            <a:off x="7507288" y="4429125"/>
            <a:ext cx="3222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b</a:t>
            </a:r>
            <a:r>
              <a:rPr kumimoji="0" lang="en-US" altLang="zh-CN" sz="1000" b="1">
                <a:latin typeface="ISOCPEUR" pitchFamily="34" charset="0"/>
              </a:rPr>
              <a:t>1</a:t>
            </a:r>
          </a:p>
        </p:txBody>
      </p:sp>
      <p:sp>
        <p:nvSpPr>
          <p:cNvPr id="104559" name="Text Box 111"/>
          <p:cNvSpPr txBox="1">
            <a:spLocks noChangeArrowheads="1"/>
          </p:cNvSpPr>
          <p:nvPr/>
        </p:nvSpPr>
        <p:spPr bwMode="auto">
          <a:xfrm>
            <a:off x="5435600" y="4414838"/>
            <a:ext cx="3222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a</a:t>
            </a:r>
            <a:r>
              <a:rPr kumimoji="0" lang="en-US" altLang="zh-CN" sz="1000" b="1">
                <a:latin typeface="ISOCPEUR" pitchFamily="34" charset="0"/>
              </a:rPr>
              <a:t>1</a:t>
            </a:r>
          </a:p>
        </p:txBody>
      </p:sp>
      <p:sp>
        <p:nvSpPr>
          <p:cNvPr id="104560" name="Text Box 112"/>
          <p:cNvSpPr txBox="1">
            <a:spLocks noChangeArrowheads="1"/>
          </p:cNvSpPr>
          <p:nvPr/>
        </p:nvSpPr>
        <p:spPr bwMode="auto">
          <a:xfrm>
            <a:off x="6116638" y="4448175"/>
            <a:ext cx="3222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k</a:t>
            </a:r>
            <a:r>
              <a:rPr kumimoji="0" lang="en-US" altLang="zh-CN" sz="1000" b="1">
                <a:latin typeface="ISOCPEUR" pitchFamily="34" charset="0"/>
              </a:rPr>
              <a:t>1</a:t>
            </a:r>
          </a:p>
        </p:txBody>
      </p:sp>
      <p:sp>
        <p:nvSpPr>
          <p:cNvPr id="104561" name="Text Box 113"/>
          <p:cNvSpPr txBox="1">
            <a:spLocks noChangeArrowheads="1"/>
          </p:cNvSpPr>
          <p:nvPr/>
        </p:nvSpPr>
        <p:spPr bwMode="auto">
          <a:xfrm>
            <a:off x="6926263" y="4506913"/>
            <a:ext cx="280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l</a:t>
            </a:r>
            <a:r>
              <a:rPr kumimoji="0" lang="en-US" altLang="zh-CN" sz="1000" b="1">
                <a:latin typeface="ISOCPEUR" pitchFamily="34" charset="0"/>
              </a:rPr>
              <a:t>1</a:t>
            </a:r>
          </a:p>
        </p:txBody>
      </p:sp>
      <p:sp>
        <p:nvSpPr>
          <p:cNvPr id="104562" name="Line 114"/>
          <p:cNvSpPr>
            <a:spLocks noChangeShapeType="1"/>
          </p:cNvSpPr>
          <p:nvPr/>
        </p:nvSpPr>
        <p:spPr bwMode="auto">
          <a:xfrm>
            <a:off x="6267450" y="4032250"/>
            <a:ext cx="796925" cy="1255713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563" name="Text Box 115"/>
          <p:cNvSpPr txBox="1">
            <a:spLocks noChangeArrowheads="1"/>
          </p:cNvSpPr>
          <p:nvPr/>
        </p:nvSpPr>
        <p:spPr bwMode="auto">
          <a:xfrm>
            <a:off x="1270000" y="5011738"/>
            <a:ext cx="2738438" cy="825500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/>
            </a:solidFill>
            <a:miter lim="800000"/>
            <a:headEnd/>
            <a:tailEnd type="none" w="sm" len="lg"/>
          </a:ln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i="0">
                <a:ea typeface="黑体" pitchFamily="2" charset="-122"/>
              </a:rPr>
              <a:t>辅助平面法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i="0">
                <a:ea typeface="黑体" pitchFamily="2" charset="-122"/>
              </a:rPr>
              <a:t>（一般位置平面） </a:t>
            </a:r>
          </a:p>
        </p:txBody>
      </p:sp>
      <p:sp>
        <p:nvSpPr>
          <p:cNvPr id="104564" name="Text Box 116"/>
          <p:cNvSpPr txBox="1">
            <a:spLocks noChangeArrowheads="1"/>
          </p:cNvSpPr>
          <p:nvPr/>
        </p:nvSpPr>
        <p:spPr bwMode="auto">
          <a:xfrm>
            <a:off x="5487988" y="5540906"/>
            <a:ext cx="2341562" cy="461665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/>
            </a:solidFill>
            <a:miter lim="800000"/>
            <a:headEnd/>
            <a:tailEnd type="none" w="sm" len="lg"/>
          </a:ln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i="0" dirty="0" smtClean="0">
                <a:ea typeface="黑体" pitchFamily="2" charset="-122"/>
              </a:rPr>
              <a:t>辅助平面</a:t>
            </a:r>
            <a:r>
              <a:rPr kumimoji="0" lang="en-US" altLang="zh-CN" sz="2400" b="1" i="0" dirty="0" smtClean="0">
                <a:ea typeface="黑体" pitchFamily="2" charset="-122"/>
              </a:rPr>
              <a:t>+</a:t>
            </a:r>
            <a:r>
              <a:rPr kumimoji="0" lang="zh-CN" altLang="en-US" sz="2400" b="1" i="0" dirty="0" smtClean="0">
                <a:ea typeface="黑体" pitchFamily="2" charset="-122"/>
              </a:rPr>
              <a:t>换面 </a:t>
            </a:r>
            <a:endParaRPr kumimoji="0" lang="zh-CN" altLang="en-US" sz="2400" b="1" i="0" dirty="0">
              <a:ea typeface="黑体" pitchFamily="2" charset="-122"/>
            </a:endParaRPr>
          </a:p>
        </p:txBody>
      </p:sp>
      <p:sp>
        <p:nvSpPr>
          <p:cNvPr id="114" name="右箭头 113">
            <a:hlinkClick r:id="" action="ppaction://hlinkshowjump?jump=nextslide"/>
          </p:cNvPr>
          <p:cNvSpPr/>
          <p:nvPr/>
        </p:nvSpPr>
        <p:spPr bwMode="auto">
          <a:xfrm>
            <a:off x="4550921" y="451014"/>
            <a:ext cx="517878" cy="261610"/>
          </a:xfrm>
          <a:prstGeom prst="rightArrow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sm" len="lg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04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0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04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0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04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0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04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0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0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10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0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0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0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10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10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104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10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0" dur="500"/>
                                        <p:tgtEl>
                                          <p:spTgt spid="104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 nodeType="clickPar">
                      <p:stCondLst>
                        <p:cond delay="indefinite"/>
                      </p:stCondLst>
                      <p:childTnLst>
                        <p:par>
                          <p:cTn id="2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1" dur="500"/>
                                        <p:tgtEl>
                                          <p:spTgt spid="104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 nodeType="clickPar">
                      <p:stCondLst>
                        <p:cond delay="indefinite"/>
                      </p:stCondLst>
                      <p:childTnLst>
                        <p:par>
                          <p:cTn id="2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 nodeType="clickPar">
                      <p:stCondLst>
                        <p:cond delay="indefinite"/>
                      </p:stCondLst>
                      <p:childTnLst>
                        <p:par>
                          <p:cTn id="2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0" dur="500"/>
                                        <p:tgtEl>
                                          <p:spTgt spid="104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4" dur="500"/>
                                        <p:tgtEl>
                                          <p:spTgt spid="104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 nodeType="clickPar">
                      <p:stCondLst>
                        <p:cond delay="indefinite"/>
                      </p:stCondLst>
                      <p:childTnLst>
                        <p:par>
                          <p:cTn id="2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9" dur="500"/>
                                        <p:tgtEl>
                                          <p:spTgt spid="104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 nodeType="clickPar">
                      <p:stCondLst>
                        <p:cond delay="indefinite"/>
                      </p:stCondLst>
                      <p:childTnLst>
                        <p:par>
                          <p:cTn id="2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4" dur="500"/>
                                        <p:tgtEl>
                                          <p:spTgt spid="104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 nodeType="clickPar">
                      <p:stCondLst>
                        <p:cond delay="indefinite"/>
                      </p:stCondLst>
                      <p:childTnLst>
                        <p:par>
                          <p:cTn id="2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 nodeType="clickPar">
                      <p:stCondLst>
                        <p:cond delay="indefinite"/>
                      </p:stCondLst>
                      <p:childTnLst>
                        <p:par>
                          <p:cTn id="2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3" dur="500"/>
                                        <p:tgtEl>
                                          <p:spTgt spid="104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 nodeType="clickPar">
                      <p:stCondLst>
                        <p:cond delay="indefinite"/>
                      </p:stCondLst>
                      <p:childTnLst>
                        <p:par>
                          <p:cTn id="2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 nodeType="clickPar">
                      <p:stCondLst>
                        <p:cond delay="indefinite"/>
                      </p:stCondLst>
                      <p:childTnLst>
                        <p:par>
                          <p:cTn id="2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2" dur="500"/>
                                        <p:tgtEl>
                                          <p:spTgt spid="104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 nodeType="clickPar">
                      <p:stCondLst>
                        <p:cond delay="indefinite"/>
                      </p:stCondLst>
                      <p:childTnLst>
                        <p:par>
                          <p:cTn id="2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500"/>
                                        <p:tgtEl>
                                          <p:spTgt spid="104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1" dur="500"/>
                                        <p:tgtEl>
                                          <p:spTgt spid="104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 nodeType="clickPar">
                      <p:stCondLst>
                        <p:cond delay="indefinite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6" dur="500"/>
                                        <p:tgtEl>
                                          <p:spTgt spid="104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0" dur="500"/>
                                        <p:tgtEl>
                                          <p:spTgt spid="10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 nodeType="clickPar">
                      <p:stCondLst>
                        <p:cond delay="indefinite"/>
                      </p:stCondLst>
                      <p:childTnLst>
                        <p:par>
                          <p:cTn id="3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5" dur="500"/>
                                        <p:tgtEl>
                                          <p:spTgt spid="104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 nodeType="clickPar">
                      <p:stCondLst>
                        <p:cond delay="indefinite"/>
                      </p:stCondLst>
                      <p:childTnLst>
                        <p:par>
                          <p:cTn id="3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0" dur="500"/>
                                        <p:tgtEl>
                                          <p:spTgt spid="10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 nodeType="clickPar">
                      <p:stCondLst>
                        <p:cond delay="indefinite"/>
                      </p:stCondLst>
                      <p:childTnLst>
                        <p:par>
                          <p:cTn id="3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8" dur="500"/>
                                        <p:tgtEl>
                                          <p:spTgt spid="10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 nodeType="clickPar">
                      <p:stCondLst>
                        <p:cond delay="indefinite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6" dur="500"/>
                                        <p:tgtEl>
                                          <p:spTgt spid="10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0" dur="500"/>
                                        <p:tgtEl>
                                          <p:spTgt spid="10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 nodeType="clickPar">
                      <p:stCondLst>
                        <p:cond delay="indefinite"/>
                      </p:stCondLst>
                      <p:childTnLst>
                        <p:par>
                          <p:cTn id="3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5" dur="500"/>
                                        <p:tgtEl>
                                          <p:spTgt spid="10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9" dur="500"/>
                                        <p:tgtEl>
                                          <p:spTgt spid="10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 nodeType="clickPar">
                      <p:stCondLst>
                        <p:cond delay="indefinite"/>
                      </p:stCondLst>
                      <p:childTnLst>
                        <p:par>
                          <p:cTn id="3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4" dur="500"/>
                                        <p:tgtEl>
                                          <p:spTgt spid="10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 nodeType="clickPar">
                      <p:stCondLst>
                        <p:cond delay="indefinite"/>
                      </p:stCondLst>
                      <p:childTnLst>
                        <p:par>
                          <p:cTn id="3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9" dur="500"/>
                                        <p:tgtEl>
                                          <p:spTgt spid="10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0" grpId="0" animBg="1"/>
      <p:bldP spid="104451" grpId="0" animBg="1"/>
      <p:bldP spid="104452" grpId="0" animBg="1"/>
      <p:bldP spid="104453" grpId="0" animBg="1"/>
      <p:bldP spid="104454" grpId="0" animBg="1"/>
      <p:bldP spid="104455" grpId="0" animBg="1"/>
      <p:bldP spid="104456" grpId="0" animBg="1"/>
      <p:bldP spid="104457" grpId="0" animBg="1"/>
      <p:bldP spid="104458" grpId="0" animBg="1"/>
      <p:bldP spid="104473" grpId="0" animBg="1"/>
      <p:bldP spid="104481" grpId="0" animBg="1"/>
      <p:bldP spid="104482" grpId="0" animBg="1"/>
      <p:bldP spid="104483" grpId="0" animBg="1"/>
      <p:bldP spid="104484" grpId="0" animBg="1"/>
      <p:bldP spid="104485" grpId="0" animBg="1"/>
      <p:bldP spid="104486" grpId="0" animBg="1"/>
      <p:bldP spid="104487" grpId="0" animBg="1"/>
      <p:bldP spid="104488" grpId="0" animBg="1"/>
      <p:bldP spid="104489" grpId="0" animBg="1"/>
      <p:bldP spid="104490" grpId="0" animBg="1"/>
      <p:bldP spid="104491" grpId="0" animBg="1"/>
      <p:bldP spid="104492" grpId="0" animBg="1"/>
      <p:bldP spid="104493" grpId="0" animBg="1"/>
      <p:bldP spid="104494" grpId="0" animBg="1"/>
      <p:bldP spid="104495" grpId="0" animBg="1"/>
      <p:bldP spid="104496" grpId="0" animBg="1"/>
      <p:bldP spid="104497" grpId="0" animBg="1"/>
      <p:bldP spid="104498" grpId="0" animBg="1"/>
      <p:bldP spid="104499" grpId="0" animBg="1"/>
      <p:bldP spid="104500" grpId="0" animBg="1"/>
      <p:bldP spid="104501" grpId="0" animBg="1"/>
      <p:bldP spid="104502" grpId="0" animBg="1"/>
      <p:bldP spid="104503" grpId="0" animBg="1"/>
      <p:bldP spid="104504" grpId="0" animBg="1"/>
      <p:bldP spid="104505" grpId="0" animBg="1"/>
      <p:bldP spid="104506" grpId="0" animBg="1"/>
      <p:bldP spid="104507" grpId="0" animBg="1"/>
      <p:bldP spid="104508" grpId="0" animBg="1"/>
      <p:bldP spid="104509" grpId="0" animBg="1"/>
      <p:bldP spid="104510" grpId="0" animBg="1"/>
      <p:bldP spid="104511" grpId="0" animBg="1"/>
      <p:bldP spid="104512" grpId="0" animBg="1"/>
      <p:bldP spid="104513" grpId="0" animBg="1"/>
      <p:bldP spid="104514" grpId="0" animBg="1"/>
      <p:bldP spid="104515" grpId="0" animBg="1"/>
      <p:bldP spid="104517" grpId="0" animBg="1"/>
      <p:bldP spid="104518" grpId="0" animBg="1"/>
      <p:bldP spid="104520" grpId="0" animBg="1"/>
      <p:bldP spid="104521" grpId="0" animBg="1"/>
      <p:bldP spid="104522" grpId="0" animBg="1"/>
      <p:bldP spid="104523" grpId="0" animBg="1"/>
      <p:bldP spid="104525" grpId="0"/>
      <p:bldP spid="104526" grpId="0"/>
      <p:bldP spid="104527" grpId="0"/>
      <p:bldP spid="104529" grpId="0"/>
      <p:bldP spid="104531" grpId="0"/>
      <p:bldP spid="104532" grpId="0"/>
      <p:bldP spid="104533" grpId="0"/>
      <p:bldP spid="104534" grpId="0"/>
      <p:bldP spid="104535" grpId="0"/>
      <p:bldP spid="104536" grpId="0"/>
      <p:bldP spid="104537" grpId="0"/>
      <p:bldP spid="104538" grpId="0"/>
      <p:bldP spid="104539" grpId="0"/>
      <p:bldP spid="104540" grpId="0"/>
      <p:bldP spid="104541" grpId="0"/>
      <p:bldP spid="104542" grpId="0"/>
      <p:bldP spid="104543" grpId="0"/>
      <p:bldP spid="104544" grpId="0"/>
      <p:bldP spid="104545" grpId="0"/>
      <p:bldP spid="104546" grpId="0"/>
      <p:bldP spid="104547" grpId="0"/>
      <p:bldP spid="104549" grpId="0"/>
      <p:bldP spid="104550" grpId="0"/>
      <p:bldP spid="104551" grpId="0"/>
      <p:bldP spid="104552" grpId="0"/>
      <p:bldP spid="104556" grpId="0"/>
      <p:bldP spid="104557" grpId="0"/>
      <p:bldP spid="104558" grpId="0"/>
      <p:bldP spid="104559" grpId="0"/>
      <p:bldP spid="104560" grpId="0"/>
      <p:bldP spid="104561" grpId="0"/>
      <p:bldP spid="104562" grpId="0" animBg="1"/>
      <p:bldP spid="104563" grpId="0" animBg="1"/>
      <p:bldP spid="10456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D0913676-8DC7-4643-A713-73D71D7E6799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20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21507" name="AutoShape 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actionButtonBlank">
            <a:avLst/>
          </a:prstGeom>
          <a:solidFill>
            <a:srgbClr val="CCCCFF"/>
          </a:solidFill>
          <a:ln w="3175">
            <a:solidFill>
              <a:schemeClr val="hlink"/>
            </a:solidFill>
            <a:miter lim="800000"/>
            <a:headEnd/>
            <a:tailEnd type="none" w="sm" len="lg"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zh-CN" sz="2400"/>
          </a:p>
        </p:txBody>
      </p:sp>
      <p:sp>
        <p:nvSpPr>
          <p:cNvPr id="114693" name="Rectangle 5"/>
          <p:cNvSpPr>
            <a:spLocks noChangeArrowheads="1"/>
          </p:cNvSpPr>
          <p:nvPr/>
        </p:nvSpPr>
        <p:spPr bwMode="auto">
          <a:xfrm>
            <a:off x="425450" y="2686760"/>
            <a:ext cx="8571794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marL="457200" indent="-457200"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b="1" i="0" dirty="0"/>
              <a:t>Things seen are mightier than things </a:t>
            </a:r>
            <a:r>
              <a:rPr lang="en-US" altLang="zh-CN" b="1" i="0" dirty="0" smtClean="0"/>
              <a:t>heard </a:t>
            </a:r>
            <a:endParaRPr lang="en-US" altLang="zh-CN" b="1" i="0" dirty="0"/>
          </a:p>
          <a:p>
            <a:pPr algn="just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b="1" i="0" dirty="0"/>
              <a:t>                                                                               </a:t>
            </a:r>
            <a:r>
              <a:rPr lang="en-US" altLang="zh-CN" sz="2000" b="1" i="0" dirty="0" smtClean="0"/>
              <a:t>            Alfred</a:t>
            </a:r>
            <a:r>
              <a:rPr lang="en-US" altLang="zh-CN" sz="2000" b="1" i="0" dirty="0"/>
              <a:t>. Lord Tennyson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场景型模板">
  <a:themeElements>
    <a:clrScheme name="场景型模板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EC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EC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Office\Templates\演示文稿设计\场景型模板.pot</Template>
  <TotalTime>13796</TotalTime>
  <Words>1194</Words>
  <Application>Microsoft Office PowerPoint</Application>
  <PresentationFormat>全屏显示(4:3)</PresentationFormat>
  <Paragraphs>371</Paragraphs>
  <Slides>20</Slides>
  <Notes>5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1" baseType="lpstr">
      <vt:lpstr>场景型模板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ENGINEERING GRAPHICS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第一讲            1999.9.29</dc:title>
  <dc:creator>TSINGHUA UNIVERSITY</dc:creator>
  <cp:lastModifiedBy>Li Tiemin</cp:lastModifiedBy>
  <cp:revision>365</cp:revision>
  <dcterms:created xsi:type="dcterms:W3CDTF">1999-09-22T00:31:18Z</dcterms:created>
  <dcterms:modified xsi:type="dcterms:W3CDTF">2023-10-21T10:02:01Z</dcterms:modified>
</cp:coreProperties>
</file>