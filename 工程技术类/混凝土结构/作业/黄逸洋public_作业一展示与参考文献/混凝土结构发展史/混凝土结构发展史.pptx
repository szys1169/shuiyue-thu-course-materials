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15197-386F-4D84-9DC5-27857FFE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dirty="0">
                <a:latin typeface="隶书" panose="02010509060101010101" pitchFamily="49" charset="-122"/>
                <a:ea typeface="隶书" panose="02010509060101010101" pitchFamily="49" charset="-122"/>
              </a:rPr>
              <a:t>混凝土结构发展史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489FFCC3-C491-43F0-AF8E-263A08AD977B}"/>
              </a:ext>
            </a:extLst>
          </p:cNvPr>
          <p:cNvSpPr/>
          <p:nvPr/>
        </p:nvSpPr>
        <p:spPr>
          <a:xfrm>
            <a:off x="443060" y="4204355"/>
            <a:ext cx="11255603" cy="84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329777-906B-4994-BBF1-B29189AAA56E}"/>
              </a:ext>
            </a:extLst>
          </p:cNvPr>
          <p:cNvSpPr txBox="1"/>
          <p:nvPr/>
        </p:nvSpPr>
        <p:spPr>
          <a:xfrm>
            <a:off x="860823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1824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DBE37F-8AFC-4D36-B8B5-FD1E3D4EBD05}"/>
              </a:ext>
            </a:extLst>
          </p:cNvPr>
          <p:cNvSpPr txBox="1"/>
          <p:nvPr/>
        </p:nvSpPr>
        <p:spPr>
          <a:xfrm>
            <a:off x="731834" y="2919182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阿斯普丁发明出硅酸盐水泥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84486E-F27F-4B7A-AB5E-AE98DE55473F}"/>
              </a:ext>
            </a:extLst>
          </p:cNvPr>
          <p:cNvSpPr txBox="1"/>
          <p:nvPr/>
        </p:nvSpPr>
        <p:spPr>
          <a:xfrm>
            <a:off x="2059598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1850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E5E83F-96C9-4792-BF0E-BE13468EE9A7}"/>
              </a:ext>
            </a:extLst>
          </p:cNvPr>
          <p:cNvSpPr txBox="1"/>
          <p:nvPr/>
        </p:nvSpPr>
        <p:spPr>
          <a:xfrm>
            <a:off x="1930609" y="2919185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造出第一只钢筋混凝土小船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F8F10A-5D0E-44F0-B00B-8466E2216510}"/>
              </a:ext>
            </a:extLst>
          </p:cNvPr>
          <p:cNvSpPr txBox="1"/>
          <p:nvPr/>
        </p:nvSpPr>
        <p:spPr>
          <a:xfrm>
            <a:off x="3258373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1854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C41551-7A37-4E55-8B9C-4987EFAEB8D7}"/>
              </a:ext>
            </a:extLst>
          </p:cNvPr>
          <p:cNvSpPr txBox="1"/>
          <p:nvPr/>
        </p:nvSpPr>
        <p:spPr>
          <a:xfrm>
            <a:off x="3129384" y="2928611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采用配置铁棒的混凝土楼板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0C9B10-F5DA-4CB3-98BB-FCB4BDD82E23}"/>
              </a:ext>
            </a:extLst>
          </p:cNvPr>
          <p:cNvSpPr txBox="1"/>
          <p:nvPr/>
        </p:nvSpPr>
        <p:spPr>
          <a:xfrm>
            <a:off x="4457148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1867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3787BF-8E6E-42DA-8F56-D6E0E415263A}"/>
              </a:ext>
            </a:extLst>
          </p:cNvPr>
          <p:cNvSpPr txBox="1"/>
          <p:nvPr/>
        </p:nvSpPr>
        <p:spPr>
          <a:xfrm>
            <a:off x="4328159" y="2928611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钢筋混凝土桥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以及梁柱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专利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4B73745-DACD-4A5E-8EBE-E47F422B3904}"/>
              </a:ext>
            </a:extLst>
          </p:cNvPr>
          <p:cNvSpPr txBox="1"/>
          <p:nvPr/>
        </p:nvSpPr>
        <p:spPr>
          <a:xfrm>
            <a:off x="5655923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1875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9EBBFB-9BD0-47DA-826A-A1356007A588}"/>
              </a:ext>
            </a:extLst>
          </p:cNvPr>
          <p:cNvSpPr txBox="1"/>
          <p:nvPr/>
        </p:nvSpPr>
        <p:spPr>
          <a:xfrm>
            <a:off x="5526934" y="2919184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第一座钢筋混凝土房屋落成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5D7DFA-DECE-491B-8FB5-B82D29EDD1D4}"/>
              </a:ext>
            </a:extLst>
          </p:cNvPr>
          <p:cNvSpPr txBox="1"/>
          <p:nvPr/>
        </p:nvSpPr>
        <p:spPr>
          <a:xfrm>
            <a:off x="6854698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1887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0C6CFC-38F7-43DB-9E70-1CC811249FC1}"/>
              </a:ext>
            </a:extLst>
          </p:cNvPr>
          <p:cNvSpPr txBox="1"/>
          <p:nvPr/>
        </p:nvSpPr>
        <p:spPr>
          <a:xfrm>
            <a:off x="6725709" y="2928611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混凝土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承压钢筋承拉的方案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D189FC-458A-4DC7-A0A9-C0B9AE3D65CC}"/>
              </a:ext>
            </a:extLst>
          </p:cNvPr>
          <p:cNvSpPr txBox="1"/>
          <p:nvPr/>
        </p:nvSpPr>
        <p:spPr>
          <a:xfrm>
            <a:off x="8053473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1892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8546EC-1885-43F0-9E8A-890775006066}"/>
              </a:ext>
            </a:extLst>
          </p:cNvPr>
          <p:cNvSpPr txBox="1"/>
          <p:nvPr/>
        </p:nvSpPr>
        <p:spPr>
          <a:xfrm>
            <a:off x="7924484" y="2928611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发现箍筋对抗剪的有效作用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C03108-5A31-4C0B-9B67-47720EAF0624}"/>
              </a:ext>
            </a:extLst>
          </p:cNvPr>
          <p:cNvSpPr txBox="1"/>
          <p:nvPr/>
        </p:nvSpPr>
        <p:spPr>
          <a:xfrm>
            <a:off x="9123259" y="2919183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发明预应力混凝土关键技术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CE8BB0-29EB-4BD1-8E18-33E75E9F1F5C}"/>
              </a:ext>
            </a:extLst>
          </p:cNvPr>
          <p:cNvSpPr txBox="1"/>
          <p:nvPr/>
        </p:nvSpPr>
        <p:spPr>
          <a:xfrm>
            <a:off x="9252248" y="4458879"/>
            <a:ext cx="7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1928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57475C-ABB4-4499-A2C4-BE7465405403}"/>
              </a:ext>
            </a:extLst>
          </p:cNvPr>
          <p:cNvSpPr txBox="1"/>
          <p:nvPr/>
        </p:nvSpPr>
        <p:spPr>
          <a:xfrm>
            <a:off x="10451023" y="4458879"/>
            <a:ext cx="90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二战后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AF354A-F968-450F-B08C-B2D57D799467}"/>
              </a:ext>
            </a:extLst>
          </p:cNvPr>
          <p:cNvSpPr txBox="1"/>
          <p:nvPr/>
        </p:nvSpPr>
        <p:spPr>
          <a:xfrm>
            <a:off x="10424158" y="2919182"/>
            <a:ext cx="1002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工业化以及极限状态设计法</a:t>
            </a:r>
          </a:p>
        </p:txBody>
      </p:sp>
    </p:spTree>
    <p:extLst>
      <p:ext uri="{BB962C8B-B14F-4D97-AF65-F5344CB8AC3E}">
        <p14:creationId xmlns:p14="http://schemas.microsoft.com/office/powerpoint/2010/main" val="3129943335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428</TotalTime>
  <Words>61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隶书</vt:lpstr>
      <vt:lpstr>Arial</vt:lpstr>
      <vt:lpstr>Gill Sans MT</vt:lpstr>
      <vt:lpstr>画廊</vt:lpstr>
      <vt:lpstr>混凝土结构发展史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刘泰</dc:creator>
  <cp:lastModifiedBy>刘泰</cp:lastModifiedBy>
  <cp:revision>17</cp:revision>
  <dcterms:created xsi:type="dcterms:W3CDTF">2017-09-20T08:30:00Z</dcterms:created>
  <dcterms:modified xsi:type="dcterms:W3CDTF">2017-09-21T12:43:24Z</dcterms:modified>
</cp:coreProperties>
</file>