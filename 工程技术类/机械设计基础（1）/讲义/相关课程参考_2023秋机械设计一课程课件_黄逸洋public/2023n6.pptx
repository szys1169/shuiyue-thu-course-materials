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3"/>
  </p:notesMasterIdLst>
  <p:handoutMasterIdLst>
    <p:handoutMasterId r:id="rId14"/>
  </p:handoutMasterIdLst>
  <p:sldIdLst>
    <p:sldId id="256" r:id="rId2"/>
    <p:sldId id="361" r:id="rId3"/>
    <p:sldId id="375" r:id="rId4"/>
    <p:sldId id="368" r:id="rId5"/>
    <p:sldId id="379" r:id="rId6"/>
    <p:sldId id="367" r:id="rId7"/>
    <p:sldId id="376" r:id="rId8"/>
    <p:sldId id="378" r:id="rId9"/>
    <p:sldId id="369" r:id="rId10"/>
    <p:sldId id="349" r:id="rId11"/>
    <p:sldId id="373" r:id="rId12"/>
  </p:sldIdLst>
  <p:sldSz cx="9144000" cy="6858000" type="screen4x3"/>
  <p:notesSz cx="6858000" cy="9144000"/>
  <p:defaultTextStyle>
    <a:defPPr>
      <a:defRPr lang="zh-CN"/>
    </a:defPPr>
    <a:lvl1pPr algn="ctr" rtl="0" fontAlgn="base">
      <a:spcBef>
        <a:spcPct val="0"/>
      </a:spcBef>
      <a:spcAft>
        <a:spcPct val="0"/>
      </a:spcAft>
      <a:defRPr sz="2000" b="1" i="1" kern="1200">
        <a:solidFill>
          <a:schemeClr val="tx1"/>
        </a:solidFill>
        <a:latin typeface="Times New Roman" pitchFamily="18" charset="0"/>
        <a:ea typeface="宋体" pitchFamily="2" charset="-122"/>
        <a:cs typeface="+mn-cs"/>
      </a:defRPr>
    </a:lvl1pPr>
    <a:lvl2pPr marL="457200" algn="ctr" rtl="0" fontAlgn="base">
      <a:spcBef>
        <a:spcPct val="0"/>
      </a:spcBef>
      <a:spcAft>
        <a:spcPct val="0"/>
      </a:spcAft>
      <a:defRPr sz="2000" b="1" i="1" kern="1200">
        <a:solidFill>
          <a:schemeClr val="tx1"/>
        </a:solidFill>
        <a:latin typeface="Times New Roman" pitchFamily="18" charset="0"/>
        <a:ea typeface="宋体" pitchFamily="2" charset="-122"/>
        <a:cs typeface="+mn-cs"/>
      </a:defRPr>
    </a:lvl2pPr>
    <a:lvl3pPr marL="914400" algn="ctr" rtl="0" fontAlgn="base">
      <a:spcBef>
        <a:spcPct val="0"/>
      </a:spcBef>
      <a:spcAft>
        <a:spcPct val="0"/>
      </a:spcAft>
      <a:defRPr sz="2000" b="1" i="1" kern="1200">
        <a:solidFill>
          <a:schemeClr val="tx1"/>
        </a:solidFill>
        <a:latin typeface="Times New Roman" pitchFamily="18" charset="0"/>
        <a:ea typeface="宋体" pitchFamily="2" charset="-122"/>
        <a:cs typeface="+mn-cs"/>
      </a:defRPr>
    </a:lvl3pPr>
    <a:lvl4pPr marL="1371600" algn="ctr" rtl="0" fontAlgn="base">
      <a:spcBef>
        <a:spcPct val="0"/>
      </a:spcBef>
      <a:spcAft>
        <a:spcPct val="0"/>
      </a:spcAft>
      <a:defRPr sz="2000" b="1" i="1" kern="1200">
        <a:solidFill>
          <a:schemeClr val="tx1"/>
        </a:solidFill>
        <a:latin typeface="Times New Roman" pitchFamily="18" charset="0"/>
        <a:ea typeface="宋体" pitchFamily="2" charset="-122"/>
        <a:cs typeface="+mn-cs"/>
      </a:defRPr>
    </a:lvl4pPr>
    <a:lvl5pPr marL="1828800" algn="ctr" rtl="0" fontAlgn="base">
      <a:spcBef>
        <a:spcPct val="0"/>
      </a:spcBef>
      <a:spcAft>
        <a:spcPct val="0"/>
      </a:spcAft>
      <a:defRPr sz="2000" b="1" i="1" kern="1200">
        <a:solidFill>
          <a:schemeClr val="tx1"/>
        </a:solidFill>
        <a:latin typeface="Times New Roman" pitchFamily="18" charset="0"/>
        <a:ea typeface="宋体" pitchFamily="2" charset="-122"/>
        <a:cs typeface="+mn-cs"/>
      </a:defRPr>
    </a:lvl5pPr>
    <a:lvl6pPr marL="2286000" algn="l" defTabSz="914400" rtl="0" eaLnBrk="1" latinLnBrk="0" hangingPunct="1">
      <a:defRPr sz="2000" b="1" i="1" kern="1200">
        <a:solidFill>
          <a:schemeClr val="tx1"/>
        </a:solidFill>
        <a:latin typeface="Times New Roman" pitchFamily="18" charset="0"/>
        <a:ea typeface="宋体" pitchFamily="2" charset="-122"/>
        <a:cs typeface="+mn-cs"/>
      </a:defRPr>
    </a:lvl6pPr>
    <a:lvl7pPr marL="2743200" algn="l" defTabSz="914400" rtl="0" eaLnBrk="1" latinLnBrk="0" hangingPunct="1">
      <a:defRPr sz="2000" b="1" i="1" kern="1200">
        <a:solidFill>
          <a:schemeClr val="tx1"/>
        </a:solidFill>
        <a:latin typeface="Times New Roman" pitchFamily="18" charset="0"/>
        <a:ea typeface="宋体" pitchFamily="2" charset="-122"/>
        <a:cs typeface="+mn-cs"/>
      </a:defRPr>
    </a:lvl7pPr>
    <a:lvl8pPr marL="3200400" algn="l" defTabSz="914400" rtl="0" eaLnBrk="1" latinLnBrk="0" hangingPunct="1">
      <a:defRPr sz="2000" b="1" i="1" kern="1200">
        <a:solidFill>
          <a:schemeClr val="tx1"/>
        </a:solidFill>
        <a:latin typeface="Times New Roman" pitchFamily="18" charset="0"/>
        <a:ea typeface="宋体" pitchFamily="2" charset="-122"/>
        <a:cs typeface="+mn-cs"/>
      </a:defRPr>
    </a:lvl8pPr>
    <a:lvl9pPr marL="3657600" algn="l" defTabSz="914400" rtl="0" eaLnBrk="1" latinLnBrk="0" hangingPunct="1">
      <a:defRPr sz="2000" b="1" i="1"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CC"/>
    <a:srgbClr val="FFCC00"/>
    <a:srgbClr val="00FFCC"/>
    <a:srgbClr val="3399FF"/>
    <a:srgbClr val="FF3300"/>
    <a:srgbClr val="3333FF"/>
    <a:srgbClr val="CCCC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703" autoAdjust="0"/>
  </p:normalViewPr>
  <p:slideViewPr>
    <p:cSldViewPr snapToGrid="0">
      <p:cViewPr varScale="1">
        <p:scale>
          <a:sx n="83" d="100"/>
          <a:sy n="83" d="100"/>
        </p:scale>
        <p:origin x="-1430" y="-62"/>
      </p:cViewPr>
      <p:guideLst>
        <p:guide orient="horz" pos="549"/>
        <p:guide pos="2872"/>
        <p:guide pos="22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0" d="100"/>
          <a:sy n="40" d="100"/>
        </p:scale>
        <p:origin x="-1488" y="-96"/>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image" Target="../media/image7.png"/><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5.png"/><Relationship Id="rId1" Type="http://schemas.openxmlformats.org/officeDocument/2006/relationships/image" Target="../media/image1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kumimoji="1" sz="1200" b="0" i="0"/>
            </a:lvl1pPr>
          </a:lstStyle>
          <a:p>
            <a:pPr>
              <a:defRPr/>
            </a:pPr>
            <a:endParaRPr lang="en-US" altLang="zh-CN"/>
          </a:p>
        </p:txBody>
      </p:sp>
      <p:sp>
        <p:nvSpPr>
          <p:cNvPr id="2457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b="0" i="0"/>
            </a:lvl1pPr>
          </a:lstStyle>
          <a:p>
            <a:pPr>
              <a:defRPr/>
            </a:pPr>
            <a:endParaRPr lang="en-US" altLang="zh-CN"/>
          </a:p>
        </p:txBody>
      </p:sp>
      <p:sp>
        <p:nvSpPr>
          <p:cNvPr id="2458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kumimoji="1" sz="1200" b="0" i="0"/>
            </a:lvl1pPr>
          </a:lstStyle>
          <a:p>
            <a:pPr>
              <a:defRPr/>
            </a:pPr>
            <a:endParaRPr lang="en-US" altLang="zh-CN"/>
          </a:p>
        </p:txBody>
      </p:sp>
      <p:sp>
        <p:nvSpPr>
          <p:cNvPr id="2458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b="0" i="0"/>
            </a:lvl1pPr>
          </a:lstStyle>
          <a:p>
            <a:pPr>
              <a:defRPr/>
            </a:pPr>
            <a:fld id="{CB8A5FF7-9718-4757-A1BD-05F5FEB366EE}" type="slidenum">
              <a:rPr lang="en-US" altLang="zh-CN"/>
              <a:pPr>
                <a:defRPr/>
              </a:pPr>
              <a:t>‹#›</a:t>
            </a:fld>
            <a:endParaRPr lang="en-US" altLang="zh-CN"/>
          </a:p>
        </p:txBody>
      </p:sp>
    </p:spTree>
    <p:extLst>
      <p:ext uri="{BB962C8B-B14F-4D97-AF65-F5344CB8AC3E}">
        <p14:creationId xmlns:p14="http://schemas.microsoft.com/office/powerpoint/2010/main" val="20565547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bwMode="auto">
          <a:xfrm>
            <a:off x="0" y="90488"/>
            <a:ext cx="29718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a:defRPr sz="1200" b="0" i="0"/>
            </a:lvl1pPr>
          </a:lstStyle>
          <a:p>
            <a:pPr>
              <a:defRPr/>
            </a:pPr>
            <a:endParaRPr lang="en-US" altLang="zh-CN"/>
          </a:p>
        </p:txBody>
      </p:sp>
      <p:sp>
        <p:nvSpPr>
          <p:cNvPr id="83971" name="Rectangle 3"/>
          <p:cNvSpPr>
            <a:spLocks noGrp="1" noChangeArrowheads="1"/>
          </p:cNvSpPr>
          <p:nvPr>
            <p:ph type="dt" idx="1"/>
          </p:nvPr>
        </p:nvSpPr>
        <p:spPr bwMode="auto">
          <a:xfrm>
            <a:off x="3886200" y="90488"/>
            <a:ext cx="29718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r">
              <a:defRPr sz="1200" b="0" i="0"/>
            </a:lvl1pPr>
          </a:lstStyle>
          <a:p>
            <a:pPr>
              <a:defRPr/>
            </a:pPr>
            <a:endParaRPr lang="en-US" altLang="zh-CN"/>
          </a:p>
        </p:txBody>
      </p:sp>
      <p:sp>
        <p:nvSpPr>
          <p:cNvPr id="297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3973" name="Rectangle 5"/>
          <p:cNvSpPr>
            <a:spLocks noGrp="1" noChangeArrowheads="1"/>
          </p:cNvSpPr>
          <p:nvPr>
            <p:ph type="body" sz="quarter" idx="3"/>
          </p:nvPr>
        </p:nvSpPr>
        <p:spPr bwMode="auto">
          <a:xfrm>
            <a:off x="914400" y="5786438"/>
            <a:ext cx="5029200" cy="1227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83974" name="Rectangle 6"/>
          <p:cNvSpPr>
            <a:spLocks noGrp="1" noChangeArrowheads="1"/>
          </p:cNvSpPr>
          <p:nvPr>
            <p:ph type="ftr" sz="quarter" idx="4"/>
          </p:nvPr>
        </p:nvSpPr>
        <p:spPr bwMode="auto">
          <a:xfrm>
            <a:off x="0" y="8869363"/>
            <a:ext cx="29718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lvl1pPr algn="l">
              <a:defRPr sz="1200" b="0" i="0"/>
            </a:lvl1pPr>
          </a:lstStyle>
          <a:p>
            <a:pPr>
              <a:defRPr/>
            </a:pPr>
            <a:endParaRPr lang="en-US" altLang="zh-CN"/>
          </a:p>
        </p:txBody>
      </p:sp>
      <p:sp>
        <p:nvSpPr>
          <p:cNvPr id="83975" name="Rectangle 7"/>
          <p:cNvSpPr>
            <a:spLocks noGrp="1" noChangeArrowheads="1"/>
          </p:cNvSpPr>
          <p:nvPr>
            <p:ph type="sldNum" sz="quarter" idx="5"/>
          </p:nvPr>
        </p:nvSpPr>
        <p:spPr bwMode="auto">
          <a:xfrm>
            <a:off x="3886200" y="8869363"/>
            <a:ext cx="29718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lvl1pPr algn="r">
              <a:defRPr sz="1200" b="0" i="0"/>
            </a:lvl1pPr>
          </a:lstStyle>
          <a:p>
            <a:pPr>
              <a:defRPr/>
            </a:pPr>
            <a:fld id="{8C5F2D7D-27E5-4271-A38D-58E6CC29BC9C}" type="slidenum">
              <a:rPr lang="en-US" altLang="zh-CN"/>
              <a:pPr>
                <a:defRPr/>
              </a:pPr>
              <a:t>‹#›</a:t>
            </a:fld>
            <a:endParaRPr lang="en-US" altLang="zh-CN"/>
          </a:p>
        </p:txBody>
      </p:sp>
    </p:spTree>
    <p:extLst>
      <p:ext uri="{BB962C8B-B14F-4D97-AF65-F5344CB8AC3E}">
        <p14:creationId xmlns:p14="http://schemas.microsoft.com/office/powerpoint/2010/main" val="31689793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gray">
          <a:xfrm>
            <a:off x="690563" y="3340100"/>
            <a:ext cx="7653337" cy="485775"/>
          </a:xfrm>
          <a:custGeom>
            <a:avLst/>
            <a:gdLst>
              <a:gd name="T0" fmla="*/ 2147483647 w 4128"/>
              <a:gd name="T1" fmla="*/ 2147483647 h 479"/>
              <a:gd name="T2" fmla="*/ 2147483647 w 4128"/>
              <a:gd name="T3" fmla="*/ 2147483647 h 479"/>
              <a:gd name="T4" fmla="*/ 2147483647 w 4128"/>
              <a:gd name="T5" fmla="*/ 2147483647 h 479"/>
              <a:gd name="T6" fmla="*/ 0 w 4128"/>
              <a:gd name="T7" fmla="*/ 2147483647 h 479"/>
              <a:gd name="T8" fmla="*/ 2147483647 w 4128"/>
              <a:gd name="T9" fmla="*/ 2147483647 h 4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28" h="479">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50195"/>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zh-CN" altLang="en-US"/>
          </a:p>
        </p:txBody>
      </p:sp>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zh-CN" altLang="en-US" noProof="0" smtClean="0"/>
              <a:t>单击此处编辑母版标题样式</a:t>
            </a:r>
            <a:endParaRPr lang="zh-CN" altLang="zh-CN" noProof="0" smtClean="0"/>
          </a:p>
        </p:txBody>
      </p:sp>
      <p:sp>
        <p:nvSpPr>
          <p:cNvPr id="4100" name="Rectangle 4"/>
          <p:cNvSpPr>
            <a:spLocks noGrp="1" noChangeArrowheads="1"/>
          </p:cNvSpPr>
          <p:nvPr>
            <p:ph type="subTitle" idx="1"/>
          </p:nvPr>
        </p:nvSpPr>
        <p:spPr>
          <a:xfrm>
            <a:off x="1371600" y="3886200"/>
            <a:ext cx="6400800" cy="1752600"/>
          </a:xfrm>
        </p:spPr>
        <p:txBody>
          <a:bodyPr/>
          <a:lstStyle>
            <a:lvl1pPr marL="0" indent="0" algn="ctr">
              <a:buFont typeface="Monotype Sorts" pitchFamily="2" charset="2"/>
              <a:buNone/>
              <a:defRPr/>
            </a:lvl1pPr>
          </a:lstStyle>
          <a:p>
            <a:pPr lvl="0"/>
            <a:r>
              <a:rPr lang="zh-CN" altLang="en-US" noProof="0" smtClean="0"/>
              <a:t>单击此处编辑母版副标题样式</a:t>
            </a:r>
          </a:p>
        </p:txBody>
      </p:sp>
      <p:sp>
        <p:nvSpPr>
          <p:cNvPr id="5" name="Rectangle 5"/>
          <p:cNvSpPr>
            <a:spLocks noGrp="1" noChangeArrowheads="1"/>
          </p:cNvSpPr>
          <p:nvPr>
            <p:ph type="dt" sz="half" idx="10"/>
          </p:nvPr>
        </p:nvSpPr>
        <p:spPr/>
        <p:txBody>
          <a:bodyPr/>
          <a:lstStyle>
            <a:lvl1pPr>
              <a:defRPr>
                <a:solidFill>
                  <a:srgbClr val="578963"/>
                </a:solidFill>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solidFill>
                  <a:srgbClr val="578963"/>
                </a:solidFill>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pPr>
              <a:defRPr/>
            </a:pPr>
            <a:fld id="{942B36B9-5DAE-46F3-9F17-E0FD04A7FBA4}" type="slidenum">
              <a:rPr lang="en-US" altLang="zh-CN"/>
              <a:pPr>
                <a:defRPr/>
              </a:pPr>
              <a:t>‹#›</a:t>
            </a:fld>
            <a:endParaRPr lang="en-US" altLang="zh-CN"/>
          </a:p>
        </p:txBody>
      </p:sp>
    </p:spTree>
    <p:extLst>
      <p:ext uri="{BB962C8B-B14F-4D97-AF65-F5344CB8AC3E}">
        <p14:creationId xmlns:p14="http://schemas.microsoft.com/office/powerpoint/2010/main" val="4107944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C376F89-506D-427B-8BD1-BB31986854AC}" type="slidenum">
              <a:rPr lang="en-US" altLang="zh-CN"/>
              <a:pPr>
                <a:defRPr/>
              </a:pPr>
              <a:t>‹#›</a:t>
            </a:fld>
            <a:endParaRPr lang="en-US" altLang="zh-CN"/>
          </a:p>
        </p:txBody>
      </p:sp>
    </p:spTree>
    <p:extLst>
      <p:ext uri="{BB962C8B-B14F-4D97-AF65-F5344CB8AC3E}">
        <p14:creationId xmlns:p14="http://schemas.microsoft.com/office/powerpoint/2010/main" val="3001284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4E79F12-839E-489E-ABBF-D224A3A5D20F}" type="slidenum">
              <a:rPr lang="en-US" altLang="zh-CN"/>
              <a:pPr>
                <a:defRPr/>
              </a:pPr>
              <a:t>‹#›</a:t>
            </a:fld>
            <a:endParaRPr lang="en-US" altLang="zh-CN"/>
          </a:p>
        </p:txBody>
      </p:sp>
    </p:spTree>
    <p:extLst>
      <p:ext uri="{BB962C8B-B14F-4D97-AF65-F5344CB8AC3E}">
        <p14:creationId xmlns:p14="http://schemas.microsoft.com/office/powerpoint/2010/main" val="2592705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4EAF85E-6EB2-495C-BB9A-1C6E0F84EC92}" type="slidenum">
              <a:rPr lang="en-US" altLang="zh-CN"/>
              <a:pPr>
                <a:defRPr/>
              </a:pPr>
              <a:t>‹#›</a:t>
            </a:fld>
            <a:endParaRPr lang="en-US" altLang="zh-CN"/>
          </a:p>
        </p:txBody>
      </p:sp>
    </p:spTree>
    <p:extLst>
      <p:ext uri="{BB962C8B-B14F-4D97-AF65-F5344CB8AC3E}">
        <p14:creationId xmlns:p14="http://schemas.microsoft.com/office/powerpoint/2010/main" val="3351422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A2673991-6F7A-4030-8FA7-D14EE0455B81}" type="slidenum">
              <a:rPr lang="en-US" altLang="zh-CN"/>
              <a:pPr>
                <a:defRPr/>
              </a:pPr>
              <a:t>‹#›</a:t>
            </a:fld>
            <a:endParaRPr lang="en-US" altLang="zh-CN"/>
          </a:p>
        </p:txBody>
      </p:sp>
    </p:spTree>
    <p:extLst>
      <p:ext uri="{BB962C8B-B14F-4D97-AF65-F5344CB8AC3E}">
        <p14:creationId xmlns:p14="http://schemas.microsoft.com/office/powerpoint/2010/main" val="882490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CE26D24-41EA-4DDD-81F6-92643A7F1DCE}" type="slidenum">
              <a:rPr lang="en-US" altLang="zh-CN"/>
              <a:pPr>
                <a:defRPr/>
              </a:pPr>
              <a:t>‹#›</a:t>
            </a:fld>
            <a:endParaRPr lang="en-US" altLang="zh-CN"/>
          </a:p>
        </p:txBody>
      </p:sp>
    </p:spTree>
    <p:extLst>
      <p:ext uri="{BB962C8B-B14F-4D97-AF65-F5344CB8AC3E}">
        <p14:creationId xmlns:p14="http://schemas.microsoft.com/office/powerpoint/2010/main" val="1887433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13D6E988-54D8-4ACC-9497-9A3E8C6EC5A7}" type="slidenum">
              <a:rPr lang="en-US" altLang="zh-CN"/>
              <a:pPr>
                <a:defRPr/>
              </a:pPr>
              <a:t>‹#›</a:t>
            </a:fld>
            <a:endParaRPr lang="en-US" altLang="zh-CN"/>
          </a:p>
        </p:txBody>
      </p:sp>
    </p:spTree>
    <p:extLst>
      <p:ext uri="{BB962C8B-B14F-4D97-AF65-F5344CB8AC3E}">
        <p14:creationId xmlns:p14="http://schemas.microsoft.com/office/powerpoint/2010/main" val="657734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1401A9C-04E1-461C-91C3-7535A42086AF}" type="slidenum">
              <a:rPr lang="en-US" altLang="zh-CN"/>
              <a:pPr>
                <a:defRPr/>
              </a:pPr>
              <a:t>‹#›</a:t>
            </a:fld>
            <a:endParaRPr lang="en-US" altLang="zh-CN"/>
          </a:p>
        </p:txBody>
      </p:sp>
    </p:spTree>
    <p:extLst>
      <p:ext uri="{BB962C8B-B14F-4D97-AF65-F5344CB8AC3E}">
        <p14:creationId xmlns:p14="http://schemas.microsoft.com/office/powerpoint/2010/main" val="1953360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E65DEE0-2AF5-4520-939B-5EB2C6F4BDB1}" type="slidenum">
              <a:rPr lang="en-US" altLang="zh-CN"/>
              <a:pPr>
                <a:defRPr/>
              </a:pPr>
              <a:t>‹#›</a:t>
            </a:fld>
            <a:endParaRPr lang="en-US" altLang="zh-CN"/>
          </a:p>
        </p:txBody>
      </p:sp>
    </p:spTree>
    <p:extLst>
      <p:ext uri="{BB962C8B-B14F-4D97-AF65-F5344CB8AC3E}">
        <p14:creationId xmlns:p14="http://schemas.microsoft.com/office/powerpoint/2010/main" val="108797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B9B1926-14AC-4BD5-9D93-EB8B58BA2C74}" type="slidenum">
              <a:rPr lang="en-US" altLang="zh-CN"/>
              <a:pPr>
                <a:defRPr/>
              </a:pPr>
              <a:t>‹#›</a:t>
            </a:fld>
            <a:endParaRPr lang="en-US" altLang="zh-CN"/>
          </a:p>
        </p:txBody>
      </p:sp>
    </p:spTree>
    <p:extLst>
      <p:ext uri="{BB962C8B-B14F-4D97-AF65-F5344CB8AC3E}">
        <p14:creationId xmlns:p14="http://schemas.microsoft.com/office/powerpoint/2010/main" val="2859291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5638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457200"/>
            <a:ext cx="5676900" cy="5638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FD012DE-95CA-4521-BF2D-9FF828724BF0}" type="slidenum">
              <a:rPr lang="en-US" altLang="zh-CN"/>
              <a:pPr>
                <a:defRPr/>
              </a:pPr>
              <a:t>‹#›</a:t>
            </a:fld>
            <a:endParaRPr lang="en-US" altLang="zh-CN"/>
          </a:p>
        </p:txBody>
      </p:sp>
    </p:spTree>
    <p:extLst>
      <p:ext uri="{BB962C8B-B14F-4D97-AF65-F5344CB8AC3E}">
        <p14:creationId xmlns:p14="http://schemas.microsoft.com/office/powerpoint/2010/main" val="3083998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57200"/>
            <a:ext cx="7772400" cy="5638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D4A293AF-594B-4599-BC5B-006527217E60}" type="slidenum">
              <a:rPr lang="en-US" altLang="zh-CN"/>
              <a:pPr>
                <a:defRPr/>
              </a:pPr>
              <a:t>‹#›</a:t>
            </a:fld>
            <a:endParaRPr lang="en-US" altLang="zh-CN"/>
          </a:p>
        </p:txBody>
      </p:sp>
    </p:spTree>
    <p:extLst>
      <p:ext uri="{BB962C8B-B14F-4D97-AF65-F5344CB8AC3E}">
        <p14:creationId xmlns:p14="http://schemas.microsoft.com/office/powerpoint/2010/main" val="36837449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45720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85800" y="19812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9812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85800" y="41148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41148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1CEB5772-E03C-41F6-AE61-18F15D58F3BE}" type="slidenum">
              <a:rPr lang="en-US" altLang="zh-CN"/>
              <a:pPr>
                <a:defRPr/>
              </a:pPr>
              <a:t>‹#›</a:t>
            </a:fld>
            <a:endParaRPr lang="en-US" altLang="zh-CN"/>
          </a:p>
        </p:txBody>
      </p:sp>
    </p:spTree>
    <p:extLst>
      <p:ext uri="{BB962C8B-B14F-4D97-AF65-F5344CB8AC3E}">
        <p14:creationId xmlns:p14="http://schemas.microsoft.com/office/powerpoint/2010/main" val="849655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076"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l">
              <a:spcBef>
                <a:spcPct val="50000"/>
              </a:spcBef>
              <a:defRPr kumimoji="1" sz="1400" b="0" i="0">
                <a:solidFill>
                  <a:schemeClr val="bg2"/>
                </a:solidFill>
              </a:defRPr>
            </a:lvl1pPr>
          </a:lstStyle>
          <a:p>
            <a:pPr>
              <a:defRPr/>
            </a:pPr>
            <a:endParaRPr lang="en-US" altLang="zh-CN"/>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kumimoji="1" sz="1400" b="0" i="0">
                <a:solidFill>
                  <a:schemeClr val="bg2"/>
                </a:solidFill>
              </a:defRPr>
            </a:lvl1pPr>
          </a:lstStyle>
          <a:p>
            <a:pPr>
              <a:defRPr/>
            </a:pPr>
            <a:endParaRPr lang="en-US" altLang="zh-CN"/>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kumimoji="1" sz="1400" b="0" i="0">
                <a:solidFill>
                  <a:schemeClr val="bg2"/>
                </a:solidFill>
              </a:defRPr>
            </a:lvl1pPr>
          </a:lstStyle>
          <a:p>
            <a:pPr>
              <a:defRPr/>
            </a:pPr>
            <a:fld id="{588C01FE-1698-46FC-9570-9D5EE074A16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69"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Lst>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bg2"/>
        </a:buClr>
        <a:buFont typeface="Monotype Sorts" pitchFamily="2"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6.pn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2.png"/><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oleObject" Target="../embeddings/oleObject11.bin"/><Relationship Id="rId18" Type="http://schemas.openxmlformats.org/officeDocument/2006/relationships/image" Target="../media/image14.png"/><Relationship Id="rId3" Type="http://schemas.openxmlformats.org/officeDocument/2006/relationships/oleObject" Target="../embeddings/oleObject6.bin"/><Relationship Id="rId21" Type="http://schemas.openxmlformats.org/officeDocument/2006/relationships/oleObject" Target="../embeddings/oleObject15.bin"/><Relationship Id="rId7" Type="http://schemas.openxmlformats.org/officeDocument/2006/relationships/oleObject" Target="../embeddings/oleObject8.bin"/><Relationship Id="rId12" Type="http://schemas.openxmlformats.org/officeDocument/2006/relationships/image" Target="../media/image11.png"/><Relationship Id="rId17" Type="http://schemas.openxmlformats.org/officeDocument/2006/relationships/oleObject" Target="../embeddings/oleObject13.bin"/><Relationship Id="rId25" Type="http://schemas.openxmlformats.org/officeDocument/2006/relationships/image" Target="../media/image19.png"/><Relationship Id="rId2" Type="http://schemas.openxmlformats.org/officeDocument/2006/relationships/slideLayout" Target="../slideLayouts/slideLayout2.xml"/><Relationship Id="rId16" Type="http://schemas.openxmlformats.org/officeDocument/2006/relationships/image" Target="../media/image13.png"/><Relationship Id="rId20" Type="http://schemas.openxmlformats.org/officeDocument/2006/relationships/image" Target="../media/image15.png"/><Relationship Id="rId1" Type="http://schemas.openxmlformats.org/officeDocument/2006/relationships/vmlDrawing" Target="../drawings/vmlDrawing2.vml"/><Relationship Id="rId6" Type="http://schemas.openxmlformats.org/officeDocument/2006/relationships/image" Target="../media/image8.png"/><Relationship Id="rId11" Type="http://schemas.openxmlformats.org/officeDocument/2006/relationships/oleObject" Target="../embeddings/oleObject10.bin"/><Relationship Id="rId24" Type="http://schemas.openxmlformats.org/officeDocument/2006/relationships/image" Target="../media/image18.png"/><Relationship Id="rId5" Type="http://schemas.openxmlformats.org/officeDocument/2006/relationships/oleObject" Target="../embeddings/oleObject7.bin"/><Relationship Id="rId15" Type="http://schemas.openxmlformats.org/officeDocument/2006/relationships/oleObject" Target="../embeddings/oleObject12.bin"/><Relationship Id="rId23" Type="http://schemas.openxmlformats.org/officeDocument/2006/relationships/image" Target="../media/image17.png"/><Relationship Id="rId10" Type="http://schemas.openxmlformats.org/officeDocument/2006/relationships/image" Target="../media/image10.png"/><Relationship Id="rId19" Type="http://schemas.openxmlformats.org/officeDocument/2006/relationships/oleObject" Target="../embeddings/oleObject14.bin"/><Relationship Id="rId4" Type="http://schemas.openxmlformats.org/officeDocument/2006/relationships/image" Target="../media/image7.png"/><Relationship Id="rId9" Type="http://schemas.openxmlformats.org/officeDocument/2006/relationships/oleObject" Target="../embeddings/oleObject9.bin"/><Relationship Id="rId14" Type="http://schemas.openxmlformats.org/officeDocument/2006/relationships/image" Target="../media/image12.png"/><Relationship Id="rId22"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8.bin"/><Relationship Id="rId5" Type="http://schemas.openxmlformats.org/officeDocument/2006/relationships/oleObject" Target="../embeddings/oleObject17.bin"/><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video" Target="file:///E:\&#25945;&#23398;&#24037;&#20316;\&#26426;&#26800;&#21046;&#22270;\2015.9-2016.1&#65288;litm&#65289;\&#25945;&#23398;&#35838;&#20214;\&#31532;7&#35762;\&#24179;&#38754;&#20307;&#19982;&#22238;&#36716;&#20307;&#30456;&#20132;.avi" TargetMode="External"/><Relationship Id="rId7" Type="http://schemas.openxmlformats.org/officeDocument/2006/relationships/image" Target="../media/image23.png"/><Relationship Id="rId2" Type="http://schemas.openxmlformats.org/officeDocument/2006/relationships/video" Target="file:///E:\&#25945;&#23398;&#24037;&#20316;\&#26426;&#26800;&#21046;&#22270;\2015.9-2016.1&#65288;litm&#65289;\&#25945;&#23398;&#35838;&#20214;\&#31532;7&#35762;\&#24179;&#38754;&#20307;&#19982;&#24179;&#38754;&#20307;&#30456;&#20132;.avi" TargetMode="External"/><Relationship Id="rId1" Type="http://schemas.openxmlformats.org/officeDocument/2006/relationships/video" Target="file:///E:\&#25945;&#23398;&#24037;&#20316;\&#26426;&#26800;&#21046;&#22270;\2015.9-2016.1&#65288;litm&#65289;\&#25945;&#23398;&#35838;&#20214;\&#31532;7&#35762;\&#22238;&#36716;&#20307;&#19982;&#22238;&#36716;&#20307;&#30456;&#20132;.avi" TargetMode="Externa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5.png"/><Relationship Id="rId5" Type="http://schemas.openxmlformats.org/officeDocument/2006/relationships/oleObject" Target="../embeddings/oleObject21.bin"/><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50000"/>
              </a:spcBef>
              <a:buClrTx/>
              <a:buFontTx/>
              <a:buNone/>
            </a:pPr>
            <a:fld id="{DD27DF7A-FCDE-4082-9934-999DD89E6C78}" type="slidenum">
              <a:rPr lang="en-US" altLang="zh-CN" sz="1400" smtClean="0">
                <a:solidFill>
                  <a:schemeClr val="bg2"/>
                </a:solidFill>
              </a:rPr>
              <a:pPr algn="r" eaLnBrk="1" hangingPunct="1">
                <a:spcBef>
                  <a:spcPct val="50000"/>
                </a:spcBef>
                <a:buClrTx/>
                <a:buFontTx/>
                <a:buNone/>
              </a:pPr>
              <a:t>1</a:t>
            </a:fld>
            <a:endParaRPr lang="en-US" altLang="zh-CN" sz="1400" smtClean="0">
              <a:solidFill>
                <a:schemeClr val="bg2"/>
              </a:solidFill>
            </a:endParaRPr>
          </a:p>
        </p:txBody>
      </p:sp>
      <p:sp>
        <p:nvSpPr>
          <p:cNvPr id="2050" name="Rectangle 2"/>
          <p:cNvSpPr>
            <a:spLocks noGrp="1" noChangeArrowheads="1"/>
          </p:cNvSpPr>
          <p:nvPr>
            <p:ph type="title"/>
          </p:nvPr>
        </p:nvSpPr>
        <p:spPr>
          <a:xfrm>
            <a:off x="0" y="125413"/>
            <a:ext cx="9144000" cy="746125"/>
          </a:xfrm>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defRPr/>
            </a:pPr>
            <a:r>
              <a:rPr lang="en-US" altLang="zh-CN" sz="5400" b="1" dirty="0" smtClean="0">
                <a:solidFill>
                  <a:srgbClr val="FF0000"/>
                </a:solidFill>
                <a:latin typeface="隶书" pitchFamily="49" charset="-122"/>
                <a:ea typeface="隶书" pitchFamily="49" charset="-122"/>
              </a:rPr>
              <a:t> </a:t>
            </a:r>
            <a:r>
              <a:rPr lang="zh-CN" altLang="en-US" sz="5400" b="1" dirty="0" smtClean="0">
                <a:solidFill>
                  <a:srgbClr val="FF0000"/>
                </a:solidFill>
                <a:effectLst>
                  <a:outerShdw blurRad="38100" dist="38100" dir="2700000" algn="tl">
                    <a:srgbClr val="C0C0C0"/>
                  </a:outerShdw>
                </a:effectLst>
                <a:latin typeface="隶书" pitchFamily="49" charset="-122"/>
                <a:ea typeface="隶书" pitchFamily="49" charset="-122"/>
              </a:rPr>
              <a:t>第六讲</a:t>
            </a:r>
            <a:endParaRPr lang="zh-CN" altLang="en-US" sz="5400" dirty="0" smtClean="0">
              <a:latin typeface="隶书" pitchFamily="49" charset="-122"/>
              <a:ea typeface="隶书" pitchFamily="49" charset="-122"/>
            </a:endParaRPr>
          </a:p>
        </p:txBody>
      </p:sp>
      <p:sp>
        <p:nvSpPr>
          <p:cNvPr id="15364" name="Rectangle 3"/>
          <p:cNvSpPr>
            <a:spLocks noGrp="1" noChangeArrowheads="1"/>
          </p:cNvSpPr>
          <p:nvPr>
            <p:ph type="body" idx="1"/>
          </p:nvPr>
        </p:nvSpPr>
        <p:spPr>
          <a:xfrm>
            <a:off x="265113" y="1312799"/>
            <a:ext cx="5026025" cy="2268538"/>
          </a:xfrm>
        </p:spPr>
        <p:txBody>
          <a:bodyPr/>
          <a:lstStyle/>
          <a:p>
            <a:pPr eaLnBrk="1" hangingPunct="1">
              <a:lnSpc>
                <a:spcPct val="80000"/>
              </a:lnSpc>
              <a:buClr>
                <a:schemeClr val="tx1"/>
              </a:buClr>
              <a:buFontTx/>
              <a:buNone/>
            </a:pPr>
            <a:r>
              <a:rPr lang="zh-CN" altLang="en-US" sz="3600" b="1" dirty="0" smtClean="0">
                <a:latin typeface="黑体" pitchFamily="49" charset="-122"/>
                <a:ea typeface="黑体" pitchFamily="49" charset="-122"/>
              </a:rPr>
              <a:t>本讲内容：</a:t>
            </a:r>
          </a:p>
          <a:p>
            <a:pPr eaLnBrk="1" hangingPunct="1">
              <a:lnSpc>
                <a:spcPct val="80000"/>
              </a:lnSpc>
              <a:buClr>
                <a:schemeClr val="tx1"/>
              </a:buClr>
              <a:buFontTx/>
              <a:buNone/>
            </a:pPr>
            <a:r>
              <a:rPr lang="en-US" altLang="zh-CN" sz="2800" b="1" dirty="0" smtClean="0">
                <a:latin typeface="黑体" pitchFamily="49" charset="-122"/>
                <a:ea typeface="黑体" pitchFamily="49" charset="-122"/>
              </a:rPr>
              <a:t>1.</a:t>
            </a:r>
            <a:r>
              <a:rPr lang="zh-CN" altLang="en-US" sz="2800" b="1" dirty="0" smtClean="0">
                <a:latin typeface="黑体" pitchFamily="49" charset="-122"/>
                <a:ea typeface="黑体" pitchFamily="49" charset="-122"/>
              </a:rPr>
              <a:t>平面体与平面体相交</a:t>
            </a:r>
          </a:p>
          <a:p>
            <a:pPr eaLnBrk="1" hangingPunct="1">
              <a:lnSpc>
                <a:spcPct val="80000"/>
              </a:lnSpc>
              <a:buClr>
                <a:schemeClr val="tx1"/>
              </a:buClr>
              <a:buFontTx/>
              <a:buNone/>
            </a:pPr>
            <a:r>
              <a:rPr lang="en-US" altLang="zh-CN" sz="2800" b="1" dirty="0" smtClean="0">
                <a:latin typeface="黑体" pitchFamily="49" charset="-122"/>
                <a:ea typeface="黑体" pitchFamily="49" charset="-122"/>
              </a:rPr>
              <a:t>2.</a:t>
            </a:r>
            <a:r>
              <a:rPr lang="zh-CN" altLang="en-US" sz="2800" b="1" dirty="0" smtClean="0">
                <a:latin typeface="黑体" pitchFamily="49" charset="-122"/>
                <a:ea typeface="黑体" pitchFamily="49" charset="-122"/>
              </a:rPr>
              <a:t>平面体与回转体</a:t>
            </a:r>
            <a:r>
              <a:rPr lang="zh-CN" altLang="en-US" sz="2800" b="1" dirty="0" smtClean="0">
                <a:latin typeface="黑体" pitchFamily="49" charset="-122"/>
                <a:ea typeface="黑体" pitchFamily="49" charset="-122"/>
              </a:rPr>
              <a:t>相交 </a:t>
            </a:r>
            <a:endParaRPr lang="zh-CN" altLang="en-US" sz="2800" b="1" dirty="0" smtClean="0">
              <a:latin typeface="黑体" pitchFamily="49" charset="-122"/>
              <a:ea typeface="黑体" pitchFamily="49" charset="-122"/>
            </a:endParaRPr>
          </a:p>
        </p:txBody>
      </p:sp>
      <p:sp>
        <p:nvSpPr>
          <p:cNvPr id="15365" name="Text Box 4"/>
          <p:cNvSpPr txBox="1">
            <a:spLocks noChangeArrowheads="1"/>
          </p:cNvSpPr>
          <p:nvPr/>
        </p:nvSpPr>
        <p:spPr bwMode="auto">
          <a:xfrm>
            <a:off x="5414963" y="1250506"/>
            <a:ext cx="3082925" cy="1087437"/>
          </a:xfrm>
          <a:prstGeom prst="rect">
            <a:avLst/>
          </a:prstGeom>
          <a:noFill/>
          <a:ln w="19050">
            <a:solidFill>
              <a:srgbClr val="FFFFFF">
                <a:alpha val="50195"/>
              </a:srgbClr>
            </a:solidFill>
            <a:miter lim="800000"/>
            <a:headEnd/>
            <a:tailEnd/>
          </a:ln>
          <a:effectLst/>
          <a:extLst>
            <a:ext uri="{909E8E84-426E-40DD-AFC4-6F175D3DCCD1}">
              <a14:hiddenFill xmlns:a14="http://schemas.microsoft.com/office/drawing/2010/main">
                <a:solidFill>
                  <a:schemeClr val="folHlink">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3600" i="0" dirty="0">
                <a:latin typeface="黑体" pitchFamily="49" charset="-122"/>
                <a:ea typeface="黑体" pitchFamily="49" charset="-122"/>
              </a:rPr>
              <a:t>复习：</a:t>
            </a:r>
          </a:p>
          <a:p>
            <a:pPr eaLnBrk="1" hangingPunct="1">
              <a:spcBef>
                <a:spcPct val="0"/>
              </a:spcBef>
              <a:buClrTx/>
              <a:buFontTx/>
              <a:buNone/>
            </a:pPr>
            <a:r>
              <a:rPr lang="zh-CN" altLang="en-US" sz="2800" i="0" dirty="0">
                <a:latin typeface="黑体" pitchFamily="49" charset="-122"/>
                <a:ea typeface="黑体" pitchFamily="49" charset="-122"/>
              </a:rPr>
              <a:t> </a:t>
            </a:r>
            <a:r>
              <a:rPr lang="en-US" altLang="zh-CN" sz="2800" i="0" dirty="0">
                <a:latin typeface="黑体" pitchFamily="49" charset="-122"/>
                <a:ea typeface="黑体" pitchFamily="49" charset="-122"/>
              </a:rPr>
              <a:t>P.167-168</a:t>
            </a:r>
          </a:p>
        </p:txBody>
      </p:sp>
      <p:sp>
        <p:nvSpPr>
          <p:cNvPr id="15366" name="Text Box 5"/>
          <p:cNvSpPr txBox="1">
            <a:spLocks noChangeArrowheads="1"/>
          </p:cNvSpPr>
          <p:nvPr/>
        </p:nvSpPr>
        <p:spPr bwMode="auto">
          <a:xfrm>
            <a:off x="5191125" y="3419595"/>
            <a:ext cx="3735388" cy="1447800"/>
          </a:xfrm>
          <a:prstGeom prst="rect">
            <a:avLst/>
          </a:prstGeom>
          <a:noFill/>
          <a:ln w="19050">
            <a:solidFill>
              <a:srgbClr val="FFFFFF"/>
            </a:solidFill>
            <a:miter lim="800000"/>
            <a:headEnd/>
            <a:tailEnd/>
          </a:ln>
          <a:effectLst/>
          <a:extLst>
            <a:ext uri="{909E8E84-426E-40DD-AFC4-6F175D3DCCD1}">
              <a14:hiddenFill xmlns:a14="http://schemas.microsoft.com/office/drawing/2010/main">
                <a:solidFill>
                  <a:schemeClr val="folHlink">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i="0">
                <a:latin typeface="黑体" pitchFamily="49" charset="-122"/>
                <a:ea typeface="黑体" pitchFamily="49" charset="-122"/>
              </a:rPr>
              <a:t> </a:t>
            </a:r>
            <a:r>
              <a:rPr lang="zh-CN" altLang="en-US" i="0">
                <a:latin typeface="黑体" pitchFamily="49" charset="-122"/>
                <a:ea typeface="黑体" pitchFamily="49" charset="-122"/>
              </a:rPr>
              <a:t>作业：</a:t>
            </a:r>
          </a:p>
          <a:p>
            <a:pPr eaLnBrk="1" hangingPunct="1">
              <a:spcBef>
                <a:spcPct val="0"/>
              </a:spcBef>
              <a:buClrTx/>
              <a:buFontTx/>
              <a:buNone/>
            </a:pPr>
            <a:r>
              <a:rPr lang="zh-CN" altLang="en-US" sz="2800" i="0">
                <a:latin typeface="黑体" pitchFamily="49" charset="-122"/>
                <a:ea typeface="黑体" pitchFamily="49" charset="-122"/>
              </a:rPr>
              <a:t>  </a:t>
            </a:r>
            <a:r>
              <a:rPr lang="en-US" altLang="zh-CN" sz="2800" i="0">
                <a:latin typeface="黑体" pitchFamily="49" charset="-122"/>
                <a:ea typeface="黑体" pitchFamily="49" charset="-122"/>
              </a:rPr>
              <a:t>P.25</a:t>
            </a:r>
            <a:r>
              <a:rPr lang="zh-CN" altLang="en-US" sz="2800" i="0">
                <a:latin typeface="黑体" pitchFamily="49" charset="-122"/>
                <a:ea typeface="黑体" pitchFamily="49" charset="-122"/>
              </a:rPr>
              <a:t>：</a:t>
            </a:r>
            <a:r>
              <a:rPr lang="en-US" altLang="zh-CN" sz="2800" i="0">
                <a:latin typeface="黑体" pitchFamily="49" charset="-122"/>
                <a:ea typeface="黑体" pitchFamily="49" charset="-122"/>
              </a:rPr>
              <a:t>1,2</a:t>
            </a:r>
          </a:p>
          <a:p>
            <a:pPr eaLnBrk="1" hangingPunct="1">
              <a:spcBef>
                <a:spcPct val="0"/>
              </a:spcBef>
              <a:buClrTx/>
              <a:buFontTx/>
              <a:buNone/>
            </a:pPr>
            <a:r>
              <a:rPr lang="en-US" altLang="zh-CN" sz="2800" i="0">
                <a:latin typeface="黑体" pitchFamily="49" charset="-122"/>
                <a:ea typeface="黑体" pitchFamily="49" charset="-122"/>
              </a:rPr>
              <a:t>  P.26</a:t>
            </a:r>
            <a:r>
              <a:rPr lang="zh-CN" altLang="en-US" sz="2800" i="0">
                <a:latin typeface="黑体" pitchFamily="49" charset="-122"/>
                <a:ea typeface="黑体" pitchFamily="49" charset="-122"/>
              </a:rPr>
              <a:t>：</a:t>
            </a:r>
            <a:r>
              <a:rPr lang="en-US" altLang="zh-CN" sz="2800" i="0">
                <a:latin typeface="黑体" pitchFamily="49" charset="-122"/>
                <a:ea typeface="黑体" pitchFamily="49" charset="-122"/>
              </a:rPr>
              <a:t>5,6,7,8</a:t>
            </a:r>
          </a:p>
        </p:txBody>
      </p:sp>
      <p:sp>
        <p:nvSpPr>
          <p:cNvPr id="15367" name="Text Box 6"/>
          <p:cNvSpPr txBox="1">
            <a:spLocks noChangeArrowheads="1"/>
          </p:cNvSpPr>
          <p:nvPr/>
        </p:nvSpPr>
        <p:spPr bwMode="auto">
          <a:xfrm>
            <a:off x="201613" y="3441820"/>
            <a:ext cx="5359400" cy="1878013"/>
          </a:xfrm>
          <a:prstGeom prst="rect">
            <a:avLst/>
          </a:prstGeom>
          <a:noFill/>
          <a:ln w="12700">
            <a:solidFill>
              <a:srgbClr val="FFFFFF"/>
            </a:solidFill>
            <a:miter lim="800000"/>
            <a:headEnd/>
            <a:tailEnd/>
          </a:ln>
          <a:effectLst/>
          <a:extLst>
            <a:ext uri="{909E8E84-426E-40DD-AFC4-6F175D3DCCD1}">
              <a14:hiddenFill xmlns:a14="http://schemas.microsoft.com/office/drawing/2010/main">
                <a:solidFill>
                  <a:srgbClr val="FFCCFF">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i="0" dirty="0">
                <a:latin typeface="黑体" pitchFamily="49" charset="-122"/>
                <a:ea typeface="黑体" pitchFamily="49" charset="-122"/>
              </a:rPr>
              <a:t>下讲</a:t>
            </a:r>
            <a:r>
              <a:rPr lang="zh-CN" altLang="en-US" i="0" dirty="0" smtClean="0">
                <a:latin typeface="黑体" pitchFamily="49" charset="-122"/>
                <a:ea typeface="黑体" pitchFamily="49" charset="-122"/>
              </a:rPr>
              <a:t>内容：</a:t>
            </a:r>
          </a:p>
          <a:p>
            <a:pPr eaLnBrk="1" hangingPunct="1">
              <a:lnSpc>
                <a:spcPct val="80000"/>
              </a:lnSpc>
              <a:buClr>
                <a:schemeClr val="tx1"/>
              </a:buClr>
              <a:buFontTx/>
              <a:buNone/>
            </a:pPr>
            <a:r>
              <a:rPr lang="zh-CN" altLang="en-US" sz="2800" i="0" dirty="0" smtClean="0">
                <a:latin typeface="黑体" pitchFamily="49" charset="-122"/>
                <a:ea typeface="黑体" pitchFamily="49" charset="-122"/>
              </a:rPr>
              <a:t> </a:t>
            </a:r>
            <a:r>
              <a:rPr lang="en-US" altLang="zh-CN" sz="2800" i="0" dirty="0" smtClean="0">
                <a:latin typeface="黑体" pitchFamily="49" charset="-122"/>
                <a:ea typeface="黑体" pitchFamily="49" charset="-122"/>
              </a:rPr>
              <a:t>3.</a:t>
            </a:r>
            <a:r>
              <a:rPr lang="zh-CN" altLang="en-US" sz="2800" i="0" dirty="0" smtClean="0">
                <a:latin typeface="黑体" pitchFamily="49" charset="-122"/>
                <a:ea typeface="黑体" pitchFamily="49" charset="-122"/>
              </a:rPr>
              <a:t>回转体与回转体相交</a:t>
            </a:r>
          </a:p>
          <a:p>
            <a:pPr eaLnBrk="1" hangingPunct="1">
              <a:lnSpc>
                <a:spcPct val="80000"/>
              </a:lnSpc>
              <a:buClr>
                <a:schemeClr val="tx1"/>
              </a:buClr>
              <a:buFontTx/>
              <a:buNone/>
            </a:pPr>
            <a:r>
              <a:rPr lang="en-US" altLang="zh-CN" sz="2800" i="0" dirty="0" smtClean="0">
                <a:latin typeface="黑体" pitchFamily="49" charset="-122"/>
                <a:ea typeface="黑体" pitchFamily="49" charset="-122"/>
              </a:rPr>
              <a:t> </a:t>
            </a:r>
            <a:r>
              <a:rPr lang="en-US" altLang="zh-CN" sz="2800" i="0" dirty="0">
                <a:latin typeface="黑体" pitchFamily="49" charset="-122"/>
                <a:ea typeface="黑体" pitchFamily="49" charset="-122"/>
              </a:rPr>
              <a:t>4.</a:t>
            </a:r>
            <a:r>
              <a:rPr lang="zh-CN" altLang="en-US" sz="2800" i="0" dirty="0">
                <a:latin typeface="黑体" pitchFamily="49" charset="-122"/>
                <a:ea typeface="黑体" pitchFamily="49" charset="-122"/>
              </a:rPr>
              <a:t>多形体相交</a:t>
            </a:r>
          </a:p>
          <a:p>
            <a:pPr eaLnBrk="1" hangingPunct="1">
              <a:spcBef>
                <a:spcPct val="0"/>
              </a:spcBef>
              <a:buClrTx/>
              <a:buFontTx/>
              <a:buNone/>
            </a:pPr>
            <a:r>
              <a:rPr lang="zh-CN" altLang="en-US" sz="2800" i="0" dirty="0">
                <a:latin typeface="黑体" pitchFamily="49" charset="-122"/>
                <a:ea typeface="黑体" pitchFamily="49" charset="-122"/>
              </a:rPr>
              <a:t> （</a:t>
            </a:r>
            <a:r>
              <a:rPr lang="en-US" altLang="zh-CN" sz="2800" i="0" dirty="0">
                <a:latin typeface="黑体" pitchFamily="49" charset="-122"/>
                <a:ea typeface="黑体" pitchFamily="49" charset="-122"/>
              </a:rPr>
              <a:t>P.169-181)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4"/>
          <p:cNvSpPr>
            <a:spLocks noGrp="1"/>
          </p:cNvSpPr>
          <p:nvPr>
            <p:ph type="sldNum" sz="quarter" idx="12"/>
          </p:nvPr>
        </p:nvSpPr>
        <p:spPr>
          <a:noFill/>
        </p:spPr>
        <p:txBody>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50000"/>
              </a:spcBef>
              <a:buClrTx/>
              <a:buFontTx/>
              <a:buNone/>
            </a:pPr>
            <a:fld id="{C6AD6E01-9222-404B-AEC8-8531F97C78C4}" type="slidenum">
              <a:rPr lang="en-US" altLang="zh-CN" sz="1400" smtClean="0">
                <a:solidFill>
                  <a:schemeClr val="bg2"/>
                </a:solidFill>
              </a:rPr>
              <a:pPr algn="r" eaLnBrk="1" hangingPunct="1">
                <a:spcBef>
                  <a:spcPct val="50000"/>
                </a:spcBef>
                <a:buClrTx/>
                <a:buFontTx/>
                <a:buNone/>
              </a:pPr>
              <a:t>2</a:t>
            </a:fld>
            <a:endParaRPr lang="en-US" altLang="zh-CN" sz="1400" smtClean="0">
              <a:solidFill>
                <a:schemeClr val="bg2"/>
              </a:solidFill>
            </a:endParaRPr>
          </a:p>
        </p:txBody>
      </p:sp>
      <p:graphicFrame>
        <p:nvGraphicFramePr>
          <p:cNvPr id="130084" name="Object 36"/>
          <p:cNvGraphicFramePr>
            <a:graphicFrameLocks noChangeAspect="1"/>
          </p:cNvGraphicFramePr>
          <p:nvPr/>
        </p:nvGraphicFramePr>
        <p:xfrm>
          <a:off x="7061200" y="3862388"/>
          <a:ext cx="936625" cy="866775"/>
        </p:xfrm>
        <a:graphic>
          <a:graphicData uri="http://schemas.openxmlformats.org/presentationml/2006/ole">
            <mc:AlternateContent xmlns:mc="http://schemas.openxmlformats.org/markup-compatibility/2006">
              <mc:Choice xmlns:v="urn:schemas-microsoft-com:vml" Requires="v">
                <p:oleObj spid="_x0000_s16489" name="位图图像" r:id="rId3" imgW="2924583" imgH="2704762" progId="Paint.Picture">
                  <p:embed/>
                </p:oleObj>
              </mc:Choice>
              <mc:Fallback>
                <p:oleObj name="位图图像" r:id="rId3" imgW="2924583" imgH="2704762" progId="Paint.Picture">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1200" y="3862388"/>
                        <a:ext cx="936625"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80" name="Object 32"/>
          <p:cNvGraphicFramePr>
            <a:graphicFrameLocks noChangeAspect="1"/>
          </p:cNvGraphicFramePr>
          <p:nvPr/>
        </p:nvGraphicFramePr>
        <p:xfrm>
          <a:off x="3849688" y="1760538"/>
          <a:ext cx="1154112" cy="1566862"/>
        </p:xfrm>
        <a:graphic>
          <a:graphicData uri="http://schemas.openxmlformats.org/presentationml/2006/ole">
            <mc:AlternateContent xmlns:mc="http://schemas.openxmlformats.org/markup-compatibility/2006">
              <mc:Choice xmlns:v="urn:schemas-microsoft-com:vml" Requires="v">
                <p:oleObj spid="_x0000_s16490" name="位图图像" r:id="rId5" imgW="4258269" imgH="2400635" progId="Paint.Picture">
                  <p:embed/>
                </p:oleObj>
              </mc:Choice>
              <mc:Fallback>
                <p:oleObj name="位图图像" r:id="rId5" imgW="4258269" imgH="2400635" progId="Paint.Picture">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l="58481"/>
                      <a:stretch>
                        <a:fillRect/>
                      </a:stretch>
                    </p:blipFill>
                    <p:spPr bwMode="auto">
                      <a:xfrm>
                        <a:off x="3849688" y="1760538"/>
                        <a:ext cx="1154112" cy="156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74" name="Object 26"/>
          <p:cNvGraphicFramePr>
            <a:graphicFrameLocks noChangeAspect="1"/>
          </p:cNvGraphicFramePr>
          <p:nvPr/>
        </p:nvGraphicFramePr>
        <p:xfrm>
          <a:off x="6364288" y="1812925"/>
          <a:ext cx="1682750" cy="1566863"/>
        </p:xfrm>
        <a:graphic>
          <a:graphicData uri="http://schemas.openxmlformats.org/presentationml/2006/ole">
            <mc:AlternateContent xmlns:mc="http://schemas.openxmlformats.org/markup-compatibility/2006">
              <mc:Choice xmlns:v="urn:schemas-microsoft-com:vml" Requires="v">
                <p:oleObj spid="_x0000_s16491" name="位图图像" r:id="rId7" imgW="4258269" imgH="2400635" progId="Paint.Picture">
                  <p:embed/>
                </p:oleObj>
              </mc:Choice>
              <mc:Fallback>
                <p:oleObj name="位图图像" r:id="rId7" imgW="4258269" imgH="2400635" progId="Paint.Picture">
                  <p:embed/>
                  <p:pic>
                    <p:nvPicPr>
                      <p:cNvPr id="0" name="Object 26"/>
                      <p:cNvPicPr>
                        <a:picLocks noChangeAspect="1" noChangeArrowheads="1"/>
                      </p:cNvPicPr>
                      <p:nvPr/>
                    </p:nvPicPr>
                    <p:blipFill>
                      <a:blip r:embed="rId8">
                        <a:extLst>
                          <a:ext uri="{28A0092B-C50C-407E-A947-70E740481C1C}">
                            <a14:useLocalDpi xmlns:a14="http://schemas.microsoft.com/office/drawing/2010/main" val="0"/>
                          </a:ext>
                        </a:extLst>
                      </a:blip>
                      <a:srcRect r="39464"/>
                      <a:stretch>
                        <a:fillRect/>
                      </a:stretch>
                    </p:blipFill>
                    <p:spPr bwMode="auto">
                      <a:xfrm>
                        <a:off x="6364288" y="1812925"/>
                        <a:ext cx="1682750" cy="156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75" name="Object 27"/>
          <p:cNvGraphicFramePr>
            <a:graphicFrameLocks noChangeAspect="1"/>
          </p:cNvGraphicFramePr>
          <p:nvPr/>
        </p:nvGraphicFramePr>
        <p:xfrm>
          <a:off x="768350" y="3470275"/>
          <a:ext cx="1633538" cy="1531938"/>
        </p:xfrm>
        <a:graphic>
          <a:graphicData uri="http://schemas.openxmlformats.org/presentationml/2006/ole">
            <mc:AlternateContent xmlns:mc="http://schemas.openxmlformats.org/markup-compatibility/2006">
              <mc:Choice xmlns:v="urn:schemas-microsoft-com:vml" Requires="v">
                <p:oleObj spid="_x0000_s16492" name="位图图像" r:id="rId9" imgW="2505425" imgH="2352381" progId="Paint.Picture">
                  <p:embed/>
                </p:oleObj>
              </mc:Choice>
              <mc:Fallback>
                <p:oleObj name="位图图像" r:id="rId9" imgW="2505425" imgH="2352381" progId="Paint.Picture">
                  <p:embed/>
                  <p:pic>
                    <p:nvPicPr>
                      <p:cNvPr id="0" name="Object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8350" y="3470275"/>
                        <a:ext cx="1633538" cy="153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76" name="Object 28"/>
          <p:cNvGraphicFramePr>
            <a:graphicFrameLocks noChangeAspect="1"/>
          </p:cNvGraphicFramePr>
          <p:nvPr/>
        </p:nvGraphicFramePr>
        <p:xfrm>
          <a:off x="3248025" y="3451225"/>
          <a:ext cx="1138238" cy="1528763"/>
        </p:xfrm>
        <a:graphic>
          <a:graphicData uri="http://schemas.openxmlformats.org/presentationml/2006/ole">
            <mc:AlternateContent xmlns:mc="http://schemas.openxmlformats.org/markup-compatibility/2006">
              <mc:Choice xmlns:v="urn:schemas-microsoft-com:vml" Requires="v">
                <p:oleObj spid="_x0000_s16493" name="位图图像" r:id="rId11" imgW="1743318" imgH="2343477" progId="Paint.Picture">
                  <p:embed/>
                </p:oleObj>
              </mc:Choice>
              <mc:Fallback>
                <p:oleObj name="位图图像" r:id="rId11" imgW="1743318" imgH="2343477" progId="Paint.Picture">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48025" y="3451225"/>
                        <a:ext cx="1138238" cy="152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30077" name="Picture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10100" y="3633788"/>
            <a:ext cx="1622425" cy="121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65" name="Text Box 17"/>
          <p:cNvSpPr txBox="1">
            <a:spLocks noChangeArrowheads="1"/>
          </p:cNvSpPr>
          <p:nvPr/>
        </p:nvSpPr>
        <p:spPr bwMode="auto">
          <a:xfrm>
            <a:off x="5786438" y="2235200"/>
            <a:ext cx="414337" cy="641350"/>
          </a:xfrm>
          <a:prstGeom prst="rect">
            <a:avLst/>
          </a:prstGeom>
          <a:noFill/>
          <a:ln>
            <a:noFill/>
          </a:ln>
          <a:effectLst/>
          <a:extLst>
            <a:ext uri="{909E8E84-426E-40DD-AFC4-6F175D3DCCD1}">
              <a14:hiddenFill xmlns:a14="http://schemas.microsoft.com/office/drawing/2010/main">
                <a:gradFill rotWithShape="0">
                  <a:gsLst>
                    <a:gs pos="0">
                      <a:srgbClr val="99CCFF"/>
                    </a:gs>
                    <a:gs pos="100000">
                      <a:srgbClr val="475E76"/>
                    </a:gs>
                  </a:gsLst>
                  <a:lin ang="0" scaled="1"/>
                </a:gra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3600" i="0">
                <a:latin typeface="黑体" pitchFamily="49" charset="-122"/>
                <a:ea typeface="黑体" pitchFamily="49" charset="-122"/>
              </a:rPr>
              <a:t>B</a:t>
            </a:r>
          </a:p>
        </p:txBody>
      </p:sp>
      <p:sp>
        <p:nvSpPr>
          <p:cNvPr id="130066" name="Text Box 18"/>
          <p:cNvSpPr txBox="1">
            <a:spLocks noChangeArrowheads="1"/>
          </p:cNvSpPr>
          <p:nvPr/>
        </p:nvSpPr>
        <p:spPr bwMode="auto">
          <a:xfrm>
            <a:off x="1077913" y="5010150"/>
            <a:ext cx="1485900" cy="457200"/>
          </a:xfrm>
          <a:prstGeom prst="rect">
            <a:avLst/>
          </a:prstGeom>
          <a:noFill/>
          <a:ln>
            <a:noFill/>
          </a:ln>
          <a:effectLst/>
          <a:extLst>
            <a:ext uri="{909E8E84-426E-40DD-AFC4-6F175D3DCCD1}">
              <a14:hiddenFill xmlns:a14="http://schemas.microsoft.com/office/drawing/2010/main">
                <a:gradFill rotWithShape="0">
                  <a:gsLst>
                    <a:gs pos="0">
                      <a:srgbClr val="99CCFF"/>
                    </a:gs>
                    <a:gs pos="100000">
                      <a:srgbClr val="475E76"/>
                    </a:gs>
                  </a:gsLst>
                  <a:lin ang="0" scaled="1"/>
                </a:gra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2400" i="0">
                <a:latin typeface="黑体" pitchFamily="49" charset="-122"/>
                <a:ea typeface="黑体" pitchFamily="49" charset="-122"/>
              </a:rPr>
              <a:t>A</a:t>
            </a:r>
            <a:r>
              <a:rPr lang="en-US" altLang="zh-CN" sz="2400" i="0">
                <a:latin typeface="黑体" pitchFamily="49" charset="-122"/>
                <a:ea typeface="黑体" pitchFamily="49" charset="-122"/>
                <a:sym typeface="Symbol" pitchFamily="18" charset="2"/>
              </a:rPr>
              <a:t></a:t>
            </a:r>
            <a:r>
              <a:rPr lang="en-US" altLang="zh-CN" sz="2400" i="0">
                <a:latin typeface="黑体" pitchFamily="49" charset="-122"/>
                <a:ea typeface="黑体" pitchFamily="49" charset="-122"/>
              </a:rPr>
              <a:t>B (</a:t>
            </a:r>
            <a:r>
              <a:rPr lang="zh-CN" altLang="zh-CN" sz="2400" i="0">
                <a:latin typeface="黑体" pitchFamily="49" charset="-122"/>
                <a:ea typeface="黑体" pitchFamily="49" charset="-122"/>
              </a:rPr>
              <a:t>并</a:t>
            </a:r>
            <a:r>
              <a:rPr lang="en-US" altLang="zh-CN" sz="2400" i="0">
                <a:latin typeface="黑体" pitchFamily="49" charset="-122"/>
                <a:ea typeface="黑体" pitchFamily="49" charset="-122"/>
                <a:sym typeface="Symbol" pitchFamily="18" charset="2"/>
              </a:rPr>
              <a:t>)</a:t>
            </a:r>
          </a:p>
        </p:txBody>
      </p:sp>
      <p:sp>
        <p:nvSpPr>
          <p:cNvPr id="130067" name="Text Box 19"/>
          <p:cNvSpPr txBox="1">
            <a:spLocks noChangeArrowheads="1"/>
          </p:cNvSpPr>
          <p:nvPr/>
        </p:nvSpPr>
        <p:spPr bwMode="auto">
          <a:xfrm>
            <a:off x="3097213" y="5010150"/>
            <a:ext cx="1403350" cy="457200"/>
          </a:xfrm>
          <a:prstGeom prst="rect">
            <a:avLst/>
          </a:prstGeom>
          <a:noFill/>
          <a:ln>
            <a:noFill/>
          </a:ln>
          <a:effectLst/>
          <a:extLst>
            <a:ext uri="{909E8E84-426E-40DD-AFC4-6F175D3DCCD1}">
              <a14:hiddenFill xmlns:a14="http://schemas.microsoft.com/office/drawing/2010/main">
                <a:gradFill rotWithShape="0">
                  <a:gsLst>
                    <a:gs pos="0">
                      <a:srgbClr val="99CCFF"/>
                    </a:gs>
                    <a:gs pos="100000">
                      <a:srgbClr val="475E76"/>
                    </a:gs>
                  </a:gsLst>
                  <a:lin ang="0" scaled="1"/>
                </a:gra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2400" i="0">
                <a:latin typeface="黑体" pitchFamily="49" charset="-122"/>
                <a:ea typeface="黑体" pitchFamily="49" charset="-122"/>
              </a:rPr>
              <a:t>A-B (</a:t>
            </a:r>
            <a:r>
              <a:rPr lang="zh-CN" altLang="en-US" sz="2400" i="0">
                <a:latin typeface="黑体" pitchFamily="49" charset="-122"/>
                <a:ea typeface="黑体" pitchFamily="49" charset="-122"/>
                <a:sym typeface="Symbol" pitchFamily="18" charset="2"/>
              </a:rPr>
              <a:t>差</a:t>
            </a:r>
            <a:r>
              <a:rPr lang="en-US" altLang="zh-CN" sz="2400" i="0">
                <a:latin typeface="黑体" pitchFamily="49" charset="-122"/>
                <a:ea typeface="黑体" pitchFamily="49" charset="-122"/>
                <a:sym typeface="Symbol" pitchFamily="18" charset="2"/>
              </a:rPr>
              <a:t>)</a:t>
            </a:r>
            <a:endParaRPr lang="en-US" altLang="zh-CN" sz="2400" i="0">
              <a:latin typeface="黑体" pitchFamily="49" charset="-122"/>
              <a:ea typeface="黑体" pitchFamily="49" charset="-122"/>
            </a:endParaRPr>
          </a:p>
        </p:txBody>
      </p:sp>
      <p:sp>
        <p:nvSpPr>
          <p:cNvPr id="130068" name="Text Box 20"/>
          <p:cNvSpPr txBox="1">
            <a:spLocks noChangeArrowheads="1"/>
          </p:cNvSpPr>
          <p:nvPr/>
        </p:nvSpPr>
        <p:spPr bwMode="auto">
          <a:xfrm>
            <a:off x="4767263" y="5010150"/>
            <a:ext cx="1555750" cy="457200"/>
          </a:xfrm>
          <a:prstGeom prst="rect">
            <a:avLst/>
          </a:prstGeom>
          <a:noFill/>
          <a:ln>
            <a:noFill/>
          </a:ln>
          <a:effectLst/>
          <a:extLst>
            <a:ext uri="{909E8E84-426E-40DD-AFC4-6F175D3DCCD1}">
              <a14:hiddenFill xmlns:a14="http://schemas.microsoft.com/office/drawing/2010/main">
                <a:gradFill rotWithShape="0">
                  <a:gsLst>
                    <a:gs pos="0">
                      <a:srgbClr val="99CCFF"/>
                    </a:gs>
                    <a:gs pos="100000">
                      <a:srgbClr val="475E76"/>
                    </a:gs>
                  </a:gsLst>
                  <a:lin ang="0" scaled="1"/>
                </a:gra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2400" i="0">
                <a:latin typeface="黑体" pitchFamily="49" charset="-122"/>
                <a:ea typeface="黑体" pitchFamily="49" charset="-122"/>
              </a:rPr>
              <a:t> B-A (</a:t>
            </a:r>
            <a:r>
              <a:rPr lang="zh-CN" altLang="en-US" sz="2400" i="0">
                <a:latin typeface="黑体" pitchFamily="49" charset="-122"/>
                <a:ea typeface="黑体" pitchFamily="49" charset="-122"/>
              </a:rPr>
              <a:t>差</a:t>
            </a:r>
            <a:r>
              <a:rPr lang="en-US" altLang="zh-CN" sz="2400" i="0">
                <a:latin typeface="黑体" pitchFamily="49" charset="-122"/>
                <a:ea typeface="黑体" pitchFamily="49" charset="-122"/>
                <a:sym typeface="Symbol" pitchFamily="18" charset="2"/>
              </a:rPr>
              <a:t>)</a:t>
            </a:r>
            <a:endParaRPr lang="en-US" altLang="zh-CN" sz="2400" i="0">
              <a:latin typeface="黑体" pitchFamily="49" charset="-122"/>
              <a:ea typeface="黑体" pitchFamily="49" charset="-122"/>
            </a:endParaRPr>
          </a:p>
        </p:txBody>
      </p:sp>
      <p:sp>
        <p:nvSpPr>
          <p:cNvPr id="130069" name="Text Box 21"/>
          <p:cNvSpPr txBox="1">
            <a:spLocks noChangeArrowheads="1"/>
          </p:cNvSpPr>
          <p:nvPr/>
        </p:nvSpPr>
        <p:spPr bwMode="auto">
          <a:xfrm>
            <a:off x="7067550" y="5010150"/>
            <a:ext cx="1485900" cy="457200"/>
          </a:xfrm>
          <a:prstGeom prst="rect">
            <a:avLst/>
          </a:prstGeom>
          <a:noFill/>
          <a:ln>
            <a:noFill/>
          </a:ln>
          <a:effectLst/>
          <a:extLst>
            <a:ext uri="{909E8E84-426E-40DD-AFC4-6F175D3DCCD1}">
              <a14:hiddenFill xmlns:a14="http://schemas.microsoft.com/office/drawing/2010/main">
                <a:gradFill rotWithShape="0">
                  <a:gsLst>
                    <a:gs pos="0">
                      <a:srgbClr val="99CCFF"/>
                    </a:gs>
                    <a:gs pos="100000">
                      <a:srgbClr val="475E76"/>
                    </a:gs>
                  </a:gsLst>
                  <a:lin ang="0" scaled="1"/>
                </a:gra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2400" i="0">
                <a:latin typeface="黑体" pitchFamily="49" charset="-122"/>
                <a:ea typeface="黑体" pitchFamily="49" charset="-122"/>
              </a:rPr>
              <a:t>A</a:t>
            </a:r>
            <a:r>
              <a:rPr lang="en-US" altLang="zh-CN" sz="2400" i="0">
                <a:latin typeface="黑体" pitchFamily="49" charset="-122"/>
                <a:ea typeface="黑体" pitchFamily="49" charset="-122"/>
                <a:sym typeface="Symbol" pitchFamily="18" charset="2"/>
              </a:rPr>
              <a:t></a:t>
            </a:r>
            <a:r>
              <a:rPr lang="en-US" altLang="zh-CN" sz="2400" i="0">
                <a:latin typeface="黑体" pitchFamily="49" charset="-122"/>
                <a:ea typeface="黑体" pitchFamily="49" charset="-122"/>
              </a:rPr>
              <a:t>B (</a:t>
            </a:r>
            <a:r>
              <a:rPr lang="zh-CN" altLang="zh-CN" sz="2400" i="0">
                <a:latin typeface="黑体" pitchFamily="49" charset="-122"/>
                <a:ea typeface="黑体" pitchFamily="49" charset="-122"/>
              </a:rPr>
              <a:t>交</a:t>
            </a:r>
            <a:r>
              <a:rPr lang="en-US" altLang="zh-CN" sz="2400" i="0">
                <a:latin typeface="黑体" pitchFamily="49" charset="-122"/>
                <a:ea typeface="黑体" pitchFamily="49" charset="-122"/>
                <a:sym typeface="Symbol" pitchFamily="18" charset="2"/>
              </a:rPr>
              <a:t>)</a:t>
            </a:r>
          </a:p>
        </p:txBody>
      </p:sp>
      <p:sp>
        <p:nvSpPr>
          <p:cNvPr id="130070" name="Text Box 22"/>
          <p:cNvSpPr txBox="1">
            <a:spLocks noChangeArrowheads="1"/>
          </p:cNvSpPr>
          <p:nvPr/>
        </p:nvSpPr>
        <p:spPr bwMode="auto">
          <a:xfrm>
            <a:off x="206375" y="1444625"/>
            <a:ext cx="4322763" cy="579438"/>
          </a:xfrm>
          <a:prstGeom prst="rect">
            <a:avLst/>
          </a:prstGeom>
          <a:noFill/>
          <a:ln>
            <a:noFill/>
          </a:ln>
          <a:effectLst/>
          <a:extLst>
            <a:ext uri="{909E8E84-426E-40DD-AFC4-6F175D3DCCD1}">
              <a14:hiddenFill xmlns:a14="http://schemas.microsoft.com/office/drawing/2010/main">
                <a:gradFill rotWithShape="0">
                  <a:gsLst>
                    <a:gs pos="0">
                      <a:srgbClr val="99CCFF"/>
                    </a:gs>
                    <a:gs pos="100000">
                      <a:srgbClr val="475E76"/>
                    </a:gs>
                  </a:gsLst>
                  <a:lin ang="0" scaled="1"/>
                </a:gra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i="0">
                <a:ea typeface="黑体" pitchFamily="49" charset="-122"/>
              </a:rPr>
              <a:t>交并差的概念</a:t>
            </a:r>
          </a:p>
        </p:txBody>
      </p:sp>
      <p:sp>
        <p:nvSpPr>
          <p:cNvPr id="130071" name="Text Box 23"/>
          <p:cNvSpPr txBox="1">
            <a:spLocks noChangeArrowheads="1"/>
          </p:cNvSpPr>
          <p:nvPr/>
        </p:nvSpPr>
        <p:spPr bwMode="auto">
          <a:xfrm>
            <a:off x="6330950" y="5486400"/>
            <a:ext cx="2813050" cy="1187450"/>
          </a:xfrm>
          <a:prstGeom prst="rect">
            <a:avLst/>
          </a:prstGeom>
          <a:noFill/>
          <a:ln>
            <a:noFill/>
          </a:ln>
          <a:effectLst/>
          <a:extLst>
            <a:ext uri="{909E8E84-426E-40DD-AFC4-6F175D3DCCD1}">
              <a14:hiddenFill xmlns:a14="http://schemas.microsoft.com/office/drawing/2010/main">
                <a:gradFill rotWithShape="0">
                  <a:gsLst>
                    <a:gs pos="0">
                      <a:srgbClr val="99CCFF"/>
                    </a:gs>
                    <a:gs pos="100000">
                      <a:srgbClr val="475E76"/>
                    </a:gs>
                  </a:gsLst>
                  <a:lin ang="0" scaled="1"/>
                </a:gra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400" i="0">
                <a:latin typeface="黑体" pitchFamily="49" charset="-122"/>
                <a:ea typeface="黑体" pitchFamily="49" charset="-122"/>
                <a:sym typeface="Symbol" pitchFamily="18" charset="2"/>
              </a:rPr>
              <a:t></a:t>
            </a:r>
            <a:r>
              <a:rPr lang="zh-CN" altLang="en-US" sz="2400" i="0">
                <a:latin typeface="黑体" pitchFamily="49" charset="-122"/>
                <a:ea typeface="黑体" pitchFamily="49" charset="-122"/>
                <a:sym typeface="Symbol" pitchFamily="18" charset="2"/>
              </a:rPr>
              <a:t>：</a:t>
            </a:r>
            <a:r>
              <a:rPr lang="zh-CN" altLang="en-US" sz="2400" i="0">
                <a:latin typeface="黑体" pitchFamily="49" charset="-122"/>
                <a:ea typeface="黑体" pitchFamily="49" charset="-122"/>
              </a:rPr>
              <a:t>只用二实体</a:t>
            </a:r>
          </a:p>
          <a:p>
            <a:pPr eaLnBrk="1" hangingPunct="1">
              <a:spcBef>
                <a:spcPct val="0"/>
              </a:spcBef>
              <a:buClrTx/>
              <a:buFontTx/>
              <a:buNone/>
            </a:pPr>
            <a:r>
              <a:rPr lang="zh-CN" altLang="en-US" sz="2400" i="0">
                <a:latin typeface="黑体" pitchFamily="49" charset="-122"/>
                <a:ea typeface="黑体" pitchFamily="49" charset="-122"/>
              </a:rPr>
              <a:t>相交部分来定义</a:t>
            </a:r>
          </a:p>
          <a:p>
            <a:pPr eaLnBrk="1" hangingPunct="1">
              <a:spcBef>
                <a:spcPct val="0"/>
              </a:spcBef>
              <a:buClrTx/>
              <a:buFontTx/>
              <a:buNone/>
            </a:pPr>
            <a:r>
              <a:rPr lang="zh-CN" altLang="en-US" sz="2400" i="0">
                <a:latin typeface="黑体" pitchFamily="49" charset="-122"/>
                <a:ea typeface="黑体" pitchFamily="49" charset="-122"/>
              </a:rPr>
              <a:t>一实体为</a:t>
            </a:r>
            <a:r>
              <a:rPr lang="zh-CN" altLang="en-US" sz="2400" i="0">
                <a:ea typeface="黑体" pitchFamily="49" charset="-122"/>
              </a:rPr>
              <a:t>“</a:t>
            </a:r>
            <a:r>
              <a:rPr lang="zh-CN" altLang="en-US" sz="2400" i="0">
                <a:latin typeface="黑体" pitchFamily="49" charset="-122"/>
                <a:ea typeface="黑体" pitchFamily="49" charset="-122"/>
              </a:rPr>
              <a:t>交</a:t>
            </a:r>
            <a:r>
              <a:rPr lang="zh-CN" altLang="en-US" sz="2400" i="0">
                <a:ea typeface="黑体" pitchFamily="49" charset="-122"/>
              </a:rPr>
              <a:t>”</a:t>
            </a:r>
            <a:r>
              <a:rPr lang="zh-CN" altLang="en-US" sz="2400" i="0">
                <a:latin typeface="黑体" pitchFamily="49" charset="-122"/>
                <a:ea typeface="黑体" pitchFamily="49" charset="-122"/>
              </a:rPr>
              <a:t>。</a:t>
            </a:r>
            <a:endParaRPr lang="zh-CN" altLang="en-US" sz="2400" i="0">
              <a:latin typeface="黑体" pitchFamily="49" charset="-122"/>
              <a:ea typeface="黑体" pitchFamily="49" charset="-122"/>
              <a:sym typeface="Symbol" pitchFamily="18" charset="2"/>
            </a:endParaRPr>
          </a:p>
        </p:txBody>
      </p:sp>
      <p:sp>
        <p:nvSpPr>
          <p:cNvPr id="130072" name="Text Box 24"/>
          <p:cNvSpPr txBox="1">
            <a:spLocks noChangeArrowheads="1"/>
          </p:cNvSpPr>
          <p:nvPr/>
        </p:nvSpPr>
        <p:spPr bwMode="auto">
          <a:xfrm>
            <a:off x="3271838" y="5486400"/>
            <a:ext cx="5872162" cy="1187450"/>
          </a:xfrm>
          <a:prstGeom prst="rect">
            <a:avLst/>
          </a:prstGeom>
          <a:noFill/>
          <a:ln>
            <a:noFill/>
          </a:ln>
          <a:effectLst/>
          <a:extLst>
            <a:ext uri="{909E8E84-426E-40DD-AFC4-6F175D3DCCD1}">
              <a14:hiddenFill xmlns:a14="http://schemas.microsoft.com/office/drawing/2010/main">
                <a:gradFill rotWithShape="0">
                  <a:gsLst>
                    <a:gs pos="0">
                      <a:srgbClr val="99CCFF"/>
                    </a:gs>
                    <a:gs pos="100000">
                      <a:srgbClr val="99CCFF">
                        <a:gamma/>
                        <a:shade val="46275"/>
                        <a:invGamma/>
                      </a:srgbClr>
                    </a:gs>
                  </a:gsLst>
                  <a:lin ang="0" scaled="1"/>
                </a:gra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defRPr/>
            </a:pPr>
            <a:r>
              <a:rPr kumimoji="1" lang="en-US" altLang="zh-CN" sz="2400" i="0">
                <a:effectLst>
                  <a:outerShdw blurRad="38100" dist="38100" dir="2700000" algn="tl">
                    <a:srgbClr val="C0C0C0"/>
                  </a:outerShdw>
                </a:effectLst>
                <a:latin typeface="黑体" pitchFamily="2" charset="-122"/>
                <a:ea typeface="黑体" pitchFamily="2" charset="-122"/>
                <a:sym typeface="Symbol" pitchFamily="18" charset="2"/>
              </a:rPr>
              <a:t></a:t>
            </a:r>
            <a:r>
              <a:rPr kumimoji="1" lang="zh-CN" altLang="en-US" sz="2400" i="0">
                <a:latin typeface="黑体" pitchFamily="2" charset="-122"/>
                <a:ea typeface="黑体" pitchFamily="2" charset="-122"/>
                <a:sym typeface="Symbol" pitchFamily="18" charset="2"/>
              </a:rPr>
              <a:t>：</a:t>
            </a:r>
            <a:r>
              <a:rPr kumimoji="1" lang="zh-CN" altLang="en-US" sz="2400" i="0">
                <a:latin typeface="黑体" pitchFamily="2" charset="-122"/>
                <a:ea typeface="黑体" pitchFamily="2" charset="-122"/>
              </a:rPr>
              <a:t>用一基本体</a:t>
            </a:r>
          </a:p>
          <a:p>
            <a:pPr algn="l">
              <a:defRPr/>
            </a:pPr>
            <a:r>
              <a:rPr kumimoji="1" lang="zh-CN" altLang="en-US" sz="2400" i="0">
                <a:latin typeface="黑体" pitchFamily="2" charset="-122"/>
                <a:ea typeface="黑体" pitchFamily="2" charset="-122"/>
              </a:rPr>
              <a:t>减另一基本体，</a:t>
            </a:r>
          </a:p>
          <a:p>
            <a:pPr algn="l">
              <a:defRPr/>
            </a:pPr>
            <a:r>
              <a:rPr kumimoji="1" lang="zh-CN" altLang="en-US" sz="2400" i="0">
                <a:latin typeface="黑体" pitchFamily="2" charset="-122"/>
                <a:ea typeface="黑体" pitchFamily="2" charset="-122"/>
              </a:rPr>
              <a:t>所余实体为</a:t>
            </a:r>
            <a:r>
              <a:rPr kumimoji="1" lang="zh-CN" altLang="en-US" sz="2400" i="0">
                <a:latin typeface="Times New Roman"/>
                <a:ea typeface="黑体" pitchFamily="2" charset="-122"/>
              </a:rPr>
              <a:t>“</a:t>
            </a:r>
            <a:r>
              <a:rPr kumimoji="1" lang="zh-CN" altLang="en-US" sz="2400" i="0">
                <a:latin typeface="黑体" pitchFamily="2" charset="-122"/>
                <a:ea typeface="黑体" pitchFamily="2" charset="-122"/>
              </a:rPr>
              <a:t>差</a:t>
            </a:r>
            <a:r>
              <a:rPr kumimoji="1" lang="zh-CN" altLang="en-US" sz="2400" i="0">
                <a:latin typeface="Times New Roman"/>
                <a:ea typeface="黑体" pitchFamily="2" charset="-122"/>
              </a:rPr>
              <a:t>”</a:t>
            </a:r>
            <a:r>
              <a:rPr kumimoji="1" lang="zh-CN" altLang="en-US" sz="2400" i="0">
                <a:latin typeface="黑体" pitchFamily="2" charset="-122"/>
                <a:ea typeface="黑体" pitchFamily="2" charset="-122"/>
              </a:rPr>
              <a:t>。</a:t>
            </a:r>
          </a:p>
        </p:txBody>
      </p:sp>
      <p:sp>
        <p:nvSpPr>
          <p:cNvPr id="130073" name="Text Box 25"/>
          <p:cNvSpPr txBox="1">
            <a:spLocks noChangeArrowheads="1"/>
          </p:cNvSpPr>
          <p:nvPr/>
        </p:nvSpPr>
        <p:spPr bwMode="auto">
          <a:xfrm>
            <a:off x="185738" y="5486400"/>
            <a:ext cx="8958262" cy="1187450"/>
          </a:xfrm>
          <a:prstGeom prst="rect">
            <a:avLst/>
          </a:prstGeom>
          <a:noFill/>
          <a:ln>
            <a:noFill/>
          </a:ln>
          <a:effectLst/>
          <a:extLst>
            <a:ext uri="{909E8E84-426E-40DD-AFC4-6F175D3DCCD1}">
              <a14:hiddenFill xmlns:a14="http://schemas.microsoft.com/office/drawing/2010/main">
                <a:gradFill rotWithShape="0">
                  <a:gsLst>
                    <a:gs pos="0">
                      <a:srgbClr val="99CCFF"/>
                    </a:gs>
                    <a:gs pos="100000">
                      <a:srgbClr val="475E76"/>
                    </a:gs>
                  </a:gsLst>
                  <a:lin ang="0" scaled="1"/>
                </a:gra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400" i="0">
                <a:latin typeface="黑体" pitchFamily="49" charset="-122"/>
                <a:ea typeface="黑体" pitchFamily="49" charset="-122"/>
                <a:sym typeface="Symbol" pitchFamily="18" charset="2"/>
              </a:rPr>
              <a:t></a:t>
            </a:r>
            <a:r>
              <a:rPr lang="zh-CN" altLang="en-US" sz="2400" i="0">
                <a:latin typeface="黑体" pitchFamily="49" charset="-122"/>
                <a:ea typeface="黑体" pitchFamily="49" charset="-122"/>
                <a:sym typeface="Symbol" pitchFamily="18" charset="2"/>
              </a:rPr>
              <a:t>：</a:t>
            </a:r>
            <a:r>
              <a:rPr lang="zh-CN" altLang="en-US" sz="2400" i="0">
                <a:latin typeface="黑体" pitchFamily="49" charset="-122"/>
                <a:ea typeface="黑体" pitchFamily="49" charset="-122"/>
              </a:rPr>
              <a:t>将二基本体</a:t>
            </a:r>
          </a:p>
          <a:p>
            <a:pPr eaLnBrk="1" hangingPunct="1">
              <a:spcBef>
                <a:spcPct val="0"/>
              </a:spcBef>
              <a:buClrTx/>
              <a:buFontTx/>
              <a:buNone/>
            </a:pPr>
            <a:r>
              <a:rPr lang="zh-CN" altLang="en-US" sz="2400" i="0">
                <a:latin typeface="黑体" pitchFamily="49" charset="-122"/>
                <a:ea typeface="黑体" pitchFamily="49" charset="-122"/>
              </a:rPr>
              <a:t>连在一起，合并</a:t>
            </a:r>
          </a:p>
          <a:p>
            <a:pPr eaLnBrk="1" hangingPunct="1">
              <a:spcBef>
                <a:spcPct val="0"/>
              </a:spcBef>
              <a:buClrTx/>
              <a:buFontTx/>
              <a:buNone/>
            </a:pPr>
            <a:r>
              <a:rPr lang="zh-CN" altLang="en-US" sz="2400" i="0">
                <a:latin typeface="黑体" pitchFamily="49" charset="-122"/>
                <a:ea typeface="黑体" pitchFamily="49" charset="-122"/>
              </a:rPr>
              <a:t>成一实体为</a:t>
            </a:r>
            <a:r>
              <a:rPr lang="zh-CN" altLang="en-US" sz="2400" i="0">
                <a:ea typeface="黑体" pitchFamily="49" charset="-122"/>
              </a:rPr>
              <a:t>“</a:t>
            </a:r>
            <a:r>
              <a:rPr lang="zh-CN" altLang="en-US" sz="2400" i="0">
                <a:latin typeface="黑体" pitchFamily="49" charset="-122"/>
                <a:ea typeface="黑体" pitchFamily="49" charset="-122"/>
              </a:rPr>
              <a:t>并</a:t>
            </a:r>
            <a:r>
              <a:rPr lang="zh-CN" altLang="en-US" sz="2400" i="0">
                <a:ea typeface="黑体" pitchFamily="49" charset="-122"/>
              </a:rPr>
              <a:t>”</a:t>
            </a:r>
            <a:r>
              <a:rPr lang="zh-CN" altLang="en-US" sz="2400" i="0">
                <a:latin typeface="黑体" pitchFamily="49" charset="-122"/>
                <a:ea typeface="黑体" pitchFamily="49" charset="-122"/>
              </a:rPr>
              <a:t>。</a:t>
            </a:r>
          </a:p>
        </p:txBody>
      </p:sp>
      <p:sp>
        <p:nvSpPr>
          <p:cNvPr id="130064" name="Text Box 16"/>
          <p:cNvSpPr txBox="1">
            <a:spLocks noChangeArrowheads="1"/>
          </p:cNvSpPr>
          <p:nvPr/>
        </p:nvSpPr>
        <p:spPr bwMode="auto">
          <a:xfrm>
            <a:off x="3379788" y="2235200"/>
            <a:ext cx="414337" cy="641350"/>
          </a:xfrm>
          <a:prstGeom prst="rect">
            <a:avLst/>
          </a:prstGeom>
          <a:noFill/>
          <a:ln>
            <a:noFill/>
          </a:ln>
          <a:effectLst/>
          <a:extLst>
            <a:ext uri="{909E8E84-426E-40DD-AFC4-6F175D3DCCD1}">
              <a14:hiddenFill xmlns:a14="http://schemas.microsoft.com/office/drawing/2010/main">
                <a:gradFill rotWithShape="0">
                  <a:gsLst>
                    <a:gs pos="0">
                      <a:srgbClr val="99CCFF"/>
                    </a:gs>
                    <a:gs pos="100000">
                      <a:srgbClr val="475E76"/>
                    </a:gs>
                  </a:gsLst>
                  <a:lin ang="0" scaled="1"/>
                </a:gra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3600" i="0">
                <a:latin typeface="黑体" pitchFamily="49" charset="-122"/>
                <a:ea typeface="黑体" pitchFamily="49" charset="-122"/>
              </a:rPr>
              <a:t>A</a:t>
            </a:r>
          </a:p>
        </p:txBody>
      </p:sp>
      <p:sp>
        <p:nvSpPr>
          <p:cNvPr id="16403" name="Text Box 37"/>
          <p:cNvSpPr txBox="1">
            <a:spLocks noChangeArrowheads="1"/>
          </p:cNvSpPr>
          <p:nvPr/>
        </p:nvSpPr>
        <p:spPr bwMode="auto">
          <a:xfrm>
            <a:off x="176213" y="203200"/>
            <a:ext cx="8794750" cy="70167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4000" i="0">
                <a:solidFill>
                  <a:srgbClr val="FF3300"/>
                </a:solidFill>
                <a:latin typeface="黑体" pitchFamily="49" charset="-122"/>
                <a:ea typeface="黑体" pitchFamily="49" charset="-122"/>
              </a:rPr>
              <a:t>第</a:t>
            </a:r>
            <a:r>
              <a:rPr lang="en-US" altLang="zh-CN" sz="4000" i="0">
                <a:solidFill>
                  <a:srgbClr val="FF3300"/>
                </a:solidFill>
                <a:latin typeface="黑体" pitchFamily="49" charset="-122"/>
                <a:ea typeface="黑体" pitchFamily="49" charset="-122"/>
              </a:rPr>
              <a:t>9</a:t>
            </a:r>
            <a:r>
              <a:rPr lang="zh-CN" altLang="en-US" sz="4000" i="0">
                <a:solidFill>
                  <a:srgbClr val="FF3300"/>
                </a:solidFill>
                <a:latin typeface="黑体" pitchFamily="49" charset="-122"/>
                <a:ea typeface="黑体" pitchFamily="49" charset="-122"/>
              </a:rPr>
              <a:t>章 立体与立体相交（相贯）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0070"/>
                                        </p:tgtEl>
                                        <p:attrNameLst>
                                          <p:attrName>style.visibility</p:attrName>
                                        </p:attrNameLst>
                                      </p:cBhvr>
                                      <p:to>
                                        <p:strVal val="visible"/>
                                      </p:to>
                                    </p:set>
                                    <p:animEffect transition="in" filter="blinds(horizontal)">
                                      <p:cBhvr>
                                        <p:cTn id="7" dur="500"/>
                                        <p:tgtEl>
                                          <p:spTgt spid="1300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30080"/>
                                        </p:tgtEl>
                                        <p:attrNameLst>
                                          <p:attrName>style.visibility</p:attrName>
                                        </p:attrNameLst>
                                      </p:cBhvr>
                                      <p:to>
                                        <p:strVal val="visible"/>
                                      </p:to>
                                    </p:set>
                                  </p:childTnLst>
                                </p:cTn>
                              </p:par>
                            </p:childTnLst>
                          </p:cTn>
                        </p:par>
                        <p:par>
                          <p:cTn id="12" fill="hold" nodeType="afterGroup">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13006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0074"/>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3006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130075"/>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30066"/>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30073">
                                            <p:txEl>
                                              <p:pRg st="0" end="0"/>
                                            </p:txEl>
                                          </p:spTgt>
                                        </p:tgtEl>
                                        <p:attrNameLst>
                                          <p:attrName>style.visibility</p:attrName>
                                        </p:attrNameLst>
                                      </p:cBhvr>
                                      <p:to>
                                        <p:strVal val="visible"/>
                                      </p:to>
                                    </p:set>
                                    <p:animEffect transition="in" filter="wipe(up)">
                                      <p:cBhvr>
                                        <p:cTn id="34" dur="500"/>
                                        <p:tgtEl>
                                          <p:spTgt spid="130073">
                                            <p:txEl>
                                              <p:pRg st="0" end="0"/>
                                            </p:txEl>
                                          </p:spTgt>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30073">
                                            <p:txEl>
                                              <p:pRg st="1" end="1"/>
                                            </p:txEl>
                                          </p:spTgt>
                                        </p:tgtEl>
                                        <p:attrNameLst>
                                          <p:attrName>style.visibility</p:attrName>
                                        </p:attrNameLst>
                                      </p:cBhvr>
                                      <p:to>
                                        <p:strVal val="visible"/>
                                      </p:to>
                                    </p:set>
                                    <p:animEffect transition="in" filter="wipe(up)">
                                      <p:cBhvr>
                                        <p:cTn id="37" dur="500"/>
                                        <p:tgtEl>
                                          <p:spTgt spid="130073">
                                            <p:txEl>
                                              <p:pRg st="1" end="1"/>
                                            </p:txEl>
                                          </p:spTgt>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30073">
                                            <p:txEl>
                                              <p:pRg st="2" end="2"/>
                                            </p:txEl>
                                          </p:spTgt>
                                        </p:tgtEl>
                                        <p:attrNameLst>
                                          <p:attrName>style.visibility</p:attrName>
                                        </p:attrNameLst>
                                      </p:cBhvr>
                                      <p:to>
                                        <p:strVal val="visible"/>
                                      </p:to>
                                    </p:set>
                                    <p:animEffect transition="in" filter="wipe(up)">
                                      <p:cBhvr>
                                        <p:cTn id="40" dur="500"/>
                                        <p:tgtEl>
                                          <p:spTgt spid="130073">
                                            <p:txEl>
                                              <p:pRg st="2" end="2"/>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130076"/>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0067"/>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130072">
                                            <p:txEl>
                                              <p:pRg st="0" end="0"/>
                                            </p:txEl>
                                          </p:spTgt>
                                        </p:tgtEl>
                                        <p:attrNameLst>
                                          <p:attrName>style.visibility</p:attrName>
                                        </p:attrNameLst>
                                      </p:cBhvr>
                                      <p:to>
                                        <p:strVal val="visible"/>
                                      </p:to>
                                    </p:set>
                                    <p:animEffect transition="in" filter="wipe(up)">
                                      <p:cBhvr>
                                        <p:cTn id="53" dur="500"/>
                                        <p:tgtEl>
                                          <p:spTgt spid="130072">
                                            <p:txEl>
                                              <p:pRg st="0" end="0"/>
                                            </p:txEl>
                                          </p:spTgt>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130072">
                                            <p:txEl>
                                              <p:pRg st="1" end="1"/>
                                            </p:txEl>
                                          </p:spTgt>
                                        </p:tgtEl>
                                        <p:attrNameLst>
                                          <p:attrName>style.visibility</p:attrName>
                                        </p:attrNameLst>
                                      </p:cBhvr>
                                      <p:to>
                                        <p:strVal val="visible"/>
                                      </p:to>
                                    </p:set>
                                    <p:animEffect transition="in" filter="wipe(up)">
                                      <p:cBhvr>
                                        <p:cTn id="56" dur="500"/>
                                        <p:tgtEl>
                                          <p:spTgt spid="130072">
                                            <p:txEl>
                                              <p:pRg st="1" end="1"/>
                                            </p:txEl>
                                          </p:spTgt>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130072">
                                            <p:txEl>
                                              <p:pRg st="2" end="2"/>
                                            </p:txEl>
                                          </p:spTgt>
                                        </p:tgtEl>
                                        <p:attrNameLst>
                                          <p:attrName>style.visibility</p:attrName>
                                        </p:attrNameLst>
                                      </p:cBhvr>
                                      <p:to>
                                        <p:strVal val="visible"/>
                                      </p:to>
                                    </p:set>
                                    <p:animEffect transition="in" filter="wipe(up)">
                                      <p:cBhvr>
                                        <p:cTn id="59" dur="500"/>
                                        <p:tgtEl>
                                          <p:spTgt spid="130072">
                                            <p:txEl>
                                              <p:pRg st="2" end="2"/>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30068"/>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nodeType="clickEffect">
                                  <p:stCondLst>
                                    <p:cond delay="0"/>
                                  </p:stCondLst>
                                  <p:childTnLst>
                                    <p:set>
                                      <p:cBhvr>
                                        <p:cTn id="67" dur="1" fill="hold">
                                          <p:stCondLst>
                                            <p:cond delay="0"/>
                                          </p:stCondLst>
                                        </p:cTn>
                                        <p:tgtEl>
                                          <p:spTgt spid="130077"/>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30069"/>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0"/>
                                          </p:stCondLst>
                                        </p:cTn>
                                        <p:tgtEl>
                                          <p:spTgt spid="130084"/>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grpId="0" nodeType="clickEffect">
                                  <p:stCondLst>
                                    <p:cond delay="0"/>
                                  </p:stCondLst>
                                  <p:childTnLst>
                                    <p:set>
                                      <p:cBhvr>
                                        <p:cTn id="79" dur="1" fill="hold">
                                          <p:stCondLst>
                                            <p:cond delay="0"/>
                                          </p:stCondLst>
                                        </p:cTn>
                                        <p:tgtEl>
                                          <p:spTgt spid="130071">
                                            <p:txEl>
                                              <p:pRg st="0" end="0"/>
                                            </p:txEl>
                                          </p:spTgt>
                                        </p:tgtEl>
                                        <p:attrNameLst>
                                          <p:attrName>style.visibility</p:attrName>
                                        </p:attrNameLst>
                                      </p:cBhvr>
                                      <p:to>
                                        <p:strVal val="visible"/>
                                      </p:to>
                                    </p:set>
                                    <p:animEffect transition="in" filter="wipe(up)">
                                      <p:cBhvr>
                                        <p:cTn id="80" dur="500"/>
                                        <p:tgtEl>
                                          <p:spTgt spid="130071">
                                            <p:txEl>
                                              <p:pRg st="0" end="0"/>
                                            </p:txEl>
                                          </p:spTgt>
                                        </p:tgtEl>
                                      </p:cBhvr>
                                    </p:animEffect>
                                  </p:childTnLst>
                                </p:cTn>
                              </p:par>
                              <p:par>
                                <p:cTn id="81" presetID="22" presetClass="entr" presetSubtype="1" fill="hold" grpId="0" nodeType="withEffect">
                                  <p:stCondLst>
                                    <p:cond delay="0"/>
                                  </p:stCondLst>
                                  <p:childTnLst>
                                    <p:set>
                                      <p:cBhvr>
                                        <p:cTn id="82" dur="1" fill="hold">
                                          <p:stCondLst>
                                            <p:cond delay="0"/>
                                          </p:stCondLst>
                                        </p:cTn>
                                        <p:tgtEl>
                                          <p:spTgt spid="130071">
                                            <p:txEl>
                                              <p:pRg st="1" end="1"/>
                                            </p:txEl>
                                          </p:spTgt>
                                        </p:tgtEl>
                                        <p:attrNameLst>
                                          <p:attrName>style.visibility</p:attrName>
                                        </p:attrNameLst>
                                      </p:cBhvr>
                                      <p:to>
                                        <p:strVal val="visible"/>
                                      </p:to>
                                    </p:set>
                                    <p:animEffect transition="in" filter="wipe(up)">
                                      <p:cBhvr>
                                        <p:cTn id="83" dur="500"/>
                                        <p:tgtEl>
                                          <p:spTgt spid="130071">
                                            <p:txEl>
                                              <p:pRg st="1" end="1"/>
                                            </p:txEl>
                                          </p:spTgt>
                                        </p:tgtEl>
                                      </p:cBhvr>
                                    </p:animEffect>
                                  </p:childTnLst>
                                </p:cTn>
                              </p:par>
                              <p:par>
                                <p:cTn id="84" presetID="22" presetClass="entr" presetSubtype="1" fill="hold" grpId="0" nodeType="withEffect">
                                  <p:stCondLst>
                                    <p:cond delay="0"/>
                                  </p:stCondLst>
                                  <p:childTnLst>
                                    <p:set>
                                      <p:cBhvr>
                                        <p:cTn id="85" dur="1" fill="hold">
                                          <p:stCondLst>
                                            <p:cond delay="0"/>
                                          </p:stCondLst>
                                        </p:cTn>
                                        <p:tgtEl>
                                          <p:spTgt spid="130071">
                                            <p:txEl>
                                              <p:pRg st="2" end="2"/>
                                            </p:txEl>
                                          </p:spTgt>
                                        </p:tgtEl>
                                        <p:attrNameLst>
                                          <p:attrName>style.visibility</p:attrName>
                                        </p:attrNameLst>
                                      </p:cBhvr>
                                      <p:to>
                                        <p:strVal val="visible"/>
                                      </p:to>
                                    </p:set>
                                    <p:animEffect transition="in" filter="wipe(up)">
                                      <p:cBhvr>
                                        <p:cTn id="86" dur="500"/>
                                        <p:tgtEl>
                                          <p:spTgt spid="1300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65" grpId="0"/>
      <p:bldP spid="130066" grpId="0"/>
      <p:bldP spid="130067" grpId="0"/>
      <p:bldP spid="130068" grpId="0"/>
      <p:bldP spid="130069" grpId="0"/>
      <p:bldP spid="130070" grpId="0"/>
      <p:bldP spid="130071" grpId="0" build="allAtOnce"/>
      <p:bldP spid="130072" grpId="0" build="allAtOnce"/>
      <p:bldP spid="130073" grpId="0" build="allAtOnce"/>
      <p:bldP spid="13006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p:spPr>
        <p:txBody>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50000"/>
              </a:spcBef>
              <a:buClrTx/>
              <a:buFontTx/>
              <a:buNone/>
            </a:pPr>
            <a:fld id="{47494297-4985-4052-B1EC-EC266E602CE8}" type="slidenum">
              <a:rPr lang="en-US" altLang="zh-CN" sz="1400" smtClean="0">
                <a:solidFill>
                  <a:schemeClr val="bg2"/>
                </a:solidFill>
              </a:rPr>
              <a:pPr algn="r" eaLnBrk="1" hangingPunct="1">
                <a:spcBef>
                  <a:spcPct val="50000"/>
                </a:spcBef>
                <a:buClrTx/>
                <a:buFontTx/>
                <a:buNone/>
              </a:pPr>
              <a:t>3</a:t>
            </a:fld>
            <a:endParaRPr lang="en-US" altLang="zh-CN" sz="1400" smtClean="0">
              <a:solidFill>
                <a:schemeClr val="bg2"/>
              </a:solidFill>
            </a:endParaRPr>
          </a:p>
        </p:txBody>
      </p:sp>
      <p:graphicFrame>
        <p:nvGraphicFramePr>
          <p:cNvPr id="166914" name="Object 2"/>
          <p:cNvGraphicFramePr>
            <a:graphicFrameLocks noChangeAspect="1"/>
          </p:cNvGraphicFramePr>
          <p:nvPr/>
        </p:nvGraphicFramePr>
        <p:xfrm>
          <a:off x="6943725" y="2395538"/>
          <a:ext cx="1822450" cy="1703387"/>
        </p:xfrm>
        <a:graphic>
          <a:graphicData uri="http://schemas.openxmlformats.org/presentationml/2006/ole">
            <mc:AlternateContent xmlns:mc="http://schemas.openxmlformats.org/markup-compatibility/2006">
              <mc:Choice xmlns:v="urn:schemas-microsoft-com:vml" Requires="v">
                <p:oleObj spid="_x0000_s17610" name="位图图像" r:id="rId3" imgW="2343477" imgH="2190476" progId="Paint.Picture">
                  <p:embed/>
                </p:oleObj>
              </mc:Choice>
              <mc:Fallback>
                <p:oleObj name="位图图像" r:id="rId3" imgW="2343477" imgH="2190476"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3725" y="2395538"/>
                        <a:ext cx="1822450" cy="170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15" name="Object 3"/>
          <p:cNvGraphicFramePr>
            <a:graphicFrameLocks noChangeAspect="1"/>
          </p:cNvGraphicFramePr>
          <p:nvPr/>
        </p:nvGraphicFramePr>
        <p:xfrm>
          <a:off x="349250" y="2319338"/>
          <a:ext cx="1944688" cy="1847850"/>
        </p:xfrm>
        <a:graphic>
          <a:graphicData uri="http://schemas.openxmlformats.org/presentationml/2006/ole">
            <mc:AlternateContent xmlns:mc="http://schemas.openxmlformats.org/markup-compatibility/2006">
              <mc:Choice xmlns:v="urn:schemas-microsoft-com:vml" Requires="v">
                <p:oleObj spid="_x0000_s17611" name="位图图像" r:id="rId5" imgW="2409524" imgH="2285714" progId="Paint.Picture">
                  <p:embed/>
                </p:oleObj>
              </mc:Choice>
              <mc:Fallback>
                <p:oleObj name="位图图像" r:id="rId5" imgW="2409524" imgH="2285714" progId="Paint.Picture">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 y="2319338"/>
                        <a:ext cx="1944688"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16" name="Object 4"/>
          <p:cNvGraphicFramePr>
            <a:graphicFrameLocks noChangeAspect="1"/>
          </p:cNvGraphicFramePr>
          <p:nvPr/>
        </p:nvGraphicFramePr>
        <p:xfrm>
          <a:off x="5691188" y="719138"/>
          <a:ext cx="1506537" cy="1279525"/>
        </p:xfrm>
        <a:graphic>
          <a:graphicData uri="http://schemas.openxmlformats.org/presentationml/2006/ole">
            <mc:AlternateContent xmlns:mc="http://schemas.openxmlformats.org/markup-compatibility/2006">
              <mc:Choice xmlns:v="urn:schemas-microsoft-com:vml" Requires="v">
                <p:oleObj spid="_x0000_s17612" name="位图图像" r:id="rId7" imgW="2333333" imgH="1980952" progId="Paint.Picture">
                  <p:embed/>
                </p:oleObj>
              </mc:Choice>
              <mc:Fallback>
                <p:oleObj name="位图图像" r:id="rId7" imgW="2333333" imgH="1980952" progId="Paint.Picture">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91188" y="719138"/>
                        <a:ext cx="1506537"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6917" name="Object 5"/>
          <p:cNvGraphicFramePr>
            <a:graphicFrameLocks noChangeAspect="1"/>
          </p:cNvGraphicFramePr>
          <p:nvPr/>
        </p:nvGraphicFramePr>
        <p:xfrm>
          <a:off x="2030413" y="473075"/>
          <a:ext cx="2092325" cy="1751013"/>
        </p:xfrm>
        <a:graphic>
          <a:graphicData uri="http://schemas.openxmlformats.org/presentationml/2006/ole">
            <mc:AlternateContent xmlns:mc="http://schemas.openxmlformats.org/markup-compatibility/2006">
              <mc:Choice xmlns:v="urn:schemas-microsoft-com:vml" Requires="v">
                <p:oleObj spid="_x0000_s17613" name="位图图像" r:id="rId9" imgW="3552381" imgH="3209524" progId="Paint.Picture">
                  <p:embed/>
                </p:oleObj>
              </mc:Choice>
              <mc:Fallback>
                <p:oleObj name="位图图像" r:id="rId9" imgW="3552381" imgH="3209524" progId="Paint.Picture">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30413" y="473075"/>
                        <a:ext cx="2092325" cy="175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66918" name="Group 6"/>
          <p:cNvGrpSpPr>
            <a:grpSpLocks/>
          </p:cNvGrpSpPr>
          <p:nvPr/>
        </p:nvGrpSpPr>
        <p:grpSpPr bwMode="auto">
          <a:xfrm>
            <a:off x="4008438" y="569913"/>
            <a:ext cx="1525587" cy="1590675"/>
            <a:chOff x="1339" y="99"/>
            <a:chExt cx="961" cy="1002"/>
          </a:xfrm>
        </p:grpSpPr>
        <p:graphicFrame>
          <p:nvGraphicFramePr>
            <p:cNvPr id="17438" name="Object 7"/>
            <p:cNvGraphicFramePr>
              <a:graphicFrameLocks noChangeAspect="1"/>
            </p:cNvGraphicFramePr>
            <p:nvPr/>
          </p:nvGraphicFramePr>
          <p:xfrm>
            <a:off x="1347" y="108"/>
            <a:ext cx="953" cy="993"/>
          </p:xfrm>
          <a:graphic>
            <a:graphicData uri="http://schemas.openxmlformats.org/presentationml/2006/ole">
              <mc:AlternateContent xmlns:mc="http://schemas.openxmlformats.org/markup-compatibility/2006">
                <mc:Choice xmlns:v="urn:schemas-microsoft-com:vml" Requires="v">
                  <p:oleObj spid="_x0000_s17614" name="位图图像" r:id="rId11" imgW="2305372" imgH="2400635" progId="Paint.Picture">
                    <p:embed/>
                  </p:oleObj>
                </mc:Choice>
                <mc:Fallback>
                  <p:oleObj name="位图图像" r:id="rId11" imgW="2305372" imgH="2400635" progId="Paint.Picture">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47" y="108"/>
                          <a:ext cx="953" cy="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9" name="Rectangle 8"/>
            <p:cNvSpPr>
              <a:spLocks noChangeArrowheads="1"/>
            </p:cNvSpPr>
            <p:nvPr/>
          </p:nvSpPr>
          <p:spPr bwMode="auto">
            <a:xfrm>
              <a:off x="1339" y="99"/>
              <a:ext cx="205" cy="284"/>
            </a:xfrm>
            <a:prstGeom prst="rect">
              <a:avLst/>
            </a:prstGeom>
            <a:solidFill>
              <a:srgbClr val="FFFFFF"/>
            </a:soli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grpSp>
      <p:grpSp>
        <p:nvGrpSpPr>
          <p:cNvPr id="166921" name="Group 9"/>
          <p:cNvGrpSpPr>
            <a:grpSpLocks/>
          </p:cNvGrpSpPr>
          <p:nvPr/>
        </p:nvGrpSpPr>
        <p:grpSpPr bwMode="auto">
          <a:xfrm>
            <a:off x="7259638" y="747713"/>
            <a:ext cx="1511300" cy="1316037"/>
            <a:chOff x="3518" y="225"/>
            <a:chExt cx="952" cy="829"/>
          </a:xfrm>
        </p:grpSpPr>
        <p:graphicFrame>
          <p:nvGraphicFramePr>
            <p:cNvPr id="17436" name="Object 10"/>
            <p:cNvGraphicFramePr>
              <a:graphicFrameLocks noChangeAspect="1"/>
            </p:cNvGraphicFramePr>
            <p:nvPr/>
          </p:nvGraphicFramePr>
          <p:xfrm>
            <a:off x="3518" y="225"/>
            <a:ext cx="946" cy="821"/>
          </p:xfrm>
          <a:graphic>
            <a:graphicData uri="http://schemas.openxmlformats.org/presentationml/2006/ole">
              <mc:AlternateContent xmlns:mc="http://schemas.openxmlformats.org/markup-compatibility/2006">
                <mc:Choice xmlns:v="urn:schemas-microsoft-com:vml" Requires="v">
                  <p:oleObj spid="_x0000_s17615" name="位图图像" r:id="rId13" imgW="2390476" imgH="2076740" progId="Paint.Picture">
                    <p:embed/>
                  </p:oleObj>
                </mc:Choice>
                <mc:Fallback>
                  <p:oleObj name="位图图像" r:id="rId13" imgW="2390476" imgH="2076740" progId="Paint.Picture">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18" y="225"/>
                          <a:ext cx="946" cy="8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7" name="Rectangle 11"/>
            <p:cNvSpPr>
              <a:spLocks noChangeArrowheads="1"/>
            </p:cNvSpPr>
            <p:nvPr/>
          </p:nvSpPr>
          <p:spPr bwMode="auto">
            <a:xfrm>
              <a:off x="4311" y="944"/>
              <a:ext cx="159" cy="110"/>
            </a:xfrm>
            <a:prstGeom prst="rect">
              <a:avLst/>
            </a:prstGeom>
            <a:solidFill>
              <a:srgbClr val="FFFFFF"/>
            </a:soli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grpSp>
      <p:graphicFrame>
        <p:nvGraphicFramePr>
          <p:cNvPr id="166924" name="Object 12"/>
          <p:cNvGraphicFramePr>
            <a:graphicFrameLocks noChangeAspect="1"/>
          </p:cNvGraphicFramePr>
          <p:nvPr/>
        </p:nvGraphicFramePr>
        <p:xfrm>
          <a:off x="2681288" y="2411413"/>
          <a:ext cx="1878012" cy="1814512"/>
        </p:xfrm>
        <a:graphic>
          <a:graphicData uri="http://schemas.openxmlformats.org/presentationml/2006/ole">
            <mc:AlternateContent xmlns:mc="http://schemas.openxmlformats.org/markup-compatibility/2006">
              <mc:Choice xmlns:v="urn:schemas-microsoft-com:vml" Requires="v">
                <p:oleObj spid="_x0000_s17616" name="位图图像" r:id="rId15" imgW="2866667" imgH="2771429" progId="Paint.Picture">
                  <p:embed/>
                </p:oleObj>
              </mc:Choice>
              <mc:Fallback>
                <p:oleObj name="位图图像" r:id="rId15" imgW="2866667" imgH="2771429" progId="Paint.Picture">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81288" y="2411413"/>
                        <a:ext cx="1878012" cy="181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25" name="Object 13"/>
          <p:cNvGraphicFramePr>
            <a:graphicFrameLocks noChangeAspect="1"/>
          </p:cNvGraphicFramePr>
          <p:nvPr/>
        </p:nvGraphicFramePr>
        <p:xfrm>
          <a:off x="2613025" y="4645025"/>
          <a:ext cx="1619250" cy="1498600"/>
        </p:xfrm>
        <a:graphic>
          <a:graphicData uri="http://schemas.openxmlformats.org/presentationml/2006/ole">
            <mc:AlternateContent xmlns:mc="http://schemas.openxmlformats.org/markup-compatibility/2006">
              <mc:Choice xmlns:v="urn:schemas-microsoft-com:vml" Requires="v">
                <p:oleObj spid="_x0000_s17617" name="位图图像" r:id="rId17" imgW="2561905" imgH="2371429" progId="Paint.Picture">
                  <p:embed/>
                </p:oleObj>
              </mc:Choice>
              <mc:Fallback>
                <p:oleObj name="位图图像" r:id="rId17" imgW="2561905" imgH="2371429" progId="Paint.Picture">
                  <p:embed/>
                  <p:pic>
                    <p:nvPicPr>
                      <p:cNvPr id="0"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13025" y="4645025"/>
                        <a:ext cx="1619250" cy="149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26" name="Object 14"/>
          <p:cNvGraphicFramePr>
            <a:graphicFrameLocks noChangeAspect="1"/>
          </p:cNvGraphicFramePr>
          <p:nvPr/>
        </p:nvGraphicFramePr>
        <p:xfrm>
          <a:off x="627063" y="4498975"/>
          <a:ext cx="1620837" cy="1662113"/>
        </p:xfrm>
        <a:graphic>
          <a:graphicData uri="http://schemas.openxmlformats.org/presentationml/2006/ole">
            <mc:AlternateContent xmlns:mc="http://schemas.openxmlformats.org/markup-compatibility/2006">
              <mc:Choice xmlns:v="urn:schemas-microsoft-com:vml" Requires="v">
                <p:oleObj spid="_x0000_s17618" name="位图图像" r:id="rId19" imgW="2991268" imgH="3067478" progId="Paint.Picture">
                  <p:embed/>
                </p:oleObj>
              </mc:Choice>
              <mc:Fallback>
                <p:oleObj name="位图图像" r:id="rId19" imgW="2991268" imgH="3067478" progId="Paint.Picture">
                  <p:embed/>
                  <p:pic>
                    <p:nvPicPr>
                      <p:cNvPr id="0" name="Object 1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27063" y="4498975"/>
                        <a:ext cx="1620837" cy="166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27" name="Object 15"/>
          <p:cNvGraphicFramePr>
            <a:graphicFrameLocks noChangeAspect="1"/>
          </p:cNvGraphicFramePr>
          <p:nvPr/>
        </p:nvGraphicFramePr>
        <p:xfrm>
          <a:off x="4781550" y="4556125"/>
          <a:ext cx="1333500" cy="1636713"/>
        </p:xfrm>
        <a:graphic>
          <a:graphicData uri="http://schemas.openxmlformats.org/presentationml/2006/ole">
            <mc:AlternateContent xmlns:mc="http://schemas.openxmlformats.org/markup-compatibility/2006">
              <mc:Choice xmlns:v="urn:schemas-microsoft-com:vml" Requires="v">
                <p:oleObj spid="_x0000_s17619" name="位图图像" r:id="rId21" imgW="2676899" imgH="3285714" progId="Paint.Picture">
                  <p:embed/>
                </p:oleObj>
              </mc:Choice>
              <mc:Fallback>
                <p:oleObj name="位图图像" r:id="rId21" imgW="2676899" imgH="3285714" progId="Paint.Picture">
                  <p:embed/>
                  <p:pic>
                    <p:nvPicPr>
                      <p:cNvPr id="0" name="Object 1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781550" y="4556125"/>
                        <a:ext cx="1333500" cy="163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66928" name="Picture 16"/>
          <p:cNvPicPr>
            <a:picLocks noChangeAspect="1" noChangeArrowheads="1"/>
          </p:cNvPicPr>
          <p:nvPr/>
        </p:nvPicPr>
        <p:blipFill>
          <a:blip r:embed="rId23">
            <a:extLst>
              <a:ext uri="{28A0092B-C50C-407E-A947-70E740481C1C}">
                <a14:useLocalDpi xmlns:a14="http://schemas.microsoft.com/office/drawing/2010/main" val="0"/>
              </a:ext>
            </a:extLst>
          </a:blip>
          <a:srcRect r="60478"/>
          <a:stretch>
            <a:fillRect/>
          </a:stretch>
        </p:blipFill>
        <p:spPr bwMode="auto">
          <a:xfrm>
            <a:off x="349250" y="546100"/>
            <a:ext cx="172402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929" name="Picture 1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53000" y="2492375"/>
            <a:ext cx="1576388"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3" name="Text Box 18"/>
          <p:cNvSpPr txBox="1">
            <a:spLocks noChangeArrowheads="1"/>
          </p:cNvSpPr>
          <p:nvPr/>
        </p:nvSpPr>
        <p:spPr bwMode="auto">
          <a:xfrm>
            <a:off x="349250" y="142875"/>
            <a:ext cx="8794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400" i="0">
                <a:ea typeface="黑体" pitchFamily="49" charset="-122"/>
              </a:rPr>
              <a:t>图例：</a:t>
            </a:r>
          </a:p>
        </p:txBody>
      </p:sp>
      <p:pic>
        <p:nvPicPr>
          <p:cNvPr id="166931" name="Picture 19"/>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6597650" y="4684713"/>
            <a:ext cx="1922463"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932" name="Text Box 20"/>
          <p:cNvSpPr txBox="1">
            <a:spLocks noChangeArrowheads="1"/>
          </p:cNvSpPr>
          <p:nvPr/>
        </p:nvSpPr>
        <p:spPr bwMode="auto">
          <a:xfrm>
            <a:off x="584200" y="1965325"/>
            <a:ext cx="855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000" i="0">
                <a:ea typeface="黑体" pitchFamily="49" charset="-122"/>
              </a:rPr>
              <a:t>全贯</a:t>
            </a:r>
          </a:p>
        </p:txBody>
      </p:sp>
      <p:sp>
        <p:nvSpPr>
          <p:cNvPr id="166933" name="Text Box 21"/>
          <p:cNvSpPr txBox="1">
            <a:spLocks noChangeArrowheads="1"/>
          </p:cNvSpPr>
          <p:nvPr/>
        </p:nvSpPr>
        <p:spPr bwMode="auto">
          <a:xfrm>
            <a:off x="2478088" y="1965325"/>
            <a:ext cx="6665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000" i="0">
                <a:ea typeface="黑体" pitchFamily="49" charset="-122"/>
              </a:rPr>
              <a:t>互贯</a:t>
            </a:r>
          </a:p>
        </p:txBody>
      </p:sp>
      <p:sp>
        <p:nvSpPr>
          <p:cNvPr id="166934" name="Text Box 22"/>
          <p:cNvSpPr txBox="1">
            <a:spLocks noChangeArrowheads="1"/>
          </p:cNvSpPr>
          <p:nvPr/>
        </p:nvSpPr>
        <p:spPr bwMode="auto">
          <a:xfrm>
            <a:off x="4678363" y="1985963"/>
            <a:ext cx="44656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000" i="0">
                <a:ea typeface="黑体" pitchFamily="49" charset="-122"/>
              </a:rPr>
              <a:t>平</a:t>
            </a:r>
            <a:r>
              <a:rPr kumimoji="0" lang="en-US" altLang="zh-CN" sz="2000" i="0">
                <a:ea typeface="黑体" pitchFamily="49" charset="-122"/>
                <a:cs typeface="Times New Roman" pitchFamily="18" charset="0"/>
              </a:rPr>
              <a:t>×</a:t>
            </a:r>
            <a:r>
              <a:rPr kumimoji="0" lang="zh-CN" altLang="en-US" sz="2000" i="0">
                <a:ea typeface="黑体" pitchFamily="49" charset="-122"/>
              </a:rPr>
              <a:t>曲</a:t>
            </a:r>
          </a:p>
        </p:txBody>
      </p:sp>
      <p:sp>
        <p:nvSpPr>
          <p:cNvPr id="166935" name="Text Box 23"/>
          <p:cNvSpPr txBox="1">
            <a:spLocks noChangeArrowheads="1"/>
          </p:cNvSpPr>
          <p:nvPr/>
        </p:nvSpPr>
        <p:spPr bwMode="auto">
          <a:xfrm>
            <a:off x="758825" y="4095750"/>
            <a:ext cx="8385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000" i="0">
                <a:ea typeface="黑体" pitchFamily="49" charset="-122"/>
              </a:rPr>
              <a:t>柱柱正交</a:t>
            </a:r>
          </a:p>
        </p:txBody>
      </p:sp>
      <p:sp>
        <p:nvSpPr>
          <p:cNvPr id="166936" name="Text Box 24"/>
          <p:cNvSpPr txBox="1">
            <a:spLocks noChangeArrowheads="1"/>
          </p:cNvSpPr>
          <p:nvPr/>
        </p:nvSpPr>
        <p:spPr bwMode="auto">
          <a:xfrm>
            <a:off x="7177088" y="4106863"/>
            <a:ext cx="1966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000" i="0">
                <a:ea typeface="黑体" pitchFamily="49" charset="-122"/>
              </a:rPr>
              <a:t>柱柱偏交</a:t>
            </a:r>
          </a:p>
        </p:txBody>
      </p:sp>
      <p:sp>
        <p:nvSpPr>
          <p:cNvPr id="166937" name="Text Box 25"/>
          <p:cNvSpPr txBox="1">
            <a:spLocks noChangeArrowheads="1"/>
          </p:cNvSpPr>
          <p:nvPr/>
        </p:nvSpPr>
        <p:spPr bwMode="auto">
          <a:xfrm>
            <a:off x="2882900" y="6126163"/>
            <a:ext cx="6261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000" i="0">
                <a:ea typeface="黑体" pitchFamily="49" charset="-122"/>
              </a:rPr>
              <a:t>锥穿柱</a:t>
            </a:r>
          </a:p>
        </p:txBody>
      </p:sp>
      <p:sp>
        <p:nvSpPr>
          <p:cNvPr id="166938" name="Text Box 26"/>
          <p:cNvSpPr txBox="1">
            <a:spLocks noChangeArrowheads="1"/>
          </p:cNvSpPr>
          <p:nvPr/>
        </p:nvSpPr>
        <p:spPr bwMode="auto">
          <a:xfrm>
            <a:off x="885825" y="6126163"/>
            <a:ext cx="8258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000" i="0">
                <a:ea typeface="黑体" pitchFamily="49" charset="-122"/>
              </a:rPr>
              <a:t>柱穿锥</a:t>
            </a:r>
          </a:p>
        </p:txBody>
      </p:sp>
      <p:sp>
        <p:nvSpPr>
          <p:cNvPr id="166939" name="Text Box 27"/>
          <p:cNvSpPr txBox="1">
            <a:spLocks noChangeArrowheads="1"/>
          </p:cNvSpPr>
          <p:nvPr/>
        </p:nvSpPr>
        <p:spPr bwMode="auto">
          <a:xfrm>
            <a:off x="4964113" y="6126163"/>
            <a:ext cx="41798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000" i="0">
                <a:ea typeface="黑体" pitchFamily="49" charset="-122"/>
              </a:rPr>
              <a:t>球柱偏交</a:t>
            </a:r>
          </a:p>
        </p:txBody>
      </p:sp>
      <p:sp>
        <p:nvSpPr>
          <p:cNvPr id="166940" name="Text Box 28"/>
          <p:cNvSpPr txBox="1">
            <a:spLocks noChangeArrowheads="1"/>
          </p:cNvSpPr>
          <p:nvPr/>
        </p:nvSpPr>
        <p:spPr bwMode="auto">
          <a:xfrm>
            <a:off x="6969125" y="6126163"/>
            <a:ext cx="2174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000" i="0">
                <a:ea typeface="黑体" pitchFamily="49" charset="-122"/>
              </a:rPr>
              <a:t>球柱正交</a:t>
            </a:r>
          </a:p>
        </p:txBody>
      </p:sp>
      <p:sp>
        <p:nvSpPr>
          <p:cNvPr id="166941" name="Text Box 29"/>
          <p:cNvSpPr txBox="1">
            <a:spLocks noChangeArrowheads="1"/>
          </p:cNvSpPr>
          <p:nvPr/>
        </p:nvSpPr>
        <p:spPr bwMode="auto">
          <a:xfrm>
            <a:off x="2633663" y="4124325"/>
            <a:ext cx="6510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000" i="0">
                <a:ea typeface="黑体" pitchFamily="49" charset="-122"/>
              </a:rPr>
              <a:t>柱柱正交</a:t>
            </a:r>
            <a:r>
              <a:rPr kumimoji="0" lang="en-US" altLang="zh-CN" sz="2000" i="0">
                <a:latin typeface="黑体" pitchFamily="49" charset="-122"/>
                <a:ea typeface="黑体" pitchFamily="49" charset="-122"/>
              </a:rPr>
              <a:t>(</a:t>
            </a:r>
            <a:r>
              <a:rPr kumimoji="0" lang="zh-CN" altLang="en-US" sz="2000" i="0">
                <a:ea typeface="黑体" pitchFamily="49" charset="-122"/>
              </a:rPr>
              <a:t>等径</a:t>
            </a:r>
            <a:r>
              <a:rPr kumimoji="0" lang="en-US" altLang="zh-CN" sz="2000" i="0">
                <a:latin typeface="黑体" pitchFamily="49" charset="-122"/>
                <a:ea typeface="黑体" pitchFamily="49" charset="-122"/>
              </a:rPr>
              <a:t>)</a:t>
            </a:r>
          </a:p>
        </p:txBody>
      </p:sp>
      <p:sp>
        <p:nvSpPr>
          <p:cNvPr id="166942" name="Text Box 30"/>
          <p:cNvSpPr txBox="1">
            <a:spLocks noChangeArrowheads="1"/>
          </p:cNvSpPr>
          <p:nvPr/>
        </p:nvSpPr>
        <p:spPr bwMode="auto">
          <a:xfrm>
            <a:off x="4883150" y="4133850"/>
            <a:ext cx="4260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000" i="0">
                <a:latin typeface="黑体" pitchFamily="49" charset="-122"/>
                <a:ea typeface="黑体" pitchFamily="49" charset="-122"/>
              </a:rPr>
              <a:t>孔孔正交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692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66932"/>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166917"/>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16693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66918"/>
                                        </p:tgtEl>
                                        <p:attrNameLst>
                                          <p:attrName>style.visibility</p:attrName>
                                        </p:attrNameLst>
                                      </p:cBhvr>
                                      <p:to>
                                        <p:strVal val="visible"/>
                                      </p:to>
                                    </p:set>
                                  </p:childTnLst>
                                </p:cTn>
                              </p:par>
                            </p:childTnLst>
                          </p:cTn>
                        </p:par>
                        <p:par>
                          <p:cTn id="21" fill="hold" nodeType="afterGroup">
                            <p:stCondLst>
                              <p:cond delay="0"/>
                            </p:stCondLst>
                            <p:childTnLst>
                              <p:par>
                                <p:cTn id="22" presetID="1" presetClass="entr" presetSubtype="0" fill="hold" nodeType="afterEffect">
                                  <p:stCondLst>
                                    <p:cond delay="500"/>
                                  </p:stCondLst>
                                  <p:childTnLst>
                                    <p:set>
                                      <p:cBhvr>
                                        <p:cTn id="23" dur="1" fill="hold">
                                          <p:stCondLst>
                                            <p:cond delay="0"/>
                                          </p:stCondLst>
                                        </p:cTn>
                                        <p:tgtEl>
                                          <p:spTgt spid="166916"/>
                                        </p:tgtEl>
                                        <p:attrNameLst>
                                          <p:attrName>style.visibility</p:attrName>
                                        </p:attrNameLst>
                                      </p:cBhvr>
                                      <p:to>
                                        <p:strVal val="visible"/>
                                      </p:to>
                                    </p:set>
                                  </p:childTnLst>
                                </p:cTn>
                              </p:par>
                            </p:childTnLst>
                          </p:cTn>
                        </p:par>
                        <p:par>
                          <p:cTn id="24" fill="hold" nodeType="afterGroup">
                            <p:stCondLst>
                              <p:cond delay="500"/>
                            </p:stCondLst>
                            <p:childTnLst>
                              <p:par>
                                <p:cTn id="25" presetID="1" presetClass="entr" presetSubtype="0" fill="hold" nodeType="afterEffect">
                                  <p:stCondLst>
                                    <p:cond delay="500"/>
                                  </p:stCondLst>
                                  <p:childTnLst>
                                    <p:set>
                                      <p:cBhvr>
                                        <p:cTn id="26" dur="1" fill="hold">
                                          <p:stCondLst>
                                            <p:cond delay="0"/>
                                          </p:stCondLst>
                                        </p:cTn>
                                        <p:tgtEl>
                                          <p:spTgt spid="166921"/>
                                        </p:tgtEl>
                                        <p:attrNameLst>
                                          <p:attrName>style.visibility</p:attrName>
                                        </p:attrNameLst>
                                      </p:cBhvr>
                                      <p:to>
                                        <p:strVal val="visible"/>
                                      </p:to>
                                    </p:set>
                                  </p:childTnLst>
                                </p:cTn>
                              </p:par>
                              <p:par>
                                <p:cTn id="27" presetID="1" presetClass="entr" presetSubtype="0" fill="hold" grpId="0" nodeType="withEffect">
                                  <p:stCondLst>
                                    <p:cond delay="500"/>
                                  </p:stCondLst>
                                  <p:childTnLst>
                                    <p:set>
                                      <p:cBhvr>
                                        <p:cTn id="28" dur="1" fill="hold">
                                          <p:stCondLst>
                                            <p:cond delay="0"/>
                                          </p:stCondLst>
                                        </p:cTn>
                                        <p:tgtEl>
                                          <p:spTgt spid="16693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66915"/>
                                        </p:tgtEl>
                                        <p:attrNameLst>
                                          <p:attrName>style.visibility</p:attrName>
                                        </p:attrNameLst>
                                      </p:cBhvr>
                                      <p:to>
                                        <p:strVal val="visible"/>
                                      </p:to>
                                    </p:set>
                                  </p:childTnLst>
                                </p:cTn>
                              </p:par>
                            </p:childTnLst>
                          </p:cTn>
                        </p:par>
                        <p:par>
                          <p:cTn id="33" fill="hold" nodeType="afterGroup">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166935"/>
                                        </p:tgtEl>
                                        <p:attrNameLst>
                                          <p:attrName>style.visibility</p:attrName>
                                        </p:attrNameLst>
                                      </p:cBhvr>
                                      <p:to>
                                        <p:strVal val="visible"/>
                                      </p:to>
                                    </p:set>
                                  </p:childTnLst>
                                </p:cTn>
                              </p:par>
                            </p:childTnLst>
                          </p:cTn>
                        </p:par>
                        <p:par>
                          <p:cTn id="36" fill="hold" nodeType="afterGroup">
                            <p:stCondLst>
                              <p:cond delay="500"/>
                            </p:stCondLst>
                            <p:childTnLst>
                              <p:par>
                                <p:cTn id="37" presetID="1" presetClass="entr" presetSubtype="0" fill="hold" nodeType="afterEffect">
                                  <p:stCondLst>
                                    <p:cond delay="500"/>
                                  </p:stCondLst>
                                  <p:childTnLst>
                                    <p:set>
                                      <p:cBhvr>
                                        <p:cTn id="38" dur="1" fill="hold">
                                          <p:stCondLst>
                                            <p:cond delay="0"/>
                                          </p:stCondLst>
                                        </p:cTn>
                                        <p:tgtEl>
                                          <p:spTgt spid="166924"/>
                                        </p:tgtEl>
                                        <p:attrNameLst>
                                          <p:attrName>style.visibility</p:attrName>
                                        </p:attrNameLst>
                                      </p:cBhvr>
                                      <p:to>
                                        <p:strVal val="visible"/>
                                      </p:to>
                                    </p:set>
                                  </p:childTnLst>
                                </p:cTn>
                              </p:par>
                            </p:childTnLst>
                          </p:cTn>
                        </p:par>
                        <p:par>
                          <p:cTn id="39" fill="hold" nodeType="afterGroup">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166941"/>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166929"/>
                                        </p:tgtEl>
                                        <p:attrNameLst>
                                          <p:attrName>style.visibility</p:attrName>
                                        </p:attrNameLst>
                                      </p:cBhvr>
                                      <p:to>
                                        <p:strVal val="visible"/>
                                      </p:to>
                                    </p:set>
                                  </p:childTnLst>
                                </p:cTn>
                              </p:par>
                            </p:childTnLst>
                          </p:cTn>
                        </p:par>
                        <p:par>
                          <p:cTn id="46" fill="hold" nodeType="afterGroup">
                            <p:stCondLst>
                              <p:cond delay="0"/>
                            </p:stCondLst>
                            <p:childTnLst>
                              <p:par>
                                <p:cTn id="47" presetID="1" presetClass="entr" presetSubtype="0" fill="hold" grpId="0" nodeType="afterEffect">
                                  <p:stCondLst>
                                    <p:cond delay="0"/>
                                  </p:stCondLst>
                                  <p:childTnLst>
                                    <p:set>
                                      <p:cBhvr>
                                        <p:cTn id="48" dur="1" fill="hold">
                                          <p:stCondLst>
                                            <p:cond delay="0"/>
                                          </p:stCondLst>
                                        </p:cTn>
                                        <p:tgtEl>
                                          <p:spTgt spid="166942"/>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166914"/>
                                        </p:tgtEl>
                                        <p:attrNameLst>
                                          <p:attrName>style.visibility</p:attrName>
                                        </p:attrNameLst>
                                      </p:cBhvr>
                                      <p:to>
                                        <p:strVal val="visible"/>
                                      </p:to>
                                    </p:set>
                                  </p:childTnLst>
                                </p:cTn>
                              </p:par>
                            </p:childTnLst>
                          </p:cTn>
                        </p:par>
                        <p:par>
                          <p:cTn id="53" fill="hold" nodeType="afterGroup">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166936"/>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0"/>
                                          </p:stCondLst>
                                        </p:cTn>
                                        <p:tgtEl>
                                          <p:spTgt spid="166926"/>
                                        </p:tgtEl>
                                        <p:attrNameLst>
                                          <p:attrName>style.visibility</p:attrName>
                                        </p:attrNameLst>
                                      </p:cBhvr>
                                      <p:to>
                                        <p:strVal val="visible"/>
                                      </p:to>
                                    </p:set>
                                  </p:childTnLst>
                                </p:cTn>
                              </p:par>
                            </p:childTnLst>
                          </p:cTn>
                        </p:par>
                        <p:par>
                          <p:cTn id="60" fill="hold" nodeType="afterGroup">
                            <p:stCondLst>
                              <p:cond delay="0"/>
                            </p:stCondLst>
                            <p:childTnLst>
                              <p:par>
                                <p:cTn id="61" presetID="1" presetClass="entr" presetSubtype="0" fill="hold" grpId="0" nodeType="afterEffect">
                                  <p:stCondLst>
                                    <p:cond delay="0"/>
                                  </p:stCondLst>
                                  <p:childTnLst>
                                    <p:set>
                                      <p:cBhvr>
                                        <p:cTn id="62" dur="1" fill="hold">
                                          <p:stCondLst>
                                            <p:cond delay="0"/>
                                          </p:stCondLst>
                                        </p:cTn>
                                        <p:tgtEl>
                                          <p:spTgt spid="166938"/>
                                        </p:tgtEl>
                                        <p:attrNameLst>
                                          <p:attrName>style.visibility</p:attrName>
                                        </p:attrNameLst>
                                      </p:cBhvr>
                                      <p:to>
                                        <p:strVal val="visible"/>
                                      </p:to>
                                    </p:set>
                                  </p:childTnLst>
                                </p:cTn>
                              </p:par>
                            </p:childTnLst>
                          </p:cTn>
                        </p:par>
                        <p:par>
                          <p:cTn id="63" fill="hold" nodeType="afterGroup">
                            <p:stCondLst>
                              <p:cond delay="0"/>
                            </p:stCondLst>
                            <p:childTnLst>
                              <p:par>
                                <p:cTn id="64" presetID="1" presetClass="entr" presetSubtype="0" fill="hold" nodeType="afterEffect">
                                  <p:stCondLst>
                                    <p:cond delay="0"/>
                                  </p:stCondLst>
                                  <p:childTnLst>
                                    <p:set>
                                      <p:cBhvr>
                                        <p:cTn id="65" dur="1" fill="hold">
                                          <p:stCondLst>
                                            <p:cond delay="0"/>
                                          </p:stCondLst>
                                        </p:cTn>
                                        <p:tgtEl>
                                          <p:spTgt spid="166925"/>
                                        </p:tgtEl>
                                        <p:attrNameLst>
                                          <p:attrName>style.visibility</p:attrName>
                                        </p:attrNameLst>
                                      </p:cBhvr>
                                      <p:to>
                                        <p:strVal val="visible"/>
                                      </p:to>
                                    </p:set>
                                  </p:childTnLst>
                                </p:cTn>
                              </p:par>
                            </p:childTnLst>
                          </p:cTn>
                        </p:par>
                        <p:par>
                          <p:cTn id="66" fill="hold" nodeType="afterGroup">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166937"/>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0"/>
                                          </p:stCondLst>
                                        </p:cTn>
                                        <p:tgtEl>
                                          <p:spTgt spid="166927"/>
                                        </p:tgtEl>
                                        <p:attrNameLst>
                                          <p:attrName>style.visibility</p:attrName>
                                        </p:attrNameLst>
                                      </p:cBhvr>
                                      <p:to>
                                        <p:strVal val="visible"/>
                                      </p:to>
                                    </p:set>
                                  </p:childTnLst>
                                </p:cTn>
                              </p:par>
                            </p:childTnLst>
                          </p:cTn>
                        </p:par>
                        <p:par>
                          <p:cTn id="73" fill="hold" nodeType="afterGroup">
                            <p:stCondLst>
                              <p:cond delay="0"/>
                            </p:stCondLst>
                            <p:childTnLst>
                              <p:par>
                                <p:cTn id="74" presetID="1" presetClass="entr" presetSubtype="0" fill="hold" grpId="0" nodeType="afterEffect">
                                  <p:stCondLst>
                                    <p:cond delay="0"/>
                                  </p:stCondLst>
                                  <p:childTnLst>
                                    <p:set>
                                      <p:cBhvr>
                                        <p:cTn id="75" dur="1" fill="hold">
                                          <p:stCondLst>
                                            <p:cond delay="0"/>
                                          </p:stCondLst>
                                        </p:cTn>
                                        <p:tgtEl>
                                          <p:spTgt spid="166939"/>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nodeType="clickEffect">
                                  <p:stCondLst>
                                    <p:cond delay="0"/>
                                  </p:stCondLst>
                                  <p:childTnLst>
                                    <p:set>
                                      <p:cBhvr>
                                        <p:cTn id="79" dur="1" fill="hold">
                                          <p:stCondLst>
                                            <p:cond delay="0"/>
                                          </p:stCondLst>
                                        </p:cTn>
                                        <p:tgtEl>
                                          <p:spTgt spid="166931"/>
                                        </p:tgtEl>
                                        <p:attrNameLst>
                                          <p:attrName>style.visibility</p:attrName>
                                        </p:attrNameLst>
                                      </p:cBhvr>
                                      <p:to>
                                        <p:strVal val="visible"/>
                                      </p:to>
                                    </p:set>
                                  </p:childTnLst>
                                </p:cTn>
                              </p:par>
                            </p:childTnLst>
                          </p:cTn>
                        </p:par>
                        <p:par>
                          <p:cTn id="80" fill="hold" nodeType="afterGroup">
                            <p:stCondLst>
                              <p:cond delay="0"/>
                            </p:stCondLst>
                            <p:childTnLst>
                              <p:par>
                                <p:cTn id="81" presetID="1" presetClass="entr" presetSubtype="0" fill="hold" grpId="0" nodeType="afterEffect">
                                  <p:stCondLst>
                                    <p:cond delay="0"/>
                                  </p:stCondLst>
                                  <p:childTnLst>
                                    <p:set>
                                      <p:cBhvr>
                                        <p:cTn id="82" dur="1" fill="hold">
                                          <p:stCondLst>
                                            <p:cond delay="0"/>
                                          </p:stCondLst>
                                        </p:cTn>
                                        <p:tgtEl>
                                          <p:spTgt spid="1669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32" grpId="0"/>
      <p:bldP spid="166933" grpId="0"/>
      <p:bldP spid="166934" grpId="0"/>
      <p:bldP spid="166935" grpId="0"/>
      <p:bldP spid="166936" grpId="0"/>
      <p:bldP spid="166937" grpId="0"/>
      <p:bldP spid="166938" grpId="0"/>
      <p:bldP spid="166939" grpId="0"/>
      <p:bldP spid="166940" grpId="0"/>
      <p:bldP spid="166941" grpId="0"/>
      <p:bldP spid="16694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50000"/>
              </a:spcBef>
              <a:buClrTx/>
              <a:buFontTx/>
              <a:buNone/>
            </a:pPr>
            <a:fld id="{2E775886-BA1E-44B0-B584-559AAF53BE9E}" type="slidenum">
              <a:rPr lang="en-US" altLang="zh-CN" sz="1400" smtClean="0">
                <a:solidFill>
                  <a:schemeClr val="bg2"/>
                </a:solidFill>
              </a:rPr>
              <a:pPr algn="r" eaLnBrk="1" hangingPunct="1">
                <a:spcBef>
                  <a:spcPct val="50000"/>
                </a:spcBef>
                <a:buClrTx/>
                <a:buFontTx/>
                <a:buNone/>
              </a:pPr>
              <a:t>4</a:t>
            </a:fld>
            <a:endParaRPr lang="en-US" altLang="zh-CN" sz="1400" smtClean="0">
              <a:solidFill>
                <a:schemeClr val="bg2"/>
              </a:solidFill>
            </a:endParaRPr>
          </a:p>
        </p:txBody>
      </p:sp>
      <p:graphicFrame>
        <p:nvGraphicFramePr>
          <p:cNvPr id="155650" name="Object 2"/>
          <p:cNvGraphicFramePr>
            <a:graphicFrameLocks noChangeAspect="1"/>
          </p:cNvGraphicFramePr>
          <p:nvPr/>
        </p:nvGraphicFramePr>
        <p:xfrm>
          <a:off x="3744913" y="1547813"/>
          <a:ext cx="2103437" cy="2466975"/>
        </p:xfrm>
        <a:graphic>
          <a:graphicData uri="http://schemas.openxmlformats.org/presentationml/2006/ole">
            <mc:AlternateContent xmlns:mc="http://schemas.openxmlformats.org/markup-compatibility/2006">
              <mc:Choice xmlns:v="urn:schemas-microsoft-com:vml" Requires="v">
                <p:oleObj spid="_x0000_s18515" name="位图图像" r:id="rId3" imgW="5466667" imgH="4791744" progId="Paint.Picture">
                  <p:embed/>
                </p:oleObj>
              </mc:Choice>
              <mc:Fallback>
                <p:oleObj name="位图图像" r:id="rId3" imgW="5466667" imgH="4791744"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l="52730" r="8798" b="48509"/>
                      <a:stretch>
                        <a:fillRect/>
                      </a:stretch>
                    </p:blipFill>
                    <p:spPr bwMode="auto">
                      <a:xfrm>
                        <a:off x="3744913" y="1547813"/>
                        <a:ext cx="2103437"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5651" name="Text Box 3"/>
          <p:cNvSpPr txBox="1">
            <a:spLocks noChangeArrowheads="1"/>
          </p:cNvSpPr>
          <p:nvPr/>
        </p:nvSpPr>
        <p:spPr bwMode="auto">
          <a:xfrm>
            <a:off x="4067175" y="4440238"/>
            <a:ext cx="9842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50000"/>
              </a:spcBef>
              <a:buClrTx/>
              <a:buFontTx/>
              <a:buNone/>
            </a:pPr>
            <a:r>
              <a:rPr kumimoji="0" lang="en-US" altLang="zh-CN" sz="6000" i="0">
                <a:solidFill>
                  <a:srgbClr val="FF3300"/>
                </a:solidFill>
                <a:latin typeface="黑体" pitchFamily="49" charset="-122"/>
                <a:ea typeface="黑体" pitchFamily="49" charset="-122"/>
              </a:rPr>
              <a:t>?</a:t>
            </a:r>
          </a:p>
        </p:txBody>
      </p:sp>
      <p:sp>
        <p:nvSpPr>
          <p:cNvPr id="155652" name="Line 4"/>
          <p:cNvSpPr>
            <a:spLocks noChangeShapeType="1"/>
          </p:cNvSpPr>
          <p:nvPr/>
        </p:nvSpPr>
        <p:spPr bwMode="auto">
          <a:xfrm>
            <a:off x="2905125" y="2559050"/>
            <a:ext cx="554038"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155653" name="Group 5"/>
          <p:cNvGrpSpPr>
            <a:grpSpLocks/>
          </p:cNvGrpSpPr>
          <p:nvPr/>
        </p:nvGrpSpPr>
        <p:grpSpPr bwMode="auto">
          <a:xfrm>
            <a:off x="2692400" y="4957763"/>
            <a:ext cx="584200" cy="193675"/>
            <a:chOff x="1211" y="2068"/>
            <a:chExt cx="220" cy="125"/>
          </a:xfrm>
        </p:grpSpPr>
        <p:sp>
          <p:nvSpPr>
            <p:cNvPr id="18445" name="Line 6"/>
            <p:cNvSpPr>
              <a:spLocks noChangeShapeType="1"/>
            </p:cNvSpPr>
            <p:nvPr/>
          </p:nvSpPr>
          <p:spPr bwMode="auto">
            <a:xfrm>
              <a:off x="1211" y="2068"/>
              <a:ext cx="218"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46" name="Line 7"/>
            <p:cNvSpPr>
              <a:spLocks noChangeShapeType="1"/>
            </p:cNvSpPr>
            <p:nvPr/>
          </p:nvSpPr>
          <p:spPr bwMode="auto">
            <a:xfrm>
              <a:off x="1213" y="2193"/>
              <a:ext cx="218"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55656" name="AutoShape 8"/>
          <p:cNvSpPr>
            <a:spLocks/>
          </p:cNvSpPr>
          <p:nvPr/>
        </p:nvSpPr>
        <p:spPr bwMode="auto">
          <a:xfrm>
            <a:off x="5970588" y="3911600"/>
            <a:ext cx="354012" cy="2108200"/>
          </a:xfrm>
          <a:prstGeom prst="leftBracket">
            <a:avLst>
              <a:gd name="adj" fmla="val 49626"/>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55657" name="AutoShape 9"/>
          <p:cNvSpPr>
            <a:spLocks/>
          </p:cNvSpPr>
          <p:nvPr/>
        </p:nvSpPr>
        <p:spPr bwMode="auto">
          <a:xfrm>
            <a:off x="8086725" y="3884613"/>
            <a:ext cx="354013" cy="2108200"/>
          </a:xfrm>
          <a:prstGeom prst="rightBracket">
            <a:avLst>
              <a:gd name="adj" fmla="val 49626"/>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graphicFrame>
        <p:nvGraphicFramePr>
          <p:cNvPr id="155658" name="Object 10"/>
          <p:cNvGraphicFramePr>
            <a:graphicFrameLocks noChangeAspect="1"/>
          </p:cNvGraphicFramePr>
          <p:nvPr/>
        </p:nvGraphicFramePr>
        <p:xfrm>
          <a:off x="665163" y="1601788"/>
          <a:ext cx="2103437" cy="2125662"/>
        </p:xfrm>
        <a:graphic>
          <a:graphicData uri="http://schemas.openxmlformats.org/presentationml/2006/ole">
            <mc:AlternateContent xmlns:mc="http://schemas.openxmlformats.org/markup-compatibility/2006">
              <mc:Choice xmlns:v="urn:schemas-microsoft-com:vml" Requires="v">
                <p:oleObj spid="_x0000_s18516" name="位图图像" r:id="rId5" imgW="5466667" imgH="4791744" progId="PBrush">
                  <p:embed/>
                </p:oleObj>
              </mc:Choice>
              <mc:Fallback>
                <p:oleObj name="位图图像" r:id="rId5" imgW="5466667" imgH="4791744" progId="PBrush">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t="7124" r="61528" b="48509"/>
                      <a:stretch>
                        <a:fillRect/>
                      </a:stretch>
                    </p:blipFill>
                    <p:spPr bwMode="auto">
                      <a:xfrm>
                        <a:off x="665163" y="1601788"/>
                        <a:ext cx="2103437" cy="212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5659" name="Object 11"/>
          <p:cNvGraphicFramePr>
            <a:graphicFrameLocks noChangeAspect="1"/>
          </p:cNvGraphicFramePr>
          <p:nvPr/>
        </p:nvGraphicFramePr>
        <p:xfrm>
          <a:off x="3540125" y="4030663"/>
          <a:ext cx="2036763" cy="2017712"/>
        </p:xfrm>
        <a:graphic>
          <a:graphicData uri="http://schemas.openxmlformats.org/presentationml/2006/ole">
            <mc:AlternateContent xmlns:mc="http://schemas.openxmlformats.org/markup-compatibility/2006">
              <mc:Choice xmlns:v="urn:schemas-microsoft-com:vml" Requires="v">
                <p:oleObj spid="_x0000_s18517" name="位图图像" r:id="rId6" imgW="5466667" imgH="4791744" progId="Paint.Picture">
                  <p:embed/>
                </p:oleObj>
              </mc:Choice>
              <mc:Fallback>
                <p:oleObj name="位图图像" r:id="rId6" imgW="5466667" imgH="4791744" progId="Paint.Picture">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l="10889" t="57886" r="51859"/>
                      <a:stretch>
                        <a:fillRect/>
                      </a:stretch>
                    </p:blipFill>
                    <p:spPr bwMode="auto">
                      <a:xfrm>
                        <a:off x="3540125" y="4030663"/>
                        <a:ext cx="2036763" cy="201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5660" name="Object 12"/>
          <p:cNvGraphicFramePr>
            <a:graphicFrameLocks noChangeAspect="1"/>
          </p:cNvGraphicFramePr>
          <p:nvPr/>
        </p:nvGraphicFramePr>
        <p:xfrm>
          <a:off x="6227763" y="3995738"/>
          <a:ext cx="1801812" cy="1893887"/>
        </p:xfrm>
        <a:graphic>
          <a:graphicData uri="http://schemas.openxmlformats.org/presentationml/2006/ole">
            <mc:AlternateContent xmlns:mc="http://schemas.openxmlformats.org/markup-compatibility/2006">
              <mc:Choice xmlns:v="urn:schemas-microsoft-com:vml" Requires="v">
                <p:oleObj spid="_x0000_s18518" name="位图图像" r:id="rId7" imgW="5466667" imgH="4791744" progId="Paint.Picture">
                  <p:embed/>
                </p:oleObj>
              </mc:Choice>
              <mc:Fallback>
                <p:oleObj name="位图图像" r:id="rId7" imgW="5466667" imgH="4791744" progId="Paint.Picture">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l="67044" t="57886" b="2585"/>
                      <a:stretch>
                        <a:fillRect/>
                      </a:stretch>
                    </p:blipFill>
                    <p:spPr bwMode="auto">
                      <a:xfrm>
                        <a:off x="6227763" y="3995738"/>
                        <a:ext cx="1801812" cy="189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44" name="Text Box 18"/>
          <p:cNvSpPr txBox="1">
            <a:spLocks noChangeArrowheads="1"/>
          </p:cNvSpPr>
          <p:nvPr/>
        </p:nvSpPr>
        <p:spPr bwMode="auto">
          <a:xfrm>
            <a:off x="134938" y="277813"/>
            <a:ext cx="8794750"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i="0">
                <a:ea typeface="黑体" pitchFamily="49" charset="-122"/>
              </a:rPr>
              <a:t>两立体内外表面均相交的思考方法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56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565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55652"/>
                                        </p:tgtEl>
                                        <p:attrNameLst>
                                          <p:attrName>style.visibility</p:attrName>
                                        </p:attrNameLst>
                                      </p:cBhvr>
                                      <p:to>
                                        <p:strVal val="visible"/>
                                      </p:to>
                                    </p:set>
                                    <p:animEffect transition="in" filter="wipe(left)">
                                      <p:cBhvr>
                                        <p:cTn id="15" dur="500"/>
                                        <p:tgtEl>
                                          <p:spTgt spid="15565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55653"/>
                                        </p:tgtEl>
                                        <p:attrNameLst>
                                          <p:attrName>style.visibility</p:attrName>
                                        </p:attrNameLst>
                                      </p:cBhvr>
                                      <p:to>
                                        <p:strVal val="visible"/>
                                      </p:to>
                                    </p:set>
                                    <p:animEffect transition="in" filter="wipe(left)">
                                      <p:cBhvr>
                                        <p:cTn id="20" dur="500"/>
                                        <p:tgtEl>
                                          <p:spTgt spid="155653"/>
                                        </p:tgtEl>
                                      </p:cBhvr>
                                    </p:animEffect>
                                  </p:childTnLst>
                                </p:cTn>
                              </p:par>
                            </p:childTnLst>
                          </p:cTn>
                        </p:par>
                        <p:par>
                          <p:cTn id="21" fill="hold" nodeType="afterGroup">
                            <p:stCondLst>
                              <p:cond delay="500"/>
                            </p:stCondLst>
                            <p:childTnLst>
                              <p:par>
                                <p:cTn id="22" presetID="55" presetClass="entr" presetSubtype="0" fill="hold" grpId="0" nodeType="afterEffect">
                                  <p:stCondLst>
                                    <p:cond delay="0"/>
                                  </p:stCondLst>
                                  <p:childTnLst>
                                    <p:set>
                                      <p:cBhvr>
                                        <p:cTn id="23" dur="1" fill="hold">
                                          <p:stCondLst>
                                            <p:cond delay="0"/>
                                          </p:stCondLst>
                                        </p:cTn>
                                        <p:tgtEl>
                                          <p:spTgt spid="155651"/>
                                        </p:tgtEl>
                                        <p:attrNameLst>
                                          <p:attrName>style.visibility</p:attrName>
                                        </p:attrNameLst>
                                      </p:cBhvr>
                                      <p:to>
                                        <p:strVal val="visible"/>
                                      </p:to>
                                    </p:set>
                                    <p:anim calcmode="lin" valueType="num">
                                      <p:cBhvr>
                                        <p:cTn id="24" dur="1000" fill="hold"/>
                                        <p:tgtEl>
                                          <p:spTgt spid="155651"/>
                                        </p:tgtEl>
                                        <p:attrNameLst>
                                          <p:attrName>ppt_w</p:attrName>
                                        </p:attrNameLst>
                                      </p:cBhvr>
                                      <p:tavLst>
                                        <p:tav tm="0">
                                          <p:val>
                                            <p:strVal val="#ppt_w*0.70"/>
                                          </p:val>
                                        </p:tav>
                                        <p:tav tm="100000">
                                          <p:val>
                                            <p:strVal val="#ppt_w"/>
                                          </p:val>
                                        </p:tav>
                                      </p:tavLst>
                                    </p:anim>
                                    <p:anim calcmode="lin" valueType="num">
                                      <p:cBhvr>
                                        <p:cTn id="25" dur="1000" fill="hold"/>
                                        <p:tgtEl>
                                          <p:spTgt spid="155651"/>
                                        </p:tgtEl>
                                        <p:attrNameLst>
                                          <p:attrName>ppt_h</p:attrName>
                                        </p:attrNameLst>
                                      </p:cBhvr>
                                      <p:tavLst>
                                        <p:tav tm="0">
                                          <p:val>
                                            <p:strVal val="#ppt_h"/>
                                          </p:val>
                                        </p:tav>
                                        <p:tav tm="100000">
                                          <p:val>
                                            <p:strVal val="#ppt_h"/>
                                          </p:val>
                                        </p:tav>
                                      </p:tavLst>
                                    </p:anim>
                                    <p:animEffect transition="in" filter="fade">
                                      <p:cBhvr>
                                        <p:cTn id="26" dur="1000"/>
                                        <p:tgtEl>
                                          <p:spTgt spid="15565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5565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55656"/>
                                        </p:tgtEl>
                                        <p:attrNameLst>
                                          <p:attrName>style.visibility</p:attrName>
                                        </p:attrNameLst>
                                      </p:cBhvr>
                                      <p:to>
                                        <p:strVal val="visible"/>
                                      </p:to>
                                    </p:set>
                                    <p:animEffect transition="in" filter="wipe(down)">
                                      <p:cBhvr>
                                        <p:cTn id="35" dur="500"/>
                                        <p:tgtEl>
                                          <p:spTgt spid="155656"/>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55657"/>
                                        </p:tgtEl>
                                        <p:attrNameLst>
                                          <p:attrName>style.visibility</p:attrName>
                                        </p:attrNameLst>
                                      </p:cBhvr>
                                      <p:to>
                                        <p:strVal val="visible"/>
                                      </p:to>
                                    </p:set>
                                    <p:animEffect transition="in" filter="wipe(up)">
                                      <p:cBhvr>
                                        <p:cTn id="38" dur="500"/>
                                        <p:tgtEl>
                                          <p:spTgt spid="155657"/>
                                        </p:tgtEl>
                                      </p:cBhvr>
                                    </p:animEffect>
                                  </p:childTnLst>
                                </p:cTn>
                              </p:par>
                              <p:par>
                                <p:cTn id="39" presetID="1" presetClass="entr" presetSubtype="0" fill="hold" nodeType="withEffect">
                                  <p:stCondLst>
                                    <p:cond delay="0"/>
                                  </p:stCondLst>
                                  <p:childTnLst>
                                    <p:set>
                                      <p:cBhvr>
                                        <p:cTn id="40" dur="1" fill="hold">
                                          <p:stCondLst>
                                            <p:cond delay="0"/>
                                          </p:stCondLst>
                                        </p:cTn>
                                        <p:tgtEl>
                                          <p:spTgt spid="1556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p:bldP spid="155652" grpId="0" animBg="1"/>
      <p:bldP spid="155656" grpId="0" animBg="1"/>
      <p:bldP spid="15565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8"/>
          <p:cNvSpPr>
            <a:spLocks noGrp="1"/>
          </p:cNvSpPr>
          <p:nvPr>
            <p:ph type="sldNum" sz="quarter" idx="12"/>
          </p:nvPr>
        </p:nvSpPr>
        <p:spPr>
          <a:noFill/>
        </p:spPr>
        <p:txBody>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50000"/>
              </a:spcBef>
              <a:buClrTx/>
              <a:buFontTx/>
              <a:buNone/>
            </a:pPr>
            <a:fld id="{335D88A3-CE88-412C-800B-B0B7C379528A}" type="slidenum">
              <a:rPr lang="en-US" altLang="zh-CN" sz="1400" smtClean="0">
                <a:solidFill>
                  <a:schemeClr val="bg2"/>
                </a:solidFill>
              </a:rPr>
              <a:pPr algn="r" eaLnBrk="1" hangingPunct="1">
                <a:spcBef>
                  <a:spcPct val="50000"/>
                </a:spcBef>
                <a:buClrTx/>
                <a:buFontTx/>
                <a:buNone/>
              </a:pPr>
              <a:t>5</a:t>
            </a:fld>
            <a:endParaRPr lang="en-US" altLang="zh-CN" sz="1400" smtClean="0">
              <a:solidFill>
                <a:schemeClr val="bg2"/>
              </a:solidFill>
            </a:endParaRPr>
          </a:p>
        </p:txBody>
      </p:sp>
      <p:pic>
        <p:nvPicPr>
          <p:cNvPr id="11" name="回转体与回转体相交.avi">
            <a:hlinkClick r:id="" action="ppaction://media"/>
          </p:cNvPr>
          <p:cNvPicPr>
            <a:picLocks noRot="1" noChangeAspect="1"/>
          </p:cNvPicPr>
          <p:nvPr>
            <a:videoFile r:link="rId1"/>
          </p:nvPr>
        </p:nvPicPr>
        <p:blipFill>
          <a:blip r:embed="rId5">
            <a:extLst>
              <a:ext uri="{28A0092B-C50C-407E-A947-70E740481C1C}">
                <a14:useLocalDpi xmlns:a14="http://schemas.microsoft.com/office/drawing/2010/main" val="0"/>
              </a:ext>
            </a:extLst>
          </a:blip>
          <a:srcRect/>
          <a:stretch>
            <a:fillRect/>
          </a:stretch>
        </p:blipFill>
        <p:spPr bwMode="auto">
          <a:xfrm>
            <a:off x="2303463" y="3429000"/>
            <a:ext cx="4489450" cy="336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平面体与平面体相交.avi">
            <a:hlinkClick r:id="" action="ppaction://media"/>
          </p:cNvPr>
          <p:cNvPicPr>
            <a:picLocks noRot="1" noChangeAspect="1"/>
          </p:cNvPicPr>
          <p:nvPr>
            <a:videoFile r:link="rId2"/>
          </p:nvPr>
        </p:nvPicPr>
        <p:blipFill>
          <a:blip r:embed="rId6">
            <a:extLst>
              <a:ext uri="{28A0092B-C50C-407E-A947-70E740481C1C}">
                <a14:useLocalDpi xmlns:a14="http://schemas.microsoft.com/office/drawing/2010/main" val="0"/>
              </a:ext>
            </a:extLst>
          </a:blip>
          <a:srcRect/>
          <a:stretch>
            <a:fillRect/>
          </a:stretch>
        </p:blipFill>
        <p:spPr bwMode="auto">
          <a:xfrm>
            <a:off x="293688" y="141288"/>
            <a:ext cx="4297362"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平面体与回转体相交.avi">
            <a:hlinkClick r:id="" action="ppaction://media"/>
          </p:cNvPr>
          <p:cNvPicPr>
            <a:picLocks noRot="1" noChangeAspect="1"/>
          </p:cNvPicPr>
          <p:nvPr>
            <a:videoFile r:link="rId3"/>
          </p:nvPr>
        </p:nvPicPr>
        <p:blipFill>
          <a:blip r:embed="rId7">
            <a:extLst>
              <a:ext uri="{28A0092B-C50C-407E-A947-70E740481C1C}">
                <a14:useLocalDpi xmlns:a14="http://schemas.microsoft.com/office/drawing/2010/main" val="0"/>
              </a:ext>
            </a:extLst>
          </a:blip>
          <a:srcRect/>
          <a:stretch>
            <a:fillRect/>
          </a:stretch>
        </p:blipFill>
        <p:spPr bwMode="auto">
          <a:xfrm>
            <a:off x="4703763" y="119063"/>
            <a:ext cx="4297362"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11"/>
                                        </p:tgtEl>
                                      </p:cBhvr>
                                    </p:cmd>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nextCondLst>
                <p:cond evt="onClick" delay="0">
                  <p:tgtEl>
                    <p:spTgt spid="11"/>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video>
              <p:cMediaNode vol="80000">
                <p:cTn id="13" fill="hold" display="0">
                  <p:stCondLst>
                    <p:cond delay="indefinite"/>
                  </p:stCondLst>
                </p:cTn>
                <p:tgtEl>
                  <p:spTgt spid="12"/>
                </p:tgtEl>
              </p:cMediaNode>
            </p:video>
            <p:seq concurrent="1" nextAc="seek">
              <p:cTn id="14" restart="whenNotActive" fill="hold" evtFilter="cancelBubble" nodeType="interactiveSeq">
                <p:stCondLst>
                  <p:cond evt="onClick" delay="0">
                    <p:tgtEl>
                      <p:spTgt spid="13"/>
                    </p:tgtEl>
                  </p:cond>
                </p:stCondLst>
                <p:endSync evt="end" delay="0">
                  <p:rtn val="all"/>
                </p:endSync>
                <p:childTnLst>
                  <p:par>
                    <p:cTn id="15" fill="hold" nodeType="clickPar">
                      <p:stCondLst>
                        <p:cond delay="0"/>
                      </p:stCondLst>
                      <p:childTnLst>
                        <p:par>
                          <p:cTn id="16" fill="hold" nodeType="withGroup">
                            <p:stCondLst>
                              <p:cond delay="0"/>
                            </p:stCondLst>
                            <p:childTnLst>
                              <p:par>
                                <p:cTn id="17" presetID="2" presetClass="mediacall" presetSubtype="0" fill="hold" nodeType="clickEffect">
                                  <p:stCondLst>
                                    <p:cond delay="0"/>
                                  </p:stCondLst>
                                  <p:childTnLst>
                                    <p:cmd type="call" cmd="togglePause">
                                      <p:cBhvr>
                                        <p:cTn id="18" dur="1" fill="hold"/>
                                        <p:tgtEl>
                                          <p:spTgt spid="13"/>
                                        </p:tgtEl>
                                      </p:cBhvr>
                                    </p:cmd>
                                  </p:childTnLst>
                                </p:cTn>
                              </p:par>
                            </p:childTnLst>
                          </p:cTn>
                        </p:par>
                      </p:childTnLst>
                    </p:cTn>
                  </p:par>
                </p:childTnLst>
              </p:cTn>
              <p:nextCondLst>
                <p:cond evt="onClick" delay="0">
                  <p:tgtEl>
                    <p:spTgt spid="13"/>
                  </p:tgtEl>
                </p:cond>
              </p:nextCondLst>
            </p:seq>
            <p:video>
              <p:cMediaNode vol="80000">
                <p:cTn id="19" fill="hold" display="0">
                  <p:stCondLst>
                    <p:cond delay="indefinite"/>
                  </p:stCondLst>
                </p:cTn>
                <p:tgtEl>
                  <p:spTgt spid="1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50000"/>
              </a:spcBef>
              <a:buClrTx/>
              <a:buFontTx/>
              <a:buNone/>
            </a:pPr>
            <a:fld id="{7DD4BF29-5968-4952-8938-C42FF96F59E4}" type="slidenum">
              <a:rPr lang="en-US" altLang="zh-CN" sz="1400" smtClean="0">
                <a:solidFill>
                  <a:schemeClr val="bg2"/>
                </a:solidFill>
              </a:rPr>
              <a:pPr algn="r" eaLnBrk="1" hangingPunct="1">
                <a:spcBef>
                  <a:spcPct val="50000"/>
                </a:spcBef>
                <a:buClrTx/>
                <a:buFontTx/>
                <a:buNone/>
              </a:pPr>
              <a:t>6</a:t>
            </a:fld>
            <a:endParaRPr lang="en-US" altLang="zh-CN" sz="1400" smtClean="0">
              <a:solidFill>
                <a:schemeClr val="bg2"/>
              </a:solidFill>
            </a:endParaRPr>
          </a:p>
        </p:txBody>
      </p:sp>
      <p:graphicFrame>
        <p:nvGraphicFramePr>
          <p:cNvPr id="153605" name="Object 5"/>
          <p:cNvGraphicFramePr>
            <a:graphicFrameLocks noChangeAspect="1"/>
          </p:cNvGraphicFramePr>
          <p:nvPr/>
        </p:nvGraphicFramePr>
        <p:xfrm>
          <a:off x="419100" y="127000"/>
          <a:ext cx="2092325" cy="1751013"/>
        </p:xfrm>
        <a:graphic>
          <a:graphicData uri="http://schemas.openxmlformats.org/presentationml/2006/ole">
            <mc:AlternateContent xmlns:mc="http://schemas.openxmlformats.org/markup-compatibility/2006">
              <mc:Choice xmlns:v="urn:schemas-microsoft-com:vml" Requires="v">
                <p:oleObj spid="_x0000_s20539" name="位图图像" r:id="rId3" imgW="3552381" imgH="3209524" progId="Paint.Picture">
                  <p:embed/>
                </p:oleObj>
              </mc:Choice>
              <mc:Fallback>
                <p:oleObj name="位图图像" r:id="rId3" imgW="3552381" imgH="3209524" progId="Paint.Picture">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 y="127000"/>
                        <a:ext cx="2092325" cy="175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15" name="Object 15"/>
          <p:cNvGraphicFramePr>
            <a:graphicFrameLocks noChangeAspect="1"/>
          </p:cNvGraphicFramePr>
          <p:nvPr/>
        </p:nvGraphicFramePr>
        <p:xfrm>
          <a:off x="663575" y="3638550"/>
          <a:ext cx="1620838" cy="1662113"/>
        </p:xfrm>
        <a:graphic>
          <a:graphicData uri="http://schemas.openxmlformats.org/presentationml/2006/ole">
            <mc:AlternateContent xmlns:mc="http://schemas.openxmlformats.org/markup-compatibility/2006">
              <mc:Choice xmlns:v="urn:schemas-microsoft-com:vml" Requires="v">
                <p:oleObj spid="_x0000_s20540" name="位图图像" r:id="rId5" imgW="2991268" imgH="3067478" progId="Paint.Picture">
                  <p:embed/>
                </p:oleObj>
              </mc:Choice>
              <mc:Fallback>
                <p:oleObj name="位图图像" r:id="rId5" imgW="2991268" imgH="3067478" progId="Paint.Picture">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3575" y="3638550"/>
                        <a:ext cx="1620838" cy="166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18" name="Object 18"/>
          <p:cNvGraphicFramePr>
            <a:graphicFrameLocks noChangeAspect="1"/>
          </p:cNvGraphicFramePr>
          <p:nvPr/>
        </p:nvGraphicFramePr>
        <p:xfrm>
          <a:off x="779463" y="1922463"/>
          <a:ext cx="1419225" cy="1579562"/>
        </p:xfrm>
        <a:graphic>
          <a:graphicData uri="http://schemas.openxmlformats.org/presentationml/2006/ole">
            <mc:AlternateContent xmlns:mc="http://schemas.openxmlformats.org/markup-compatibility/2006">
              <mc:Choice xmlns:v="urn:schemas-microsoft-com:vml" Requires="v">
                <p:oleObj spid="_x0000_s20541" name="位图图像" r:id="rId7" imgW="4067743" imgH="4533333" progId="Paint.Picture">
                  <p:embed/>
                </p:oleObj>
              </mc:Choice>
              <mc:Fallback>
                <p:oleObj name="位图图像" r:id="rId7" imgW="4067743" imgH="4533333" progId="Paint.Picture">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9463" y="1922463"/>
                        <a:ext cx="1419225" cy="157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19" name="Text Box 19"/>
          <p:cNvSpPr txBox="1">
            <a:spLocks noChangeArrowheads="1"/>
          </p:cNvSpPr>
          <p:nvPr/>
        </p:nvSpPr>
        <p:spPr bwMode="auto">
          <a:xfrm>
            <a:off x="2617788" y="450850"/>
            <a:ext cx="6526212" cy="478472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i="0">
                <a:latin typeface="黑体" pitchFamily="49" charset="-122"/>
                <a:ea typeface="黑体" pitchFamily="49" charset="-122"/>
              </a:rPr>
              <a:t>1 </a:t>
            </a:r>
            <a:r>
              <a:rPr lang="zh-CN" altLang="en-US" i="0">
                <a:latin typeface="黑体" pitchFamily="49" charset="-122"/>
                <a:ea typeface="黑体" pitchFamily="49" charset="-122"/>
              </a:rPr>
              <a:t>平－平  </a:t>
            </a:r>
          </a:p>
          <a:p>
            <a:pPr eaLnBrk="1" hangingPunct="1">
              <a:spcBef>
                <a:spcPct val="0"/>
              </a:spcBef>
              <a:buClrTx/>
              <a:buFontTx/>
              <a:buNone/>
            </a:pPr>
            <a:r>
              <a:rPr lang="zh-CN" altLang="en-US" sz="2800" i="0">
                <a:latin typeface="黑体" pitchFamily="49" charset="-122"/>
                <a:ea typeface="黑体" pitchFamily="49" charset="-122"/>
              </a:rPr>
              <a:t>   由分段</a:t>
            </a:r>
            <a:r>
              <a:rPr lang="zh-CN" altLang="en-US" sz="2800" i="0">
                <a:solidFill>
                  <a:srgbClr val="FF3300"/>
                </a:solidFill>
                <a:latin typeface="黑体" pitchFamily="49" charset="-122"/>
                <a:ea typeface="黑体" pitchFamily="49" charset="-122"/>
              </a:rPr>
              <a:t>直线</a:t>
            </a:r>
            <a:r>
              <a:rPr lang="zh-CN" altLang="en-US" sz="2800" i="0">
                <a:latin typeface="黑体" pitchFamily="49" charset="-122"/>
                <a:ea typeface="黑体" pitchFamily="49" charset="-122"/>
              </a:rPr>
              <a:t>组成的空间折线。</a:t>
            </a:r>
          </a:p>
          <a:p>
            <a:pPr eaLnBrk="1" hangingPunct="1">
              <a:spcBef>
                <a:spcPct val="0"/>
              </a:spcBef>
              <a:buClrTx/>
              <a:buFontTx/>
              <a:buNone/>
            </a:pPr>
            <a:endParaRPr lang="zh-CN" altLang="en-US" i="0">
              <a:latin typeface="黑体" pitchFamily="49" charset="-122"/>
              <a:ea typeface="黑体" pitchFamily="49" charset="-122"/>
            </a:endParaRPr>
          </a:p>
          <a:p>
            <a:pPr eaLnBrk="1" hangingPunct="1">
              <a:spcBef>
                <a:spcPct val="0"/>
              </a:spcBef>
              <a:buClrTx/>
              <a:buFontTx/>
              <a:buNone/>
            </a:pPr>
            <a:endParaRPr lang="zh-CN" altLang="en-US" i="0">
              <a:latin typeface="黑体" pitchFamily="49" charset="-122"/>
              <a:ea typeface="黑体" pitchFamily="49" charset="-122"/>
            </a:endParaRPr>
          </a:p>
          <a:p>
            <a:pPr eaLnBrk="1" hangingPunct="1">
              <a:spcBef>
                <a:spcPct val="0"/>
              </a:spcBef>
              <a:buClrTx/>
              <a:buFontTx/>
              <a:buNone/>
            </a:pPr>
            <a:r>
              <a:rPr lang="en-US" altLang="zh-CN" i="0">
                <a:latin typeface="黑体" pitchFamily="49" charset="-122"/>
                <a:ea typeface="黑体" pitchFamily="49" charset="-122"/>
              </a:rPr>
              <a:t>2 </a:t>
            </a:r>
            <a:r>
              <a:rPr lang="zh-CN" altLang="en-US" i="0">
                <a:latin typeface="黑体" pitchFamily="49" charset="-122"/>
                <a:ea typeface="黑体" pitchFamily="49" charset="-122"/>
              </a:rPr>
              <a:t>平－曲  </a:t>
            </a:r>
          </a:p>
          <a:p>
            <a:pPr eaLnBrk="1" hangingPunct="1">
              <a:spcBef>
                <a:spcPct val="0"/>
              </a:spcBef>
              <a:buClrTx/>
              <a:buFontTx/>
              <a:buNone/>
            </a:pPr>
            <a:r>
              <a:rPr lang="zh-CN" altLang="en-US" sz="2800" i="0">
                <a:latin typeface="黑体" pitchFamily="49" charset="-122"/>
                <a:ea typeface="黑体" pitchFamily="49" charset="-122"/>
              </a:rPr>
              <a:t>   由</a:t>
            </a:r>
            <a:r>
              <a:rPr lang="zh-CN" altLang="en-US" sz="2800" i="0">
                <a:solidFill>
                  <a:srgbClr val="FF3300"/>
                </a:solidFill>
                <a:latin typeface="黑体" pitchFamily="49" charset="-122"/>
                <a:ea typeface="黑体" pitchFamily="49" charset="-122"/>
              </a:rPr>
              <a:t>直线</a:t>
            </a:r>
            <a:r>
              <a:rPr lang="zh-CN" altLang="en-US" sz="2800" i="0">
                <a:latin typeface="黑体" pitchFamily="49" charset="-122"/>
                <a:ea typeface="黑体" pitchFamily="49" charset="-122"/>
              </a:rPr>
              <a:t>和</a:t>
            </a:r>
            <a:r>
              <a:rPr lang="zh-CN" altLang="en-US" sz="2800" i="0">
                <a:solidFill>
                  <a:srgbClr val="FF3300"/>
                </a:solidFill>
                <a:latin typeface="黑体" pitchFamily="49" charset="-122"/>
                <a:ea typeface="黑体" pitchFamily="49" charset="-122"/>
              </a:rPr>
              <a:t>平面曲线</a:t>
            </a:r>
            <a:r>
              <a:rPr lang="zh-CN" altLang="en-US" sz="2800" i="0">
                <a:latin typeface="黑体" pitchFamily="49" charset="-122"/>
                <a:ea typeface="黑体" pitchFamily="49" charset="-122"/>
              </a:rPr>
              <a:t>组成的空间曲线。</a:t>
            </a:r>
          </a:p>
          <a:p>
            <a:pPr eaLnBrk="1" hangingPunct="1">
              <a:spcBef>
                <a:spcPct val="0"/>
              </a:spcBef>
              <a:buClrTx/>
              <a:buFontTx/>
              <a:buNone/>
            </a:pPr>
            <a:endParaRPr lang="zh-CN" altLang="en-US" i="0">
              <a:latin typeface="黑体" pitchFamily="49" charset="-122"/>
              <a:ea typeface="黑体" pitchFamily="49" charset="-122"/>
            </a:endParaRPr>
          </a:p>
          <a:p>
            <a:pPr eaLnBrk="1" hangingPunct="1">
              <a:spcBef>
                <a:spcPct val="0"/>
              </a:spcBef>
              <a:buClrTx/>
              <a:buFontTx/>
              <a:buNone/>
            </a:pPr>
            <a:endParaRPr lang="zh-CN" altLang="en-US" i="0">
              <a:latin typeface="黑体" pitchFamily="49" charset="-122"/>
              <a:ea typeface="黑体" pitchFamily="49" charset="-122"/>
            </a:endParaRPr>
          </a:p>
          <a:p>
            <a:pPr eaLnBrk="1" hangingPunct="1">
              <a:spcBef>
                <a:spcPct val="0"/>
              </a:spcBef>
              <a:buClrTx/>
              <a:buFontTx/>
              <a:buNone/>
            </a:pPr>
            <a:r>
              <a:rPr lang="en-US" altLang="zh-CN" i="0">
                <a:latin typeface="黑体" pitchFamily="49" charset="-122"/>
                <a:ea typeface="黑体" pitchFamily="49" charset="-122"/>
              </a:rPr>
              <a:t>3 </a:t>
            </a:r>
            <a:r>
              <a:rPr lang="zh-CN" altLang="en-US" i="0">
                <a:latin typeface="黑体" pitchFamily="49" charset="-122"/>
                <a:ea typeface="黑体" pitchFamily="49" charset="-122"/>
              </a:rPr>
              <a:t>曲－曲 </a:t>
            </a:r>
          </a:p>
          <a:p>
            <a:pPr eaLnBrk="1" hangingPunct="1">
              <a:spcBef>
                <a:spcPct val="0"/>
              </a:spcBef>
              <a:buClrTx/>
              <a:buFontTx/>
              <a:buNone/>
            </a:pPr>
            <a:r>
              <a:rPr lang="zh-CN" altLang="en-US" sz="2800" i="0">
                <a:latin typeface="黑体" pitchFamily="49" charset="-122"/>
                <a:ea typeface="黑体" pitchFamily="49" charset="-122"/>
              </a:rPr>
              <a:t>   </a:t>
            </a:r>
            <a:r>
              <a:rPr lang="zh-CN" altLang="en-US" sz="2800" i="0">
                <a:solidFill>
                  <a:srgbClr val="FF3300"/>
                </a:solidFill>
                <a:latin typeface="黑体" pitchFamily="49" charset="-122"/>
                <a:ea typeface="黑体" pitchFamily="49" charset="-122"/>
              </a:rPr>
              <a:t>空间曲线</a:t>
            </a:r>
            <a:r>
              <a:rPr lang="zh-CN" altLang="en-US" sz="2800" i="0">
                <a:latin typeface="黑体" pitchFamily="49" charset="-122"/>
                <a:ea typeface="黑体" pitchFamily="49" charset="-122"/>
              </a:rPr>
              <a:t>。</a:t>
            </a:r>
          </a:p>
        </p:txBody>
      </p:sp>
      <p:sp>
        <p:nvSpPr>
          <p:cNvPr id="153620" name="Rectangle 20"/>
          <p:cNvSpPr>
            <a:spLocks noChangeArrowheads="1"/>
          </p:cNvSpPr>
          <p:nvPr/>
        </p:nvSpPr>
        <p:spPr bwMode="auto">
          <a:xfrm>
            <a:off x="931863" y="5656263"/>
            <a:ext cx="780891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i="0">
                <a:latin typeface="黑体" pitchFamily="49" charset="-122"/>
                <a:ea typeface="黑体" pitchFamily="49" charset="-122"/>
              </a:rPr>
              <a:t>相贯线是两个立体表面</a:t>
            </a:r>
            <a:r>
              <a:rPr lang="en-US" altLang="zh-CN" sz="2800" i="0">
                <a:latin typeface="黑体" pitchFamily="49" charset="-122"/>
                <a:ea typeface="黑体" pitchFamily="49" charset="-122"/>
              </a:rPr>
              <a:t>(</a:t>
            </a:r>
            <a:r>
              <a:rPr lang="zh-CN" altLang="en-US" sz="2800" i="0">
                <a:latin typeface="黑体" pitchFamily="49" charset="-122"/>
                <a:ea typeface="黑体" pitchFamily="49" charset="-122"/>
              </a:rPr>
              <a:t>外或内</a:t>
            </a:r>
            <a:r>
              <a:rPr lang="en-US" altLang="zh-CN" sz="2800" i="0">
                <a:latin typeface="黑体" pitchFamily="49" charset="-122"/>
                <a:ea typeface="黑体" pitchFamily="49" charset="-122"/>
              </a:rPr>
              <a:t>)</a:t>
            </a:r>
            <a:r>
              <a:rPr lang="zh-CN" altLang="en-US" sz="2800" i="0">
                <a:latin typeface="黑体" pitchFamily="49" charset="-122"/>
                <a:ea typeface="黑体" pitchFamily="49" charset="-122"/>
              </a:rPr>
              <a:t>公有点的集合，</a:t>
            </a:r>
          </a:p>
          <a:p>
            <a:pPr eaLnBrk="1" hangingPunct="1">
              <a:spcBef>
                <a:spcPct val="0"/>
              </a:spcBef>
              <a:buClrTx/>
              <a:buFontTx/>
              <a:buNone/>
            </a:pPr>
            <a:r>
              <a:rPr lang="zh-CN" altLang="en-US" sz="2800" i="0">
                <a:latin typeface="黑体" pitchFamily="49" charset="-122"/>
                <a:ea typeface="黑体" pitchFamily="49" charset="-122"/>
              </a:rPr>
              <a:t>      是一个</a:t>
            </a:r>
            <a:r>
              <a:rPr lang="zh-CN" altLang="en-US" sz="2800" i="0">
                <a:solidFill>
                  <a:srgbClr val="FF3300"/>
                </a:solidFill>
                <a:latin typeface="黑体" pitchFamily="49" charset="-122"/>
                <a:ea typeface="黑体" pitchFamily="49" charset="-122"/>
              </a:rPr>
              <a:t>封闭</a:t>
            </a:r>
            <a:r>
              <a:rPr lang="zh-CN" altLang="en-US" sz="2800" i="0">
                <a:latin typeface="黑体" pitchFamily="49" charset="-122"/>
                <a:ea typeface="黑体" pitchFamily="49" charset="-122"/>
              </a:rPr>
              <a:t>的空间折线或曲线。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1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61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53619">
                                            <p:txEl>
                                              <p:pRg st="0" end="0"/>
                                            </p:txEl>
                                          </p:spTgt>
                                        </p:tgtEl>
                                        <p:attrNameLst>
                                          <p:attrName>style.visibility</p:attrName>
                                        </p:attrNameLst>
                                      </p:cBhvr>
                                      <p:to>
                                        <p:strVal val="visible"/>
                                      </p:to>
                                    </p:set>
                                    <p:animEffect transition="in" filter="wipe(up)">
                                      <p:cBhvr>
                                        <p:cTn id="19" dur="500"/>
                                        <p:tgtEl>
                                          <p:spTgt spid="153619">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53619">
                                            <p:txEl>
                                              <p:pRg st="1" end="1"/>
                                            </p:txEl>
                                          </p:spTgt>
                                        </p:tgtEl>
                                        <p:attrNameLst>
                                          <p:attrName>style.visibility</p:attrName>
                                        </p:attrNameLst>
                                      </p:cBhvr>
                                      <p:to>
                                        <p:strVal val="visible"/>
                                      </p:to>
                                    </p:set>
                                    <p:animEffect transition="in" filter="wipe(up)">
                                      <p:cBhvr>
                                        <p:cTn id="24" dur="500"/>
                                        <p:tgtEl>
                                          <p:spTgt spid="153619">
                                            <p:txEl>
                                              <p:pRg st="1" end="1"/>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53619">
                                            <p:txEl>
                                              <p:pRg st="4" end="4"/>
                                            </p:txEl>
                                          </p:spTgt>
                                        </p:tgtEl>
                                        <p:attrNameLst>
                                          <p:attrName>style.visibility</p:attrName>
                                        </p:attrNameLst>
                                      </p:cBhvr>
                                      <p:to>
                                        <p:strVal val="visible"/>
                                      </p:to>
                                    </p:set>
                                    <p:animEffect transition="in" filter="wipe(up)">
                                      <p:cBhvr>
                                        <p:cTn id="29" dur="500"/>
                                        <p:tgtEl>
                                          <p:spTgt spid="153619">
                                            <p:txEl>
                                              <p:pRg st="4" end="4"/>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53619">
                                            <p:txEl>
                                              <p:pRg st="5" end="5"/>
                                            </p:txEl>
                                          </p:spTgt>
                                        </p:tgtEl>
                                        <p:attrNameLst>
                                          <p:attrName>style.visibility</p:attrName>
                                        </p:attrNameLst>
                                      </p:cBhvr>
                                      <p:to>
                                        <p:strVal val="visible"/>
                                      </p:to>
                                    </p:set>
                                    <p:animEffect transition="in" filter="wipe(up)">
                                      <p:cBhvr>
                                        <p:cTn id="34" dur="500"/>
                                        <p:tgtEl>
                                          <p:spTgt spid="153619">
                                            <p:txEl>
                                              <p:pRg st="5" end="5"/>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53619">
                                            <p:txEl>
                                              <p:pRg st="8" end="8"/>
                                            </p:txEl>
                                          </p:spTgt>
                                        </p:tgtEl>
                                        <p:attrNameLst>
                                          <p:attrName>style.visibility</p:attrName>
                                        </p:attrNameLst>
                                      </p:cBhvr>
                                      <p:to>
                                        <p:strVal val="visible"/>
                                      </p:to>
                                    </p:set>
                                    <p:animEffect transition="in" filter="wipe(up)">
                                      <p:cBhvr>
                                        <p:cTn id="39" dur="500"/>
                                        <p:tgtEl>
                                          <p:spTgt spid="153619">
                                            <p:txEl>
                                              <p:pRg st="8" end="8"/>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53619">
                                            <p:txEl>
                                              <p:pRg st="9" end="9"/>
                                            </p:txEl>
                                          </p:spTgt>
                                        </p:tgtEl>
                                        <p:attrNameLst>
                                          <p:attrName>style.visibility</p:attrName>
                                        </p:attrNameLst>
                                      </p:cBhvr>
                                      <p:to>
                                        <p:strVal val="visible"/>
                                      </p:to>
                                    </p:set>
                                    <p:animEffect transition="in" filter="wipe(up)">
                                      <p:cBhvr>
                                        <p:cTn id="44" dur="500"/>
                                        <p:tgtEl>
                                          <p:spTgt spid="153619">
                                            <p:txEl>
                                              <p:pRg st="9" end="9"/>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53620"/>
                                        </p:tgtEl>
                                        <p:attrNameLst>
                                          <p:attrName>style.visibility</p:attrName>
                                        </p:attrNameLst>
                                      </p:cBhvr>
                                      <p:to>
                                        <p:strVal val="visible"/>
                                      </p:to>
                                    </p:set>
                                    <p:animEffect transition="in" filter="blinds(horizontal)">
                                      <p:cBhvr>
                                        <p:cTn id="49" dur="500"/>
                                        <p:tgtEl>
                                          <p:spTgt spid="153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19" grpId="0" build="allAtOnce"/>
      <p:bldP spid="1536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p:spPr>
        <p:txBody>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50000"/>
              </a:spcBef>
              <a:buClrTx/>
              <a:buFontTx/>
              <a:buNone/>
            </a:pPr>
            <a:fld id="{9969ABCC-5618-43F8-AC88-D221E8F45BB7}" type="slidenum">
              <a:rPr lang="en-US" altLang="zh-CN" sz="1400" smtClean="0">
                <a:solidFill>
                  <a:schemeClr val="bg2"/>
                </a:solidFill>
              </a:rPr>
              <a:pPr algn="r" eaLnBrk="1" hangingPunct="1">
                <a:spcBef>
                  <a:spcPct val="50000"/>
                </a:spcBef>
                <a:buClrTx/>
                <a:buFontTx/>
                <a:buNone/>
              </a:pPr>
              <a:t>7</a:t>
            </a:fld>
            <a:endParaRPr lang="en-US" altLang="zh-CN" sz="1400" smtClean="0">
              <a:solidFill>
                <a:schemeClr val="bg2"/>
              </a:solidFill>
            </a:endParaRPr>
          </a:p>
        </p:txBody>
      </p:sp>
      <p:sp>
        <p:nvSpPr>
          <p:cNvPr id="21507" name="Text Box 2"/>
          <p:cNvSpPr txBox="1">
            <a:spLocks noChangeArrowheads="1"/>
          </p:cNvSpPr>
          <p:nvPr/>
        </p:nvSpPr>
        <p:spPr bwMode="auto">
          <a:xfrm>
            <a:off x="349250" y="238125"/>
            <a:ext cx="8794750" cy="579438"/>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i="0">
                <a:solidFill>
                  <a:srgbClr val="FF3300"/>
                </a:solidFill>
                <a:latin typeface="黑体" pitchFamily="49" charset="-122"/>
                <a:ea typeface="黑体" pitchFamily="49" charset="-122"/>
              </a:rPr>
              <a:t>一 平面体与平面体相交</a:t>
            </a:r>
          </a:p>
        </p:txBody>
      </p:sp>
      <p:sp>
        <p:nvSpPr>
          <p:cNvPr id="167939" name="Text Box 3"/>
          <p:cNvSpPr txBox="1">
            <a:spLocks noChangeArrowheads="1"/>
          </p:cNvSpPr>
          <p:nvPr/>
        </p:nvSpPr>
        <p:spPr bwMode="auto">
          <a:xfrm>
            <a:off x="349250" y="2655888"/>
            <a:ext cx="8794750" cy="1614487"/>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i="0">
                <a:latin typeface="黑体" pitchFamily="49" charset="-122"/>
                <a:ea typeface="黑体" pitchFamily="49" charset="-122"/>
              </a:rPr>
              <a:t>作题步骤：</a:t>
            </a:r>
          </a:p>
          <a:p>
            <a:pPr eaLnBrk="1" hangingPunct="1">
              <a:spcBef>
                <a:spcPct val="0"/>
              </a:spcBef>
              <a:buClrTx/>
              <a:buFontTx/>
              <a:buChar char="•"/>
            </a:pPr>
            <a:r>
              <a:rPr lang="zh-CN" altLang="en-US" sz="2400" i="0">
                <a:latin typeface="黑体" pitchFamily="49" charset="-122"/>
                <a:ea typeface="黑体" pitchFamily="49" charset="-122"/>
              </a:rPr>
              <a:t> 找到相贯线的已知投影</a:t>
            </a:r>
          </a:p>
          <a:p>
            <a:pPr eaLnBrk="1" hangingPunct="1">
              <a:spcBef>
                <a:spcPct val="0"/>
              </a:spcBef>
              <a:buClrTx/>
              <a:buFontTx/>
              <a:buChar char="•"/>
            </a:pPr>
            <a:r>
              <a:rPr lang="zh-CN" altLang="en-US" sz="2400" i="0">
                <a:latin typeface="黑体" pitchFamily="49" charset="-122"/>
                <a:ea typeface="黑体" pitchFamily="49" charset="-122"/>
              </a:rPr>
              <a:t> 找点（相贯线的顶点）</a:t>
            </a:r>
          </a:p>
          <a:p>
            <a:pPr eaLnBrk="1" hangingPunct="1">
              <a:spcBef>
                <a:spcPct val="0"/>
              </a:spcBef>
              <a:buClrTx/>
              <a:buFontTx/>
              <a:buChar char="•"/>
            </a:pPr>
            <a:r>
              <a:rPr lang="zh-CN" altLang="en-US" sz="2400" i="0">
                <a:latin typeface="黑体" pitchFamily="49" charset="-122"/>
                <a:ea typeface="黑体" pitchFamily="49" charset="-122"/>
              </a:rPr>
              <a:t> 顺序连接各点</a:t>
            </a:r>
          </a:p>
        </p:txBody>
      </p:sp>
      <p:sp>
        <p:nvSpPr>
          <p:cNvPr id="167940" name="Text Box 4"/>
          <p:cNvSpPr txBox="1">
            <a:spLocks noChangeArrowheads="1"/>
          </p:cNvSpPr>
          <p:nvPr/>
        </p:nvSpPr>
        <p:spPr bwMode="auto">
          <a:xfrm>
            <a:off x="349250" y="4281488"/>
            <a:ext cx="5802313" cy="82232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Char char="•"/>
            </a:pPr>
            <a:r>
              <a:rPr lang="en-US" altLang="zh-CN" sz="2400" i="0">
                <a:latin typeface="黑体" pitchFamily="49" charset="-122"/>
                <a:ea typeface="黑体" pitchFamily="49" charset="-122"/>
              </a:rPr>
              <a:t> </a:t>
            </a:r>
            <a:r>
              <a:rPr lang="zh-CN" altLang="en-US" sz="2400" i="0">
                <a:latin typeface="黑体" pitchFamily="49" charset="-122"/>
                <a:ea typeface="黑体" pitchFamily="49" charset="-122"/>
              </a:rPr>
              <a:t>完成轮廓线</a:t>
            </a:r>
          </a:p>
          <a:p>
            <a:pPr eaLnBrk="1" hangingPunct="1">
              <a:spcBef>
                <a:spcPct val="0"/>
              </a:spcBef>
              <a:buClrTx/>
              <a:buFontTx/>
              <a:buChar char="•"/>
            </a:pPr>
            <a:r>
              <a:rPr lang="zh-CN" altLang="en-US" sz="2400" i="0">
                <a:latin typeface="黑体" pitchFamily="49" charset="-122"/>
                <a:ea typeface="黑体" pitchFamily="49" charset="-122"/>
              </a:rPr>
              <a:t> 判断可见性</a:t>
            </a:r>
          </a:p>
        </p:txBody>
      </p:sp>
      <p:pic>
        <p:nvPicPr>
          <p:cNvPr id="2151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3244850"/>
            <a:ext cx="2073275" cy="282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42" name="Text Box 6"/>
          <p:cNvSpPr txBox="1">
            <a:spLocks noChangeArrowheads="1"/>
          </p:cNvSpPr>
          <p:nvPr/>
        </p:nvSpPr>
        <p:spPr bwMode="auto">
          <a:xfrm>
            <a:off x="349250" y="973138"/>
            <a:ext cx="8794750" cy="1403350"/>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i="0">
                <a:latin typeface="黑体" pitchFamily="49" charset="-122"/>
                <a:ea typeface="黑体" pitchFamily="49" charset="-122"/>
              </a:rPr>
              <a:t>两平面体表面交线的求法：</a:t>
            </a:r>
          </a:p>
          <a:p>
            <a:pPr eaLnBrk="1" hangingPunct="1">
              <a:spcBef>
                <a:spcPct val="25000"/>
              </a:spcBef>
              <a:buClrTx/>
              <a:buFontTx/>
              <a:buChar char="•"/>
            </a:pPr>
            <a:r>
              <a:rPr lang="zh-CN" altLang="en-US" sz="2400" i="0">
                <a:latin typeface="黑体" pitchFamily="49" charset="-122"/>
                <a:ea typeface="黑体" pitchFamily="49" charset="-122"/>
              </a:rPr>
              <a:t> 求各棱线与棱面的交点</a:t>
            </a:r>
            <a:r>
              <a:rPr lang="en-US" altLang="zh-CN" sz="2400" i="0">
                <a:ea typeface="黑体" pitchFamily="49" charset="-122"/>
              </a:rPr>
              <a:t>——</a:t>
            </a:r>
            <a:r>
              <a:rPr lang="zh-CN" altLang="en-US" sz="2400" i="0">
                <a:latin typeface="黑体" pitchFamily="49" charset="-122"/>
                <a:ea typeface="黑体" pitchFamily="49" charset="-122"/>
              </a:rPr>
              <a:t>棱线法</a:t>
            </a:r>
          </a:p>
          <a:p>
            <a:pPr eaLnBrk="1" hangingPunct="1">
              <a:spcBef>
                <a:spcPct val="0"/>
              </a:spcBef>
              <a:buClrTx/>
              <a:buFontTx/>
              <a:buChar char="•"/>
            </a:pPr>
            <a:r>
              <a:rPr lang="zh-CN" altLang="en-US" sz="2400" i="0">
                <a:latin typeface="黑体" pitchFamily="49" charset="-122"/>
                <a:ea typeface="黑体" pitchFamily="49" charset="-122"/>
              </a:rPr>
              <a:t> 求各棱面的交线</a:t>
            </a:r>
            <a:r>
              <a:rPr lang="en-US" altLang="zh-CN" sz="2400" i="0">
                <a:ea typeface="黑体" pitchFamily="49" charset="-122"/>
              </a:rPr>
              <a:t>——</a:t>
            </a:r>
            <a:r>
              <a:rPr lang="zh-CN" altLang="en-US" sz="2400" i="0">
                <a:latin typeface="黑体" pitchFamily="49" charset="-122"/>
                <a:ea typeface="黑体" pitchFamily="49" charset="-122"/>
              </a:rPr>
              <a:t>棱面法</a:t>
            </a:r>
            <a:r>
              <a:rPr lang="zh-CN" altLang="en-US" sz="2800" i="0">
                <a:latin typeface="黑体" pitchFamily="49" charset="-122"/>
                <a:ea typeface="黑体" pitchFamily="49" charset="-122"/>
              </a:rPr>
              <a:t> </a:t>
            </a:r>
          </a:p>
        </p:txBody>
      </p:sp>
      <p:sp>
        <p:nvSpPr>
          <p:cNvPr id="167943" name="Text Box 7"/>
          <p:cNvSpPr txBox="1">
            <a:spLocks noChangeArrowheads="1"/>
          </p:cNvSpPr>
          <p:nvPr/>
        </p:nvSpPr>
        <p:spPr bwMode="auto">
          <a:xfrm>
            <a:off x="395288" y="5427663"/>
            <a:ext cx="5759450" cy="519112"/>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i="0">
                <a:solidFill>
                  <a:srgbClr val="FF3300"/>
                </a:solidFill>
                <a:latin typeface="黑体" pitchFamily="49" charset="-122"/>
                <a:ea typeface="黑体" pitchFamily="49" charset="-122"/>
              </a:rPr>
              <a:t>注意</a:t>
            </a:r>
            <a:r>
              <a:rPr lang="zh-CN" altLang="en-US" sz="2800" i="0">
                <a:latin typeface="黑体" pitchFamily="49" charset="-122"/>
                <a:ea typeface="黑体" pitchFamily="49" charset="-122"/>
              </a:rPr>
              <a:t>：</a:t>
            </a:r>
            <a:r>
              <a:rPr lang="zh-CN" altLang="en-US" sz="2400" i="0">
                <a:latin typeface="黑体" pitchFamily="49" charset="-122"/>
                <a:ea typeface="黑体" pitchFamily="49" charset="-122"/>
              </a:rPr>
              <a:t>两形体相交后，内部无线。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7942"/>
                                        </p:tgtEl>
                                        <p:attrNameLst>
                                          <p:attrName>style.visibility</p:attrName>
                                        </p:attrNameLst>
                                      </p:cBhvr>
                                      <p:to>
                                        <p:strVal val="visible"/>
                                      </p:to>
                                    </p:set>
                                    <p:animEffect transition="in" filter="wipe(up)">
                                      <p:cBhvr>
                                        <p:cTn id="7" dur="500"/>
                                        <p:tgtEl>
                                          <p:spTgt spid="1679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7939">
                                            <p:txEl>
                                              <p:pRg st="0" end="0"/>
                                            </p:txEl>
                                          </p:spTgt>
                                        </p:tgtEl>
                                        <p:attrNameLst>
                                          <p:attrName>style.visibility</p:attrName>
                                        </p:attrNameLst>
                                      </p:cBhvr>
                                      <p:to>
                                        <p:strVal val="visible"/>
                                      </p:to>
                                    </p:set>
                                    <p:animEffect transition="in" filter="wipe(up)">
                                      <p:cBhvr>
                                        <p:cTn id="12" dur="500"/>
                                        <p:tgtEl>
                                          <p:spTgt spid="167939">
                                            <p:txEl>
                                              <p:pRg st="0" end="0"/>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67939">
                                            <p:txEl>
                                              <p:pRg st="1" end="1"/>
                                            </p:txEl>
                                          </p:spTgt>
                                        </p:tgtEl>
                                        <p:attrNameLst>
                                          <p:attrName>style.visibility</p:attrName>
                                        </p:attrNameLst>
                                      </p:cBhvr>
                                      <p:to>
                                        <p:strVal val="visible"/>
                                      </p:to>
                                    </p:set>
                                    <p:animEffect transition="in" filter="wipe(up)">
                                      <p:cBhvr>
                                        <p:cTn id="15" dur="500"/>
                                        <p:tgtEl>
                                          <p:spTgt spid="167939">
                                            <p:txEl>
                                              <p:pRg st="1" end="1"/>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67939">
                                            <p:txEl>
                                              <p:pRg st="2" end="2"/>
                                            </p:txEl>
                                          </p:spTgt>
                                        </p:tgtEl>
                                        <p:attrNameLst>
                                          <p:attrName>style.visibility</p:attrName>
                                        </p:attrNameLst>
                                      </p:cBhvr>
                                      <p:to>
                                        <p:strVal val="visible"/>
                                      </p:to>
                                    </p:set>
                                    <p:animEffect transition="in" filter="wipe(up)">
                                      <p:cBhvr>
                                        <p:cTn id="18" dur="500"/>
                                        <p:tgtEl>
                                          <p:spTgt spid="167939">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67939">
                                            <p:txEl>
                                              <p:pRg st="3" end="3"/>
                                            </p:txEl>
                                          </p:spTgt>
                                        </p:tgtEl>
                                        <p:attrNameLst>
                                          <p:attrName>style.visibility</p:attrName>
                                        </p:attrNameLst>
                                      </p:cBhvr>
                                      <p:to>
                                        <p:strVal val="visible"/>
                                      </p:to>
                                    </p:set>
                                    <p:animEffect transition="in" filter="blinds(horizontal)">
                                      <p:cBhvr>
                                        <p:cTn id="23" dur="500"/>
                                        <p:tgtEl>
                                          <p:spTgt spid="167939">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67940"/>
                                        </p:tgtEl>
                                        <p:attrNameLst>
                                          <p:attrName>style.visibility</p:attrName>
                                        </p:attrNameLst>
                                      </p:cBhvr>
                                      <p:to>
                                        <p:strVal val="visible"/>
                                      </p:to>
                                    </p:set>
                                    <p:animEffect transition="in" filter="wipe(up)">
                                      <p:cBhvr>
                                        <p:cTn id="28" dur="500"/>
                                        <p:tgtEl>
                                          <p:spTgt spid="16794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67943"/>
                                        </p:tgtEl>
                                        <p:attrNameLst>
                                          <p:attrName>style.visibility</p:attrName>
                                        </p:attrNameLst>
                                      </p:cBhvr>
                                      <p:to>
                                        <p:strVal val="visible"/>
                                      </p:to>
                                    </p:set>
                                    <p:animEffect transition="in" filter="wipe(up)">
                                      <p:cBhvr>
                                        <p:cTn id="33" dur="500"/>
                                        <p:tgtEl>
                                          <p:spTgt spid="167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allAtOnce" autoUpdateAnimBg="0"/>
      <p:bldP spid="167940" grpId="0" autoUpdateAnimBg="0"/>
      <p:bldP spid="167942" grpId="0" autoUpdateAnimBg="0"/>
      <p:bldP spid="16794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p:spPr>
        <p:txBody>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50000"/>
              </a:spcBef>
              <a:buClrTx/>
              <a:buFontTx/>
              <a:buNone/>
            </a:pPr>
            <a:fld id="{CF5E1728-9FB3-4CB9-B1F1-303305F05C64}" type="slidenum">
              <a:rPr lang="en-US" altLang="zh-CN" sz="1400" smtClean="0">
                <a:solidFill>
                  <a:schemeClr val="bg2"/>
                </a:solidFill>
              </a:rPr>
              <a:pPr algn="r" eaLnBrk="1" hangingPunct="1">
                <a:spcBef>
                  <a:spcPct val="50000"/>
                </a:spcBef>
                <a:buClrTx/>
                <a:buFontTx/>
                <a:buNone/>
              </a:pPr>
              <a:t>8</a:t>
            </a:fld>
            <a:endParaRPr lang="en-US" altLang="zh-CN" sz="1400" smtClean="0">
              <a:solidFill>
                <a:schemeClr val="bg2"/>
              </a:solidFill>
            </a:endParaRPr>
          </a:p>
        </p:txBody>
      </p:sp>
      <p:sp>
        <p:nvSpPr>
          <p:cNvPr id="22531" name="Line 2"/>
          <p:cNvSpPr>
            <a:spLocks noChangeShapeType="1"/>
          </p:cNvSpPr>
          <p:nvPr/>
        </p:nvSpPr>
        <p:spPr bwMode="auto">
          <a:xfrm>
            <a:off x="7821613" y="995363"/>
            <a:ext cx="0" cy="12001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32" name="Line 3"/>
          <p:cNvSpPr>
            <a:spLocks noChangeShapeType="1"/>
          </p:cNvSpPr>
          <p:nvPr/>
        </p:nvSpPr>
        <p:spPr bwMode="auto">
          <a:xfrm>
            <a:off x="7821613" y="2892425"/>
            <a:ext cx="0" cy="260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33" name="Line 4"/>
          <p:cNvSpPr>
            <a:spLocks noChangeShapeType="1"/>
          </p:cNvSpPr>
          <p:nvPr/>
        </p:nvSpPr>
        <p:spPr bwMode="auto">
          <a:xfrm flipV="1">
            <a:off x="4492625" y="3722688"/>
            <a:ext cx="971550" cy="4746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34" name="Line 5"/>
          <p:cNvSpPr>
            <a:spLocks noChangeShapeType="1"/>
          </p:cNvSpPr>
          <p:nvPr/>
        </p:nvSpPr>
        <p:spPr bwMode="auto">
          <a:xfrm>
            <a:off x="4489450" y="4975225"/>
            <a:ext cx="971550" cy="4794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35" name="Line 6"/>
          <p:cNvSpPr>
            <a:spLocks noChangeShapeType="1"/>
          </p:cNvSpPr>
          <p:nvPr/>
        </p:nvSpPr>
        <p:spPr bwMode="auto">
          <a:xfrm>
            <a:off x="5464175" y="3713163"/>
            <a:ext cx="0" cy="4841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36" name="Line 7"/>
          <p:cNvSpPr>
            <a:spLocks noChangeShapeType="1"/>
          </p:cNvSpPr>
          <p:nvPr/>
        </p:nvSpPr>
        <p:spPr bwMode="auto">
          <a:xfrm>
            <a:off x="3597275" y="4192588"/>
            <a:ext cx="0" cy="7889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37" name="Line 8"/>
          <p:cNvSpPr>
            <a:spLocks noChangeShapeType="1"/>
          </p:cNvSpPr>
          <p:nvPr/>
        </p:nvSpPr>
        <p:spPr bwMode="auto">
          <a:xfrm>
            <a:off x="3597275" y="4205288"/>
            <a:ext cx="9144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38" name="Line 9"/>
          <p:cNvSpPr>
            <a:spLocks noChangeShapeType="1"/>
          </p:cNvSpPr>
          <p:nvPr/>
        </p:nvSpPr>
        <p:spPr bwMode="auto">
          <a:xfrm>
            <a:off x="3600450" y="4972050"/>
            <a:ext cx="911225"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39" name="Line 10"/>
          <p:cNvSpPr>
            <a:spLocks noChangeShapeType="1"/>
          </p:cNvSpPr>
          <p:nvPr/>
        </p:nvSpPr>
        <p:spPr bwMode="auto">
          <a:xfrm>
            <a:off x="5764213" y="4192588"/>
            <a:ext cx="0" cy="7889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40" name="Line 11"/>
          <p:cNvSpPr>
            <a:spLocks noChangeShapeType="1"/>
          </p:cNvSpPr>
          <p:nvPr/>
        </p:nvSpPr>
        <p:spPr bwMode="auto">
          <a:xfrm flipH="1">
            <a:off x="5397500" y="4205288"/>
            <a:ext cx="365125" cy="15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41" name="Line 12"/>
          <p:cNvSpPr>
            <a:spLocks noChangeShapeType="1"/>
          </p:cNvSpPr>
          <p:nvPr/>
        </p:nvSpPr>
        <p:spPr bwMode="auto">
          <a:xfrm flipH="1">
            <a:off x="5397500" y="4968875"/>
            <a:ext cx="36353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42" name="Line 13"/>
          <p:cNvSpPr>
            <a:spLocks noChangeShapeType="1"/>
          </p:cNvSpPr>
          <p:nvPr/>
        </p:nvSpPr>
        <p:spPr bwMode="auto">
          <a:xfrm flipV="1">
            <a:off x="4922838" y="3722688"/>
            <a:ext cx="541337" cy="8604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43" name="Line 14"/>
          <p:cNvSpPr>
            <a:spLocks noChangeShapeType="1"/>
          </p:cNvSpPr>
          <p:nvPr/>
        </p:nvSpPr>
        <p:spPr bwMode="auto">
          <a:xfrm>
            <a:off x="4924425" y="4583113"/>
            <a:ext cx="541338" cy="8715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44" name="Line 15"/>
          <p:cNvSpPr>
            <a:spLocks noChangeShapeType="1"/>
          </p:cNvSpPr>
          <p:nvPr/>
        </p:nvSpPr>
        <p:spPr bwMode="auto">
          <a:xfrm flipH="1">
            <a:off x="4695825" y="4583113"/>
            <a:ext cx="227013"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45" name="Line 16"/>
          <p:cNvSpPr>
            <a:spLocks noChangeShapeType="1"/>
          </p:cNvSpPr>
          <p:nvPr/>
        </p:nvSpPr>
        <p:spPr bwMode="auto">
          <a:xfrm>
            <a:off x="3597275" y="4430713"/>
            <a:ext cx="184150"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2546" name="Line 17"/>
          <p:cNvSpPr>
            <a:spLocks noChangeShapeType="1"/>
          </p:cNvSpPr>
          <p:nvPr/>
        </p:nvSpPr>
        <p:spPr bwMode="auto">
          <a:xfrm>
            <a:off x="3597275" y="4749800"/>
            <a:ext cx="152400"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2547" name="Line 18"/>
          <p:cNvSpPr>
            <a:spLocks noChangeShapeType="1"/>
          </p:cNvSpPr>
          <p:nvPr/>
        </p:nvSpPr>
        <p:spPr bwMode="auto">
          <a:xfrm flipH="1" flipV="1">
            <a:off x="5592763" y="4427538"/>
            <a:ext cx="171450" cy="1587"/>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48" name="Line 19"/>
          <p:cNvSpPr>
            <a:spLocks noChangeShapeType="1"/>
          </p:cNvSpPr>
          <p:nvPr/>
        </p:nvSpPr>
        <p:spPr bwMode="auto">
          <a:xfrm flipH="1">
            <a:off x="5589588" y="4748213"/>
            <a:ext cx="174625"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04" name="Line 20"/>
          <p:cNvSpPr>
            <a:spLocks noChangeShapeType="1"/>
          </p:cNvSpPr>
          <p:nvPr/>
        </p:nvSpPr>
        <p:spPr bwMode="auto">
          <a:xfrm>
            <a:off x="5224463" y="4208463"/>
            <a:ext cx="171450" cy="222250"/>
          </a:xfrm>
          <a:prstGeom prst="line">
            <a:avLst/>
          </a:prstGeom>
          <a:noFill/>
          <a:ln w="9525">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05" name="Line 21"/>
          <p:cNvSpPr>
            <a:spLocks noChangeShapeType="1"/>
          </p:cNvSpPr>
          <p:nvPr/>
        </p:nvSpPr>
        <p:spPr bwMode="auto">
          <a:xfrm flipV="1">
            <a:off x="5226050" y="4749800"/>
            <a:ext cx="168275" cy="219075"/>
          </a:xfrm>
          <a:prstGeom prst="line">
            <a:avLst/>
          </a:prstGeom>
          <a:noFill/>
          <a:ln w="9525">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06" name="Line 22"/>
          <p:cNvSpPr>
            <a:spLocks noChangeShapeType="1"/>
          </p:cNvSpPr>
          <p:nvPr/>
        </p:nvSpPr>
        <p:spPr bwMode="auto">
          <a:xfrm>
            <a:off x="5394325" y="4430713"/>
            <a:ext cx="0" cy="319087"/>
          </a:xfrm>
          <a:prstGeom prst="line">
            <a:avLst/>
          </a:prstGeom>
          <a:noFill/>
          <a:ln w="9525">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07" name="Line 23"/>
          <p:cNvSpPr>
            <a:spLocks noChangeShapeType="1"/>
          </p:cNvSpPr>
          <p:nvPr/>
        </p:nvSpPr>
        <p:spPr bwMode="auto">
          <a:xfrm flipH="1">
            <a:off x="4241800" y="4206875"/>
            <a:ext cx="762000" cy="376238"/>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08" name="Line 24"/>
          <p:cNvSpPr>
            <a:spLocks noChangeShapeType="1"/>
          </p:cNvSpPr>
          <p:nvPr/>
        </p:nvSpPr>
        <p:spPr bwMode="auto">
          <a:xfrm flipH="1">
            <a:off x="4173538" y="4208463"/>
            <a:ext cx="830262" cy="219075"/>
          </a:xfrm>
          <a:prstGeom prst="line">
            <a:avLst/>
          </a:prstGeom>
          <a:noFill/>
          <a:ln w="9525">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09" name="Line 25"/>
          <p:cNvSpPr>
            <a:spLocks noChangeShapeType="1"/>
          </p:cNvSpPr>
          <p:nvPr/>
        </p:nvSpPr>
        <p:spPr bwMode="auto">
          <a:xfrm flipH="1" flipV="1">
            <a:off x="4171950" y="4749800"/>
            <a:ext cx="842963" cy="219075"/>
          </a:xfrm>
          <a:prstGeom prst="line">
            <a:avLst/>
          </a:prstGeom>
          <a:noFill/>
          <a:ln w="9525">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10" name="Line 26"/>
          <p:cNvSpPr>
            <a:spLocks noChangeShapeType="1"/>
          </p:cNvSpPr>
          <p:nvPr/>
        </p:nvSpPr>
        <p:spPr bwMode="auto">
          <a:xfrm flipH="1">
            <a:off x="3844925" y="4427538"/>
            <a:ext cx="328613" cy="161925"/>
          </a:xfrm>
          <a:prstGeom prst="line">
            <a:avLst/>
          </a:prstGeom>
          <a:noFill/>
          <a:ln w="9525">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11" name="Line 27"/>
          <p:cNvSpPr>
            <a:spLocks noChangeShapeType="1"/>
          </p:cNvSpPr>
          <p:nvPr/>
        </p:nvSpPr>
        <p:spPr bwMode="auto">
          <a:xfrm flipH="1" flipV="1">
            <a:off x="3844925" y="4589463"/>
            <a:ext cx="328613" cy="158750"/>
          </a:xfrm>
          <a:prstGeom prst="line">
            <a:avLst/>
          </a:prstGeom>
          <a:noFill/>
          <a:ln w="9525">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57" name="Line 28"/>
          <p:cNvSpPr>
            <a:spLocks noChangeShapeType="1"/>
          </p:cNvSpPr>
          <p:nvPr/>
        </p:nvSpPr>
        <p:spPr bwMode="auto">
          <a:xfrm flipV="1">
            <a:off x="3598863" y="2187575"/>
            <a:ext cx="0" cy="7143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58" name="Line 29"/>
          <p:cNvSpPr>
            <a:spLocks noChangeShapeType="1"/>
          </p:cNvSpPr>
          <p:nvPr/>
        </p:nvSpPr>
        <p:spPr bwMode="auto">
          <a:xfrm>
            <a:off x="3597275" y="2197100"/>
            <a:ext cx="639763"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59" name="Line 30"/>
          <p:cNvSpPr>
            <a:spLocks noChangeShapeType="1"/>
          </p:cNvSpPr>
          <p:nvPr/>
        </p:nvSpPr>
        <p:spPr bwMode="auto">
          <a:xfrm>
            <a:off x="3597275" y="2892425"/>
            <a:ext cx="24765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60" name="Line 31"/>
          <p:cNvSpPr>
            <a:spLocks noChangeShapeType="1"/>
          </p:cNvSpPr>
          <p:nvPr/>
        </p:nvSpPr>
        <p:spPr bwMode="auto">
          <a:xfrm flipV="1">
            <a:off x="3697288" y="2892425"/>
            <a:ext cx="147637" cy="260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61" name="Line 32"/>
          <p:cNvSpPr>
            <a:spLocks noChangeShapeType="1"/>
          </p:cNvSpPr>
          <p:nvPr/>
        </p:nvSpPr>
        <p:spPr bwMode="auto">
          <a:xfrm flipV="1">
            <a:off x="4237038" y="995363"/>
            <a:ext cx="682625" cy="12017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62" name="Line 33"/>
          <p:cNvSpPr>
            <a:spLocks noChangeShapeType="1"/>
          </p:cNvSpPr>
          <p:nvPr/>
        </p:nvSpPr>
        <p:spPr bwMode="auto">
          <a:xfrm>
            <a:off x="4919663" y="1001713"/>
            <a:ext cx="538162" cy="21574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63" name="Line 34"/>
          <p:cNvSpPr>
            <a:spLocks noChangeShapeType="1"/>
          </p:cNvSpPr>
          <p:nvPr/>
        </p:nvSpPr>
        <p:spPr bwMode="auto">
          <a:xfrm>
            <a:off x="5761038" y="2190750"/>
            <a:ext cx="0" cy="7080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64" name="Line 35"/>
          <p:cNvSpPr>
            <a:spLocks noChangeShapeType="1"/>
          </p:cNvSpPr>
          <p:nvPr/>
        </p:nvSpPr>
        <p:spPr bwMode="auto">
          <a:xfrm flipV="1">
            <a:off x="5221288" y="2197100"/>
            <a:ext cx="53975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65" name="Line 36"/>
          <p:cNvSpPr>
            <a:spLocks noChangeShapeType="1"/>
          </p:cNvSpPr>
          <p:nvPr/>
        </p:nvSpPr>
        <p:spPr bwMode="auto">
          <a:xfrm flipV="1">
            <a:off x="5394325" y="2892425"/>
            <a:ext cx="366713"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66" name="AutoShape 37"/>
          <p:cNvSpPr>
            <a:spLocks noChangeArrowheads="1"/>
          </p:cNvSpPr>
          <p:nvPr/>
        </p:nvSpPr>
        <p:spPr bwMode="auto">
          <a:xfrm>
            <a:off x="6961188" y="995363"/>
            <a:ext cx="1731962" cy="2157412"/>
          </a:xfrm>
          <a:prstGeom prst="triangle">
            <a:avLst>
              <a:gd name="adj" fmla="val 50000"/>
            </a:avLst>
          </a:prstGeom>
          <a:noFill/>
          <a:ln w="254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2567" name="AutoShape 38"/>
          <p:cNvSpPr>
            <a:spLocks noChangeArrowheads="1"/>
          </p:cNvSpPr>
          <p:nvPr/>
        </p:nvSpPr>
        <p:spPr bwMode="auto">
          <a:xfrm>
            <a:off x="7434263" y="2197100"/>
            <a:ext cx="779462" cy="69532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5034 w 21600"/>
              <a:gd name="T13" fmla="*/ 5034 h 21600"/>
              <a:gd name="T14" fmla="*/ 16566 w 21600"/>
              <a:gd name="T15" fmla="*/ 16566 h 21600"/>
            </a:gdLst>
            <a:ahLst/>
            <a:cxnLst>
              <a:cxn ang="T8">
                <a:pos x="T0" y="T1"/>
              </a:cxn>
              <a:cxn ang="T9">
                <a:pos x="T2" y="T3"/>
              </a:cxn>
              <a:cxn ang="T10">
                <a:pos x="T4" y="T5"/>
              </a:cxn>
              <a:cxn ang="T11">
                <a:pos x="T6" y="T7"/>
              </a:cxn>
            </a:cxnLst>
            <a:rect l="T12" t="T13" r="T14" b="T15"/>
            <a:pathLst>
              <a:path w="21600" h="21600">
                <a:moveTo>
                  <a:pt x="0" y="0"/>
                </a:moveTo>
                <a:lnTo>
                  <a:pt x="6467" y="21600"/>
                </a:lnTo>
                <a:lnTo>
                  <a:pt x="15133" y="21600"/>
                </a:lnTo>
                <a:lnTo>
                  <a:pt x="21600" y="0"/>
                </a:lnTo>
                <a:lnTo>
                  <a:pt x="0" y="0"/>
                </a:lnTo>
                <a:close/>
              </a:path>
            </a:pathLst>
          </a:custGeom>
          <a:noFill/>
          <a:ln w="254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23" name="AutoShape 39"/>
          <p:cNvSpPr>
            <a:spLocks noChangeArrowheads="1"/>
          </p:cNvSpPr>
          <p:nvPr/>
        </p:nvSpPr>
        <p:spPr bwMode="auto">
          <a:xfrm rot="-5400000">
            <a:off x="3856832" y="3810794"/>
            <a:ext cx="1522412" cy="1549400"/>
          </a:xfrm>
          <a:prstGeom prst="triangle">
            <a:avLst>
              <a:gd name="adj" fmla="val 50000"/>
            </a:avLst>
          </a:prstGeom>
          <a:noFill/>
          <a:ln w="3175" algn="ctr">
            <a:solidFill>
              <a:srgbClr val="0033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70024" name="AutoShape 40"/>
          <p:cNvSpPr>
            <a:spLocks noChangeArrowheads="1"/>
          </p:cNvSpPr>
          <p:nvPr/>
        </p:nvSpPr>
        <p:spPr bwMode="auto">
          <a:xfrm rot="-5400000">
            <a:off x="4238625" y="4086225"/>
            <a:ext cx="985838" cy="985838"/>
          </a:xfrm>
          <a:prstGeom prst="triangle">
            <a:avLst>
              <a:gd name="adj" fmla="val 50000"/>
            </a:avLst>
          </a:prstGeom>
          <a:noFill/>
          <a:ln w="3175" algn="ctr">
            <a:solidFill>
              <a:srgbClr val="0033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70025" name="Line 41"/>
          <p:cNvSpPr>
            <a:spLocks noChangeShapeType="1"/>
          </p:cNvSpPr>
          <p:nvPr/>
        </p:nvSpPr>
        <p:spPr bwMode="auto">
          <a:xfrm>
            <a:off x="4511675" y="4205288"/>
            <a:ext cx="492125" cy="0"/>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26" name="Line 42"/>
          <p:cNvSpPr>
            <a:spLocks noChangeShapeType="1"/>
          </p:cNvSpPr>
          <p:nvPr/>
        </p:nvSpPr>
        <p:spPr bwMode="auto">
          <a:xfrm>
            <a:off x="4511675" y="4972050"/>
            <a:ext cx="501650" cy="0"/>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27" name="Line 43"/>
          <p:cNvSpPr>
            <a:spLocks noChangeShapeType="1"/>
          </p:cNvSpPr>
          <p:nvPr/>
        </p:nvSpPr>
        <p:spPr bwMode="auto">
          <a:xfrm flipH="1">
            <a:off x="4241800" y="4583113"/>
            <a:ext cx="454025" cy="0"/>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28" name="Line 44"/>
          <p:cNvSpPr>
            <a:spLocks noChangeShapeType="1"/>
          </p:cNvSpPr>
          <p:nvPr/>
        </p:nvSpPr>
        <p:spPr bwMode="auto">
          <a:xfrm flipH="1">
            <a:off x="5227638" y="4208463"/>
            <a:ext cx="169862" cy="0"/>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29" name="Line 45"/>
          <p:cNvSpPr>
            <a:spLocks noChangeShapeType="1"/>
          </p:cNvSpPr>
          <p:nvPr/>
        </p:nvSpPr>
        <p:spPr bwMode="auto">
          <a:xfrm flipH="1">
            <a:off x="5229225" y="4968875"/>
            <a:ext cx="165100" cy="0"/>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30" name="Line 46"/>
          <p:cNvSpPr>
            <a:spLocks noChangeShapeType="1"/>
          </p:cNvSpPr>
          <p:nvPr/>
        </p:nvSpPr>
        <p:spPr bwMode="auto">
          <a:xfrm>
            <a:off x="3698875" y="4586288"/>
            <a:ext cx="128588" cy="0"/>
          </a:xfrm>
          <a:prstGeom prst="line">
            <a:avLst/>
          </a:prstGeom>
          <a:noFill/>
          <a:ln w="9525">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31" name="Line 47"/>
          <p:cNvSpPr>
            <a:spLocks noChangeShapeType="1"/>
          </p:cNvSpPr>
          <p:nvPr/>
        </p:nvSpPr>
        <p:spPr bwMode="auto">
          <a:xfrm>
            <a:off x="3805238" y="4430713"/>
            <a:ext cx="368300" cy="0"/>
          </a:xfrm>
          <a:prstGeom prst="line">
            <a:avLst/>
          </a:prstGeom>
          <a:noFill/>
          <a:ln w="12700">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32" name="Line 48"/>
          <p:cNvSpPr>
            <a:spLocks noChangeShapeType="1"/>
          </p:cNvSpPr>
          <p:nvPr/>
        </p:nvSpPr>
        <p:spPr bwMode="auto">
          <a:xfrm>
            <a:off x="3806825" y="4749800"/>
            <a:ext cx="366713" cy="0"/>
          </a:xfrm>
          <a:prstGeom prst="line">
            <a:avLst/>
          </a:prstGeom>
          <a:noFill/>
          <a:ln w="9525">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33" name="Line 49"/>
          <p:cNvSpPr>
            <a:spLocks noChangeShapeType="1"/>
          </p:cNvSpPr>
          <p:nvPr/>
        </p:nvSpPr>
        <p:spPr bwMode="auto">
          <a:xfrm flipH="1">
            <a:off x="5395913" y="4429125"/>
            <a:ext cx="125412" cy="0"/>
          </a:xfrm>
          <a:prstGeom prst="line">
            <a:avLst/>
          </a:prstGeom>
          <a:noFill/>
          <a:ln w="9525">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34" name="Line 50"/>
          <p:cNvSpPr>
            <a:spLocks noChangeShapeType="1"/>
          </p:cNvSpPr>
          <p:nvPr/>
        </p:nvSpPr>
        <p:spPr bwMode="auto">
          <a:xfrm flipH="1">
            <a:off x="5394325" y="4748213"/>
            <a:ext cx="127000" cy="0"/>
          </a:xfrm>
          <a:prstGeom prst="line">
            <a:avLst/>
          </a:prstGeom>
          <a:noFill/>
          <a:ln w="9525">
            <a:solidFill>
              <a:srgbClr val="00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80" name="Text Box 51"/>
          <p:cNvSpPr txBox="1">
            <a:spLocks noChangeArrowheads="1"/>
          </p:cNvSpPr>
          <p:nvPr/>
        </p:nvSpPr>
        <p:spPr bwMode="auto">
          <a:xfrm>
            <a:off x="3521075" y="4298950"/>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c </a:t>
            </a:r>
          </a:p>
        </p:txBody>
      </p:sp>
      <p:sp>
        <p:nvSpPr>
          <p:cNvPr id="22581" name="Text Box 52"/>
          <p:cNvSpPr txBox="1">
            <a:spLocks noChangeArrowheads="1"/>
          </p:cNvSpPr>
          <p:nvPr/>
        </p:nvSpPr>
        <p:spPr bwMode="auto">
          <a:xfrm>
            <a:off x="5410200" y="3455988"/>
            <a:ext cx="3825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b </a:t>
            </a:r>
          </a:p>
        </p:txBody>
      </p:sp>
      <p:sp>
        <p:nvSpPr>
          <p:cNvPr id="22582" name="Text Box 53"/>
          <p:cNvSpPr txBox="1">
            <a:spLocks noChangeArrowheads="1"/>
          </p:cNvSpPr>
          <p:nvPr/>
        </p:nvSpPr>
        <p:spPr bwMode="auto">
          <a:xfrm>
            <a:off x="5394325" y="5260975"/>
            <a:ext cx="382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a </a:t>
            </a:r>
          </a:p>
        </p:txBody>
      </p:sp>
      <p:sp>
        <p:nvSpPr>
          <p:cNvPr id="22583" name="Text Box 54"/>
          <p:cNvSpPr txBox="1">
            <a:spLocks noChangeArrowheads="1"/>
          </p:cNvSpPr>
          <p:nvPr/>
        </p:nvSpPr>
        <p:spPr bwMode="auto">
          <a:xfrm>
            <a:off x="4892675" y="4368800"/>
            <a:ext cx="382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s </a:t>
            </a:r>
          </a:p>
        </p:txBody>
      </p:sp>
      <p:sp>
        <p:nvSpPr>
          <p:cNvPr id="22584" name="Text Box 55"/>
          <p:cNvSpPr txBox="1">
            <a:spLocks noChangeArrowheads="1"/>
          </p:cNvSpPr>
          <p:nvPr/>
        </p:nvSpPr>
        <p:spPr bwMode="auto">
          <a:xfrm>
            <a:off x="8502650" y="3070225"/>
            <a:ext cx="4746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a” </a:t>
            </a:r>
          </a:p>
        </p:txBody>
      </p:sp>
      <p:sp>
        <p:nvSpPr>
          <p:cNvPr id="170040" name="Text Box 56"/>
          <p:cNvSpPr txBox="1">
            <a:spLocks noChangeArrowheads="1"/>
          </p:cNvSpPr>
          <p:nvPr/>
        </p:nvSpPr>
        <p:spPr bwMode="auto">
          <a:xfrm>
            <a:off x="4845050" y="4876800"/>
            <a:ext cx="382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2 </a:t>
            </a:r>
          </a:p>
        </p:txBody>
      </p:sp>
      <p:sp>
        <p:nvSpPr>
          <p:cNvPr id="170041" name="Text Box 57"/>
          <p:cNvSpPr txBox="1">
            <a:spLocks noChangeArrowheads="1"/>
          </p:cNvSpPr>
          <p:nvPr/>
        </p:nvSpPr>
        <p:spPr bwMode="auto">
          <a:xfrm>
            <a:off x="4068763" y="4511675"/>
            <a:ext cx="352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1 </a:t>
            </a:r>
          </a:p>
        </p:txBody>
      </p:sp>
      <p:sp>
        <p:nvSpPr>
          <p:cNvPr id="22587" name="Line 58"/>
          <p:cNvSpPr>
            <a:spLocks noChangeShapeType="1"/>
          </p:cNvSpPr>
          <p:nvPr/>
        </p:nvSpPr>
        <p:spPr bwMode="auto">
          <a:xfrm flipV="1">
            <a:off x="3698875" y="4214813"/>
            <a:ext cx="758825" cy="369887"/>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88" name="Line 59"/>
          <p:cNvSpPr>
            <a:spLocks noChangeShapeType="1"/>
          </p:cNvSpPr>
          <p:nvPr/>
        </p:nvSpPr>
        <p:spPr bwMode="auto">
          <a:xfrm>
            <a:off x="3694113" y="4587875"/>
            <a:ext cx="763587" cy="376238"/>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44" name="Line 60"/>
          <p:cNvSpPr>
            <a:spLocks noChangeShapeType="1"/>
          </p:cNvSpPr>
          <p:nvPr/>
        </p:nvSpPr>
        <p:spPr bwMode="auto">
          <a:xfrm>
            <a:off x="3844925" y="2892425"/>
            <a:ext cx="0" cy="169703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0045" name="Line 61"/>
          <p:cNvSpPr>
            <a:spLocks noChangeShapeType="1"/>
          </p:cNvSpPr>
          <p:nvPr/>
        </p:nvSpPr>
        <p:spPr bwMode="auto">
          <a:xfrm>
            <a:off x="4243388" y="2192338"/>
            <a:ext cx="0" cy="23876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46" name="Line 62"/>
          <p:cNvSpPr>
            <a:spLocks noChangeShapeType="1"/>
          </p:cNvSpPr>
          <p:nvPr/>
        </p:nvSpPr>
        <p:spPr bwMode="auto">
          <a:xfrm>
            <a:off x="4168775" y="2900363"/>
            <a:ext cx="0" cy="1535112"/>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47" name="Line 63"/>
          <p:cNvSpPr>
            <a:spLocks noChangeShapeType="1"/>
          </p:cNvSpPr>
          <p:nvPr/>
        </p:nvSpPr>
        <p:spPr bwMode="auto">
          <a:xfrm>
            <a:off x="5003800" y="2195513"/>
            <a:ext cx="0" cy="2008187"/>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93" name="Line 64"/>
          <p:cNvSpPr>
            <a:spLocks noChangeShapeType="1"/>
          </p:cNvSpPr>
          <p:nvPr/>
        </p:nvSpPr>
        <p:spPr bwMode="auto">
          <a:xfrm>
            <a:off x="5464175" y="4981575"/>
            <a:ext cx="0" cy="4841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94" name="Line 65"/>
          <p:cNvSpPr>
            <a:spLocks noChangeShapeType="1"/>
          </p:cNvSpPr>
          <p:nvPr/>
        </p:nvSpPr>
        <p:spPr bwMode="auto">
          <a:xfrm>
            <a:off x="5462588" y="4262438"/>
            <a:ext cx="0" cy="655637"/>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51" name="Text Box 67"/>
          <p:cNvSpPr txBox="1">
            <a:spLocks noChangeArrowheads="1"/>
          </p:cNvSpPr>
          <p:nvPr/>
        </p:nvSpPr>
        <p:spPr bwMode="auto">
          <a:xfrm>
            <a:off x="6022975" y="2527300"/>
            <a:ext cx="4587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Q</a:t>
            </a:r>
            <a:r>
              <a:rPr kumimoji="0" lang="en-US" altLang="zh-CN" sz="1800" baseline="-25000">
                <a:latin typeface="ISOCPEUR" pitchFamily="34" charset="0"/>
              </a:rPr>
              <a:t>V </a:t>
            </a:r>
          </a:p>
        </p:txBody>
      </p:sp>
      <p:sp>
        <p:nvSpPr>
          <p:cNvPr id="170052" name="Text Box 68"/>
          <p:cNvSpPr txBox="1">
            <a:spLocks noChangeArrowheads="1"/>
          </p:cNvSpPr>
          <p:nvPr/>
        </p:nvSpPr>
        <p:spPr bwMode="auto">
          <a:xfrm>
            <a:off x="6059488" y="1838325"/>
            <a:ext cx="5508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P</a:t>
            </a:r>
            <a:r>
              <a:rPr kumimoji="0" lang="en-US" altLang="zh-CN" sz="1800" baseline="-25000">
                <a:latin typeface="ISOCPEUR" pitchFamily="34" charset="0"/>
              </a:rPr>
              <a:t>V </a:t>
            </a:r>
            <a:r>
              <a:rPr kumimoji="0" lang="en-US" altLang="zh-CN" sz="1800">
                <a:latin typeface="ISOCPEUR" pitchFamily="34" charset="0"/>
              </a:rPr>
              <a:t> </a:t>
            </a:r>
          </a:p>
        </p:txBody>
      </p:sp>
      <p:sp>
        <p:nvSpPr>
          <p:cNvPr id="170053" name="Text Box 69"/>
          <p:cNvSpPr txBox="1">
            <a:spLocks noChangeArrowheads="1"/>
          </p:cNvSpPr>
          <p:nvPr/>
        </p:nvSpPr>
        <p:spPr bwMode="auto">
          <a:xfrm>
            <a:off x="3989388" y="1824038"/>
            <a:ext cx="4365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3’ </a:t>
            </a:r>
          </a:p>
        </p:txBody>
      </p:sp>
      <p:sp>
        <p:nvSpPr>
          <p:cNvPr id="170054" name="Text Box 70"/>
          <p:cNvSpPr txBox="1">
            <a:spLocks noChangeArrowheads="1"/>
          </p:cNvSpPr>
          <p:nvPr/>
        </p:nvSpPr>
        <p:spPr bwMode="auto">
          <a:xfrm>
            <a:off x="4441825" y="1863725"/>
            <a:ext cx="8651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2’</a:t>
            </a:r>
            <a:r>
              <a:rPr kumimoji="0" lang="en-US" altLang="zh-CN" sz="1800">
                <a:latin typeface="黑体" pitchFamily="49" charset="-122"/>
                <a:ea typeface="黑体" pitchFamily="49" charset="-122"/>
              </a:rPr>
              <a:t>≡</a:t>
            </a:r>
            <a:r>
              <a:rPr kumimoji="0" lang="en-US" altLang="zh-CN" sz="1800">
                <a:latin typeface="ISOCPEUR" pitchFamily="34" charset="0"/>
              </a:rPr>
              <a:t>4’</a:t>
            </a:r>
          </a:p>
        </p:txBody>
      </p:sp>
      <p:sp>
        <p:nvSpPr>
          <p:cNvPr id="170055" name="Text Box 71"/>
          <p:cNvSpPr txBox="1">
            <a:spLocks noChangeArrowheads="1"/>
          </p:cNvSpPr>
          <p:nvPr/>
        </p:nvSpPr>
        <p:spPr bwMode="auto">
          <a:xfrm>
            <a:off x="3944938" y="2811463"/>
            <a:ext cx="704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1’</a:t>
            </a:r>
            <a:r>
              <a:rPr kumimoji="0" lang="en-US" altLang="zh-CN" sz="1800">
                <a:latin typeface="ISOCPEUR" pitchFamily="34" charset="0"/>
                <a:ea typeface="黑体" pitchFamily="49" charset="-122"/>
              </a:rPr>
              <a:t>≡5’</a:t>
            </a:r>
          </a:p>
        </p:txBody>
      </p:sp>
      <p:sp>
        <p:nvSpPr>
          <p:cNvPr id="22600" name="Text Box 72"/>
          <p:cNvSpPr txBox="1">
            <a:spLocks noChangeArrowheads="1"/>
          </p:cNvSpPr>
          <p:nvPr/>
        </p:nvSpPr>
        <p:spPr bwMode="auto">
          <a:xfrm>
            <a:off x="5302250" y="3052763"/>
            <a:ext cx="8270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a’</a:t>
            </a:r>
            <a:r>
              <a:rPr kumimoji="0" lang="en-US" altLang="zh-CN" sz="1800">
                <a:latin typeface="黑体" pitchFamily="49" charset="-122"/>
                <a:ea typeface="黑体" pitchFamily="49" charset="-122"/>
              </a:rPr>
              <a:t>≡</a:t>
            </a:r>
            <a:r>
              <a:rPr kumimoji="0" lang="en-US" altLang="zh-CN" sz="1800">
                <a:latin typeface="ISOCPEUR" pitchFamily="34" charset="0"/>
              </a:rPr>
              <a:t>b’ </a:t>
            </a:r>
          </a:p>
        </p:txBody>
      </p:sp>
      <p:sp>
        <p:nvSpPr>
          <p:cNvPr id="22601" name="Text Box 73"/>
          <p:cNvSpPr txBox="1">
            <a:spLocks noChangeArrowheads="1"/>
          </p:cNvSpPr>
          <p:nvPr/>
        </p:nvSpPr>
        <p:spPr bwMode="auto">
          <a:xfrm>
            <a:off x="4676775" y="714375"/>
            <a:ext cx="4365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s’ </a:t>
            </a:r>
          </a:p>
        </p:txBody>
      </p:sp>
      <p:sp>
        <p:nvSpPr>
          <p:cNvPr id="22602" name="Text Box 74"/>
          <p:cNvSpPr txBox="1">
            <a:spLocks noChangeArrowheads="1"/>
          </p:cNvSpPr>
          <p:nvPr/>
        </p:nvSpPr>
        <p:spPr bwMode="auto">
          <a:xfrm>
            <a:off x="6748463" y="3073400"/>
            <a:ext cx="4746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b” </a:t>
            </a:r>
          </a:p>
        </p:txBody>
      </p:sp>
      <p:sp>
        <p:nvSpPr>
          <p:cNvPr id="22603" name="Text Box 75"/>
          <p:cNvSpPr txBox="1">
            <a:spLocks noChangeArrowheads="1"/>
          </p:cNvSpPr>
          <p:nvPr/>
        </p:nvSpPr>
        <p:spPr bwMode="auto">
          <a:xfrm>
            <a:off x="7754938" y="3108325"/>
            <a:ext cx="4603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c” </a:t>
            </a:r>
          </a:p>
        </p:txBody>
      </p:sp>
      <p:sp>
        <p:nvSpPr>
          <p:cNvPr id="22604" name="Text Box 76"/>
          <p:cNvSpPr txBox="1">
            <a:spLocks noChangeArrowheads="1"/>
          </p:cNvSpPr>
          <p:nvPr/>
        </p:nvSpPr>
        <p:spPr bwMode="auto">
          <a:xfrm>
            <a:off x="7486650" y="766763"/>
            <a:ext cx="4746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s” </a:t>
            </a:r>
          </a:p>
        </p:txBody>
      </p:sp>
      <p:sp>
        <p:nvSpPr>
          <p:cNvPr id="22605" name="Text Box 77"/>
          <p:cNvSpPr txBox="1">
            <a:spLocks noChangeArrowheads="1"/>
          </p:cNvSpPr>
          <p:nvPr/>
        </p:nvSpPr>
        <p:spPr bwMode="auto">
          <a:xfrm>
            <a:off x="7932738" y="2616200"/>
            <a:ext cx="4746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d” </a:t>
            </a:r>
          </a:p>
        </p:txBody>
      </p:sp>
      <p:sp>
        <p:nvSpPr>
          <p:cNvPr id="22606" name="Text Box 78"/>
          <p:cNvSpPr txBox="1">
            <a:spLocks noChangeArrowheads="1"/>
          </p:cNvSpPr>
          <p:nvPr/>
        </p:nvSpPr>
        <p:spPr bwMode="auto">
          <a:xfrm>
            <a:off x="7824788" y="2132013"/>
            <a:ext cx="4746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e” </a:t>
            </a:r>
          </a:p>
        </p:txBody>
      </p:sp>
      <p:sp>
        <p:nvSpPr>
          <p:cNvPr id="22607" name="Text Box 79"/>
          <p:cNvSpPr txBox="1">
            <a:spLocks noChangeArrowheads="1"/>
          </p:cNvSpPr>
          <p:nvPr/>
        </p:nvSpPr>
        <p:spPr bwMode="auto">
          <a:xfrm>
            <a:off x="7402513" y="2135188"/>
            <a:ext cx="4603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f” </a:t>
            </a:r>
          </a:p>
        </p:txBody>
      </p:sp>
      <p:sp>
        <p:nvSpPr>
          <p:cNvPr id="22608" name="Text Box 80"/>
          <p:cNvSpPr txBox="1">
            <a:spLocks noChangeArrowheads="1"/>
          </p:cNvSpPr>
          <p:nvPr/>
        </p:nvSpPr>
        <p:spPr bwMode="auto">
          <a:xfrm>
            <a:off x="7577138" y="2557463"/>
            <a:ext cx="4746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g” </a:t>
            </a:r>
          </a:p>
        </p:txBody>
      </p:sp>
      <p:sp>
        <p:nvSpPr>
          <p:cNvPr id="170065" name="Text Box 81"/>
          <p:cNvSpPr txBox="1">
            <a:spLocks noChangeArrowheads="1"/>
          </p:cNvSpPr>
          <p:nvPr/>
        </p:nvSpPr>
        <p:spPr bwMode="auto">
          <a:xfrm>
            <a:off x="7764463" y="1890713"/>
            <a:ext cx="4746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3” </a:t>
            </a:r>
          </a:p>
        </p:txBody>
      </p:sp>
      <p:sp>
        <p:nvSpPr>
          <p:cNvPr id="170066" name="Text Box 82"/>
          <p:cNvSpPr txBox="1">
            <a:spLocks noChangeArrowheads="1"/>
          </p:cNvSpPr>
          <p:nvPr/>
        </p:nvSpPr>
        <p:spPr bwMode="auto">
          <a:xfrm>
            <a:off x="7329488" y="3146425"/>
            <a:ext cx="4746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6” </a:t>
            </a:r>
          </a:p>
        </p:txBody>
      </p:sp>
      <p:sp>
        <p:nvSpPr>
          <p:cNvPr id="170067" name="Line 83"/>
          <p:cNvSpPr>
            <a:spLocks noChangeShapeType="1"/>
          </p:cNvSpPr>
          <p:nvPr/>
        </p:nvSpPr>
        <p:spPr bwMode="auto">
          <a:xfrm flipV="1">
            <a:off x="7589838" y="2927350"/>
            <a:ext cx="200025" cy="3048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68" name="Text Box 84"/>
          <p:cNvSpPr txBox="1">
            <a:spLocks noChangeArrowheads="1"/>
          </p:cNvSpPr>
          <p:nvPr/>
        </p:nvSpPr>
        <p:spPr bwMode="auto">
          <a:xfrm>
            <a:off x="4000500" y="4392613"/>
            <a:ext cx="3825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3 </a:t>
            </a:r>
          </a:p>
        </p:txBody>
      </p:sp>
      <p:sp>
        <p:nvSpPr>
          <p:cNvPr id="170069" name="Text Box 85"/>
          <p:cNvSpPr txBox="1">
            <a:spLocks noChangeArrowheads="1"/>
          </p:cNvSpPr>
          <p:nvPr/>
        </p:nvSpPr>
        <p:spPr bwMode="auto">
          <a:xfrm>
            <a:off x="4902200" y="3941763"/>
            <a:ext cx="3825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4 </a:t>
            </a:r>
          </a:p>
        </p:txBody>
      </p:sp>
      <p:sp>
        <p:nvSpPr>
          <p:cNvPr id="170070" name="Text Box 86"/>
          <p:cNvSpPr txBox="1">
            <a:spLocks noChangeArrowheads="1"/>
          </p:cNvSpPr>
          <p:nvPr/>
        </p:nvSpPr>
        <p:spPr bwMode="auto">
          <a:xfrm>
            <a:off x="4000500" y="4132263"/>
            <a:ext cx="3825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5 </a:t>
            </a:r>
          </a:p>
        </p:txBody>
      </p:sp>
      <p:sp>
        <p:nvSpPr>
          <p:cNvPr id="170071" name="Text Box 87"/>
          <p:cNvSpPr txBox="1">
            <a:spLocks noChangeArrowheads="1"/>
          </p:cNvSpPr>
          <p:nvPr/>
        </p:nvSpPr>
        <p:spPr bwMode="auto">
          <a:xfrm>
            <a:off x="3857625" y="4391025"/>
            <a:ext cx="382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6 </a:t>
            </a:r>
          </a:p>
        </p:txBody>
      </p:sp>
      <p:sp>
        <p:nvSpPr>
          <p:cNvPr id="170072" name="Line 88"/>
          <p:cNvSpPr>
            <a:spLocks noChangeShapeType="1"/>
          </p:cNvSpPr>
          <p:nvPr/>
        </p:nvSpPr>
        <p:spPr bwMode="auto">
          <a:xfrm>
            <a:off x="4232275" y="2192338"/>
            <a:ext cx="2003425"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73" name="Text Box 89"/>
          <p:cNvSpPr txBox="1">
            <a:spLocks noChangeArrowheads="1"/>
          </p:cNvSpPr>
          <p:nvPr/>
        </p:nvSpPr>
        <p:spPr bwMode="auto">
          <a:xfrm>
            <a:off x="5148263" y="4548188"/>
            <a:ext cx="3825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33CC"/>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7 </a:t>
            </a:r>
          </a:p>
        </p:txBody>
      </p:sp>
      <p:sp>
        <p:nvSpPr>
          <p:cNvPr id="170074" name="Text Box 90"/>
          <p:cNvSpPr txBox="1">
            <a:spLocks noChangeArrowheads="1"/>
          </p:cNvSpPr>
          <p:nvPr/>
        </p:nvSpPr>
        <p:spPr bwMode="auto">
          <a:xfrm>
            <a:off x="5167313" y="4873625"/>
            <a:ext cx="3825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8</a:t>
            </a:r>
          </a:p>
        </p:txBody>
      </p:sp>
      <p:sp>
        <p:nvSpPr>
          <p:cNvPr id="170075" name="Text Box 91"/>
          <p:cNvSpPr txBox="1">
            <a:spLocks noChangeArrowheads="1"/>
          </p:cNvSpPr>
          <p:nvPr/>
        </p:nvSpPr>
        <p:spPr bwMode="auto">
          <a:xfrm>
            <a:off x="5146675" y="3921125"/>
            <a:ext cx="382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9 </a:t>
            </a:r>
          </a:p>
        </p:txBody>
      </p:sp>
      <p:sp>
        <p:nvSpPr>
          <p:cNvPr id="170076" name="Text Box 92"/>
          <p:cNvSpPr txBox="1">
            <a:spLocks noChangeArrowheads="1"/>
          </p:cNvSpPr>
          <p:nvPr/>
        </p:nvSpPr>
        <p:spPr bwMode="auto">
          <a:xfrm>
            <a:off x="5100638" y="4321175"/>
            <a:ext cx="3825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10 </a:t>
            </a:r>
          </a:p>
        </p:txBody>
      </p:sp>
      <p:sp>
        <p:nvSpPr>
          <p:cNvPr id="170077" name="Text Box 93"/>
          <p:cNvSpPr txBox="1">
            <a:spLocks noChangeArrowheads="1"/>
          </p:cNvSpPr>
          <p:nvPr/>
        </p:nvSpPr>
        <p:spPr bwMode="auto">
          <a:xfrm>
            <a:off x="5329238" y="2824163"/>
            <a:ext cx="9032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7’</a:t>
            </a:r>
            <a:r>
              <a:rPr kumimoji="0" lang="en-US" altLang="zh-CN" sz="1800">
                <a:latin typeface="黑体" pitchFamily="49" charset="-122"/>
                <a:ea typeface="黑体" pitchFamily="49" charset="-122"/>
              </a:rPr>
              <a:t>≡</a:t>
            </a:r>
            <a:r>
              <a:rPr kumimoji="0" lang="en-US" altLang="zh-CN" sz="1800">
                <a:latin typeface="ISOCPEUR" pitchFamily="34" charset="0"/>
              </a:rPr>
              <a:t>10’ </a:t>
            </a:r>
          </a:p>
        </p:txBody>
      </p:sp>
      <p:sp>
        <p:nvSpPr>
          <p:cNvPr id="22622" name="Line 94"/>
          <p:cNvSpPr>
            <a:spLocks noChangeShapeType="1"/>
          </p:cNvSpPr>
          <p:nvPr/>
        </p:nvSpPr>
        <p:spPr bwMode="auto">
          <a:xfrm>
            <a:off x="3692525" y="3152775"/>
            <a:ext cx="177165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623" name="Text Box 95"/>
          <p:cNvSpPr txBox="1">
            <a:spLocks noChangeArrowheads="1"/>
          </p:cNvSpPr>
          <p:nvPr/>
        </p:nvSpPr>
        <p:spPr bwMode="auto">
          <a:xfrm>
            <a:off x="3403600" y="3022600"/>
            <a:ext cx="422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c’ </a:t>
            </a:r>
          </a:p>
        </p:txBody>
      </p:sp>
      <p:sp>
        <p:nvSpPr>
          <p:cNvPr id="170080" name="Text Box 96"/>
          <p:cNvSpPr txBox="1">
            <a:spLocks noChangeArrowheads="1"/>
          </p:cNvSpPr>
          <p:nvPr/>
        </p:nvSpPr>
        <p:spPr bwMode="auto">
          <a:xfrm>
            <a:off x="5124450" y="1882775"/>
            <a:ext cx="833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黑体" pitchFamily="49" charset="-122"/>
                <a:ea typeface="黑体" pitchFamily="49" charset="-122"/>
              </a:rPr>
              <a:t>8</a:t>
            </a:r>
            <a:r>
              <a:rPr kumimoji="0" lang="en-US" altLang="zh-CN" sz="1800">
                <a:latin typeface="ISOCPEUR" pitchFamily="34" charset="0"/>
                <a:ea typeface="黑体" pitchFamily="49" charset="-122"/>
              </a:rPr>
              <a:t>’</a:t>
            </a:r>
            <a:r>
              <a:rPr kumimoji="0" lang="en-US" altLang="zh-CN" sz="1800">
                <a:latin typeface="黑体" pitchFamily="49" charset="-122"/>
                <a:ea typeface="黑体" pitchFamily="49" charset="-122"/>
              </a:rPr>
              <a:t>≡</a:t>
            </a:r>
            <a:r>
              <a:rPr kumimoji="0" lang="en-US" altLang="zh-CN" sz="1800">
                <a:latin typeface="ISOCPEUR" pitchFamily="34" charset="0"/>
              </a:rPr>
              <a:t>9’ </a:t>
            </a:r>
          </a:p>
        </p:txBody>
      </p:sp>
      <p:sp>
        <p:nvSpPr>
          <p:cNvPr id="170081" name="Text Box 97"/>
          <p:cNvSpPr txBox="1">
            <a:spLocks noChangeArrowheads="1"/>
          </p:cNvSpPr>
          <p:nvPr/>
        </p:nvSpPr>
        <p:spPr bwMode="auto">
          <a:xfrm>
            <a:off x="6630988" y="1912938"/>
            <a:ext cx="7651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黑体" pitchFamily="49" charset="-122"/>
                <a:ea typeface="黑体" pitchFamily="49" charset="-122"/>
              </a:rPr>
              <a:t>4</a:t>
            </a:r>
            <a:r>
              <a:rPr kumimoji="0" lang="en-US" altLang="zh-CN" sz="1800">
                <a:latin typeface="ISOCPEUR" pitchFamily="34" charset="0"/>
                <a:ea typeface="黑体" pitchFamily="49" charset="-122"/>
              </a:rPr>
              <a:t>”</a:t>
            </a:r>
            <a:r>
              <a:rPr kumimoji="0" lang="en-US" altLang="zh-CN" sz="1800">
                <a:latin typeface="黑体" pitchFamily="49" charset="-122"/>
                <a:ea typeface="黑体" pitchFamily="49" charset="-122"/>
              </a:rPr>
              <a:t>(</a:t>
            </a:r>
            <a:r>
              <a:rPr kumimoji="0" lang="en-US" altLang="zh-CN" sz="1800">
                <a:latin typeface="ISOCPEUR" pitchFamily="34" charset="0"/>
                <a:ea typeface="黑体" pitchFamily="49" charset="-122"/>
              </a:rPr>
              <a:t>9”</a:t>
            </a:r>
            <a:r>
              <a:rPr kumimoji="0" lang="en-US" altLang="zh-CN" sz="1800">
                <a:latin typeface="ISOCPEUR" pitchFamily="34" charset="0"/>
              </a:rPr>
              <a:t>)</a:t>
            </a:r>
          </a:p>
        </p:txBody>
      </p:sp>
      <p:sp>
        <p:nvSpPr>
          <p:cNvPr id="170082" name="Text Box 98"/>
          <p:cNvSpPr txBox="1">
            <a:spLocks noChangeArrowheads="1"/>
          </p:cNvSpPr>
          <p:nvPr/>
        </p:nvSpPr>
        <p:spPr bwMode="auto">
          <a:xfrm>
            <a:off x="8220075" y="1916113"/>
            <a:ext cx="704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ea typeface="黑体" pitchFamily="49" charset="-122"/>
              </a:rPr>
              <a:t>2”(8”)</a:t>
            </a:r>
          </a:p>
        </p:txBody>
      </p:sp>
      <p:sp>
        <p:nvSpPr>
          <p:cNvPr id="170083" name="Text Box 99"/>
          <p:cNvSpPr txBox="1">
            <a:spLocks noChangeArrowheads="1"/>
          </p:cNvSpPr>
          <p:nvPr/>
        </p:nvSpPr>
        <p:spPr bwMode="auto">
          <a:xfrm>
            <a:off x="7751763" y="2820988"/>
            <a:ext cx="9175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黑体" pitchFamily="49" charset="-122"/>
                <a:ea typeface="黑体" pitchFamily="49" charset="-122"/>
              </a:rPr>
              <a:t>1</a:t>
            </a:r>
            <a:r>
              <a:rPr kumimoji="0" lang="en-US" altLang="zh-CN" sz="1800">
                <a:latin typeface="ISOCPEUR" pitchFamily="34" charset="0"/>
                <a:ea typeface="黑体" pitchFamily="49" charset="-122"/>
              </a:rPr>
              <a:t>”</a:t>
            </a:r>
            <a:r>
              <a:rPr kumimoji="0" lang="en-US" altLang="zh-CN" sz="1800">
                <a:latin typeface="黑体" pitchFamily="49" charset="-122"/>
                <a:ea typeface="黑体" pitchFamily="49" charset="-122"/>
              </a:rPr>
              <a:t>(7</a:t>
            </a:r>
            <a:r>
              <a:rPr kumimoji="0" lang="en-US" altLang="zh-CN" sz="1800">
                <a:latin typeface="ISOCPEUR" pitchFamily="34" charset="0"/>
                <a:ea typeface="黑体" pitchFamily="49" charset="-122"/>
              </a:rPr>
              <a:t>”</a:t>
            </a:r>
            <a:r>
              <a:rPr kumimoji="0" lang="en-US" altLang="zh-CN" sz="1800">
                <a:latin typeface="黑体" pitchFamily="49" charset="-122"/>
                <a:ea typeface="黑体" pitchFamily="49" charset="-122"/>
              </a:rPr>
              <a:t>)</a:t>
            </a:r>
            <a:r>
              <a:rPr kumimoji="0" lang="en-US" altLang="zh-CN" sz="1800">
                <a:latin typeface="ISOCPEUR" pitchFamily="34" charset="0"/>
              </a:rPr>
              <a:t> </a:t>
            </a:r>
          </a:p>
        </p:txBody>
      </p:sp>
      <p:sp>
        <p:nvSpPr>
          <p:cNvPr id="170084" name="Text Box 100"/>
          <p:cNvSpPr txBox="1">
            <a:spLocks noChangeArrowheads="1"/>
          </p:cNvSpPr>
          <p:nvPr/>
        </p:nvSpPr>
        <p:spPr bwMode="auto">
          <a:xfrm>
            <a:off x="6923088" y="2814638"/>
            <a:ext cx="835025"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ea typeface="黑体" pitchFamily="49" charset="-122"/>
              </a:rPr>
              <a:t>5”</a:t>
            </a:r>
            <a:r>
              <a:rPr kumimoji="0" lang="en-US" altLang="zh-CN" sz="1800">
                <a:latin typeface="黑体" pitchFamily="49" charset="-122"/>
                <a:ea typeface="黑体" pitchFamily="49" charset="-122"/>
              </a:rPr>
              <a:t>(</a:t>
            </a:r>
            <a:r>
              <a:rPr kumimoji="0" lang="en-US" altLang="zh-CN" sz="1800">
                <a:latin typeface="ISOCPEUR" pitchFamily="34" charset="0"/>
              </a:rPr>
              <a:t>10”)</a:t>
            </a:r>
          </a:p>
        </p:txBody>
      </p:sp>
      <p:sp>
        <p:nvSpPr>
          <p:cNvPr id="22629" name="Text Box 101"/>
          <p:cNvSpPr txBox="1">
            <a:spLocks noChangeArrowheads="1"/>
          </p:cNvSpPr>
          <p:nvPr/>
        </p:nvSpPr>
        <p:spPr bwMode="auto">
          <a:xfrm>
            <a:off x="176213" y="254000"/>
            <a:ext cx="8967787" cy="457200"/>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rgbClr val="FF33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400" i="0">
                <a:latin typeface="黑体" pitchFamily="49" charset="-122"/>
                <a:ea typeface="黑体" pitchFamily="49" charset="-122"/>
              </a:rPr>
              <a:t>例：完成三棱锥与四棱柱的交线。</a:t>
            </a:r>
          </a:p>
        </p:txBody>
      </p:sp>
      <p:sp>
        <p:nvSpPr>
          <p:cNvPr id="22630" name="Text Box 102"/>
          <p:cNvSpPr txBox="1">
            <a:spLocks noChangeArrowheads="1"/>
          </p:cNvSpPr>
          <p:nvPr/>
        </p:nvSpPr>
        <p:spPr bwMode="auto">
          <a:xfrm>
            <a:off x="349250" y="871538"/>
            <a:ext cx="8794750" cy="457200"/>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rgbClr val="FF33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lang="zh-CN" altLang="zh-CN" sz="2400" i="0">
              <a:latin typeface="黑体" pitchFamily="49" charset="-122"/>
              <a:ea typeface="黑体" pitchFamily="49" charset="-122"/>
            </a:endParaRPr>
          </a:p>
        </p:txBody>
      </p:sp>
      <p:sp>
        <p:nvSpPr>
          <p:cNvPr id="170087" name="Line 103"/>
          <p:cNvSpPr>
            <a:spLocks noChangeShapeType="1"/>
          </p:cNvSpPr>
          <p:nvPr/>
        </p:nvSpPr>
        <p:spPr bwMode="auto">
          <a:xfrm>
            <a:off x="4240213" y="4583113"/>
            <a:ext cx="769937" cy="387350"/>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88" name="Text Box 104"/>
          <p:cNvSpPr txBox="1">
            <a:spLocks noChangeArrowheads="1"/>
          </p:cNvSpPr>
          <p:nvPr/>
        </p:nvSpPr>
        <p:spPr bwMode="auto">
          <a:xfrm>
            <a:off x="3651250" y="2579688"/>
            <a:ext cx="4365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6’ </a:t>
            </a:r>
          </a:p>
        </p:txBody>
      </p:sp>
      <p:sp>
        <p:nvSpPr>
          <p:cNvPr id="170089" name="Line 105"/>
          <p:cNvSpPr>
            <a:spLocks noChangeShapeType="1"/>
          </p:cNvSpPr>
          <p:nvPr/>
        </p:nvSpPr>
        <p:spPr bwMode="auto">
          <a:xfrm>
            <a:off x="4237038" y="2197100"/>
            <a:ext cx="766762" cy="0"/>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90" name="Line 106"/>
          <p:cNvSpPr>
            <a:spLocks noChangeShapeType="1"/>
          </p:cNvSpPr>
          <p:nvPr/>
        </p:nvSpPr>
        <p:spPr bwMode="auto">
          <a:xfrm flipV="1">
            <a:off x="4164013" y="2197100"/>
            <a:ext cx="839787" cy="695325"/>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91" name="Line 107"/>
          <p:cNvSpPr>
            <a:spLocks noChangeShapeType="1"/>
          </p:cNvSpPr>
          <p:nvPr/>
        </p:nvSpPr>
        <p:spPr bwMode="auto">
          <a:xfrm>
            <a:off x="3846513" y="2892425"/>
            <a:ext cx="2389187"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92" name="Line 108"/>
          <p:cNvSpPr>
            <a:spLocks noChangeShapeType="1"/>
          </p:cNvSpPr>
          <p:nvPr/>
        </p:nvSpPr>
        <p:spPr bwMode="auto">
          <a:xfrm>
            <a:off x="3844925" y="2892425"/>
            <a:ext cx="319088" cy="0"/>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093" name="Text Box 109"/>
          <p:cNvSpPr txBox="1">
            <a:spLocks noChangeArrowheads="1"/>
          </p:cNvSpPr>
          <p:nvPr/>
        </p:nvSpPr>
        <p:spPr bwMode="auto">
          <a:xfrm>
            <a:off x="220663" y="2743200"/>
            <a:ext cx="8794750" cy="70167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rgbClr val="FF33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0">
                <a:latin typeface="黑体" pitchFamily="49" charset="-122"/>
                <a:ea typeface="黑体" pitchFamily="49" charset="-122"/>
              </a:rPr>
              <a:t>3.</a:t>
            </a:r>
            <a:r>
              <a:rPr lang="zh-CN" altLang="en-US" sz="2000" i="0">
                <a:latin typeface="黑体" pitchFamily="49" charset="-122"/>
                <a:ea typeface="黑体" pitchFamily="49" charset="-122"/>
              </a:rPr>
              <a:t>利用棱面法完成</a:t>
            </a:r>
          </a:p>
          <a:p>
            <a:pPr eaLnBrk="1" hangingPunct="1">
              <a:spcBef>
                <a:spcPct val="0"/>
              </a:spcBef>
              <a:buClrTx/>
              <a:buFontTx/>
              <a:buNone/>
            </a:pPr>
            <a:r>
              <a:rPr lang="zh-CN" altLang="en-US" sz="2000" i="0">
                <a:latin typeface="黑体" pitchFamily="49" charset="-122"/>
                <a:ea typeface="黑体" pitchFamily="49" charset="-122"/>
              </a:rPr>
              <a:t>  其它交线的投影：</a:t>
            </a:r>
          </a:p>
        </p:txBody>
      </p:sp>
      <p:sp>
        <p:nvSpPr>
          <p:cNvPr id="170094" name="Text Box 110"/>
          <p:cNvSpPr txBox="1">
            <a:spLocks noChangeArrowheads="1"/>
          </p:cNvSpPr>
          <p:nvPr/>
        </p:nvSpPr>
        <p:spPr bwMode="auto">
          <a:xfrm>
            <a:off x="349250" y="3552825"/>
            <a:ext cx="8794750" cy="222567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rgbClr val="FF33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0">
                <a:latin typeface="黑体" pitchFamily="49" charset="-122"/>
                <a:ea typeface="黑体" pitchFamily="49" charset="-122"/>
              </a:rPr>
              <a:t> </a:t>
            </a:r>
            <a:r>
              <a:rPr lang="zh-CN" altLang="en-US" sz="2000" i="0">
                <a:latin typeface="黑体" pitchFamily="49" charset="-122"/>
                <a:ea typeface="黑体" pitchFamily="49" charset="-122"/>
              </a:rPr>
              <a:t>作辅助面</a:t>
            </a:r>
            <a:r>
              <a:rPr lang="en-US" altLang="zh-CN" sz="2000" i="0">
                <a:latin typeface="黑体" pitchFamily="49" charset="-122"/>
                <a:ea typeface="黑体" pitchFamily="49" charset="-122"/>
              </a:rPr>
              <a:t>P</a:t>
            </a:r>
            <a:r>
              <a:rPr lang="en-US" altLang="zh-CN" sz="2000" i="0" baseline="-25000">
                <a:latin typeface="黑体" pitchFamily="49" charset="-122"/>
                <a:ea typeface="黑体" pitchFamily="49" charset="-122"/>
              </a:rPr>
              <a:t>V</a:t>
            </a:r>
            <a:r>
              <a:rPr lang="zh-CN" altLang="en-US" sz="2000" i="0">
                <a:latin typeface="黑体" pitchFamily="49" charset="-122"/>
                <a:ea typeface="黑体" pitchFamily="49" charset="-122"/>
              </a:rPr>
              <a:t>求</a:t>
            </a:r>
            <a:r>
              <a:rPr lang="en-US" altLang="zh-CN" sz="2000" i="0">
                <a:latin typeface="黑体" pitchFamily="49" charset="-122"/>
                <a:ea typeface="黑体" pitchFamily="49" charset="-122"/>
              </a:rPr>
              <a:t>Ⅱ,Ⅳ</a:t>
            </a:r>
          </a:p>
          <a:p>
            <a:pPr eaLnBrk="1" hangingPunct="1">
              <a:spcBef>
                <a:spcPct val="0"/>
              </a:spcBef>
              <a:buClrTx/>
              <a:buFontTx/>
              <a:buNone/>
            </a:pPr>
            <a:r>
              <a:rPr lang="en-US" altLang="zh-CN" sz="2000" i="0">
                <a:latin typeface="黑体" pitchFamily="49" charset="-122"/>
                <a:ea typeface="黑体" pitchFamily="49" charset="-122"/>
              </a:rPr>
              <a:t> </a:t>
            </a:r>
            <a:r>
              <a:rPr lang="zh-CN" altLang="en-US" sz="2000" i="0">
                <a:latin typeface="黑体" pitchFamily="49" charset="-122"/>
                <a:ea typeface="黑体" pitchFamily="49" charset="-122"/>
              </a:rPr>
              <a:t>的投影，</a:t>
            </a:r>
          </a:p>
          <a:p>
            <a:pPr eaLnBrk="1" hangingPunct="1">
              <a:spcBef>
                <a:spcPct val="0"/>
              </a:spcBef>
              <a:buClrTx/>
              <a:buFontTx/>
              <a:buNone/>
            </a:pPr>
            <a:r>
              <a:rPr lang="zh-CN" altLang="en-US" sz="2000" i="0">
                <a:latin typeface="黑体" pitchFamily="49" charset="-122"/>
                <a:ea typeface="黑体" pitchFamily="49" charset="-122"/>
              </a:rPr>
              <a:t> 作辅助面</a:t>
            </a:r>
            <a:r>
              <a:rPr lang="en-US" altLang="zh-CN" sz="2000" i="0">
                <a:latin typeface="黑体" pitchFamily="49" charset="-122"/>
                <a:ea typeface="黑体" pitchFamily="49" charset="-122"/>
              </a:rPr>
              <a:t>Q</a:t>
            </a:r>
            <a:r>
              <a:rPr lang="en-US" altLang="zh-CN" sz="2000" i="0" baseline="-25000">
                <a:latin typeface="黑体" pitchFamily="49" charset="-122"/>
                <a:ea typeface="黑体" pitchFamily="49" charset="-122"/>
              </a:rPr>
              <a:t>V</a:t>
            </a:r>
            <a:r>
              <a:rPr lang="zh-CN" altLang="en-US" sz="2000" i="0">
                <a:latin typeface="黑体" pitchFamily="49" charset="-122"/>
                <a:ea typeface="黑体" pitchFamily="49" charset="-122"/>
              </a:rPr>
              <a:t>求</a:t>
            </a:r>
            <a:r>
              <a:rPr lang="en-US" altLang="zh-CN" sz="2000" i="0">
                <a:latin typeface="黑体" pitchFamily="49" charset="-122"/>
                <a:ea typeface="黑体" pitchFamily="49" charset="-122"/>
              </a:rPr>
              <a:t>Ⅰ,Ⅴ</a:t>
            </a:r>
          </a:p>
          <a:p>
            <a:pPr eaLnBrk="1" hangingPunct="1">
              <a:spcBef>
                <a:spcPct val="0"/>
              </a:spcBef>
              <a:buClrTx/>
              <a:buFontTx/>
              <a:buNone/>
            </a:pPr>
            <a:r>
              <a:rPr lang="en-US" altLang="zh-CN" sz="2000" i="0">
                <a:latin typeface="黑体" pitchFamily="49" charset="-122"/>
                <a:ea typeface="黑体" pitchFamily="49" charset="-122"/>
              </a:rPr>
              <a:t> </a:t>
            </a:r>
            <a:r>
              <a:rPr lang="zh-CN" altLang="en-US" sz="2000" i="0">
                <a:latin typeface="黑体" pitchFamily="49" charset="-122"/>
                <a:ea typeface="黑体" pitchFamily="49" charset="-122"/>
              </a:rPr>
              <a:t>的投影，</a:t>
            </a:r>
          </a:p>
          <a:p>
            <a:pPr eaLnBrk="1" hangingPunct="1">
              <a:spcBef>
                <a:spcPct val="0"/>
              </a:spcBef>
              <a:buClrTx/>
              <a:buFontTx/>
              <a:buNone/>
            </a:pPr>
            <a:r>
              <a:rPr lang="zh-CN" altLang="en-US" sz="2000" i="0">
                <a:latin typeface="黑体" pitchFamily="49" charset="-122"/>
                <a:ea typeface="黑体" pitchFamily="49" charset="-122"/>
              </a:rPr>
              <a:t> 辅助面与三棱锥的交</a:t>
            </a:r>
          </a:p>
          <a:p>
            <a:pPr eaLnBrk="1" hangingPunct="1">
              <a:spcBef>
                <a:spcPct val="0"/>
              </a:spcBef>
              <a:buClrTx/>
              <a:buFontTx/>
              <a:buNone/>
            </a:pPr>
            <a:r>
              <a:rPr lang="zh-CN" altLang="en-US" sz="2000" i="0">
                <a:latin typeface="黑体" pitchFamily="49" charset="-122"/>
                <a:ea typeface="黑体" pitchFamily="49" charset="-122"/>
              </a:rPr>
              <a:t> 线均为与底面相似的</a:t>
            </a:r>
          </a:p>
          <a:p>
            <a:pPr eaLnBrk="1" hangingPunct="1">
              <a:spcBef>
                <a:spcPct val="0"/>
              </a:spcBef>
              <a:buClrTx/>
              <a:buFontTx/>
              <a:buNone/>
            </a:pPr>
            <a:r>
              <a:rPr lang="zh-CN" altLang="en-US" sz="2000" i="0">
                <a:latin typeface="黑体" pitchFamily="49" charset="-122"/>
                <a:ea typeface="黑体" pitchFamily="49" charset="-122"/>
              </a:rPr>
              <a:t> 三角形；</a:t>
            </a:r>
          </a:p>
        </p:txBody>
      </p:sp>
      <p:sp>
        <p:nvSpPr>
          <p:cNvPr id="170095" name="Text Box 111"/>
          <p:cNvSpPr txBox="1">
            <a:spLocks noChangeArrowheads="1"/>
          </p:cNvSpPr>
          <p:nvPr/>
        </p:nvSpPr>
        <p:spPr bwMode="auto">
          <a:xfrm>
            <a:off x="285750" y="1530350"/>
            <a:ext cx="4346575" cy="100647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rgbClr val="FF33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0">
                <a:latin typeface="黑体" pitchFamily="49" charset="-122"/>
                <a:ea typeface="黑体" pitchFamily="49" charset="-122"/>
              </a:rPr>
              <a:t>2.</a:t>
            </a:r>
            <a:r>
              <a:rPr lang="zh-CN" altLang="en-US" sz="2000" i="0">
                <a:latin typeface="黑体" pitchFamily="49" charset="-122"/>
                <a:ea typeface="黑体" pitchFamily="49" charset="-122"/>
              </a:rPr>
              <a:t>棱锥</a:t>
            </a:r>
            <a:r>
              <a:rPr lang="en-US" altLang="zh-CN" sz="2000" i="0">
                <a:latin typeface="黑体" pitchFamily="49" charset="-122"/>
                <a:ea typeface="黑体" pitchFamily="49" charset="-122"/>
              </a:rPr>
              <a:t>SAB</a:t>
            </a:r>
            <a:r>
              <a:rPr lang="zh-CN" altLang="en-US" sz="2000" i="0">
                <a:latin typeface="黑体" pitchFamily="49" charset="-122"/>
                <a:ea typeface="黑体" pitchFamily="49" charset="-122"/>
              </a:rPr>
              <a:t>面的正面</a:t>
            </a:r>
          </a:p>
          <a:p>
            <a:pPr eaLnBrk="1" hangingPunct="1">
              <a:spcBef>
                <a:spcPct val="0"/>
              </a:spcBef>
              <a:buClrTx/>
              <a:buFontTx/>
              <a:buNone/>
            </a:pPr>
            <a:r>
              <a:rPr lang="zh-CN" altLang="en-US" sz="2000" i="0">
                <a:latin typeface="黑体" pitchFamily="49" charset="-122"/>
                <a:ea typeface="黑体" pitchFamily="49" charset="-122"/>
              </a:rPr>
              <a:t>  投影积聚</a:t>
            </a:r>
            <a:r>
              <a:rPr lang="en-US" altLang="zh-CN" sz="2000" i="0">
                <a:latin typeface="黑体" pitchFamily="49" charset="-122"/>
                <a:ea typeface="黑体" pitchFamily="49" charset="-122"/>
              </a:rPr>
              <a:t>,</a:t>
            </a:r>
            <a:r>
              <a:rPr lang="zh-CN" altLang="en-US" sz="2000" i="0">
                <a:latin typeface="黑体" pitchFamily="49" charset="-122"/>
                <a:ea typeface="黑体" pitchFamily="49" charset="-122"/>
              </a:rPr>
              <a:t>利用棱</a:t>
            </a:r>
          </a:p>
          <a:p>
            <a:pPr eaLnBrk="1" hangingPunct="1">
              <a:spcBef>
                <a:spcPct val="0"/>
              </a:spcBef>
              <a:buClrTx/>
              <a:buFontTx/>
              <a:buNone/>
            </a:pPr>
            <a:r>
              <a:rPr lang="zh-CN" altLang="en-US" sz="2000" i="0">
                <a:latin typeface="黑体" pitchFamily="49" charset="-122"/>
                <a:ea typeface="黑体" pitchFamily="49" charset="-122"/>
              </a:rPr>
              <a:t>  线法求</a:t>
            </a:r>
            <a:r>
              <a:rPr lang="en-US" altLang="zh-CN" sz="2000" i="0">
                <a:latin typeface="黑体" pitchFamily="49" charset="-122"/>
                <a:ea typeface="黑体" pitchFamily="49" charset="-122"/>
              </a:rPr>
              <a:t>Ⅶ,Ⅷ,Ⅸ,Ⅹ</a:t>
            </a:r>
            <a:r>
              <a:rPr lang="zh-CN" altLang="en-US" sz="2000" i="0">
                <a:latin typeface="黑体" pitchFamily="49" charset="-122"/>
                <a:ea typeface="黑体" pitchFamily="49" charset="-122"/>
              </a:rPr>
              <a:t>；</a:t>
            </a:r>
            <a:endParaRPr lang="zh-CN" altLang="en-US" sz="2000">
              <a:latin typeface="黑体" pitchFamily="49" charset="-122"/>
              <a:ea typeface="黑体" pitchFamily="49" charset="-122"/>
              <a:cs typeface="Times New Roman" pitchFamily="18" charset="0"/>
            </a:endParaRPr>
          </a:p>
        </p:txBody>
      </p:sp>
      <p:sp>
        <p:nvSpPr>
          <p:cNvPr id="22640" name="Text Box 112"/>
          <p:cNvSpPr txBox="1">
            <a:spLocks noChangeArrowheads="1"/>
          </p:cNvSpPr>
          <p:nvPr/>
        </p:nvSpPr>
        <p:spPr bwMode="auto">
          <a:xfrm>
            <a:off x="2936875" y="2001838"/>
            <a:ext cx="812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e’</a:t>
            </a:r>
            <a:r>
              <a:rPr kumimoji="0" lang="en-US" altLang="zh-CN" sz="1800">
                <a:latin typeface="黑体" pitchFamily="49" charset="-122"/>
                <a:ea typeface="黑体" pitchFamily="49" charset="-122"/>
              </a:rPr>
              <a:t>≡</a:t>
            </a:r>
            <a:r>
              <a:rPr kumimoji="0" lang="en-US" altLang="zh-CN" sz="1800">
                <a:latin typeface="ISOCPEUR" pitchFamily="34" charset="0"/>
              </a:rPr>
              <a:t>f’ </a:t>
            </a:r>
          </a:p>
        </p:txBody>
      </p:sp>
      <p:sp>
        <p:nvSpPr>
          <p:cNvPr id="22641" name="Text Box 113"/>
          <p:cNvSpPr txBox="1">
            <a:spLocks noChangeArrowheads="1"/>
          </p:cNvSpPr>
          <p:nvPr/>
        </p:nvSpPr>
        <p:spPr bwMode="auto">
          <a:xfrm>
            <a:off x="2884488" y="2657475"/>
            <a:ext cx="8270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d’</a:t>
            </a:r>
            <a:r>
              <a:rPr kumimoji="0" lang="en-US" altLang="zh-CN" sz="1800">
                <a:latin typeface="黑体" pitchFamily="49" charset="-122"/>
                <a:ea typeface="黑体" pitchFamily="49" charset="-122"/>
              </a:rPr>
              <a:t>≡</a:t>
            </a:r>
            <a:r>
              <a:rPr kumimoji="0" lang="en-US" altLang="zh-CN" sz="1800">
                <a:latin typeface="ISOCPEUR" pitchFamily="34" charset="0"/>
              </a:rPr>
              <a:t>g’ </a:t>
            </a:r>
          </a:p>
        </p:txBody>
      </p:sp>
      <p:sp>
        <p:nvSpPr>
          <p:cNvPr id="22642" name="Text Box 114"/>
          <p:cNvSpPr txBox="1">
            <a:spLocks noChangeArrowheads="1"/>
          </p:cNvSpPr>
          <p:nvPr/>
        </p:nvSpPr>
        <p:spPr bwMode="auto">
          <a:xfrm>
            <a:off x="3292475" y="3986213"/>
            <a:ext cx="3683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f </a:t>
            </a:r>
          </a:p>
          <a:p>
            <a:pPr eaLnBrk="1" hangingPunct="1">
              <a:spcBef>
                <a:spcPct val="0"/>
              </a:spcBef>
              <a:buClrTx/>
              <a:buFontTx/>
              <a:buNone/>
            </a:pPr>
            <a:r>
              <a:rPr kumimoji="0" lang="en-US" altLang="zh-CN" sz="1800">
                <a:latin typeface="ISOCPEUR" pitchFamily="34" charset="0"/>
              </a:rPr>
              <a:t>g</a:t>
            </a:r>
          </a:p>
          <a:p>
            <a:pPr eaLnBrk="1" hangingPunct="1">
              <a:spcBef>
                <a:spcPct val="0"/>
              </a:spcBef>
              <a:buClrTx/>
              <a:buFontTx/>
              <a:buNone/>
            </a:pPr>
            <a:r>
              <a:rPr kumimoji="0" lang="en-US" altLang="zh-CN" sz="1800">
                <a:latin typeface="ISOCPEUR" pitchFamily="34" charset="0"/>
              </a:rPr>
              <a:t>d</a:t>
            </a:r>
          </a:p>
          <a:p>
            <a:pPr eaLnBrk="1" hangingPunct="1">
              <a:spcBef>
                <a:spcPct val="0"/>
              </a:spcBef>
              <a:buClrTx/>
              <a:buFontTx/>
              <a:buNone/>
            </a:pPr>
            <a:r>
              <a:rPr kumimoji="0" lang="en-US" altLang="zh-CN" sz="1800">
                <a:latin typeface="ISOCPEUR" pitchFamily="34" charset="0"/>
              </a:rPr>
              <a:t>e</a:t>
            </a:r>
          </a:p>
        </p:txBody>
      </p:sp>
      <p:sp>
        <p:nvSpPr>
          <p:cNvPr id="170099" name="Line 115"/>
          <p:cNvSpPr>
            <a:spLocks noChangeShapeType="1"/>
          </p:cNvSpPr>
          <p:nvPr/>
        </p:nvSpPr>
        <p:spPr bwMode="auto">
          <a:xfrm>
            <a:off x="5226050" y="2189163"/>
            <a:ext cx="0" cy="277653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100" name="Line 116"/>
          <p:cNvSpPr>
            <a:spLocks noChangeShapeType="1"/>
          </p:cNvSpPr>
          <p:nvPr/>
        </p:nvSpPr>
        <p:spPr bwMode="auto">
          <a:xfrm>
            <a:off x="5392738" y="2889250"/>
            <a:ext cx="0" cy="151923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0101" name="Line 117"/>
          <p:cNvSpPr>
            <a:spLocks noChangeShapeType="1"/>
          </p:cNvSpPr>
          <p:nvPr/>
        </p:nvSpPr>
        <p:spPr bwMode="auto">
          <a:xfrm>
            <a:off x="5227638" y="4208463"/>
            <a:ext cx="0" cy="769937"/>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0102" name="Text Box 118"/>
          <p:cNvSpPr txBox="1">
            <a:spLocks noChangeArrowheads="1"/>
          </p:cNvSpPr>
          <p:nvPr/>
        </p:nvSpPr>
        <p:spPr bwMode="auto">
          <a:xfrm>
            <a:off x="349250" y="5913438"/>
            <a:ext cx="8794750" cy="39687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rgbClr val="FF33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0" dirty="0">
                <a:latin typeface="黑体" pitchFamily="49" charset="-122"/>
                <a:ea typeface="黑体" pitchFamily="49" charset="-122"/>
              </a:rPr>
              <a:t>4.</a:t>
            </a:r>
            <a:r>
              <a:rPr lang="zh-CN" altLang="en-US" sz="2000" i="0" dirty="0">
                <a:latin typeface="黑体" pitchFamily="49" charset="-122"/>
                <a:ea typeface="黑体" pitchFamily="49" charset="-122"/>
              </a:rPr>
              <a:t>完成全部交线、棱线的投影，并判断可见性。</a:t>
            </a:r>
          </a:p>
        </p:txBody>
      </p:sp>
      <p:sp>
        <p:nvSpPr>
          <p:cNvPr id="170103" name="Text Box 119"/>
          <p:cNvSpPr txBox="1">
            <a:spLocks noChangeArrowheads="1"/>
          </p:cNvSpPr>
          <p:nvPr/>
        </p:nvSpPr>
        <p:spPr bwMode="auto">
          <a:xfrm>
            <a:off x="349250" y="871538"/>
            <a:ext cx="8794750" cy="70167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rgbClr val="FF33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0">
                <a:latin typeface="黑体" pitchFamily="49" charset="-122"/>
                <a:ea typeface="黑体" pitchFamily="49" charset="-122"/>
              </a:rPr>
              <a:t>1.</a:t>
            </a:r>
            <a:r>
              <a:rPr lang="zh-CN" altLang="en-US" sz="2000" i="0">
                <a:latin typeface="黑体" pitchFamily="49" charset="-122"/>
                <a:ea typeface="黑体" pitchFamily="49" charset="-122"/>
              </a:rPr>
              <a:t>交线分左右两部分，右侧为梯形，</a:t>
            </a:r>
          </a:p>
          <a:p>
            <a:pPr eaLnBrk="1" hangingPunct="1">
              <a:spcBef>
                <a:spcPct val="0"/>
              </a:spcBef>
              <a:buClrTx/>
              <a:buFontTx/>
              <a:buNone/>
            </a:pPr>
            <a:r>
              <a:rPr lang="zh-CN" altLang="en-US" sz="2000" i="0">
                <a:latin typeface="黑体" pitchFamily="49" charset="-122"/>
                <a:ea typeface="黑体" pitchFamily="49" charset="-122"/>
              </a:rPr>
              <a:t>  左侧为空间闭合折线</a:t>
            </a:r>
            <a:r>
              <a:rPr lang="en-US" altLang="zh-CN" sz="2000" i="0">
                <a:latin typeface="黑体" pitchFamily="49" charset="-122"/>
                <a:ea typeface="黑体" pitchFamily="49" charset="-122"/>
              </a:rPr>
              <a:t>(6</a:t>
            </a:r>
            <a:r>
              <a:rPr lang="zh-CN" altLang="en-US" sz="2000" i="0">
                <a:latin typeface="黑体" pitchFamily="49" charset="-122"/>
                <a:ea typeface="黑体" pitchFamily="49" charset="-122"/>
              </a:rPr>
              <a:t>段</a:t>
            </a:r>
            <a:r>
              <a:rPr lang="en-US" altLang="zh-CN" sz="2000" i="0">
                <a:latin typeface="黑体" pitchFamily="49" charset="-122"/>
                <a:ea typeface="黑体" pitchFamily="49" charset="-122"/>
              </a:rPr>
              <a:t>);</a:t>
            </a:r>
            <a:endParaRPr lang="en-US" altLang="zh-CN" sz="2000">
              <a:latin typeface="黑体" pitchFamily="49" charset="-122"/>
              <a:ea typeface="黑体" pitchFamily="49" charset="-122"/>
              <a:cs typeface="Times New Roman" pitchFamily="18" charset="0"/>
            </a:endParaRPr>
          </a:p>
        </p:txBody>
      </p:sp>
      <p:sp>
        <p:nvSpPr>
          <p:cNvPr id="22648" name="Line 120"/>
          <p:cNvSpPr>
            <a:spLocks noChangeShapeType="1"/>
          </p:cNvSpPr>
          <p:nvPr/>
        </p:nvSpPr>
        <p:spPr bwMode="auto">
          <a:xfrm>
            <a:off x="3698875" y="4586288"/>
            <a:ext cx="698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endParaRPr lang="zh-CN" altLang="en-US"/>
          </a:p>
        </p:txBody>
      </p:sp>
      <p:sp>
        <p:nvSpPr>
          <p:cNvPr id="170105" name="Text Box 121"/>
          <p:cNvSpPr txBox="1">
            <a:spLocks noChangeArrowheads="1"/>
          </p:cNvSpPr>
          <p:nvPr/>
        </p:nvSpPr>
        <p:spPr bwMode="auto">
          <a:xfrm>
            <a:off x="6588125" y="4068763"/>
            <a:ext cx="2241550" cy="197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800" i="0">
                <a:solidFill>
                  <a:srgbClr val="FF3300"/>
                </a:solidFill>
                <a:latin typeface="黑体" pitchFamily="49" charset="-122"/>
                <a:ea typeface="黑体" pitchFamily="49" charset="-122"/>
              </a:rPr>
              <a:t>总结：</a:t>
            </a:r>
          </a:p>
          <a:p>
            <a:pPr eaLnBrk="1" hangingPunct="1">
              <a:spcBef>
                <a:spcPct val="0"/>
              </a:spcBef>
              <a:buClrTx/>
              <a:buFontTx/>
              <a:buNone/>
            </a:pPr>
            <a:r>
              <a:rPr kumimoji="0" lang="zh-CN" altLang="en-US" sz="2400" i="0">
                <a:solidFill>
                  <a:srgbClr val="FF3300"/>
                </a:solidFill>
                <a:latin typeface="宋体" pitchFamily="2" charset="-122"/>
              </a:rPr>
              <a:t> </a:t>
            </a:r>
            <a:r>
              <a:rPr kumimoji="0" lang="en-US" altLang="zh-CN" sz="2400" i="0">
                <a:solidFill>
                  <a:srgbClr val="FF3300"/>
                </a:solidFill>
                <a:latin typeface="宋体" pitchFamily="2" charset="-122"/>
              </a:rPr>
              <a:t>1 </a:t>
            </a:r>
            <a:r>
              <a:rPr kumimoji="0" lang="zh-CN" altLang="en-US" sz="2400" i="0">
                <a:solidFill>
                  <a:srgbClr val="FF3300"/>
                </a:solidFill>
                <a:latin typeface="宋体" pitchFamily="2" charset="-122"/>
              </a:rPr>
              <a:t>想清过程</a:t>
            </a:r>
          </a:p>
          <a:p>
            <a:pPr eaLnBrk="1" hangingPunct="1">
              <a:spcBef>
                <a:spcPct val="0"/>
              </a:spcBef>
              <a:buClrTx/>
              <a:buFontTx/>
              <a:buNone/>
            </a:pPr>
            <a:r>
              <a:rPr kumimoji="0" lang="zh-CN" altLang="en-US" sz="2400" i="0">
                <a:solidFill>
                  <a:srgbClr val="FF3300"/>
                </a:solidFill>
                <a:latin typeface="宋体" pitchFamily="2" charset="-122"/>
              </a:rPr>
              <a:t> </a:t>
            </a:r>
            <a:r>
              <a:rPr kumimoji="0" lang="en-US" altLang="zh-CN" sz="2400" i="0">
                <a:solidFill>
                  <a:srgbClr val="FF3300"/>
                </a:solidFill>
                <a:latin typeface="宋体" pitchFamily="2" charset="-122"/>
              </a:rPr>
              <a:t>2 </a:t>
            </a:r>
            <a:r>
              <a:rPr kumimoji="0" lang="zh-CN" altLang="en-US" sz="2400" i="0">
                <a:solidFill>
                  <a:srgbClr val="FF3300"/>
                </a:solidFill>
                <a:latin typeface="宋体" pitchFamily="2" charset="-122"/>
              </a:rPr>
              <a:t>逐面截切</a:t>
            </a:r>
          </a:p>
          <a:p>
            <a:pPr eaLnBrk="1" hangingPunct="1">
              <a:spcBef>
                <a:spcPct val="0"/>
              </a:spcBef>
              <a:buClrTx/>
              <a:buFontTx/>
              <a:buNone/>
            </a:pPr>
            <a:r>
              <a:rPr kumimoji="0" lang="zh-CN" altLang="en-US" sz="2400" i="0">
                <a:solidFill>
                  <a:srgbClr val="FF3300"/>
                </a:solidFill>
                <a:latin typeface="宋体" pitchFamily="2" charset="-122"/>
              </a:rPr>
              <a:t> </a:t>
            </a:r>
            <a:r>
              <a:rPr kumimoji="0" lang="en-US" altLang="zh-CN" sz="2400" i="0">
                <a:solidFill>
                  <a:srgbClr val="FF3300"/>
                </a:solidFill>
                <a:latin typeface="宋体" pitchFamily="2" charset="-122"/>
              </a:rPr>
              <a:t>3 </a:t>
            </a:r>
            <a:r>
              <a:rPr kumimoji="0" lang="zh-CN" altLang="en-US" sz="2400" i="0">
                <a:solidFill>
                  <a:srgbClr val="FF3300"/>
                </a:solidFill>
                <a:latin typeface="宋体" pitchFamily="2" charset="-122"/>
              </a:rPr>
              <a:t>边画边想</a:t>
            </a:r>
          </a:p>
          <a:p>
            <a:pPr eaLnBrk="1" hangingPunct="1">
              <a:spcBef>
                <a:spcPct val="0"/>
              </a:spcBef>
              <a:buClrTx/>
              <a:buFontTx/>
              <a:buNone/>
            </a:pPr>
            <a:r>
              <a:rPr kumimoji="0" lang="zh-CN" altLang="en-US" sz="2400" i="0">
                <a:solidFill>
                  <a:srgbClr val="FF3300"/>
                </a:solidFill>
                <a:latin typeface="宋体" pitchFamily="2" charset="-122"/>
              </a:rPr>
              <a:t> </a:t>
            </a:r>
            <a:r>
              <a:rPr kumimoji="0" lang="en-US" altLang="zh-CN" sz="2400" i="0">
                <a:solidFill>
                  <a:srgbClr val="FF3300"/>
                </a:solidFill>
                <a:latin typeface="宋体" pitchFamily="2" charset="-122"/>
              </a:rPr>
              <a:t>4 </a:t>
            </a:r>
            <a:r>
              <a:rPr kumimoji="0" lang="zh-CN" altLang="en-US" sz="2400" i="0">
                <a:solidFill>
                  <a:srgbClr val="FF3300"/>
                </a:solidFill>
                <a:latin typeface="宋体" pitchFamily="2" charset="-122"/>
              </a:rPr>
              <a:t>务必检查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01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0083"/>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500"/>
                                  </p:stCondLst>
                                  <p:childTnLst>
                                    <p:set>
                                      <p:cBhvr>
                                        <p:cTn id="13" dur="1" fill="hold">
                                          <p:stCondLst>
                                            <p:cond delay="0"/>
                                          </p:stCondLst>
                                        </p:cTn>
                                        <p:tgtEl>
                                          <p:spTgt spid="170082"/>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grpId="0" nodeType="afterEffect">
                                  <p:stCondLst>
                                    <p:cond delay="500"/>
                                  </p:stCondLst>
                                  <p:childTnLst>
                                    <p:set>
                                      <p:cBhvr>
                                        <p:cTn id="16" dur="1" fill="hold">
                                          <p:stCondLst>
                                            <p:cond delay="0"/>
                                          </p:stCondLst>
                                        </p:cTn>
                                        <p:tgtEl>
                                          <p:spTgt spid="170065"/>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grpId="0" nodeType="afterEffect">
                                  <p:stCondLst>
                                    <p:cond delay="500"/>
                                  </p:stCondLst>
                                  <p:childTnLst>
                                    <p:set>
                                      <p:cBhvr>
                                        <p:cTn id="19" dur="1" fill="hold">
                                          <p:stCondLst>
                                            <p:cond delay="0"/>
                                          </p:stCondLst>
                                        </p:cTn>
                                        <p:tgtEl>
                                          <p:spTgt spid="170081"/>
                                        </p:tgtEl>
                                        <p:attrNameLst>
                                          <p:attrName>style.visibility</p:attrName>
                                        </p:attrNameLst>
                                      </p:cBhvr>
                                      <p:to>
                                        <p:strVal val="visible"/>
                                      </p:to>
                                    </p:set>
                                  </p:childTnLst>
                                </p:cTn>
                              </p:par>
                            </p:childTnLst>
                          </p:cTn>
                        </p:par>
                        <p:par>
                          <p:cTn id="20" fill="hold" nodeType="afterGroup">
                            <p:stCondLst>
                              <p:cond delay="1500"/>
                            </p:stCondLst>
                            <p:childTnLst>
                              <p:par>
                                <p:cTn id="21" presetID="1" presetClass="entr" presetSubtype="0" fill="hold" grpId="0" nodeType="afterEffect">
                                  <p:stCondLst>
                                    <p:cond delay="500"/>
                                  </p:stCondLst>
                                  <p:childTnLst>
                                    <p:set>
                                      <p:cBhvr>
                                        <p:cTn id="22" dur="1" fill="hold">
                                          <p:stCondLst>
                                            <p:cond delay="0"/>
                                          </p:stCondLst>
                                        </p:cTn>
                                        <p:tgtEl>
                                          <p:spTgt spid="170084"/>
                                        </p:tgtEl>
                                        <p:attrNameLst>
                                          <p:attrName>style.visibility</p:attrName>
                                        </p:attrNameLst>
                                      </p:cBhvr>
                                      <p:to>
                                        <p:strVal val="visible"/>
                                      </p:to>
                                    </p:set>
                                  </p:childTnLst>
                                </p:cTn>
                              </p:par>
                            </p:childTnLst>
                          </p:cTn>
                        </p:par>
                        <p:par>
                          <p:cTn id="23" fill="hold" nodeType="afterGroup">
                            <p:stCondLst>
                              <p:cond delay="2000"/>
                            </p:stCondLst>
                            <p:childTnLst>
                              <p:par>
                                <p:cTn id="24" presetID="1" presetClass="entr" presetSubtype="0" fill="hold" grpId="0" nodeType="afterEffect">
                                  <p:stCondLst>
                                    <p:cond delay="500"/>
                                  </p:stCondLst>
                                  <p:childTnLst>
                                    <p:set>
                                      <p:cBhvr>
                                        <p:cTn id="25" dur="1" fill="hold">
                                          <p:stCondLst>
                                            <p:cond delay="0"/>
                                          </p:stCondLst>
                                        </p:cTn>
                                        <p:tgtEl>
                                          <p:spTgt spid="170066"/>
                                        </p:tgtEl>
                                        <p:attrNameLst>
                                          <p:attrName>style.visibility</p:attrName>
                                        </p:attrNameLst>
                                      </p:cBhvr>
                                      <p:to>
                                        <p:strVal val="visible"/>
                                      </p:to>
                                    </p:set>
                                  </p:childTnLst>
                                </p:cTn>
                              </p:par>
                            </p:childTnLst>
                          </p:cTn>
                        </p:par>
                        <p:par>
                          <p:cTn id="26" fill="hold" nodeType="afterGroup">
                            <p:stCondLst>
                              <p:cond delay="2500"/>
                            </p:stCondLst>
                            <p:childTnLst>
                              <p:par>
                                <p:cTn id="27" presetID="22" presetClass="entr" presetSubtype="4" fill="hold" grpId="0" nodeType="afterEffect">
                                  <p:stCondLst>
                                    <p:cond delay="0"/>
                                  </p:stCondLst>
                                  <p:childTnLst>
                                    <p:set>
                                      <p:cBhvr>
                                        <p:cTn id="28" dur="1" fill="hold">
                                          <p:stCondLst>
                                            <p:cond delay="0"/>
                                          </p:stCondLst>
                                        </p:cTn>
                                        <p:tgtEl>
                                          <p:spTgt spid="170067"/>
                                        </p:tgtEl>
                                        <p:attrNameLst>
                                          <p:attrName>style.visibility</p:attrName>
                                        </p:attrNameLst>
                                      </p:cBhvr>
                                      <p:to>
                                        <p:strVal val="visible"/>
                                      </p:to>
                                    </p:set>
                                    <p:animEffect transition="in" filter="wipe(down)">
                                      <p:cBhvr>
                                        <p:cTn id="29" dur="500"/>
                                        <p:tgtEl>
                                          <p:spTgt spid="17006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70095"/>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70077"/>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70080"/>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70099"/>
                                        </p:tgtEl>
                                        <p:attrNameLst>
                                          <p:attrName>style.visibility</p:attrName>
                                        </p:attrNameLst>
                                      </p:cBhvr>
                                      <p:to>
                                        <p:strVal val="visible"/>
                                      </p:to>
                                    </p:set>
                                    <p:animEffect transition="in" filter="wipe(up)">
                                      <p:cBhvr>
                                        <p:cTn id="46" dur="1000"/>
                                        <p:tgtEl>
                                          <p:spTgt spid="17009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170028"/>
                                        </p:tgtEl>
                                        <p:attrNameLst>
                                          <p:attrName>style.visibility</p:attrName>
                                        </p:attrNameLst>
                                      </p:cBhvr>
                                      <p:to>
                                        <p:strVal val="visible"/>
                                      </p:to>
                                    </p:set>
                                    <p:animEffect transition="in" filter="wipe(right)">
                                      <p:cBhvr>
                                        <p:cTn id="51" dur="1000"/>
                                        <p:tgtEl>
                                          <p:spTgt spid="170028"/>
                                        </p:tgtEl>
                                      </p:cBhvr>
                                    </p:animEffect>
                                  </p:childTnLst>
                                </p:cTn>
                              </p:par>
                              <p:par>
                                <p:cTn id="52" presetID="22" presetClass="entr" presetSubtype="2" fill="hold" grpId="0" nodeType="withEffect">
                                  <p:stCondLst>
                                    <p:cond delay="0"/>
                                  </p:stCondLst>
                                  <p:childTnLst>
                                    <p:set>
                                      <p:cBhvr>
                                        <p:cTn id="53" dur="1" fill="hold">
                                          <p:stCondLst>
                                            <p:cond delay="0"/>
                                          </p:stCondLst>
                                        </p:cTn>
                                        <p:tgtEl>
                                          <p:spTgt spid="170029"/>
                                        </p:tgtEl>
                                        <p:attrNameLst>
                                          <p:attrName>style.visibility</p:attrName>
                                        </p:attrNameLst>
                                      </p:cBhvr>
                                      <p:to>
                                        <p:strVal val="visible"/>
                                      </p:to>
                                    </p:set>
                                    <p:animEffect transition="in" filter="wipe(right)">
                                      <p:cBhvr>
                                        <p:cTn id="54" dur="1000"/>
                                        <p:tgtEl>
                                          <p:spTgt spid="170029"/>
                                        </p:tgtEl>
                                      </p:cBhvr>
                                    </p:animEffect>
                                  </p:childTnLst>
                                </p:cTn>
                              </p:par>
                            </p:childTnLst>
                          </p:cTn>
                        </p:par>
                        <p:par>
                          <p:cTn id="55" fill="hold" nodeType="afterGroup">
                            <p:stCondLst>
                              <p:cond delay="1000"/>
                            </p:stCondLst>
                            <p:childTnLst>
                              <p:par>
                                <p:cTn id="56" presetID="1" presetClass="entr" presetSubtype="0" fill="hold" grpId="0" nodeType="afterEffect">
                                  <p:stCondLst>
                                    <p:cond delay="0"/>
                                  </p:stCondLst>
                                  <p:childTnLst>
                                    <p:set>
                                      <p:cBhvr>
                                        <p:cTn id="57" dur="1" fill="hold">
                                          <p:stCondLst>
                                            <p:cond delay="0"/>
                                          </p:stCondLst>
                                        </p:cTn>
                                        <p:tgtEl>
                                          <p:spTgt spid="170074"/>
                                        </p:tgtEl>
                                        <p:attrNameLst>
                                          <p:attrName>style.visibility</p:attrName>
                                        </p:attrNameLst>
                                      </p:cBhvr>
                                      <p:to>
                                        <p:strVal val="visible"/>
                                      </p:to>
                                    </p:set>
                                  </p:childTnLst>
                                </p:cTn>
                              </p:par>
                            </p:childTnLst>
                          </p:cTn>
                        </p:par>
                        <p:par>
                          <p:cTn id="58" fill="hold" nodeType="afterGroup">
                            <p:stCondLst>
                              <p:cond delay="1000"/>
                            </p:stCondLst>
                            <p:childTnLst>
                              <p:par>
                                <p:cTn id="59" presetID="1" presetClass="entr" presetSubtype="0" fill="hold" grpId="0" nodeType="afterEffect">
                                  <p:stCondLst>
                                    <p:cond delay="0"/>
                                  </p:stCondLst>
                                  <p:childTnLst>
                                    <p:set>
                                      <p:cBhvr>
                                        <p:cTn id="60" dur="1" fill="hold">
                                          <p:stCondLst>
                                            <p:cond delay="0"/>
                                          </p:stCondLst>
                                        </p:cTn>
                                        <p:tgtEl>
                                          <p:spTgt spid="170075"/>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170101"/>
                                        </p:tgtEl>
                                        <p:attrNameLst>
                                          <p:attrName>style.visibility</p:attrName>
                                        </p:attrNameLst>
                                      </p:cBhvr>
                                      <p:to>
                                        <p:strVal val="visible"/>
                                      </p:to>
                                    </p:set>
                                    <p:animEffect transition="in" filter="wipe(down)">
                                      <p:cBhvr>
                                        <p:cTn id="65" dur="500"/>
                                        <p:tgtEl>
                                          <p:spTgt spid="17010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170100"/>
                                        </p:tgtEl>
                                        <p:attrNameLst>
                                          <p:attrName>style.visibility</p:attrName>
                                        </p:attrNameLst>
                                      </p:cBhvr>
                                      <p:to>
                                        <p:strVal val="visible"/>
                                      </p:to>
                                    </p:set>
                                    <p:animEffect transition="in" filter="wipe(up)">
                                      <p:cBhvr>
                                        <p:cTn id="70" dur="1000"/>
                                        <p:tgtEl>
                                          <p:spTgt spid="170100"/>
                                        </p:tgtEl>
                                      </p:cBhvr>
                                    </p:animEffect>
                                  </p:childTnLst>
                                </p:cTn>
                              </p:par>
                            </p:childTnLst>
                          </p:cTn>
                        </p:par>
                        <p:par>
                          <p:cTn id="71" fill="hold" nodeType="afterGroup">
                            <p:stCondLst>
                              <p:cond delay="1000"/>
                            </p:stCondLst>
                            <p:childTnLst>
                              <p:par>
                                <p:cTn id="72" presetID="22" presetClass="entr" presetSubtype="2" fill="hold" grpId="0" nodeType="afterEffect">
                                  <p:stCondLst>
                                    <p:cond delay="0"/>
                                  </p:stCondLst>
                                  <p:childTnLst>
                                    <p:set>
                                      <p:cBhvr>
                                        <p:cTn id="73" dur="1" fill="hold">
                                          <p:stCondLst>
                                            <p:cond delay="0"/>
                                          </p:stCondLst>
                                        </p:cTn>
                                        <p:tgtEl>
                                          <p:spTgt spid="170033"/>
                                        </p:tgtEl>
                                        <p:attrNameLst>
                                          <p:attrName>style.visibility</p:attrName>
                                        </p:attrNameLst>
                                      </p:cBhvr>
                                      <p:to>
                                        <p:strVal val="visible"/>
                                      </p:to>
                                    </p:set>
                                    <p:animEffect transition="in" filter="wipe(right)">
                                      <p:cBhvr>
                                        <p:cTn id="74" dur="1000"/>
                                        <p:tgtEl>
                                          <p:spTgt spid="170033"/>
                                        </p:tgtEl>
                                      </p:cBhvr>
                                    </p:animEffect>
                                  </p:childTnLst>
                                </p:cTn>
                              </p:par>
                            </p:childTnLst>
                          </p:cTn>
                        </p:par>
                        <p:par>
                          <p:cTn id="75" fill="hold" nodeType="afterGroup">
                            <p:stCondLst>
                              <p:cond delay="2000"/>
                            </p:stCondLst>
                            <p:childTnLst>
                              <p:par>
                                <p:cTn id="76" presetID="22" presetClass="entr" presetSubtype="2" fill="hold" grpId="0" nodeType="afterEffect">
                                  <p:stCondLst>
                                    <p:cond delay="0"/>
                                  </p:stCondLst>
                                  <p:childTnLst>
                                    <p:set>
                                      <p:cBhvr>
                                        <p:cTn id="77" dur="1" fill="hold">
                                          <p:stCondLst>
                                            <p:cond delay="0"/>
                                          </p:stCondLst>
                                        </p:cTn>
                                        <p:tgtEl>
                                          <p:spTgt spid="170034"/>
                                        </p:tgtEl>
                                        <p:attrNameLst>
                                          <p:attrName>style.visibility</p:attrName>
                                        </p:attrNameLst>
                                      </p:cBhvr>
                                      <p:to>
                                        <p:strVal val="visible"/>
                                      </p:to>
                                    </p:set>
                                    <p:animEffect transition="in" filter="wipe(right)">
                                      <p:cBhvr>
                                        <p:cTn id="78" dur="1000"/>
                                        <p:tgtEl>
                                          <p:spTgt spid="170034"/>
                                        </p:tgtEl>
                                      </p:cBhvr>
                                    </p:animEffect>
                                  </p:childTnLst>
                                </p:cTn>
                              </p:par>
                            </p:childTnLst>
                          </p:cTn>
                        </p:par>
                        <p:par>
                          <p:cTn id="79" fill="hold" nodeType="afterGroup">
                            <p:stCondLst>
                              <p:cond delay="3000"/>
                            </p:stCondLst>
                            <p:childTnLst>
                              <p:par>
                                <p:cTn id="80" presetID="1" presetClass="entr" presetSubtype="0" fill="hold" grpId="0" nodeType="afterEffect">
                                  <p:stCondLst>
                                    <p:cond delay="0"/>
                                  </p:stCondLst>
                                  <p:childTnLst>
                                    <p:set>
                                      <p:cBhvr>
                                        <p:cTn id="81" dur="1" fill="hold">
                                          <p:stCondLst>
                                            <p:cond delay="0"/>
                                          </p:stCondLst>
                                        </p:cTn>
                                        <p:tgtEl>
                                          <p:spTgt spid="170073"/>
                                        </p:tgtEl>
                                        <p:attrNameLst>
                                          <p:attrName>style.visibility</p:attrName>
                                        </p:attrNameLst>
                                      </p:cBhvr>
                                      <p:to>
                                        <p:strVal val="visible"/>
                                      </p:to>
                                    </p:set>
                                  </p:childTnLst>
                                </p:cTn>
                              </p:par>
                            </p:childTnLst>
                          </p:cTn>
                        </p:par>
                        <p:par>
                          <p:cTn id="82" fill="hold" nodeType="afterGroup">
                            <p:stCondLst>
                              <p:cond delay="3000"/>
                            </p:stCondLst>
                            <p:childTnLst>
                              <p:par>
                                <p:cTn id="83" presetID="1" presetClass="entr" presetSubtype="0" fill="hold" grpId="0" nodeType="afterEffect">
                                  <p:stCondLst>
                                    <p:cond delay="0"/>
                                  </p:stCondLst>
                                  <p:childTnLst>
                                    <p:set>
                                      <p:cBhvr>
                                        <p:cTn id="84" dur="1" fill="hold">
                                          <p:stCondLst>
                                            <p:cond delay="0"/>
                                          </p:stCondLst>
                                        </p:cTn>
                                        <p:tgtEl>
                                          <p:spTgt spid="170076"/>
                                        </p:tgtEl>
                                        <p:attrNameLst>
                                          <p:attrName>style.visibility</p:attrName>
                                        </p:attrNameLst>
                                      </p:cBhvr>
                                      <p:to>
                                        <p:strVal val="visible"/>
                                      </p:to>
                                    </p:set>
                                  </p:childTnLst>
                                </p:cTn>
                              </p:par>
                            </p:childTnLst>
                          </p:cTn>
                        </p:par>
                        <p:par>
                          <p:cTn id="85" fill="hold" nodeType="afterGroup">
                            <p:stCondLst>
                              <p:cond delay="3000"/>
                            </p:stCondLst>
                            <p:childTnLst>
                              <p:par>
                                <p:cTn id="86" presetID="22" presetClass="entr" presetSubtype="4" fill="hold" grpId="0" nodeType="afterEffect">
                                  <p:stCondLst>
                                    <p:cond delay="0"/>
                                  </p:stCondLst>
                                  <p:childTnLst>
                                    <p:set>
                                      <p:cBhvr>
                                        <p:cTn id="87" dur="1" fill="hold">
                                          <p:stCondLst>
                                            <p:cond delay="0"/>
                                          </p:stCondLst>
                                        </p:cTn>
                                        <p:tgtEl>
                                          <p:spTgt spid="170006"/>
                                        </p:tgtEl>
                                        <p:attrNameLst>
                                          <p:attrName>style.visibility</p:attrName>
                                        </p:attrNameLst>
                                      </p:cBhvr>
                                      <p:to>
                                        <p:strVal val="visible"/>
                                      </p:to>
                                    </p:set>
                                    <p:animEffect transition="in" filter="wipe(down)">
                                      <p:cBhvr>
                                        <p:cTn id="88" dur="1000"/>
                                        <p:tgtEl>
                                          <p:spTgt spid="17000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170005"/>
                                        </p:tgtEl>
                                        <p:attrNameLst>
                                          <p:attrName>style.visibility</p:attrName>
                                        </p:attrNameLst>
                                      </p:cBhvr>
                                      <p:to>
                                        <p:strVal val="visible"/>
                                      </p:to>
                                    </p:set>
                                    <p:animEffect transition="in" filter="wipe(down)">
                                      <p:cBhvr>
                                        <p:cTn id="93" dur="1000"/>
                                        <p:tgtEl>
                                          <p:spTgt spid="170005"/>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170004"/>
                                        </p:tgtEl>
                                        <p:attrNameLst>
                                          <p:attrName>style.visibility</p:attrName>
                                        </p:attrNameLst>
                                      </p:cBhvr>
                                      <p:to>
                                        <p:strVal val="visible"/>
                                      </p:to>
                                    </p:set>
                                    <p:animEffect transition="in" filter="wipe(down)">
                                      <p:cBhvr>
                                        <p:cTn id="96" dur="1000"/>
                                        <p:tgtEl>
                                          <p:spTgt spid="170004"/>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70053"/>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70088"/>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1" fill="hold" grpId="0" nodeType="clickEffect">
                                  <p:stCondLst>
                                    <p:cond delay="0"/>
                                  </p:stCondLst>
                                  <p:childTnLst>
                                    <p:set>
                                      <p:cBhvr>
                                        <p:cTn id="108" dur="1" fill="hold">
                                          <p:stCondLst>
                                            <p:cond delay="0"/>
                                          </p:stCondLst>
                                        </p:cTn>
                                        <p:tgtEl>
                                          <p:spTgt spid="170045"/>
                                        </p:tgtEl>
                                        <p:attrNameLst>
                                          <p:attrName>style.visibility</p:attrName>
                                        </p:attrNameLst>
                                      </p:cBhvr>
                                      <p:to>
                                        <p:strVal val="visible"/>
                                      </p:to>
                                    </p:set>
                                    <p:animEffect transition="in" filter="wipe(up)">
                                      <p:cBhvr>
                                        <p:cTn id="109" dur="1000"/>
                                        <p:tgtEl>
                                          <p:spTgt spid="170045"/>
                                        </p:tgtEl>
                                      </p:cBhvr>
                                    </p:animEffect>
                                  </p:childTnLst>
                                </p:cTn>
                              </p:par>
                            </p:childTnLst>
                          </p:cTn>
                        </p:par>
                        <p:par>
                          <p:cTn id="110" fill="hold" nodeType="afterGroup">
                            <p:stCondLst>
                              <p:cond delay="1000"/>
                            </p:stCondLst>
                            <p:childTnLst>
                              <p:par>
                                <p:cTn id="111" presetID="22" presetClass="entr" presetSubtype="2" fill="hold" grpId="0" nodeType="afterEffect">
                                  <p:stCondLst>
                                    <p:cond delay="0"/>
                                  </p:stCondLst>
                                  <p:childTnLst>
                                    <p:set>
                                      <p:cBhvr>
                                        <p:cTn id="112" dur="1" fill="hold">
                                          <p:stCondLst>
                                            <p:cond delay="0"/>
                                          </p:stCondLst>
                                        </p:cTn>
                                        <p:tgtEl>
                                          <p:spTgt spid="170027"/>
                                        </p:tgtEl>
                                        <p:attrNameLst>
                                          <p:attrName>style.visibility</p:attrName>
                                        </p:attrNameLst>
                                      </p:cBhvr>
                                      <p:to>
                                        <p:strVal val="visible"/>
                                      </p:to>
                                    </p:set>
                                    <p:animEffect transition="in" filter="wipe(right)">
                                      <p:cBhvr>
                                        <p:cTn id="113" dur="2000"/>
                                        <p:tgtEl>
                                          <p:spTgt spid="170027"/>
                                        </p:tgtEl>
                                      </p:cBhvr>
                                    </p:animEffect>
                                  </p:childTnLst>
                                </p:cTn>
                              </p:par>
                            </p:childTnLst>
                          </p:cTn>
                        </p:par>
                        <p:par>
                          <p:cTn id="114" fill="hold" nodeType="afterGroup">
                            <p:stCondLst>
                              <p:cond delay="3000"/>
                            </p:stCondLst>
                            <p:childTnLst>
                              <p:par>
                                <p:cTn id="115" presetID="1" presetClass="entr" presetSubtype="0" fill="hold" grpId="0" nodeType="afterEffect">
                                  <p:stCondLst>
                                    <p:cond delay="0"/>
                                  </p:stCondLst>
                                  <p:childTnLst>
                                    <p:set>
                                      <p:cBhvr>
                                        <p:cTn id="116" dur="1" fill="hold">
                                          <p:stCondLst>
                                            <p:cond delay="0"/>
                                          </p:stCondLst>
                                        </p:cTn>
                                        <p:tgtEl>
                                          <p:spTgt spid="170068"/>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1" fill="hold" grpId="0" nodeType="clickEffect">
                                  <p:stCondLst>
                                    <p:cond delay="0"/>
                                  </p:stCondLst>
                                  <p:childTnLst>
                                    <p:set>
                                      <p:cBhvr>
                                        <p:cTn id="120" dur="1" fill="hold">
                                          <p:stCondLst>
                                            <p:cond delay="0"/>
                                          </p:stCondLst>
                                        </p:cTn>
                                        <p:tgtEl>
                                          <p:spTgt spid="170044"/>
                                        </p:tgtEl>
                                        <p:attrNameLst>
                                          <p:attrName>style.visibility</p:attrName>
                                        </p:attrNameLst>
                                      </p:cBhvr>
                                      <p:to>
                                        <p:strVal val="visible"/>
                                      </p:to>
                                    </p:set>
                                    <p:animEffect transition="in" filter="wipe(up)">
                                      <p:cBhvr>
                                        <p:cTn id="121" dur="1000"/>
                                        <p:tgtEl>
                                          <p:spTgt spid="170044"/>
                                        </p:tgtEl>
                                      </p:cBhvr>
                                    </p:animEffect>
                                  </p:childTnLst>
                                </p:cTn>
                              </p:par>
                            </p:childTnLst>
                          </p:cTn>
                        </p:par>
                        <p:par>
                          <p:cTn id="122" fill="hold" nodeType="afterGroup">
                            <p:stCondLst>
                              <p:cond delay="1000"/>
                            </p:stCondLst>
                            <p:childTnLst>
                              <p:par>
                                <p:cTn id="123" presetID="22" presetClass="entr" presetSubtype="8" fill="hold" grpId="0" nodeType="afterEffect">
                                  <p:stCondLst>
                                    <p:cond delay="0"/>
                                  </p:stCondLst>
                                  <p:childTnLst>
                                    <p:set>
                                      <p:cBhvr>
                                        <p:cTn id="124" dur="1" fill="hold">
                                          <p:stCondLst>
                                            <p:cond delay="0"/>
                                          </p:stCondLst>
                                        </p:cTn>
                                        <p:tgtEl>
                                          <p:spTgt spid="170030"/>
                                        </p:tgtEl>
                                        <p:attrNameLst>
                                          <p:attrName>style.visibility</p:attrName>
                                        </p:attrNameLst>
                                      </p:cBhvr>
                                      <p:to>
                                        <p:strVal val="visible"/>
                                      </p:to>
                                    </p:set>
                                    <p:animEffect transition="in" filter="wipe(left)">
                                      <p:cBhvr>
                                        <p:cTn id="125" dur="500"/>
                                        <p:tgtEl>
                                          <p:spTgt spid="170030"/>
                                        </p:tgtEl>
                                      </p:cBhvr>
                                    </p:animEffect>
                                  </p:childTnLst>
                                </p:cTn>
                              </p:par>
                            </p:childTnLst>
                          </p:cTn>
                        </p:par>
                        <p:par>
                          <p:cTn id="126" fill="hold" nodeType="afterGroup">
                            <p:stCondLst>
                              <p:cond delay="1500"/>
                            </p:stCondLst>
                            <p:childTnLst>
                              <p:par>
                                <p:cTn id="127" presetID="1" presetClass="entr" presetSubtype="0" fill="hold" grpId="0" nodeType="afterEffect">
                                  <p:stCondLst>
                                    <p:cond delay="0"/>
                                  </p:stCondLst>
                                  <p:childTnLst>
                                    <p:set>
                                      <p:cBhvr>
                                        <p:cTn id="128" dur="1" fill="hold">
                                          <p:stCondLst>
                                            <p:cond delay="0"/>
                                          </p:stCondLst>
                                        </p:cTn>
                                        <p:tgtEl>
                                          <p:spTgt spid="170071"/>
                                        </p:tgtEl>
                                        <p:attrNameLst>
                                          <p:attrName>style.visibility</p:attrName>
                                        </p:attrNameLst>
                                      </p:cBhvr>
                                      <p:to>
                                        <p:strVal val="visible"/>
                                      </p:to>
                                    </p:se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170093"/>
                                        </p:tgtEl>
                                        <p:attrNameLst>
                                          <p:attrName>style.visibility</p:attrName>
                                        </p:attrNameLst>
                                      </p:cBhvr>
                                      <p:to>
                                        <p:strVal val="visible"/>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170094"/>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170072"/>
                                        </p:tgtEl>
                                        <p:attrNameLst>
                                          <p:attrName>style.visibility</p:attrName>
                                        </p:attrNameLst>
                                      </p:cBhvr>
                                      <p:to>
                                        <p:strVal val="visible"/>
                                      </p:to>
                                    </p:set>
                                    <p:animEffect transition="in" filter="wipe(left)">
                                      <p:cBhvr>
                                        <p:cTn id="141" dur="1000"/>
                                        <p:tgtEl>
                                          <p:spTgt spid="170072"/>
                                        </p:tgtEl>
                                      </p:cBhvr>
                                    </p:animEffect>
                                  </p:childTnLst>
                                </p:cTn>
                              </p:par>
                            </p:childTnLst>
                          </p:cTn>
                        </p:par>
                        <p:par>
                          <p:cTn id="142" fill="hold" nodeType="afterGroup">
                            <p:stCondLst>
                              <p:cond delay="1000"/>
                            </p:stCondLst>
                            <p:childTnLst>
                              <p:par>
                                <p:cTn id="143" presetID="22" presetClass="entr" presetSubtype="8" fill="hold" grpId="0" nodeType="afterEffect">
                                  <p:stCondLst>
                                    <p:cond delay="0"/>
                                  </p:stCondLst>
                                  <p:childTnLst>
                                    <p:set>
                                      <p:cBhvr>
                                        <p:cTn id="144" dur="1" fill="hold">
                                          <p:stCondLst>
                                            <p:cond delay="0"/>
                                          </p:stCondLst>
                                        </p:cTn>
                                        <p:tgtEl>
                                          <p:spTgt spid="170052"/>
                                        </p:tgtEl>
                                        <p:attrNameLst>
                                          <p:attrName>style.visibility</p:attrName>
                                        </p:attrNameLst>
                                      </p:cBhvr>
                                      <p:to>
                                        <p:strVal val="visible"/>
                                      </p:to>
                                    </p:set>
                                    <p:animEffect transition="in" filter="wipe(left)">
                                      <p:cBhvr>
                                        <p:cTn id="145" dur="1000"/>
                                        <p:tgtEl>
                                          <p:spTgt spid="170052"/>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grpId="0" nodeType="clickEffect">
                                  <p:stCondLst>
                                    <p:cond delay="0"/>
                                  </p:stCondLst>
                                  <p:childTnLst>
                                    <p:set>
                                      <p:cBhvr>
                                        <p:cTn id="149" dur="1" fill="hold">
                                          <p:stCondLst>
                                            <p:cond delay="0"/>
                                          </p:stCondLst>
                                        </p:cTn>
                                        <p:tgtEl>
                                          <p:spTgt spid="170024"/>
                                        </p:tgtEl>
                                        <p:attrNameLst>
                                          <p:attrName>style.visibility</p:attrName>
                                        </p:attrNameLst>
                                      </p:cBhvr>
                                      <p:to>
                                        <p:strVal val="visible"/>
                                      </p:to>
                                    </p:set>
                                    <p:animEffect transition="in" filter="wipe(left)">
                                      <p:cBhvr>
                                        <p:cTn id="150" dur="500"/>
                                        <p:tgtEl>
                                          <p:spTgt spid="170024"/>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grpId="0" nodeType="clickEffect">
                                  <p:stCondLst>
                                    <p:cond delay="0"/>
                                  </p:stCondLst>
                                  <p:childTnLst>
                                    <p:set>
                                      <p:cBhvr>
                                        <p:cTn id="154" dur="1" fill="hold">
                                          <p:stCondLst>
                                            <p:cond delay="0"/>
                                          </p:stCondLst>
                                        </p:cTn>
                                        <p:tgtEl>
                                          <p:spTgt spid="170025"/>
                                        </p:tgtEl>
                                        <p:attrNameLst>
                                          <p:attrName>style.visibility</p:attrName>
                                        </p:attrNameLst>
                                      </p:cBhvr>
                                      <p:to>
                                        <p:strVal val="visible"/>
                                      </p:to>
                                    </p:set>
                                    <p:animEffect transition="in" filter="wipe(left)">
                                      <p:cBhvr>
                                        <p:cTn id="155" dur="1000"/>
                                        <p:tgtEl>
                                          <p:spTgt spid="170025"/>
                                        </p:tgtEl>
                                      </p:cBhvr>
                                    </p:animEffect>
                                  </p:childTnLst>
                                </p:cTn>
                              </p:par>
                              <p:par>
                                <p:cTn id="156" presetID="22" presetClass="entr" presetSubtype="8" fill="hold" grpId="0" nodeType="withEffect">
                                  <p:stCondLst>
                                    <p:cond delay="0"/>
                                  </p:stCondLst>
                                  <p:childTnLst>
                                    <p:set>
                                      <p:cBhvr>
                                        <p:cTn id="157" dur="1" fill="hold">
                                          <p:stCondLst>
                                            <p:cond delay="0"/>
                                          </p:stCondLst>
                                        </p:cTn>
                                        <p:tgtEl>
                                          <p:spTgt spid="170026"/>
                                        </p:tgtEl>
                                        <p:attrNameLst>
                                          <p:attrName>style.visibility</p:attrName>
                                        </p:attrNameLst>
                                      </p:cBhvr>
                                      <p:to>
                                        <p:strVal val="visible"/>
                                      </p:to>
                                    </p:set>
                                    <p:animEffect transition="in" filter="wipe(left)">
                                      <p:cBhvr>
                                        <p:cTn id="158" dur="1000"/>
                                        <p:tgtEl>
                                          <p:spTgt spid="170026"/>
                                        </p:tgtEl>
                                      </p:cBhvr>
                                    </p:animEffect>
                                  </p:childTnLst>
                                </p:cTn>
                              </p:par>
                            </p:childTnLst>
                          </p:cTn>
                        </p:par>
                        <p:par>
                          <p:cTn id="159" fill="hold" nodeType="afterGroup">
                            <p:stCondLst>
                              <p:cond delay="1000"/>
                            </p:stCondLst>
                            <p:childTnLst>
                              <p:par>
                                <p:cTn id="160" presetID="1" presetClass="entr" presetSubtype="0" fill="hold" grpId="0" nodeType="afterEffect">
                                  <p:stCondLst>
                                    <p:cond delay="0"/>
                                  </p:stCondLst>
                                  <p:childTnLst>
                                    <p:set>
                                      <p:cBhvr>
                                        <p:cTn id="161" dur="1" fill="hold">
                                          <p:stCondLst>
                                            <p:cond delay="0"/>
                                          </p:stCondLst>
                                        </p:cTn>
                                        <p:tgtEl>
                                          <p:spTgt spid="170040"/>
                                        </p:tgtEl>
                                        <p:attrNameLst>
                                          <p:attrName>style.visibility</p:attrName>
                                        </p:attrNameLst>
                                      </p:cBhvr>
                                      <p:to>
                                        <p:strVal val="visible"/>
                                      </p:to>
                                    </p:set>
                                  </p:childTnLst>
                                </p:cTn>
                              </p:par>
                            </p:childTnLst>
                          </p:cTn>
                        </p:par>
                        <p:par>
                          <p:cTn id="162" fill="hold" nodeType="afterGroup">
                            <p:stCondLst>
                              <p:cond delay="1000"/>
                            </p:stCondLst>
                            <p:childTnLst>
                              <p:par>
                                <p:cTn id="163" presetID="1" presetClass="entr" presetSubtype="0" fill="hold" grpId="0" nodeType="afterEffect">
                                  <p:stCondLst>
                                    <p:cond delay="0"/>
                                  </p:stCondLst>
                                  <p:childTnLst>
                                    <p:set>
                                      <p:cBhvr>
                                        <p:cTn id="164" dur="1" fill="hold">
                                          <p:stCondLst>
                                            <p:cond delay="0"/>
                                          </p:stCondLst>
                                        </p:cTn>
                                        <p:tgtEl>
                                          <p:spTgt spid="170069"/>
                                        </p:tgtEl>
                                        <p:attrNameLst>
                                          <p:attrName>style.visibility</p:attrName>
                                        </p:attrNameLst>
                                      </p:cBhvr>
                                      <p:to>
                                        <p:strVal val="visible"/>
                                      </p:to>
                                    </p:se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2" presetClass="entr" presetSubtype="4" fill="hold" grpId="0" nodeType="clickEffect">
                                  <p:stCondLst>
                                    <p:cond delay="0"/>
                                  </p:stCondLst>
                                  <p:childTnLst>
                                    <p:set>
                                      <p:cBhvr>
                                        <p:cTn id="168" dur="1" fill="hold">
                                          <p:stCondLst>
                                            <p:cond delay="0"/>
                                          </p:stCondLst>
                                        </p:cTn>
                                        <p:tgtEl>
                                          <p:spTgt spid="170087"/>
                                        </p:tgtEl>
                                        <p:attrNameLst>
                                          <p:attrName>style.visibility</p:attrName>
                                        </p:attrNameLst>
                                      </p:cBhvr>
                                      <p:to>
                                        <p:strVal val="visible"/>
                                      </p:to>
                                    </p:set>
                                    <p:animEffect transition="in" filter="wipe(down)">
                                      <p:cBhvr>
                                        <p:cTn id="169" dur="500"/>
                                        <p:tgtEl>
                                          <p:spTgt spid="170087"/>
                                        </p:tgtEl>
                                      </p:cBhvr>
                                    </p:animEffect>
                                  </p:childTnLst>
                                </p:cTn>
                              </p:par>
                            </p:childTnLst>
                          </p:cTn>
                        </p:par>
                        <p:par>
                          <p:cTn id="170" fill="hold" nodeType="afterGroup">
                            <p:stCondLst>
                              <p:cond delay="500"/>
                            </p:stCondLst>
                            <p:childTnLst>
                              <p:par>
                                <p:cTn id="171" presetID="22" presetClass="entr" presetSubtype="4" fill="hold" grpId="0" nodeType="afterEffect">
                                  <p:stCondLst>
                                    <p:cond delay="0"/>
                                  </p:stCondLst>
                                  <p:childTnLst>
                                    <p:set>
                                      <p:cBhvr>
                                        <p:cTn id="172" dur="1" fill="hold">
                                          <p:stCondLst>
                                            <p:cond delay="0"/>
                                          </p:stCondLst>
                                        </p:cTn>
                                        <p:tgtEl>
                                          <p:spTgt spid="170007"/>
                                        </p:tgtEl>
                                        <p:attrNameLst>
                                          <p:attrName>style.visibility</p:attrName>
                                        </p:attrNameLst>
                                      </p:cBhvr>
                                      <p:to>
                                        <p:strVal val="visible"/>
                                      </p:to>
                                    </p:set>
                                    <p:animEffect transition="in" filter="wipe(down)">
                                      <p:cBhvr>
                                        <p:cTn id="173" dur="500"/>
                                        <p:tgtEl>
                                          <p:spTgt spid="170007"/>
                                        </p:tgtEl>
                                      </p:cBhvr>
                                    </p:animEffec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22" presetClass="entr" presetSubtype="4" fill="hold" grpId="0" nodeType="clickEffect">
                                  <p:stCondLst>
                                    <p:cond delay="0"/>
                                  </p:stCondLst>
                                  <p:childTnLst>
                                    <p:set>
                                      <p:cBhvr>
                                        <p:cTn id="177" dur="1" fill="hold">
                                          <p:stCondLst>
                                            <p:cond delay="0"/>
                                          </p:stCondLst>
                                        </p:cTn>
                                        <p:tgtEl>
                                          <p:spTgt spid="170047"/>
                                        </p:tgtEl>
                                        <p:attrNameLst>
                                          <p:attrName>style.visibility</p:attrName>
                                        </p:attrNameLst>
                                      </p:cBhvr>
                                      <p:to>
                                        <p:strVal val="visible"/>
                                      </p:to>
                                    </p:set>
                                    <p:animEffect transition="in" filter="wipe(down)">
                                      <p:cBhvr>
                                        <p:cTn id="178" dur="500"/>
                                        <p:tgtEl>
                                          <p:spTgt spid="170047"/>
                                        </p:tgtEl>
                                      </p:cBhvr>
                                    </p:animEffect>
                                  </p:childTnLst>
                                </p:cTn>
                              </p:par>
                            </p:childTnLst>
                          </p:cTn>
                        </p:par>
                        <p:par>
                          <p:cTn id="179" fill="hold" nodeType="afterGroup">
                            <p:stCondLst>
                              <p:cond delay="500"/>
                            </p:stCondLst>
                            <p:childTnLst>
                              <p:par>
                                <p:cTn id="180" presetID="1" presetClass="entr" presetSubtype="0" fill="hold" grpId="0" nodeType="afterEffect">
                                  <p:stCondLst>
                                    <p:cond delay="0"/>
                                  </p:stCondLst>
                                  <p:childTnLst>
                                    <p:set>
                                      <p:cBhvr>
                                        <p:cTn id="181" dur="1" fill="hold">
                                          <p:stCondLst>
                                            <p:cond delay="0"/>
                                          </p:stCondLst>
                                        </p:cTn>
                                        <p:tgtEl>
                                          <p:spTgt spid="170054"/>
                                        </p:tgtEl>
                                        <p:attrNameLst>
                                          <p:attrName>style.visibility</p:attrName>
                                        </p:attrNameLst>
                                      </p:cBhvr>
                                      <p:to>
                                        <p:strVal val="visible"/>
                                      </p:to>
                                    </p:se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2" presetClass="entr" presetSubtype="8" fill="hold" grpId="0" nodeType="clickEffect">
                                  <p:stCondLst>
                                    <p:cond delay="0"/>
                                  </p:stCondLst>
                                  <p:childTnLst>
                                    <p:set>
                                      <p:cBhvr>
                                        <p:cTn id="185" dur="1" fill="hold">
                                          <p:stCondLst>
                                            <p:cond delay="0"/>
                                          </p:stCondLst>
                                        </p:cTn>
                                        <p:tgtEl>
                                          <p:spTgt spid="170089"/>
                                        </p:tgtEl>
                                        <p:attrNameLst>
                                          <p:attrName>style.visibility</p:attrName>
                                        </p:attrNameLst>
                                      </p:cBhvr>
                                      <p:to>
                                        <p:strVal val="visible"/>
                                      </p:to>
                                    </p:set>
                                    <p:animEffect transition="in" filter="wipe(left)">
                                      <p:cBhvr>
                                        <p:cTn id="186" dur="500"/>
                                        <p:tgtEl>
                                          <p:spTgt spid="170089"/>
                                        </p:tgtEl>
                                      </p:cBhvr>
                                    </p:animEffect>
                                  </p:childTnLst>
                                </p:cTn>
                              </p:par>
                            </p:childTnLst>
                          </p:cTn>
                        </p:par>
                      </p:childTnLst>
                    </p:cTn>
                  </p:par>
                  <p:par>
                    <p:cTn id="187" fill="hold" nodeType="clickPar">
                      <p:stCondLst>
                        <p:cond delay="indefinite"/>
                      </p:stCondLst>
                      <p:childTnLst>
                        <p:par>
                          <p:cTn id="188" fill="hold" nodeType="withGroup">
                            <p:stCondLst>
                              <p:cond delay="0"/>
                            </p:stCondLst>
                            <p:childTnLst>
                              <p:par>
                                <p:cTn id="189" presetID="22" presetClass="entr" presetSubtype="8" fill="hold" grpId="0" nodeType="clickEffect">
                                  <p:stCondLst>
                                    <p:cond delay="0"/>
                                  </p:stCondLst>
                                  <p:childTnLst>
                                    <p:set>
                                      <p:cBhvr>
                                        <p:cTn id="190" dur="1" fill="hold">
                                          <p:stCondLst>
                                            <p:cond delay="0"/>
                                          </p:stCondLst>
                                        </p:cTn>
                                        <p:tgtEl>
                                          <p:spTgt spid="170091"/>
                                        </p:tgtEl>
                                        <p:attrNameLst>
                                          <p:attrName>style.visibility</p:attrName>
                                        </p:attrNameLst>
                                      </p:cBhvr>
                                      <p:to>
                                        <p:strVal val="visible"/>
                                      </p:to>
                                    </p:set>
                                    <p:animEffect transition="in" filter="wipe(left)">
                                      <p:cBhvr>
                                        <p:cTn id="191" dur="1000"/>
                                        <p:tgtEl>
                                          <p:spTgt spid="170091"/>
                                        </p:tgtEl>
                                      </p:cBhvr>
                                    </p:animEffect>
                                  </p:childTnLst>
                                </p:cTn>
                              </p:par>
                            </p:childTnLst>
                          </p:cTn>
                        </p:par>
                        <p:par>
                          <p:cTn id="192" fill="hold" nodeType="afterGroup">
                            <p:stCondLst>
                              <p:cond delay="1000"/>
                            </p:stCondLst>
                            <p:childTnLst>
                              <p:par>
                                <p:cTn id="193" presetID="22" presetClass="entr" presetSubtype="8" fill="hold" grpId="0" nodeType="afterEffect">
                                  <p:stCondLst>
                                    <p:cond delay="0"/>
                                  </p:stCondLst>
                                  <p:childTnLst>
                                    <p:set>
                                      <p:cBhvr>
                                        <p:cTn id="194" dur="1" fill="hold">
                                          <p:stCondLst>
                                            <p:cond delay="0"/>
                                          </p:stCondLst>
                                        </p:cTn>
                                        <p:tgtEl>
                                          <p:spTgt spid="170051"/>
                                        </p:tgtEl>
                                        <p:attrNameLst>
                                          <p:attrName>style.visibility</p:attrName>
                                        </p:attrNameLst>
                                      </p:cBhvr>
                                      <p:to>
                                        <p:strVal val="visible"/>
                                      </p:to>
                                    </p:set>
                                    <p:animEffect transition="in" filter="wipe(left)">
                                      <p:cBhvr>
                                        <p:cTn id="195" dur="1000"/>
                                        <p:tgtEl>
                                          <p:spTgt spid="170051"/>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2" presetClass="entr" presetSubtype="8" fill="hold" grpId="0" nodeType="clickEffect">
                                  <p:stCondLst>
                                    <p:cond delay="0"/>
                                  </p:stCondLst>
                                  <p:childTnLst>
                                    <p:set>
                                      <p:cBhvr>
                                        <p:cTn id="199" dur="1" fill="hold">
                                          <p:stCondLst>
                                            <p:cond delay="0"/>
                                          </p:stCondLst>
                                        </p:cTn>
                                        <p:tgtEl>
                                          <p:spTgt spid="170023"/>
                                        </p:tgtEl>
                                        <p:attrNameLst>
                                          <p:attrName>style.visibility</p:attrName>
                                        </p:attrNameLst>
                                      </p:cBhvr>
                                      <p:to>
                                        <p:strVal val="visible"/>
                                      </p:to>
                                    </p:set>
                                    <p:animEffect transition="in" filter="wipe(left)">
                                      <p:cBhvr>
                                        <p:cTn id="200" dur="500"/>
                                        <p:tgtEl>
                                          <p:spTgt spid="170023"/>
                                        </p:tgtEl>
                                      </p:cBhvr>
                                    </p:animEffec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22" presetClass="entr" presetSubtype="8" fill="hold" grpId="0" nodeType="clickEffect">
                                  <p:stCondLst>
                                    <p:cond delay="0"/>
                                  </p:stCondLst>
                                  <p:childTnLst>
                                    <p:set>
                                      <p:cBhvr>
                                        <p:cTn id="204" dur="1" fill="hold">
                                          <p:stCondLst>
                                            <p:cond delay="0"/>
                                          </p:stCondLst>
                                        </p:cTn>
                                        <p:tgtEl>
                                          <p:spTgt spid="170031"/>
                                        </p:tgtEl>
                                        <p:attrNameLst>
                                          <p:attrName>style.visibility</p:attrName>
                                        </p:attrNameLst>
                                      </p:cBhvr>
                                      <p:to>
                                        <p:strVal val="visible"/>
                                      </p:to>
                                    </p:set>
                                    <p:animEffect transition="in" filter="wipe(left)">
                                      <p:cBhvr>
                                        <p:cTn id="205" dur="1000"/>
                                        <p:tgtEl>
                                          <p:spTgt spid="170031"/>
                                        </p:tgtEl>
                                      </p:cBhvr>
                                    </p:animEffect>
                                  </p:childTnLst>
                                </p:cTn>
                              </p:par>
                              <p:par>
                                <p:cTn id="206" presetID="22" presetClass="entr" presetSubtype="8" fill="hold" grpId="0" nodeType="withEffect">
                                  <p:stCondLst>
                                    <p:cond delay="0"/>
                                  </p:stCondLst>
                                  <p:childTnLst>
                                    <p:set>
                                      <p:cBhvr>
                                        <p:cTn id="207" dur="1" fill="hold">
                                          <p:stCondLst>
                                            <p:cond delay="0"/>
                                          </p:stCondLst>
                                        </p:cTn>
                                        <p:tgtEl>
                                          <p:spTgt spid="170032"/>
                                        </p:tgtEl>
                                        <p:attrNameLst>
                                          <p:attrName>style.visibility</p:attrName>
                                        </p:attrNameLst>
                                      </p:cBhvr>
                                      <p:to>
                                        <p:strVal val="visible"/>
                                      </p:to>
                                    </p:set>
                                    <p:animEffect transition="in" filter="wipe(left)">
                                      <p:cBhvr>
                                        <p:cTn id="208" dur="1000"/>
                                        <p:tgtEl>
                                          <p:spTgt spid="170032"/>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1" presetClass="entr" presetSubtype="0" fill="hold" grpId="0" nodeType="clickEffect">
                                  <p:stCondLst>
                                    <p:cond delay="0"/>
                                  </p:stCondLst>
                                  <p:childTnLst>
                                    <p:set>
                                      <p:cBhvr>
                                        <p:cTn id="212" dur="1" fill="hold">
                                          <p:stCondLst>
                                            <p:cond delay="0"/>
                                          </p:stCondLst>
                                        </p:cTn>
                                        <p:tgtEl>
                                          <p:spTgt spid="170041"/>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170070"/>
                                        </p:tgtEl>
                                        <p:attrNameLst>
                                          <p:attrName>style.visibility</p:attrName>
                                        </p:attrNameLst>
                                      </p:cBhvr>
                                      <p:to>
                                        <p:strVal val="visible"/>
                                      </p:to>
                                    </p:se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22" presetClass="entr" presetSubtype="1" fill="hold" grpId="0" nodeType="clickEffect">
                                  <p:stCondLst>
                                    <p:cond delay="0"/>
                                  </p:stCondLst>
                                  <p:childTnLst>
                                    <p:set>
                                      <p:cBhvr>
                                        <p:cTn id="218" dur="1" fill="hold">
                                          <p:stCondLst>
                                            <p:cond delay="0"/>
                                          </p:stCondLst>
                                        </p:cTn>
                                        <p:tgtEl>
                                          <p:spTgt spid="170010"/>
                                        </p:tgtEl>
                                        <p:attrNameLst>
                                          <p:attrName>style.visibility</p:attrName>
                                        </p:attrNameLst>
                                      </p:cBhvr>
                                      <p:to>
                                        <p:strVal val="visible"/>
                                      </p:to>
                                    </p:set>
                                    <p:animEffect transition="in" filter="wipe(up)">
                                      <p:cBhvr>
                                        <p:cTn id="219" dur="1000"/>
                                        <p:tgtEl>
                                          <p:spTgt spid="170010"/>
                                        </p:tgtEl>
                                      </p:cBhvr>
                                    </p:animEffect>
                                  </p:childTnLst>
                                </p:cTn>
                              </p:par>
                            </p:childTnLst>
                          </p:cTn>
                        </p:par>
                        <p:par>
                          <p:cTn id="220" fill="hold" nodeType="afterGroup">
                            <p:stCondLst>
                              <p:cond delay="1000"/>
                            </p:stCondLst>
                            <p:childTnLst>
                              <p:par>
                                <p:cTn id="221" presetID="22" presetClass="entr" presetSubtype="1" fill="hold" grpId="0" nodeType="afterEffect">
                                  <p:stCondLst>
                                    <p:cond delay="0"/>
                                  </p:stCondLst>
                                  <p:childTnLst>
                                    <p:set>
                                      <p:cBhvr>
                                        <p:cTn id="222" dur="1" fill="hold">
                                          <p:stCondLst>
                                            <p:cond delay="0"/>
                                          </p:stCondLst>
                                        </p:cTn>
                                        <p:tgtEl>
                                          <p:spTgt spid="170011"/>
                                        </p:tgtEl>
                                        <p:attrNameLst>
                                          <p:attrName>style.visibility</p:attrName>
                                        </p:attrNameLst>
                                      </p:cBhvr>
                                      <p:to>
                                        <p:strVal val="visible"/>
                                      </p:to>
                                    </p:set>
                                    <p:animEffect transition="in" filter="wipe(up)">
                                      <p:cBhvr>
                                        <p:cTn id="223" dur="1000"/>
                                        <p:tgtEl>
                                          <p:spTgt spid="170011"/>
                                        </p:tgtEl>
                                      </p:cBhvr>
                                    </p:animEffect>
                                  </p:childTnLst>
                                </p:cTn>
                              </p:par>
                            </p:childTnLst>
                          </p:cTn>
                        </p:par>
                        <p:par>
                          <p:cTn id="224" fill="hold" nodeType="afterGroup">
                            <p:stCondLst>
                              <p:cond delay="2000"/>
                            </p:stCondLst>
                            <p:childTnLst>
                              <p:par>
                                <p:cTn id="225" presetID="1" presetClass="exit" presetSubtype="0" fill="hold" grpId="1" nodeType="afterEffect">
                                  <p:stCondLst>
                                    <p:cond delay="0"/>
                                  </p:stCondLst>
                                  <p:childTnLst>
                                    <p:set>
                                      <p:cBhvr>
                                        <p:cTn id="226" dur="1" fill="hold">
                                          <p:stCondLst>
                                            <p:cond delay="0"/>
                                          </p:stCondLst>
                                        </p:cTn>
                                        <p:tgtEl>
                                          <p:spTgt spid="170023"/>
                                        </p:tgtEl>
                                        <p:attrNameLst>
                                          <p:attrName>style.visibility</p:attrName>
                                        </p:attrNameLst>
                                      </p:cBhvr>
                                      <p:to>
                                        <p:strVal val="hidden"/>
                                      </p:to>
                                    </p:se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22" presetClass="entr" presetSubtype="4" fill="hold" grpId="0" nodeType="clickEffect">
                                  <p:stCondLst>
                                    <p:cond delay="0"/>
                                  </p:stCondLst>
                                  <p:childTnLst>
                                    <p:set>
                                      <p:cBhvr>
                                        <p:cTn id="230" dur="1" fill="hold">
                                          <p:stCondLst>
                                            <p:cond delay="0"/>
                                          </p:stCondLst>
                                        </p:cTn>
                                        <p:tgtEl>
                                          <p:spTgt spid="170046"/>
                                        </p:tgtEl>
                                        <p:attrNameLst>
                                          <p:attrName>style.visibility</p:attrName>
                                        </p:attrNameLst>
                                      </p:cBhvr>
                                      <p:to>
                                        <p:strVal val="visible"/>
                                      </p:to>
                                    </p:set>
                                    <p:animEffect transition="in" filter="wipe(down)">
                                      <p:cBhvr>
                                        <p:cTn id="231" dur="1000"/>
                                        <p:tgtEl>
                                          <p:spTgt spid="170046"/>
                                        </p:tgtEl>
                                      </p:cBhvr>
                                    </p:animEffect>
                                  </p:childTnLst>
                                </p:cTn>
                              </p:par>
                            </p:childTnLst>
                          </p:cTn>
                        </p:par>
                        <p:par>
                          <p:cTn id="232" fill="hold" nodeType="afterGroup">
                            <p:stCondLst>
                              <p:cond delay="1000"/>
                            </p:stCondLst>
                            <p:childTnLst>
                              <p:par>
                                <p:cTn id="233" presetID="1" presetClass="entr" presetSubtype="0" fill="hold" grpId="0" nodeType="afterEffect">
                                  <p:stCondLst>
                                    <p:cond delay="0"/>
                                  </p:stCondLst>
                                  <p:childTnLst>
                                    <p:set>
                                      <p:cBhvr>
                                        <p:cTn id="234" dur="1" fill="hold">
                                          <p:stCondLst>
                                            <p:cond delay="0"/>
                                          </p:stCondLst>
                                        </p:cTn>
                                        <p:tgtEl>
                                          <p:spTgt spid="170055"/>
                                        </p:tgtEl>
                                        <p:attrNameLst>
                                          <p:attrName>style.visibility</p:attrName>
                                        </p:attrNameLst>
                                      </p:cBhvr>
                                      <p:to>
                                        <p:strVal val="visible"/>
                                      </p:to>
                                    </p:set>
                                  </p:childTnLst>
                                </p:cTn>
                              </p:par>
                            </p:childTnLst>
                          </p:cTn>
                        </p:par>
                      </p:childTnLst>
                    </p:cTn>
                  </p:par>
                  <p:par>
                    <p:cTn id="235" fill="hold" nodeType="clickPar">
                      <p:stCondLst>
                        <p:cond delay="indefinite"/>
                      </p:stCondLst>
                      <p:childTnLst>
                        <p:par>
                          <p:cTn id="236" fill="hold" nodeType="withGroup">
                            <p:stCondLst>
                              <p:cond delay="0"/>
                            </p:stCondLst>
                            <p:childTnLst>
                              <p:par>
                                <p:cTn id="237" presetID="1" presetClass="entr" presetSubtype="0" fill="hold" grpId="0" nodeType="clickEffect">
                                  <p:stCondLst>
                                    <p:cond delay="0"/>
                                  </p:stCondLst>
                                  <p:childTnLst>
                                    <p:set>
                                      <p:cBhvr>
                                        <p:cTn id="238" dur="1" fill="hold">
                                          <p:stCondLst>
                                            <p:cond delay="0"/>
                                          </p:stCondLst>
                                        </p:cTn>
                                        <p:tgtEl>
                                          <p:spTgt spid="170102"/>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22" presetClass="entr" presetSubtype="8" fill="hold" grpId="0" nodeType="clickEffect">
                                  <p:stCondLst>
                                    <p:cond delay="0"/>
                                  </p:stCondLst>
                                  <p:childTnLst>
                                    <p:set>
                                      <p:cBhvr>
                                        <p:cTn id="242" dur="1" fill="hold">
                                          <p:stCondLst>
                                            <p:cond delay="0"/>
                                          </p:stCondLst>
                                        </p:cTn>
                                        <p:tgtEl>
                                          <p:spTgt spid="170092"/>
                                        </p:tgtEl>
                                        <p:attrNameLst>
                                          <p:attrName>style.visibility</p:attrName>
                                        </p:attrNameLst>
                                      </p:cBhvr>
                                      <p:to>
                                        <p:strVal val="visible"/>
                                      </p:to>
                                    </p:set>
                                    <p:animEffect transition="in" filter="wipe(left)">
                                      <p:cBhvr>
                                        <p:cTn id="243" dur="500"/>
                                        <p:tgtEl>
                                          <p:spTgt spid="170092"/>
                                        </p:tgtEl>
                                      </p:cBhvr>
                                    </p:animEffect>
                                  </p:childTnLst>
                                </p:cTn>
                              </p:par>
                            </p:childTnLst>
                          </p:cTn>
                        </p:par>
                      </p:childTnLst>
                    </p:cTn>
                  </p:par>
                  <p:par>
                    <p:cTn id="244" fill="hold" nodeType="clickPar">
                      <p:stCondLst>
                        <p:cond delay="indefinite"/>
                      </p:stCondLst>
                      <p:childTnLst>
                        <p:par>
                          <p:cTn id="245" fill="hold" nodeType="withGroup">
                            <p:stCondLst>
                              <p:cond delay="0"/>
                            </p:stCondLst>
                            <p:childTnLst>
                              <p:par>
                                <p:cTn id="246" presetID="22" presetClass="entr" presetSubtype="4" fill="hold" grpId="0" nodeType="clickEffect">
                                  <p:stCondLst>
                                    <p:cond delay="0"/>
                                  </p:stCondLst>
                                  <p:childTnLst>
                                    <p:set>
                                      <p:cBhvr>
                                        <p:cTn id="247" dur="1" fill="hold">
                                          <p:stCondLst>
                                            <p:cond delay="0"/>
                                          </p:stCondLst>
                                        </p:cTn>
                                        <p:tgtEl>
                                          <p:spTgt spid="170090"/>
                                        </p:tgtEl>
                                        <p:attrNameLst>
                                          <p:attrName>style.visibility</p:attrName>
                                        </p:attrNameLst>
                                      </p:cBhvr>
                                      <p:to>
                                        <p:strVal val="visible"/>
                                      </p:to>
                                    </p:set>
                                    <p:animEffect transition="in" filter="wipe(down)">
                                      <p:cBhvr>
                                        <p:cTn id="248" dur="500"/>
                                        <p:tgtEl>
                                          <p:spTgt spid="170090"/>
                                        </p:tgtEl>
                                      </p:cBhvr>
                                    </p:animEffect>
                                  </p:childTnLst>
                                </p:cTn>
                              </p:par>
                            </p:childTnLst>
                          </p:cTn>
                        </p:par>
                      </p:childTnLst>
                    </p:cTn>
                  </p:par>
                  <p:par>
                    <p:cTn id="249" fill="hold" nodeType="clickPar">
                      <p:stCondLst>
                        <p:cond delay="indefinite"/>
                      </p:stCondLst>
                      <p:childTnLst>
                        <p:par>
                          <p:cTn id="250" fill="hold" nodeType="withGroup">
                            <p:stCondLst>
                              <p:cond delay="0"/>
                            </p:stCondLst>
                            <p:childTnLst>
                              <p:par>
                                <p:cTn id="251" presetID="22" presetClass="entr" presetSubtype="8" fill="hold" grpId="0" nodeType="clickEffect">
                                  <p:stCondLst>
                                    <p:cond delay="0"/>
                                  </p:stCondLst>
                                  <p:childTnLst>
                                    <p:set>
                                      <p:cBhvr>
                                        <p:cTn id="252" dur="1" fill="hold">
                                          <p:stCondLst>
                                            <p:cond delay="0"/>
                                          </p:stCondLst>
                                        </p:cTn>
                                        <p:tgtEl>
                                          <p:spTgt spid="170009"/>
                                        </p:tgtEl>
                                        <p:attrNameLst>
                                          <p:attrName>style.visibility</p:attrName>
                                        </p:attrNameLst>
                                      </p:cBhvr>
                                      <p:to>
                                        <p:strVal val="visible"/>
                                      </p:to>
                                    </p:set>
                                    <p:animEffect transition="in" filter="wipe(left)">
                                      <p:cBhvr>
                                        <p:cTn id="253" dur="1000"/>
                                        <p:tgtEl>
                                          <p:spTgt spid="170009"/>
                                        </p:tgtEl>
                                      </p:cBhvr>
                                    </p:animEffect>
                                  </p:childTnLst>
                                </p:cTn>
                              </p:par>
                            </p:childTnLst>
                          </p:cTn>
                        </p:par>
                        <p:par>
                          <p:cTn id="254" fill="hold" nodeType="afterGroup">
                            <p:stCondLst>
                              <p:cond delay="1000"/>
                            </p:stCondLst>
                            <p:childTnLst>
                              <p:par>
                                <p:cTn id="255" presetID="22" presetClass="entr" presetSubtype="2" fill="hold" grpId="0" nodeType="afterEffect">
                                  <p:stCondLst>
                                    <p:cond delay="0"/>
                                  </p:stCondLst>
                                  <p:childTnLst>
                                    <p:set>
                                      <p:cBhvr>
                                        <p:cTn id="256" dur="1" fill="hold">
                                          <p:stCondLst>
                                            <p:cond delay="0"/>
                                          </p:stCondLst>
                                        </p:cTn>
                                        <p:tgtEl>
                                          <p:spTgt spid="170008"/>
                                        </p:tgtEl>
                                        <p:attrNameLst>
                                          <p:attrName>style.visibility</p:attrName>
                                        </p:attrNameLst>
                                      </p:cBhvr>
                                      <p:to>
                                        <p:strVal val="visible"/>
                                      </p:to>
                                    </p:set>
                                    <p:animEffect transition="in" filter="wipe(right)">
                                      <p:cBhvr>
                                        <p:cTn id="257" dur="1000"/>
                                        <p:tgtEl>
                                          <p:spTgt spid="170008"/>
                                        </p:tgtEl>
                                      </p:cBhvr>
                                    </p:animEffect>
                                  </p:childTnLst>
                                </p:cTn>
                              </p:par>
                            </p:childTnLst>
                          </p:cTn>
                        </p:par>
                      </p:childTnLst>
                    </p:cTn>
                  </p:par>
                  <p:par>
                    <p:cTn id="258" fill="hold" nodeType="clickPar">
                      <p:stCondLst>
                        <p:cond delay="indefinite"/>
                      </p:stCondLst>
                      <p:childTnLst>
                        <p:par>
                          <p:cTn id="259" fill="hold" nodeType="withGroup">
                            <p:stCondLst>
                              <p:cond delay="0"/>
                            </p:stCondLst>
                            <p:childTnLst>
                              <p:par>
                                <p:cTn id="260" presetID="3" presetClass="entr" presetSubtype="10" fill="hold" grpId="0" nodeType="clickEffect">
                                  <p:stCondLst>
                                    <p:cond delay="0"/>
                                  </p:stCondLst>
                                  <p:childTnLst>
                                    <p:set>
                                      <p:cBhvr>
                                        <p:cTn id="261" dur="1" fill="hold">
                                          <p:stCondLst>
                                            <p:cond delay="0"/>
                                          </p:stCondLst>
                                        </p:cTn>
                                        <p:tgtEl>
                                          <p:spTgt spid="170105"/>
                                        </p:tgtEl>
                                        <p:attrNameLst>
                                          <p:attrName>style.visibility</p:attrName>
                                        </p:attrNameLst>
                                      </p:cBhvr>
                                      <p:to>
                                        <p:strVal val="visible"/>
                                      </p:to>
                                    </p:set>
                                    <p:animEffect transition="in" filter="blinds(horizontal)">
                                      <p:cBhvr>
                                        <p:cTn id="262" dur="500"/>
                                        <p:tgtEl>
                                          <p:spTgt spid="170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04" grpId="0" animBg="1"/>
      <p:bldP spid="170005" grpId="0" animBg="1"/>
      <p:bldP spid="170006" grpId="0" animBg="1"/>
      <p:bldP spid="170007" grpId="0" animBg="1"/>
      <p:bldP spid="170008" grpId="0" animBg="1"/>
      <p:bldP spid="170009" grpId="0" animBg="1"/>
      <p:bldP spid="170010" grpId="0" animBg="1"/>
      <p:bldP spid="170011" grpId="0" animBg="1"/>
      <p:bldP spid="170023" grpId="0" animBg="1"/>
      <p:bldP spid="170023" grpId="1" animBg="1"/>
      <p:bldP spid="170024" grpId="0" animBg="1"/>
      <p:bldP spid="170025" grpId="0" animBg="1"/>
      <p:bldP spid="170026" grpId="0" animBg="1"/>
      <p:bldP spid="170027" grpId="0" animBg="1"/>
      <p:bldP spid="170028" grpId="0" animBg="1"/>
      <p:bldP spid="170029" grpId="0" animBg="1"/>
      <p:bldP spid="170030" grpId="0" animBg="1"/>
      <p:bldP spid="170031" grpId="0" animBg="1"/>
      <p:bldP spid="170032" grpId="0" animBg="1"/>
      <p:bldP spid="170033" grpId="0" animBg="1"/>
      <p:bldP spid="170034" grpId="0" animBg="1"/>
      <p:bldP spid="170040" grpId="0"/>
      <p:bldP spid="170041" grpId="0"/>
      <p:bldP spid="170044" grpId="0" animBg="1"/>
      <p:bldP spid="170045" grpId="0" animBg="1"/>
      <p:bldP spid="170046" grpId="0" animBg="1"/>
      <p:bldP spid="170047" grpId="0" animBg="1"/>
      <p:bldP spid="170051" grpId="0"/>
      <p:bldP spid="170052" grpId="0"/>
      <p:bldP spid="170053" grpId="0"/>
      <p:bldP spid="170054" grpId="0"/>
      <p:bldP spid="170055" grpId="0"/>
      <p:bldP spid="170065" grpId="0"/>
      <p:bldP spid="170066" grpId="0"/>
      <p:bldP spid="170067" grpId="0" animBg="1"/>
      <p:bldP spid="170068" grpId="0"/>
      <p:bldP spid="170069" grpId="0"/>
      <p:bldP spid="170070" grpId="0"/>
      <p:bldP spid="170071" grpId="0"/>
      <p:bldP spid="170072" grpId="0" animBg="1"/>
      <p:bldP spid="170073" grpId="0"/>
      <p:bldP spid="170074" grpId="0"/>
      <p:bldP spid="170075" grpId="0"/>
      <p:bldP spid="170076" grpId="0"/>
      <p:bldP spid="170077" grpId="0"/>
      <p:bldP spid="170080" grpId="0"/>
      <p:bldP spid="170081" grpId="0"/>
      <p:bldP spid="170082" grpId="0"/>
      <p:bldP spid="170083" grpId="0"/>
      <p:bldP spid="170084" grpId="0"/>
      <p:bldP spid="170087" grpId="0" animBg="1"/>
      <p:bldP spid="170088" grpId="0"/>
      <p:bldP spid="170089" grpId="0" animBg="1"/>
      <p:bldP spid="170090" grpId="0" animBg="1"/>
      <p:bldP spid="170091" grpId="0" animBg="1"/>
      <p:bldP spid="170092" grpId="0" animBg="1"/>
      <p:bldP spid="170093" grpId="0"/>
      <p:bldP spid="170094" grpId="0"/>
      <p:bldP spid="170095" grpId="0"/>
      <p:bldP spid="170099" grpId="0" animBg="1"/>
      <p:bldP spid="170100" grpId="0" animBg="1"/>
      <p:bldP spid="170101" grpId="0" animBg="1"/>
      <p:bldP spid="170102" grpId="0"/>
      <p:bldP spid="170103" grpId="0"/>
      <p:bldP spid="17010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50000"/>
              </a:spcBef>
              <a:buClrTx/>
              <a:buFontTx/>
              <a:buNone/>
            </a:pPr>
            <a:fld id="{5BDA19F1-B061-4608-941F-2D3F473A343B}" type="slidenum">
              <a:rPr lang="en-US" altLang="zh-CN" sz="1400" smtClean="0">
                <a:solidFill>
                  <a:schemeClr val="bg2"/>
                </a:solidFill>
              </a:rPr>
              <a:pPr algn="r" eaLnBrk="1" hangingPunct="1">
                <a:spcBef>
                  <a:spcPct val="50000"/>
                </a:spcBef>
                <a:buClrTx/>
                <a:buFontTx/>
                <a:buNone/>
              </a:pPr>
              <a:t>9</a:t>
            </a:fld>
            <a:endParaRPr lang="en-US" altLang="zh-CN" sz="1400" smtClean="0">
              <a:solidFill>
                <a:schemeClr val="bg2"/>
              </a:solidFill>
            </a:endParaRPr>
          </a:p>
        </p:txBody>
      </p:sp>
      <p:sp>
        <p:nvSpPr>
          <p:cNvPr id="160771" name="Text Box 3"/>
          <p:cNvSpPr txBox="1">
            <a:spLocks noChangeArrowheads="1"/>
          </p:cNvSpPr>
          <p:nvPr/>
        </p:nvSpPr>
        <p:spPr bwMode="auto">
          <a:xfrm>
            <a:off x="257175" y="895350"/>
            <a:ext cx="5413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i="0">
                <a:solidFill>
                  <a:srgbClr val="000066"/>
                </a:solidFill>
                <a:ea typeface="黑体" pitchFamily="49" charset="-122"/>
              </a:rPr>
              <a:t>例</a:t>
            </a:r>
          </a:p>
        </p:txBody>
      </p:sp>
      <p:grpSp>
        <p:nvGrpSpPr>
          <p:cNvPr id="160772" name="Group 4"/>
          <p:cNvGrpSpPr>
            <a:grpSpLocks/>
          </p:cNvGrpSpPr>
          <p:nvPr/>
        </p:nvGrpSpPr>
        <p:grpSpPr bwMode="auto">
          <a:xfrm>
            <a:off x="334963" y="1377950"/>
            <a:ext cx="4175125" cy="3603625"/>
            <a:chOff x="2624" y="575"/>
            <a:chExt cx="2630" cy="2270"/>
          </a:xfrm>
        </p:grpSpPr>
        <p:sp>
          <p:nvSpPr>
            <p:cNvPr id="23653" name="Rectangle 5"/>
            <p:cNvSpPr>
              <a:spLocks noChangeArrowheads="1"/>
            </p:cNvSpPr>
            <p:nvPr/>
          </p:nvSpPr>
          <p:spPr bwMode="auto">
            <a:xfrm>
              <a:off x="4357" y="693"/>
              <a:ext cx="588" cy="534"/>
            </a:xfrm>
            <a:prstGeom prst="rect">
              <a:avLst/>
            </a:prstGeom>
            <a:solidFill>
              <a:srgbClr val="FF9999">
                <a:alpha val="50195"/>
              </a:srgbClr>
            </a:solidFill>
            <a:ln w="38100">
              <a:solidFill>
                <a:schemeClr val="tx1"/>
              </a:solidFill>
              <a:miter lim="800000"/>
              <a:headEnd/>
              <a:tailEnd/>
            </a:ln>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54" name="Rectangle 6"/>
            <p:cNvSpPr>
              <a:spLocks noChangeArrowheads="1"/>
            </p:cNvSpPr>
            <p:nvPr/>
          </p:nvSpPr>
          <p:spPr bwMode="auto">
            <a:xfrm>
              <a:off x="2784" y="1990"/>
              <a:ext cx="1069" cy="855"/>
            </a:xfrm>
            <a:prstGeom prst="rect">
              <a:avLst/>
            </a:prstGeom>
            <a:solidFill>
              <a:srgbClr val="99CCFF"/>
            </a:solidFill>
            <a:ln w="38100">
              <a:solidFill>
                <a:schemeClr val="tx1"/>
              </a:solidFill>
              <a:miter lim="800000"/>
              <a:headEnd/>
              <a:tailEnd/>
            </a:ln>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55" name="Rectangle 7"/>
            <p:cNvSpPr>
              <a:spLocks noChangeArrowheads="1"/>
            </p:cNvSpPr>
            <p:nvPr/>
          </p:nvSpPr>
          <p:spPr bwMode="auto">
            <a:xfrm>
              <a:off x="3078" y="2133"/>
              <a:ext cx="481" cy="552"/>
            </a:xfrm>
            <a:prstGeom prst="rect">
              <a:avLst/>
            </a:prstGeom>
            <a:solidFill>
              <a:srgbClr val="FF9999">
                <a:alpha val="50195"/>
              </a:srgbClr>
            </a:solidFill>
            <a:ln w="38100">
              <a:solidFill>
                <a:schemeClr val="tx1"/>
              </a:solidFill>
              <a:miter lim="800000"/>
              <a:headEnd/>
              <a:tailEnd/>
            </a:ln>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56" name="Line 8"/>
            <p:cNvSpPr>
              <a:spLocks noChangeShapeType="1"/>
            </p:cNvSpPr>
            <p:nvPr/>
          </p:nvSpPr>
          <p:spPr bwMode="auto">
            <a:xfrm>
              <a:off x="2624" y="2405"/>
              <a:ext cx="1417"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7" name="Oval 9"/>
            <p:cNvSpPr>
              <a:spLocks noChangeArrowheads="1"/>
            </p:cNvSpPr>
            <p:nvPr/>
          </p:nvSpPr>
          <p:spPr bwMode="auto">
            <a:xfrm>
              <a:off x="4218" y="893"/>
              <a:ext cx="855" cy="855"/>
            </a:xfrm>
            <a:prstGeom prst="ellipse">
              <a:avLst/>
            </a:prstGeom>
            <a:solidFill>
              <a:srgbClr val="99CCFF"/>
            </a:solidFill>
            <a:ln w="38100">
              <a:solidFill>
                <a:schemeClr val="tx1"/>
              </a:solidFill>
              <a:round/>
              <a:headEnd/>
              <a:tailEnd/>
            </a:ln>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58" name="Line 10"/>
            <p:cNvSpPr>
              <a:spLocks noChangeShapeType="1"/>
            </p:cNvSpPr>
            <p:nvPr/>
          </p:nvSpPr>
          <p:spPr bwMode="auto">
            <a:xfrm>
              <a:off x="4061" y="1323"/>
              <a:ext cx="1193"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9" name="Line 11"/>
            <p:cNvSpPr>
              <a:spLocks noChangeShapeType="1"/>
            </p:cNvSpPr>
            <p:nvPr/>
          </p:nvSpPr>
          <p:spPr bwMode="auto">
            <a:xfrm>
              <a:off x="4647" y="575"/>
              <a:ext cx="0" cy="1336"/>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60783" name="Line 15"/>
          <p:cNvSpPr>
            <a:spLocks noChangeShapeType="1"/>
          </p:cNvSpPr>
          <p:nvPr/>
        </p:nvSpPr>
        <p:spPr bwMode="auto">
          <a:xfrm flipV="1">
            <a:off x="590550" y="1855788"/>
            <a:ext cx="0" cy="1387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784" name="Line 16"/>
          <p:cNvSpPr>
            <a:spLocks noChangeShapeType="1"/>
          </p:cNvSpPr>
          <p:nvPr/>
        </p:nvSpPr>
        <p:spPr bwMode="auto">
          <a:xfrm flipV="1">
            <a:off x="2281238" y="1870075"/>
            <a:ext cx="0" cy="1373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785" name="Line 17"/>
          <p:cNvSpPr>
            <a:spLocks noChangeShapeType="1"/>
          </p:cNvSpPr>
          <p:nvPr/>
        </p:nvSpPr>
        <p:spPr bwMode="auto">
          <a:xfrm flipH="1">
            <a:off x="419100" y="2565400"/>
            <a:ext cx="2006600"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786" name="Line 18"/>
          <p:cNvSpPr>
            <a:spLocks noChangeShapeType="1"/>
          </p:cNvSpPr>
          <p:nvPr/>
        </p:nvSpPr>
        <p:spPr bwMode="auto">
          <a:xfrm flipH="1">
            <a:off x="592138" y="3243263"/>
            <a:ext cx="16891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787" name="Line 19"/>
          <p:cNvSpPr>
            <a:spLocks noChangeShapeType="1"/>
          </p:cNvSpPr>
          <p:nvPr/>
        </p:nvSpPr>
        <p:spPr bwMode="auto">
          <a:xfrm flipH="1">
            <a:off x="592138" y="1871663"/>
            <a:ext cx="16891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788" name="Line 20"/>
          <p:cNvSpPr>
            <a:spLocks noChangeShapeType="1"/>
          </p:cNvSpPr>
          <p:nvPr/>
        </p:nvSpPr>
        <p:spPr bwMode="auto">
          <a:xfrm flipV="1">
            <a:off x="1054100" y="1568450"/>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789" name="Line 21"/>
          <p:cNvSpPr>
            <a:spLocks noChangeShapeType="1"/>
          </p:cNvSpPr>
          <p:nvPr/>
        </p:nvSpPr>
        <p:spPr bwMode="auto">
          <a:xfrm flipV="1">
            <a:off x="1819275" y="1568450"/>
            <a:ext cx="0" cy="492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790" name="Line 22"/>
          <p:cNvSpPr>
            <a:spLocks noChangeShapeType="1"/>
          </p:cNvSpPr>
          <p:nvPr/>
        </p:nvSpPr>
        <p:spPr bwMode="auto">
          <a:xfrm flipH="1">
            <a:off x="1039813" y="1568450"/>
            <a:ext cx="779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795" name="Line 27"/>
          <p:cNvSpPr>
            <a:spLocks noChangeShapeType="1"/>
          </p:cNvSpPr>
          <p:nvPr/>
        </p:nvSpPr>
        <p:spPr bwMode="auto">
          <a:xfrm>
            <a:off x="1062038" y="4741863"/>
            <a:ext cx="762000" cy="0"/>
          </a:xfrm>
          <a:prstGeom prst="line">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796" name="Line 28"/>
          <p:cNvSpPr>
            <a:spLocks noChangeShapeType="1"/>
          </p:cNvSpPr>
          <p:nvPr/>
        </p:nvSpPr>
        <p:spPr bwMode="auto">
          <a:xfrm>
            <a:off x="1049338" y="4741863"/>
            <a:ext cx="762000" cy="0"/>
          </a:xfrm>
          <a:prstGeom prst="line">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797" name="Oval 29"/>
          <p:cNvSpPr>
            <a:spLocks noChangeArrowheads="1"/>
          </p:cNvSpPr>
          <p:nvPr/>
        </p:nvSpPr>
        <p:spPr bwMode="auto">
          <a:xfrm>
            <a:off x="3914775" y="1985963"/>
            <a:ext cx="174625" cy="165100"/>
          </a:xfrm>
          <a:prstGeom prst="ellipse">
            <a:avLst/>
          </a:prstGeom>
          <a:gradFill rotWithShape="0">
            <a:gsLst>
              <a:gs pos="0">
                <a:srgbClr val="CC0000"/>
              </a:gs>
              <a:gs pos="100000">
                <a:srgbClr val="00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60798" name="Line 30"/>
          <p:cNvSpPr>
            <a:spLocks noChangeShapeType="1"/>
          </p:cNvSpPr>
          <p:nvPr/>
        </p:nvSpPr>
        <p:spPr bwMode="auto">
          <a:xfrm flipH="1">
            <a:off x="1836738" y="2054225"/>
            <a:ext cx="2171700" cy="0"/>
          </a:xfrm>
          <a:prstGeom prst="line">
            <a:avLst/>
          </a:prstGeom>
          <a:noFill/>
          <a:ln w="952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799" name="Line 31"/>
          <p:cNvSpPr>
            <a:spLocks noChangeShapeType="1"/>
          </p:cNvSpPr>
          <p:nvPr/>
        </p:nvSpPr>
        <p:spPr bwMode="auto">
          <a:xfrm flipH="1">
            <a:off x="1049338" y="2054225"/>
            <a:ext cx="774700"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00" name="Line 32"/>
          <p:cNvSpPr>
            <a:spLocks noChangeShapeType="1"/>
          </p:cNvSpPr>
          <p:nvPr/>
        </p:nvSpPr>
        <p:spPr bwMode="auto">
          <a:xfrm>
            <a:off x="1062038" y="3851275"/>
            <a:ext cx="762000" cy="0"/>
          </a:xfrm>
          <a:prstGeom prst="line">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01" name="Line 33"/>
          <p:cNvSpPr>
            <a:spLocks noChangeShapeType="1"/>
          </p:cNvSpPr>
          <p:nvPr/>
        </p:nvSpPr>
        <p:spPr bwMode="auto">
          <a:xfrm>
            <a:off x="1062038" y="3849688"/>
            <a:ext cx="762000" cy="0"/>
          </a:xfrm>
          <a:prstGeom prst="line">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02" name="Oval 34"/>
          <p:cNvSpPr>
            <a:spLocks noChangeArrowheads="1"/>
          </p:cNvSpPr>
          <p:nvPr/>
        </p:nvSpPr>
        <p:spPr bwMode="auto">
          <a:xfrm>
            <a:off x="3003550" y="1949450"/>
            <a:ext cx="168275" cy="200025"/>
          </a:xfrm>
          <a:prstGeom prst="ellipse">
            <a:avLst/>
          </a:prstGeom>
          <a:gradFill rotWithShape="0">
            <a:gsLst>
              <a:gs pos="0">
                <a:srgbClr val="CC0000"/>
              </a:gs>
              <a:gs pos="100000">
                <a:srgbClr val="00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60803" name="Line 35"/>
          <p:cNvSpPr>
            <a:spLocks noChangeShapeType="1"/>
          </p:cNvSpPr>
          <p:nvPr/>
        </p:nvSpPr>
        <p:spPr bwMode="auto">
          <a:xfrm>
            <a:off x="1047750" y="3825875"/>
            <a:ext cx="0" cy="927100"/>
          </a:xfrm>
          <a:prstGeom prst="line">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04" name="Line 36"/>
          <p:cNvSpPr>
            <a:spLocks noChangeShapeType="1"/>
          </p:cNvSpPr>
          <p:nvPr/>
        </p:nvSpPr>
        <p:spPr bwMode="auto">
          <a:xfrm>
            <a:off x="1054100" y="3832225"/>
            <a:ext cx="0" cy="914400"/>
          </a:xfrm>
          <a:prstGeom prst="line">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05" name="Arc 37"/>
          <p:cNvSpPr>
            <a:spLocks/>
          </p:cNvSpPr>
          <p:nvPr/>
        </p:nvSpPr>
        <p:spPr bwMode="auto">
          <a:xfrm rot="13594751" flipV="1">
            <a:off x="3242469" y="1739106"/>
            <a:ext cx="635000" cy="68103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76200">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06" name="Arc 38"/>
          <p:cNvSpPr>
            <a:spLocks/>
          </p:cNvSpPr>
          <p:nvPr/>
        </p:nvSpPr>
        <p:spPr bwMode="auto">
          <a:xfrm rot="13594751" flipV="1">
            <a:off x="3231357" y="1739106"/>
            <a:ext cx="635000" cy="68103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76200">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07" name="Line 39"/>
          <p:cNvSpPr>
            <a:spLocks noChangeShapeType="1"/>
          </p:cNvSpPr>
          <p:nvPr/>
        </p:nvSpPr>
        <p:spPr bwMode="auto">
          <a:xfrm>
            <a:off x="1816100" y="3829050"/>
            <a:ext cx="0" cy="927100"/>
          </a:xfrm>
          <a:prstGeom prst="line">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08" name="Line 40"/>
          <p:cNvSpPr>
            <a:spLocks noChangeShapeType="1"/>
          </p:cNvSpPr>
          <p:nvPr/>
        </p:nvSpPr>
        <p:spPr bwMode="auto">
          <a:xfrm>
            <a:off x="1811338" y="3844925"/>
            <a:ext cx="0" cy="876300"/>
          </a:xfrm>
          <a:prstGeom prst="line">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09" name="Line 41"/>
          <p:cNvSpPr>
            <a:spLocks noChangeShapeType="1"/>
          </p:cNvSpPr>
          <p:nvPr/>
        </p:nvSpPr>
        <p:spPr bwMode="auto">
          <a:xfrm>
            <a:off x="1062038" y="1876425"/>
            <a:ext cx="762000" cy="0"/>
          </a:xfrm>
          <a:prstGeom prst="line">
            <a:avLst/>
          </a:prstGeom>
          <a:noFill/>
          <a:ln w="381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12" name="Line 44"/>
          <p:cNvSpPr>
            <a:spLocks noChangeShapeType="1"/>
          </p:cNvSpPr>
          <p:nvPr/>
        </p:nvSpPr>
        <p:spPr bwMode="auto">
          <a:xfrm>
            <a:off x="581025" y="1863725"/>
            <a:ext cx="4635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13" name="Line 45"/>
          <p:cNvSpPr>
            <a:spLocks noChangeShapeType="1"/>
          </p:cNvSpPr>
          <p:nvPr/>
        </p:nvSpPr>
        <p:spPr bwMode="auto">
          <a:xfrm>
            <a:off x="1825625" y="1876425"/>
            <a:ext cx="4635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14" name="Line 46"/>
          <p:cNvSpPr>
            <a:spLocks noChangeShapeType="1"/>
          </p:cNvSpPr>
          <p:nvPr/>
        </p:nvSpPr>
        <p:spPr bwMode="auto">
          <a:xfrm>
            <a:off x="593725" y="3248025"/>
            <a:ext cx="17081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15" name="Line 47"/>
          <p:cNvSpPr>
            <a:spLocks noChangeShapeType="1"/>
          </p:cNvSpPr>
          <p:nvPr/>
        </p:nvSpPr>
        <p:spPr bwMode="auto">
          <a:xfrm>
            <a:off x="592138" y="1851025"/>
            <a:ext cx="0" cy="14097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16" name="Line 48"/>
          <p:cNvSpPr>
            <a:spLocks noChangeShapeType="1"/>
          </p:cNvSpPr>
          <p:nvPr/>
        </p:nvSpPr>
        <p:spPr bwMode="auto">
          <a:xfrm>
            <a:off x="2281238" y="1863725"/>
            <a:ext cx="0" cy="14001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17" name="Line 49"/>
          <p:cNvSpPr>
            <a:spLocks noChangeShapeType="1"/>
          </p:cNvSpPr>
          <p:nvPr/>
        </p:nvSpPr>
        <p:spPr bwMode="auto">
          <a:xfrm>
            <a:off x="1049338" y="1571625"/>
            <a:ext cx="7747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18" name="Line 50"/>
          <p:cNvSpPr>
            <a:spLocks noChangeShapeType="1"/>
          </p:cNvSpPr>
          <p:nvPr/>
        </p:nvSpPr>
        <p:spPr bwMode="auto">
          <a:xfrm>
            <a:off x="1049338" y="1558925"/>
            <a:ext cx="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19" name="Line 51"/>
          <p:cNvSpPr>
            <a:spLocks noChangeShapeType="1"/>
          </p:cNvSpPr>
          <p:nvPr/>
        </p:nvSpPr>
        <p:spPr bwMode="auto">
          <a:xfrm>
            <a:off x="1824038" y="1571625"/>
            <a:ext cx="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20" name="Line 52"/>
          <p:cNvSpPr>
            <a:spLocks noChangeShapeType="1"/>
          </p:cNvSpPr>
          <p:nvPr/>
        </p:nvSpPr>
        <p:spPr bwMode="auto">
          <a:xfrm flipV="1">
            <a:off x="1049338" y="1863725"/>
            <a:ext cx="0" cy="19050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21" name="Line 53"/>
          <p:cNvSpPr>
            <a:spLocks noChangeShapeType="1"/>
          </p:cNvSpPr>
          <p:nvPr/>
        </p:nvSpPr>
        <p:spPr bwMode="auto">
          <a:xfrm flipV="1">
            <a:off x="1824038" y="1876425"/>
            <a:ext cx="0" cy="17780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27" name="Rectangle 59"/>
          <p:cNvSpPr>
            <a:spLocks noChangeArrowheads="1"/>
          </p:cNvSpPr>
          <p:nvPr/>
        </p:nvSpPr>
        <p:spPr bwMode="auto">
          <a:xfrm>
            <a:off x="1038225" y="3836988"/>
            <a:ext cx="787400" cy="901700"/>
          </a:xfrm>
          <a:prstGeom prst="rect">
            <a:avLst/>
          </a:prstGeom>
          <a:noFill/>
          <a:ln w="7620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60828" name="Rectangle 60"/>
          <p:cNvSpPr>
            <a:spLocks noChangeArrowheads="1"/>
          </p:cNvSpPr>
          <p:nvPr/>
        </p:nvSpPr>
        <p:spPr bwMode="auto">
          <a:xfrm>
            <a:off x="1038225" y="3836988"/>
            <a:ext cx="787400" cy="901700"/>
          </a:xfrm>
          <a:prstGeom prst="rect">
            <a:avLst/>
          </a:prstGeom>
          <a:noFill/>
          <a:ln w="7620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60829" name="Arc 61"/>
          <p:cNvSpPr>
            <a:spLocks/>
          </p:cNvSpPr>
          <p:nvPr/>
        </p:nvSpPr>
        <p:spPr bwMode="auto">
          <a:xfrm rot="13594751" flipV="1">
            <a:off x="3231357" y="1726406"/>
            <a:ext cx="635000" cy="68103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76200">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830" name="Arc 62"/>
          <p:cNvSpPr>
            <a:spLocks/>
          </p:cNvSpPr>
          <p:nvPr/>
        </p:nvSpPr>
        <p:spPr bwMode="auto">
          <a:xfrm rot="13594751" flipV="1">
            <a:off x="3244057" y="1726406"/>
            <a:ext cx="635000" cy="68103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76200">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94" name="Text Box 67"/>
          <p:cNvSpPr txBox="1">
            <a:spLocks noChangeArrowheads="1"/>
          </p:cNvSpPr>
          <p:nvPr/>
        </p:nvSpPr>
        <p:spPr bwMode="auto">
          <a:xfrm>
            <a:off x="84138" y="88900"/>
            <a:ext cx="8666162" cy="641350"/>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3600" i="0">
                <a:solidFill>
                  <a:srgbClr val="FF3300"/>
                </a:solidFill>
                <a:latin typeface="黑体" pitchFamily="49" charset="-122"/>
                <a:ea typeface="黑体" pitchFamily="49" charset="-122"/>
              </a:rPr>
              <a:t>二 平面体与回转体相交</a:t>
            </a:r>
          </a:p>
        </p:txBody>
      </p:sp>
      <p:grpSp>
        <p:nvGrpSpPr>
          <p:cNvPr id="160838" name="Group 70"/>
          <p:cNvGrpSpPr>
            <a:grpSpLocks/>
          </p:cNvGrpSpPr>
          <p:nvPr/>
        </p:nvGrpSpPr>
        <p:grpSpPr bwMode="auto">
          <a:xfrm>
            <a:off x="4900613" y="300038"/>
            <a:ext cx="4135437" cy="3325812"/>
            <a:chOff x="224" y="881"/>
            <a:chExt cx="2605" cy="2095"/>
          </a:xfrm>
        </p:grpSpPr>
        <p:grpSp>
          <p:nvGrpSpPr>
            <p:cNvPr id="23642" name="Group 71"/>
            <p:cNvGrpSpPr>
              <a:grpSpLocks/>
            </p:cNvGrpSpPr>
            <p:nvPr/>
          </p:nvGrpSpPr>
          <p:grpSpPr bwMode="auto">
            <a:xfrm>
              <a:off x="224" y="2146"/>
              <a:ext cx="1483" cy="830"/>
              <a:chOff x="373" y="2323"/>
              <a:chExt cx="1483" cy="830"/>
            </a:xfrm>
          </p:grpSpPr>
          <p:sp>
            <p:nvSpPr>
              <p:cNvPr id="23650" name="Rectangle 72"/>
              <p:cNvSpPr>
                <a:spLocks noChangeArrowheads="1"/>
              </p:cNvSpPr>
              <p:nvPr/>
            </p:nvSpPr>
            <p:spPr bwMode="auto">
              <a:xfrm>
                <a:off x="557" y="2323"/>
                <a:ext cx="1130" cy="830"/>
              </a:xfrm>
              <a:prstGeom prst="rect">
                <a:avLst/>
              </a:prstGeom>
              <a:solidFill>
                <a:srgbClr val="FFFFFF"/>
              </a:solidFill>
              <a:ln w="38100">
                <a:solidFill>
                  <a:schemeClr val="tx1"/>
                </a:solidFill>
                <a:miter lim="800000"/>
                <a:headEnd/>
                <a:tailEnd/>
              </a:ln>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51" name="Rectangle 73"/>
              <p:cNvSpPr>
                <a:spLocks noChangeArrowheads="1"/>
              </p:cNvSpPr>
              <p:nvPr/>
            </p:nvSpPr>
            <p:spPr bwMode="auto">
              <a:xfrm>
                <a:off x="793" y="2488"/>
                <a:ext cx="652" cy="489"/>
              </a:xfrm>
              <a:prstGeom prst="rect">
                <a:avLst/>
              </a:prstGeom>
              <a:solidFill>
                <a:srgbClr val="FFFFFF"/>
              </a:solidFill>
              <a:ln w="38100">
                <a:solidFill>
                  <a:schemeClr val="tx2"/>
                </a:solidFill>
                <a:miter lim="800000"/>
                <a:headEnd/>
                <a:tailEnd/>
              </a:ln>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52" name="Line 74"/>
              <p:cNvSpPr>
                <a:spLocks noChangeShapeType="1"/>
              </p:cNvSpPr>
              <p:nvPr/>
            </p:nvSpPr>
            <p:spPr bwMode="auto">
              <a:xfrm>
                <a:off x="373" y="2735"/>
                <a:ext cx="1483"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3643" name="Group 75"/>
            <p:cNvGrpSpPr>
              <a:grpSpLocks/>
            </p:cNvGrpSpPr>
            <p:nvPr/>
          </p:nvGrpSpPr>
          <p:grpSpPr bwMode="auto">
            <a:xfrm>
              <a:off x="1788" y="881"/>
              <a:ext cx="1041" cy="1047"/>
              <a:chOff x="1788" y="881"/>
              <a:chExt cx="1041" cy="1047"/>
            </a:xfrm>
          </p:grpSpPr>
          <p:grpSp>
            <p:nvGrpSpPr>
              <p:cNvPr id="23644" name="Group 76"/>
              <p:cNvGrpSpPr>
                <a:grpSpLocks/>
              </p:cNvGrpSpPr>
              <p:nvPr/>
            </p:nvGrpSpPr>
            <p:grpSpPr bwMode="auto">
              <a:xfrm>
                <a:off x="1788" y="881"/>
                <a:ext cx="1041" cy="1047"/>
                <a:chOff x="1937" y="1058"/>
                <a:chExt cx="1041" cy="1047"/>
              </a:xfrm>
            </p:grpSpPr>
            <p:sp>
              <p:nvSpPr>
                <p:cNvPr id="23647" name="Oval 77"/>
                <p:cNvSpPr>
                  <a:spLocks noChangeArrowheads="1"/>
                </p:cNvSpPr>
                <p:nvPr/>
              </p:nvSpPr>
              <p:spPr bwMode="auto">
                <a:xfrm>
                  <a:off x="2048" y="1159"/>
                  <a:ext cx="829" cy="829"/>
                </a:xfrm>
                <a:prstGeom prst="ellipse">
                  <a:avLst/>
                </a:prstGeom>
                <a:solidFill>
                  <a:srgbClr val="FFFFFF"/>
                </a:solidFill>
                <a:ln w="38100">
                  <a:solidFill>
                    <a:schemeClr val="tx1"/>
                  </a:solidFill>
                  <a:round/>
                  <a:headEnd/>
                  <a:tailEnd/>
                </a:ln>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48" name="Line 78"/>
                <p:cNvSpPr>
                  <a:spLocks noChangeShapeType="1"/>
                </p:cNvSpPr>
                <p:nvPr/>
              </p:nvSpPr>
              <p:spPr bwMode="auto">
                <a:xfrm>
                  <a:off x="1937" y="1575"/>
                  <a:ext cx="1041"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49" name="Line 79"/>
                <p:cNvSpPr>
                  <a:spLocks noChangeShapeType="1"/>
                </p:cNvSpPr>
                <p:nvPr/>
              </p:nvSpPr>
              <p:spPr bwMode="auto">
                <a:xfrm>
                  <a:off x="2459" y="1058"/>
                  <a:ext cx="0" cy="1047"/>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3645" name="Line 80"/>
              <p:cNvSpPr>
                <a:spLocks noChangeShapeType="1"/>
              </p:cNvSpPr>
              <p:nvPr/>
            </p:nvSpPr>
            <p:spPr bwMode="auto">
              <a:xfrm>
                <a:off x="2543" y="1052"/>
                <a:ext cx="0" cy="673"/>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46" name="Line 81"/>
              <p:cNvSpPr>
                <a:spLocks noChangeShapeType="1"/>
              </p:cNvSpPr>
              <p:nvPr/>
            </p:nvSpPr>
            <p:spPr bwMode="auto">
              <a:xfrm>
                <a:off x="2077" y="1053"/>
                <a:ext cx="0" cy="672"/>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160850" name="Group 82"/>
          <p:cNvGrpSpPr>
            <a:grpSpLocks/>
          </p:cNvGrpSpPr>
          <p:nvPr/>
        </p:nvGrpSpPr>
        <p:grpSpPr bwMode="auto">
          <a:xfrm>
            <a:off x="4922838" y="449263"/>
            <a:ext cx="3692525" cy="1352550"/>
            <a:chOff x="238" y="975"/>
            <a:chExt cx="2326" cy="852"/>
          </a:xfrm>
        </p:grpSpPr>
        <p:sp>
          <p:nvSpPr>
            <p:cNvPr id="23628" name="Rectangle 83"/>
            <p:cNvSpPr>
              <a:spLocks noChangeArrowheads="1"/>
            </p:cNvSpPr>
            <p:nvPr/>
          </p:nvSpPr>
          <p:spPr bwMode="auto">
            <a:xfrm>
              <a:off x="397" y="985"/>
              <a:ext cx="1130" cy="830"/>
            </a:xfrm>
            <a:prstGeom prst="rect">
              <a:avLst/>
            </a:prstGeom>
            <a:solidFill>
              <a:srgbClr val="FFFFFF"/>
            </a:solidFill>
            <a:ln w="38100">
              <a:solidFill>
                <a:schemeClr val="tx1"/>
              </a:solidFill>
              <a:miter lim="800000"/>
              <a:headEnd/>
              <a:tailEnd/>
            </a:ln>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29" name="Line 84"/>
            <p:cNvSpPr>
              <a:spLocks noChangeShapeType="1"/>
            </p:cNvSpPr>
            <p:nvPr/>
          </p:nvSpPr>
          <p:spPr bwMode="auto">
            <a:xfrm>
              <a:off x="643" y="1081"/>
              <a:ext cx="0" cy="628"/>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0" name="Line 85"/>
            <p:cNvSpPr>
              <a:spLocks noChangeShapeType="1"/>
            </p:cNvSpPr>
            <p:nvPr/>
          </p:nvSpPr>
          <p:spPr bwMode="auto">
            <a:xfrm>
              <a:off x="238" y="1396"/>
              <a:ext cx="1483"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1" name="Line 86"/>
            <p:cNvSpPr>
              <a:spLocks noChangeShapeType="1"/>
            </p:cNvSpPr>
            <p:nvPr/>
          </p:nvSpPr>
          <p:spPr bwMode="auto">
            <a:xfrm>
              <a:off x="1295" y="1082"/>
              <a:ext cx="0" cy="628"/>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2" name="Line 87"/>
            <p:cNvSpPr>
              <a:spLocks noChangeShapeType="1"/>
            </p:cNvSpPr>
            <p:nvPr/>
          </p:nvSpPr>
          <p:spPr bwMode="auto">
            <a:xfrm>
              <a:off x="1276" y="1732"/>
              <a:ext cx="1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3" name="Line 88"/>
            <p:cNvSpPr>
              <a:spLocks noChangeShapeType="1"/>
            </p:cNvSpPr>
            <p:nvPr/>
          </p:nvSpPr>
          <p:spPr bwMode="auto">
            <a:xfrm>
              <a:off x="1285" y="1064"/>
              <a:ext cx="12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4" name="Line 89"/>
            <p:cNvSpPr>
              <a:spLocks noChangeShapeType="1"/>
            </p:cNvSpPr>
            <p:nvPr/>
          </p:nvSpPr>
          <p:spPr bwMode="auto">
            <a:xfrm flipH="1">
              <a:off x="643" y="1063"/>
              <a:ext cx="6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635" name="Line 90"/>
            <p:cNvSpPr>
              <a:spLocks noChangeShapeType="1"/>
            </p:cNvSpPr>
            <p:nvPr/>
          </p:nvSpPr>
          <p:spPr bwMode="auto">
            <a:xfrm flipH="1">
              <a:off x="643" y="1731"/>
              <a:ext cx="64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636" name="Line 91"/>
            <p:cNvSpPr>
              <a:spLocks noChangeShapeType="1"/>
            </p:cNvSpPr>
            <p:nvPr/>
          </p:nvSpPr>
          <p:spPr bwMode="auto">
            <a:xfrm>
              <a:off x="631" y="1815"/>
              <a:ext cx="666" cy="0"/>
            </a:xfrm>
            <a:prstGeom prst="line">
              <a:avLst/>
            </a:prstGeom>
            <a:noFill/>
            <a:ln w="762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637" name="Line 92"/>
            <p:cNvSpPr>
              <a:spLocks noChangeShapeType="1"/>
            </p:cNvSpPr>
            <p:nvPr/>
          </p:nvSpPr>
          <p:spPr bwMode="auto">
            <a:xfrm>
              <a:off x="643" y="981"/>
              <a:ext cx="648" cy="0"/>
            </a:xfrm>
            <a:prstGeom prst="line">
              <a:avLst/>
            </a:prstGeom>
            <a:noFill/>
            <a:ln w="762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638" name="Line 93"/>
            <p:cNvSpPr>
              <a:spLocks noChangeShapeType="1"/>
            </p:cNvSpPr>
            <p:nvPr/>
          </p:nvSpPr>
          <p:spPr bwMode="auto">
            <a:xfrm flipV="1">
              <a:off x="643" y="975"/>
              <a:ext cx="0" cy="1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639" name="Line 94"/>
            <p:cNvSpPr>
              <a:spLocks noChangeShapeType="1"/>
            </p:cNvSpPr>
            <p:nvPr/>
          </p:nvSpPr>
          <p:spPr bwMode="auto">
            <a:xfrm flipV="1">
              <a:off x="1297" y="975"/>
              <a:ext cx="0" cy="1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640" name="Line 95"/>
            <p:cNvSpPr>
              <a:spLocks noChangeShapeType="1"/>
            </p:cNvSpPr>
            <p:nvPr/>
          </p:nvSpPr>
          <p:spPr bwMode="auto">
            <a:xfrm flipV="1">
              <a:off x="637" y="1719"/>
              <a:ext cx="0" cy="1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641" name="Line 96"/>
            <p:cNvSpPr>
              <a:spLocks noChangeShapeType="1"/>
            </p:cNvSpPr>
            <p:nvPr/>
          </p:nvSpPr>
          <p:spPr bwMode="auto">
            <a:xfrm flipV="1">
              <a:off x="1297" y="1719"/>
              <a:ext cx="0" cy="1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60896" name="Group 128"/>
          <p:cNvGrpSpPr>
            <a:grpSpLocks/>
          </p:cNvGrpSpPr>
          <p:nvPr/>
        </p:nvGrpSpPr>
        <p:grpSpPr bwMode="auto">
          <a:xfrm>
            <a:off x="5383213" y="5816600"/>
            <a:ext cx="1385887" cy="776288"/>
            <a:chOff x="2090" y="3487"/>
            <a:chExt cx="873" cy="489"/>
          </a:xfrm>
        </p:grpSpPr>
        <p:sp>
          <p:nvSpPr>
            <p:cNvPr id="23626" name="Rectangle 115"/>
            <p:cNvSpPr>
              <a:spLocks noChangeArrowheads="1"/>
            </p:cNvSpPr>
            <p:nvPr/>
          </p:nvSpPr>
          <p:spPr bwMode="auto">
            <a:xfrm>
              <a:off x="2198" y="3487"/>
              <a:ext cx="652" cy="489"/>
            </a:xfrm>
            <a:prstGeom prst="rect">
              <a:avLst/>
            </a:prstGeom>
            <a:solidFill>
              <a:srgbClr val="FFFFFF"/>
            </a:solidFill>
            <a:ln w="38100">
              <a:solidFill>
                <a:schemeClr val="tx2"/>
              </a:solidFill>
              <a:miter lim="800000"/>
              <a:headEnd/>
              <a:tailEnd/>
            </a:ln>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27" name="Line 116"/>
            <p:cNvSpPr>
              <a:spLocks noChangeShapeType="1"/>
            </p:cNvSpPr>
            <p:nvPr/>
          </p:nvSpPr>
          <p:spPr bwMode="auto">
            <a:xfrm flipV="1">
              <a:off x="2090" y="3727"/>
              <a:ext cx="873" cy="7"/>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60895" name="Group 127"/>
          <p:cNvGrpSpPr>
            <a:grpSpLocks/>
          </p:cNvGrpSpPr>
          <p:nvPr/>
        </p:nvGrpSpPr>
        <p:grpSpPr bwMode="auto">
          <a:xfrm>
            <a:off x="7504113" y="3975100"/>
            <a:ext cx="1508125" cy="1662113"/>
            <a:chOff x="3989" y="2586"/>
            <a:chExt cx="950" cy="1047"/>
          </a:xfrm>
        </p:grpSpPr>
        <p:sp>
          <p:nvSpPr>
            <p:cNvPr id="23619" name="Oval 119"/>
            <p:cNvSpPr>
              <a:spLocks noChangeArrowheads="1"/>
            </p:cNvSpPr>
            <p:nvPr/>
          </p:nvSpPr>
          <p:spPr bwMode="auto">
            <a:xfrm>
              <a:off x="4056" y="2687"/>
              <a:ext cx="829" cy="829"/>
            </a:xfrm>
            <a:prstGeom prst="ellipse">
              <a:avLst/>
            </a:prstGeom>
            <a:solidFill>
              <a:srgbClr val="FFFFFF"/>
            </a:solidFill>
            <a:ln w="38100">
              <a:solidFill>
                <a:schemeClr val="tx1"/>
              </a:solidFill>
              <a:round/>
              <a:headEnd/>
              <a:tailEnd/>
            </a:ln>
          </p:spPr>
          <p:txBody>
            <a:bodyPr wrap="none" anchor="ct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20" name="Line 121"/>
            <p:cNvSpPr>
              <a:spLocks noChangeShapeType="1"/>
            </p:cNvSpPr>
            <p:nvPr/>
          </p:nvSpPr>
          <p:spPr bwMode="auto">
            <a:xfrm>
              <a:off x="4467" y="2586"/>
              <a:ext cx="0" cy="1047"/>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1" name="Line 122"/>
            <p:cNvSpPr>
              <a:spLocks noChangeShapeType="1"/>
            </p:cNvSpPr>
            <p:nvPr/>
          </p:nvSpPr>
          <p:spPr bwMode="auto">
            <a:xfrm>
              <a:off x="4700" y="2757"/>
              <a:ext cx="0" cy="67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2" name="Line 123"/>
            <p:cNvSpPr>
              <a:spLocks noChangeShapeType="1"/>
            </p:cNvSpPr>
            <p:nvPr/>
          </p:nvSpPr>
          <p:spPr bwMode="auto">
            <a:xfrm>
              <a:off x="4234" y="2758"/>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623" name="Rectangle 125"/>
            <p:cNvSpPr>
              <a:spLocks noChangeArrowheads="1"/>
            </p:cNvSpPr>
            <p:nvPr/>
          </p:nvSpPr>
          <p:spPr bwMode="auto">
            <a:xfrm>
              <a:off x="4709" y="2643"/>
              <a:ext cx="230" cy="8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24" name="Rectangle 126"/>
            <p:cNvSpPr>
              <a:spLocks noChangeArrowheads="1"/>
            </p:cNvSpPr>
            <p:nvPr/>
          </p:nvSpPr>
          <p:spPr bwMode="auto">
            <a:xfrm>
              <a:off x="3989" y="2682"/>
              <a:ext cx="230" cy="8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23625" name="Line 120"/>
            <p:cNvSpPr>
              <a:spLocks noChangeShapeType="1"/>
            </p:cNvSpPr>
            <p:nvPr/>
          </p:nvSpPr>
          <p:spPr bwMode="auto">
            <a:xfrm>
              <a:off x="4108" y="3097"/>
              <a:ext cx="729" cy="6"/>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60898" name="Line 130"/>
          <p:cNvSpPr>
            <a:spLocks noChangeShapeType="1"/>
          </p:cNvSpPr>
          <p:nvPr/>
        </p:nvSpPr>
        <p:spPr bwMode="auto">
          <a:xfrm flipV="1">
            <a:off x="6583363" y="4129088"/>
            <a:ext cx="0" cy="1668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0901" name="Line 133"/>
          <p:cNvSpPr>
            <a:spLocks noChangeShapeType="1"/>
          </p:cNvSpPr>
          <p:nvPr/>
        </p:nvSpPr>
        <p:spPr bwMode="auto">
          <a:xfrm flipH="1" flipV="1">
            <a:off x="5537200" y="4114800"/>
            <a:ext cx="9525" cy="16795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0902" name="Line 134"/>
          <p:cNvSpPr>
            <a:spLocks noChangeShapeType="1"/>
          </p:cNvSpPr>
          <p:nvPr/>
        </p:nvSpPr>
        <p:spPr bwMode="auto">
          <a:xfrm flipH="1">
            <a:off x="5540375" y="4119563"/>
            <a:ext cx="27209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0903" name="Line 135"/>
          <p:cNvSpPr>
            <a:spLocks noChangeShapeType="1"/>
          </p:cNvSpPr>
          <p:nvPr/>
        </p:nvSpPr>
        <p:spPr bwMode="auto">
          <a:xfrm flipH="1">
            <a:off x="5540375" y="5454650"/>
            <a:ext cx="27209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0904" name="Line 136"/>
          <p:cNvSpPr>
            <a:spLocks noChangeShapeType="1"/>
          </p:cNvSpPr>
          <p:nvPr/>
        </p:nvSpPr>
        <p:spPr bwMode="auto">
          <a:xfrm flipH="1">
            <a:off x="5537200" y="4267200"/>
            <a:ext cx="23447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0906" name="Line 138"/>
          <p:cNvSpPr>
            <a:spLocks noChangeShapeType="1"/>
          </p:cNvSpPr>
          <p:nvPr/>
        </p:nvSpPr>
        <p:spPr bwMode="auto">
          <a:xfrm flipH="1">
            <a:off x="5545138" y="5327650"/>
            <a:ext cx="23447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0910" name="Line 142"/>
          <p:cNvSpPr>
            <a:spLocks noChangeShapeType="1"/>
          </p:cNvSpPr>
          <p:nvPr/>
        </p:nvSpPr>
        <p:spPr bwMode="auto">
          <a:xfrm flipH="1">
            <a:off x="5540375" y="4248150"/>
            <a:ext cx="101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11" name="Line 143"/>
          <p:cNvSpPr>
            <a:spLocks noChangeShapeType="1"/>
          </p:cNvSpPr>
          <p:nvPr/>
        </p:nvSpPr>
        <p:spPr bwMode="auto">
          <a:xfrm flipH="1">
            <a:off x="5540375" y="5308600"/>
            <a:ext cx="10287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12" name="Line 144"/>
          <p:cNvSpPr>
            <a:spLocks noChangeShapeType="1"/>
          </p:cNvSpPr>
          <p:nvPr/>
        </p:nvSpPr>
        <p:spPr bwMode="auto">
          <a:xfrm>
            <a:off x="5521325" y="5441950"/>
            <a:ext cx="1057275" cy="0"/>
          </a:xfrm>
          <a:prstGeom prst="line">
            <a:avLst/>
          </a:prstGeom>
          <a:noFill/>
          <a:ln w="762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13" name="Line 145"/>
          <p:cNvSpPr>
            <a:spLocks noChangeShapeType="1"/>
          </p:cNvSpPr>
          <p:nvPr/>
        </p:nvSpPr>
        <p:spPr bwMode="auto">
          <a:xfrm>
            <a:off x="5540375" y="4117975"/>
            <a:ext cx="1028700" cy="0"/>
          </a:xfrm>
          <a:prstGeom prst="line">
            <a:avLst/>
          </a:prstGeom>
          <a:noFill/>
          <a:ln w="762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14" name="Line 146"/>
          <p:cNvSpPr>
            <a:spLocks noChangeShapeType="1"/>
          </p:cNvSpPr>
          <p:nvPr/>
        </p:nvSpPr>
        <p:spPr bwMode="auto">
          <a:xfrm flipV="1">
            <a:off x="5540375" y="4108450"/>
            <a:ext cx="0" cy="1619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15" name="Line 147"/>
          <p:cNvSpPr>
            <a:spLocks noChangeShapeType="1"/>
          </p:cNvSpPr>
          <p:nvPr/>
        </p:nvSpPr>
        <p:spPr bwMode="auto">
          <a:xfrm flipV="1">
            <a:off x="6578600" y="4108450"/>
            <a:ext cx="0" cy="1619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16" name="Line 148"/>
          <p:cNvSpPr>
            <a:spLocks noChangeShapeType="1"/>
          </p:cNvSpPr>
          <p:nvPr/>
        </p:nvSpPr>
        <p:spPr bwMode="auto">
          <a:xfrm flipV="1">
            <a:off x="5530850" y="5289550"/>
            <a:ext cx="0" cy="1714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17" name="Line 149"/>
          <p:cNvSpPr>
            <a:spLocks noChangeShapeType="1"/>
          </p:cNvSpPr>
          <p:nvPr/>
        </p:nvSpPr>
        <p:spPr bwMode="auto">
          <a:xfrm flipV="1">
            <a:off x="6578600" y="5289550"/>
            <a:ext cx="0" cy="1714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18" name="Line 150"/>
          <p:cNvSpPr>
            <a:spLocks noChangeShapeType="1"/>
          </p:cNvSpPr>
          <p:nvPr/>
        </p:nvSpPr>
        <p:spPr bwMode="auto">
          <a:xfrm flipH="1">
            <a:off x="5527675" y="4108450"/>
            <a:ext cx="10683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19" name="Line 151"/>
          <p:cNvSpPr>
            <a:spLocks noChangeShapeType="1"/>
          </p:cNvSpPr>
          <p:nvPr/>
        </p:nvSpPr>
        <p:spPr bwMode="auto">
          <a:xfrm flipH="1">
            <a:off x="5522913" y="5459413"/>
            <a:ext cx="10572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20" name="Line 152"/>
          <p:cNvSpPr>
            <a:spLocks noChangeShapeType="1"/>
          </p:cNvSpPr>
          <p:nvPr/>
        </p:nvSpPr>
        <p:spPr bwMode="auto">
          <a:xfrm flipV="1">
            <a:off x="6572250" y="4243388"/>
            <a:ext cx="4763" cy="10636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21" name="Line 153"/>
          <p:cNvSpPr>
            <a:spLocks noChangeShapeType="1"/>
          </p:cNvSpPr>
          <p:nvPr/>
        </p:nvSpPr>
        <p:spPr bwMode="auto">
          <a:xfrm flipV="1">
            <a:off x="5534025" y="4249738"/>
            <a:ext cx="4763" cy="10652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0922" name="Text Box 154"/>
          <p:cNvSpPr txBox="1">
            <a:spLocks noChangeArrowheads="1"/>
          </p:cNvSpPr>
          <p:nvPr/>
        </p:nvSpPr>
        <p:spPr bwMode="auto">
          <a:xfrm>
            <a:off x="312738" y="5441950"/>
            <a:ext cx="4992687" cy="124936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i="0">
                <a:solidFill>
                  <a:srgbClr val="FF3300"/>
                </a:solidFill>
                <a:latin typeface="黑体" pitchFamily="49" charset="-122"/>
                <a:ea typeface="黑体" pitchFamily="49" charset="-122"/>
              </a:rPr>
              <a:t>结论：</a:t>
            </a:r>
          </a:p>
          <a:p>
            <a:pPr eaLnBrk="1" hangingPunct="1">
              <a:spcBef>
                <a:spcPct val="0"/>
              </a:spcBef>
              <a:buClrTx/>
              <a:buFontTx/>
              <a:buNone/>
            </a:pPr>
            <a:r>
              <a:rPr lang="zh-CN" altLang="en-US" sz="2400" i="0">
                <a:latin typeface="黑体" pitchFamily="49" charset="-122"/>
                <a:ea typeface="黑体" pitchFamily="49" charset="-122"/>
              </a:rPr>
              <a:t>无论两形体以何种方式相交，</a:t>
            </a:r>
          </a:p>
          <a:p>
            <a:pPr eaLnBrk="1" hangingPunct="1">
              <a:spcBef>
                <a:spcPct val="0"/>
              </a:spcBef>
              <a:buClrTx/>
              <a:buFontTx/>
              <a:buNone/>
            </a:pPr>
            <a:r>
              <a:rPr lang="zh-CN" altLang="en-US" sz="2400" i="0">
                <a:latin typeface="黑体" pitchFamily="49" charset="-122"/>
                <a:ea typeface="黑体" pitchFamily="49" charset="-122"/>
              </a:rPr>
              <a:t>相贯线形状相同。</a:t>
            </a:r>
            <a:endParaRPr lang="zh-CN" altLang="en-US" sz="2400" i="0">
              <a:solidFill>
                <a:srgbClr val="FF3300"/>
              </a:solidFill>
              <a:latin typeface="黑体" pitchFamily="49" charset="-122"/>
              <a:ea typeface="黑体" pitchFamily="49" charset="-122"/>
            </a:endParaRPr>
          </a:p>
        </p:txBody>
      </p:sp>
      <p:sp>
        <p:nvSpPr>
          <p:cNvPr id="160923" name="Line 155"/>
          <p:cNvSpPr>
            <a:spLocks noChangeShapeType="1"/>
          </p:cNvSpPr>
          <p:nvPr/>
        </p:nvSpPr>
        <p:spPr bwMode="auto">
          <a:xfrm flipH="1">
            <a:off x="5303838" y="4776788"/>
            <a:ext cx="1720850"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Effect transition="in" filter="dissolve">
                                      <p:cBhvr>
                                        <p:cTn id="7" dur="500"/>
                                        <p:tgtEl>
                                          <p:spTgt spid="1607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60772"/>
                                        </p:tgtEl>
                                        <p:attrNameLst>
                                          <p:attrName>style.visibility</p:attrName>
                                        </p:attrNameLst>
                                      </p:cBhvr>
                                      <p:to>
                                        <p:strVal val="visible"/>
                                      </p:to>
                                    </p:set>
                                    <p:animEffect transition="in" filter="box(out)">
                                      <p:cBhvr>
                                        <p:cTn id="12" dur="500"/>
                                        <p:tgtEl>
                                          <p:spTgt spid="1607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1" presetClass="entr" presetSubtype="0" fill="hold" grpId="0" nodeType="clickEffect">
                                  <p:stCondLst>
                                    <p:cond delay="0"/>
                                  </p:stCondLst>
                                  <p:childTnLst>
                                    <p:set>
                                      <p:cBhvr>
                                        <p:cTn id="16" dur="1000">
                                          <p:stCondLst>
                                            <p:cond delay="0"/>
                                          </p:stCondLst>
                                        </p:cTn>
                                        <p:tgtEl>
                                          <p:spTgt spid="16082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1" presetClass="entr" presetSubtype="0" fill="hold" grpId="0" nodeType="clickEffect">
                                  <p:stCondLst>
                                    <p:cond delay="0"/>
                                  </p:stCondLst>
                                  <p:childTnLst>
                                    <p:set>
                                      <p:cBhvr>
                                        <p:cTn id="20" dur="1000">
                                          <p:stCondLst>
                                            <p:cond delay="0"/>
                                          </p:stCondLst>
                                        </p:cTn>
                                        <p:tgtEl>
                                          <p:spTgt spid="16082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1" presetClass="entr" presetSubtype="0" fill="hold" grpId="0" nodeType="clickEffect">
                                  <p:stCondLst>
                                    <p:cond delay="0"/>
                                  </p:stCondLst>
                                  <p:childTnLst>
                                    <p:set>
                                      <p:cBhvr>
                                        <p:cTn id="24" dur="1000">
                                          <p:stCondLst>
                                            <p:cond delay="0"/>
                                          </p:stCondLst>
                                        </p:cTn>
                                        <p:tgtEl>
                                          <p:spTgt spid="16082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1" presetClass="entr" presetSubtype="0" fill="hold" grpId="0" nodeType="clickEffect">
                                  <p:stCondLst>
                                    <p:cond delay="0"/>
                                  </p:stCondLst>
                                  <p:childTnLst>
                                    <p:set>
                                      <p:cBhvr>
                                        <p:cTn id="28" dur="1000">
                                          <p:stCondLst>
                                            <p:cond delay="0"/>
                                          </p:stCondLst>
                                        </p:cTn>
                                        <p:tgtEl>
                                          <p:spTgt spid="160830"/>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0785"/>
                                        </p:tgtEl>
                                        <p:attrNameLst>
                                          <p:attrName>style.visibility</p:attrName>
                                        </p:attrNameLst>
                                      </p:cBhvr>
                                      <p:to>
                                        <p:strVal val="visible"/>
                                      </p:to>
                                    </p:set>
                                    <p:animEffect transition="in" filter="wipe(left)">
                                      <p:cBhvr>
                                        <p:cTn id="33" dur="500"/>
                                        <p:tgtEl>
                                          <p:spTgt spid="16078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0787"/>
                                        </p:tgtEl>
                                        <p:attrNameLst>
                                          <p:attrName>style.visibility</p:attrName>
                                        </p:attrNameLst>
                                      </p:cBhvr>
                                      <p:to>
                                        <p:strVal val="visible"/>
                                      </p:to>
                                    </p:set>
                                    <p:animEffect transition="in" filter="wipe(left)">
                                      <p:cBhvr>
                                        <p:cTn id="38" dur="500"/>
                                        <p:tgtEl>
                                          <p:spTgt spid="160787"/>
                                        </p:tgtEl>
                                      </p:cBhvr>
                                    </p:animEffect>
                                  </p:childTnLst>
                                </p:cTn>
                              </p:par>
                            </p:childTnLst>
                          </p:cTn>
                        </p:par>
                        <p:par>
                          <p:cTn id="39" fill="hold" nodeType="afterGroup">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60786"/>
                                        </p:tgtEl>
                                        <p:attrNameLst>
                                          <p:attrName>style.visibility</p:attrName>
                                        </p:attrNameLst>
                                      </p:cBhvr>
                                      <p:to>
                                        <p:strVal val="visible"/>
                                      </p:to>
                                    </p:set>
                                    <p:animEffect transition="in" filter="wipe(left)">
                                      <p:cBhvr>
                                        <p:cTn id="42" dur="500"/>
                                        <p:tgtEl>
                                          <p:spTgt spid="160786"/>
                                        </p:tgtEl>
                                      </p:cBhvr>
                                    </p:animEffect>
                                  </p:childTnLst>
                                </p:cTn>
                              </p:par>
                            </p:childTnLst>
                          </p:cTn>
                        </p:par>
                        <p:par>
                          <p:cTn id="43" fill="hold" nodeType="afterGroup">
                            <p:stCondLst>
                              <p:cond delay="1000"/>
                            </p:stCondLst>
                            <p:childTnLst>
                              <p:par>
                                <p:cTn id="44" presetID="22" presetClass="entr" presetSubtype="1" fill="hold" grpId="0" nodeType="afterEffect">
                                  <p:stCondLst>
                                    <p:cond delay="0"/>
                                  </p:stCondLst>
                                  <p:childTnLst>
                                    <p:set>
                                      <p:cBhvr>
                                        <p:cTn id="45" dur="1" fill="hold">
                                          <p:stCondLst>
                                            <p:cond delay="0"/>
                                          </p:stCondLst>
                                        </p:cTn>
                                        <p:tgtEl>
                                          <p:spTgt spid="160783"/>
                                        </p:tgtEl>
                                        <p:attrNameLst>
                                          <p:attrName>style.visibility</p:attrName>
                                        </p:attrNameLst>
                                      </p:cBhvr>
                                      <p:to>
                                        <p:strVal val="visible"/>
                                      </p:to>
                                    </p:set>
                                    <p:animEffect transition="in" filter="wipe(up)">
                                      <p:cBhvr>
                                        <p:cTn id="46" dur="500"/>
                                        <p:tgtEl>
                                          <p:spTgt spid="160783"/>
                                        </p:tgtEl>
                                      </p:cBhvr>
                                    </p:animEffect>
                                  </p:childTnLst>
                                </p:cTn>
                              </p:par>
                            </p:childTnLst>
                          </p:cTn>
                        </p:par>
                        <p:par>
                          <p:cTn id="47" fill="hold" nodeType="afterGroup">
                            <p:stCondLst>
                              <p:cond delay="1500"/>
                            </p:stCondLst>
                            <p:childTnLst>
                              <p:par>
                                <p:cTn id="48" presetID="22" presetClass="entr" presetSubtype="1" fill="hold" grpId="0" nodeType="afterEffect">
                                  <p:stCondLst>
                                    <p:cond delay="0"/>
                                  </p:stCondLst>
                                  <p:childTnLst>
                                    <p:set>
                                      <p:cBhvr>
                                        <p:cTn id="49" dur="1" fill="hold">
                                          <p:stCondLst>
                                            <p:cond delay="0"/>
                                          </p:stCondLst>
                                        </p:cTn>
                                        <p:tgtEl>
                                          <p:spTgt spid="160784"/>
                                        </p:tgtEl>
                                        <p:attrNameLst>
                                          <p:attrName>style.visibility</p:attrName>
                                        </p:attrNameLst>
                                      </p:cBhvr>
                                      <p:to>
                                        <p:strVal val="visible"/>
                                      </p:to>
                                    </p:set>
                                    <p:animEffect transition="in" filter="wipe(up)">
                                      <p:cBhvr>
                                        <p:cTn id="50" dur="500"/>
                                        <p:tgtEl>
                                          <p:spTgt spid="16078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60790"/>
                                        </p:tgtEl>
                                        <p:attrNameLst>
                                          <p:attrName>style.visibility</p:attrName>
                                        </p:attrNameLst>
                                      </p:cBhvr>
                                      <p:to>
                                        <p:strVal val="visible"/>
                                      </p:to>
                                    </p:set>
                                    <p:animEffect transition="in" filter="wipe(left)">
                                      <p:cBhvr>
                                        <p:cTn id="55" dur="500"/>
                                        <p:tgtEl>
                                          <p:spTgt spid="160790"/>
                                        </p:tgtEl>
                                      </p:cBhvr>
                                    </p:animEffect>
                                  </p:childTnLst>
                                </p:cTn>
                              </p:par>
                            </p:childTnLst>
                          </p:cTn>
                        </p:par>
                        <p:par>
                          <p:cTn id="56" fill="hold" nodeType="afterGroup">
                            <p:stCondLst>
                              <p:cond delay="500"/>
                            </p:stCondLst>
                            <p:childTnLst>
                              <p:par>
                                <p:cTn id="57" presetID="22" presetClass="entr" presetSubtype="1" fill="hold" grpId="0" nodeType="afterEffect">
                                  <p:stCondLst>
                                    <p:cond delay="0"/>
                                  </p:stCondLst>
                                  <p:childTnLst>
                                    <p:set>
                                      <p:cBhvr>
                                        <p:cTn id="58" dur="1" fill="hold">
                                          <p:stCondLst>
                                            <p:cond delay="0"/>
                                          </p:stCondLst>
                                        </p:cTn>
                                        <p:tgtEl>
                                          <p:spTgt spid="160788"/>
                                        </p:tgtEl>
                                        <p:attrNameLst>
                                          <p:attrName>style.visibility</p:attrName>
                                        </p:attrNameLst>
                                      </p:cBhvr>
                                      <p:to>
                                        <p:strVal val="visible"/>
                                      </p:to>
                                    </p:set>
                                    <p:animEffect transition="in" filter="wipe(up)">
                                      <p:cBhvr>
                                        <p:cTn id="59" dur="500"/>
                                        <p:tgtEl>
                                          <p:spTgt spid="160788"/>
                                        </p:tgtEl>
                                      </p:cBhvr>
                                    </p:animEffect>
                                  </p:childTnLst>
                                </p:cTn>
                              </p:par>
                            </p:childTnLst>
                          </p:cTn>
                        </p:par>
                        <p:par>
                          <p:cTn id="60" fill="hold" nodeType="afterGroup">
                            <p:stCondLst>
                              <p:cond delay="1000"/>
                            </p:stCondLst>
                            <p:childTnLst>
                              <p:par>
                                <p:cTn id="61" presetID="22" presetClass="entr" presetSubtype="1" fill="hold" grpId="0" nodeType="afterEffect">
                                  <p:stCondLst>
                                    <p:cond delay="0"/>
                                  </p:stCondLst>
                                  <p:childTnLst>
                                    <p:set>
                                      <p:cBhvr>
                                        <p:cTn id="62" dur="1" fill="hold">
                                          <p:stCondLst>
                                            <p:cond delay="0"/>
                                          </p:stCondLst>
                                        </p:cTn>
                                        <p:tgtEl>
                                          <p:spTgt spid="160789"/>
                                        </p:tgtEl>
                                        <p:attrNameLst>
                                          <p:attrName>style.visibility</p:attrName>
                                        </p:attrNameLst>
                                      </p:cBhvr>
                                      <p:to>
                                        <p:strVal val="visible"/>
                                      </p:to>
                                    </p:set>
                                    <p:animEffect transition="in" filter="wipe(up)">
                                      <p:cBhvr>
                                        <p:cTn id="63" dur="500"/>
                                        <p:tgtEl>
                                          <p:spTgt spid="160789"/>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1" presetClass="entr" presetSubtype="0" fill="hold" grpId="0" nodeType="clickEffect">
                                  <p:stCondLst>
                                    <p:cond delay="0"/>
                                  </p:stCondLst>
                                  <p:childTnLst>
                                    <p:set>
                                      <p:cBhvr>
                                        <p:cTn id="67" dur="1000">
                                          <p:stCondLst>
                                            <p:cond delay="0"/>
                                          </p:stCondLst>
                                        </p:cTn>
                                        <p:tgtEl>
                                          <p:spTgt spid="160795"/>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1" presetClass="entr" presetSubtype="0" fill="hold" grpId="0" nodeType="clickEffect">
                                  <p:stCondLst>
                                    <p:cond delay="0"/>
                                  </p:stCondLst>
                                  <p:childTnLst>
                                    <p:set>
                                      <p:cBhvr>
                                        <p:cTn id="71" dur="1000">
                                          <p:stCondLst>
                                            <p:cond delay="0"/>
                                          </p:stCondLst>
                                        </p:cTn>
                                        <p:tgtEl>
                                          <p:spTgt spid="160796"/>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3" presetClass="entr" presetSubtype="288" fill="hold" grpId="0" nodeType="clickEffect">
                                  <p:stCondLst>
                                    <p:cond delay="0"/>
                                  </p:stCondLst>
                                  <p:childTnLst>
                                    <p:set>
                                      <p:cBhvr>
                                        <p:cTn id="75" dur="1" fill="hold">
                                          <p:stCondLst>
                                            <p:cond delay="0"/>
                                          </p:stCondLst>
                                        </p:cTn>
                                        <p:tgtEl>
                                          <p:spTgt spid="160797"/>
                                        </p:tgtEl>
                                        <p:attrNameLst>
                                          <p:attrName>style.visibility</p:attrName>
                                        </p:attrNameLst>
                                      </p:cBhvr>
                                      <p:to>
                                        <p:strVal val="visible"/>
                                      </p:to>
                                    </p:set>
                                    <p:anim calcmode="lin" valueType="num">
                                      <p:cBhvr>
                                        <p:cTn id="76" dur="500" fill="hold"/>
                                        <p:tgtEl>
                                          <p:spTgt spid="160797"/>
                                        </p:tgtEl>
                                        <p:attrNameLst>
                                          <p:attrName>ppt_w</p:attrName>
                                        </p:attrNameLst>
                                      </p:cBhvr>
                                      <p:tavLst>
                                        <p:tav tm="0">
                                          <p:val>
                                            <p:strVal val="4/3*#ppt_w"/>
                                          </p:val>
                                        </p:tav>
                                        <p:tav tm="100000">
                                          <p:val>
                                            <p:strVal val="#ppt_w"/>
                                          </p:val>
                                        </p:tav>
                                      </p:tavLst>
                                    </p:anim>
                                    <p:anim calcmode="lin" valueType="num">
                                      <p:cBhvr>
                                        <p:cTn id="77" dur="500" fill="hold"/>
                                        <p:tgtEl>
                                          <p:spTgt spid="160797"/>
                                        </p:tgtEl>
                                        <p:attrNameLst>
                                          <p:attrName>ppt_h</p:attrName>
                                        </p:attrNameLst>
                                      </p:cBhvr>
                                      <p:tavLst>
                                        <p:tav tm="0">
                                          <p:val>
                                            <p:strVal val="4/3*#ppt_h"/>
                                          </p:val>
                                        </p:tav>
                                        <p:tav tm="100000">
                                          <p:val>
                                            <p:strVal val="#ppt_h"/>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11" presetClass="entr" presetSubtype="0" fill="hold" grpId="0" nodeType="clickEffect">
                                  <p:stCondLst>
                                    <p:cond delay="0"/>
                                  </p:stCondLst>
                                  <p:childTnLst>
                                    <p:set>
                                      <p:cBhvr>
                                        <p:cTn id="81" dur="1000">
                                          <p:stCondLst>
                                            <p:cond delay="0"/>
                                          </p:stCondLst>
                                        </p:cTn>
                                        <p:tgtEl>
                                          <p:spTgt spid="160798"/>
                                        </p:tgtEl>
                                        <p:attrNameLst>
                                          <p:attrName>style.visibility</p:attrName>
                                        </p:attrNameLst>
                                      </p:cBhvr>
                                      <p:to>
                                        <p:strVal val="visible"/>
                                      </p:to>
                                    </p:set>
                                  </p:childTnLst>
                                </p:cTn>
                              </p:par>
                            </p:childTnLst>
                          </p:cTn>
                        </p:par>
                        <p:par>
                          <p:cTn id="82" fill="hold" nodeType="afterGroup">
                            <p:stCondLst>
                              <p:cond delay="1000"/>
                            </p:stCondLst>
                            <p:childTnLst>
                              <p:par>
                                <p:cTn id="83" presetID="22" presetClass="entr" presetSubtype="2" fill="hold" grpId="0" nodeType="afterEffect">
                                  <p:stCondLst>
                                    <p:cond delay="0"/>
                                  </p:stCondLst>
                                  <p:childTnLst>
                                    <p:set>
                                      <p:cBhvr>
                                        <p:cTn id="84" dur="1" fill="hold">
                                          <p:stCondLst>
                                            <p:cond delay="0"/>
                                          </p:stCondLst>
                                        </p:cTn>
                                        <p:tgtEl>
                                          <p:spTgt spid="160799"/>
                                        </p:tgtEl>
                                        <p:attrNameLst>
                                          <p:attrName>style.visibility</p:attrName>
                                        </p:attrNameLst>
                                      </p:cBhvr>
                                      <p:to>
                                        <p:strVal val="visible"/>
                                      </p:to>
                                    </p:set>
                                    <p:animEffect transition="in" filter="wipe(right)">
                                      <p:cBhvr>
                                        <p:cTn id="85" dur="500"/>
                                        <p:tgtEl>
                                          <p:spTgt spid="16079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1" presetClass="entr" presetSubtype="0" fill="hold" grpId="0" nodeType="clickEffect">
                                  <p:stCondLst>
                                    <p:cond delay="0"/>
                                  </p:stCondLst>
                                  <p:childTnLst>
                                    <p:set>
                                      <p:cBhvr>
                                        <p:cTn id="89" dur="1000">
                                          <p:stCondLst>
                                            <p:cond delay="0"/>
                                          </p:stCondLst>
                                        </p:cTn>
                                        <p:tgtEl>
                                          <p:spTgt spid="160800"/>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11" presetClass="entr" presetSubtype="0" fill="hold" grpId="0" nodeType="clickEffect">
                                  <p:stCondLst>
                                    <p:cond delay="0"/>
                                  </p:stCondLst>
                                  <p:childTnLst>
                                    <p:set>
                                      <p:cBhvr>
                                        <p:cTn id="93" dur="1000">
                                          <p:stCondLst>
                                            <p:cond delay="0"/>
                                          </p:stCondLst>
                                        </p:cTn>
                                        <p:tgtEl>
                                          <p:spTgt spid="160801"/>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23" presetClass="entr" presetSubtype="288" fill="hold" grpId="0" nodeType="clickEffect">
                                  <p:stCondLst>
                                    <p:cond delay="0"/>
                                  </p:stCondLst>
                                  <p:childTnLst>
                                    <p:set>
                                      <p:cBhvr>
                                        <p:cTn id="97" dur="1" fill="hold">
                                          <p:stCondLst>
                                            <p:cond delay="0"/>
                                          </p:stCondLst>
                                        </p:cTn>
                                        <p:tgtEl>
                                          <p:spTgt spid="160802"/>
                                        </p:tgtEl>
                                        <p:attrNameLst>
                                          <p:attrName>style.visibility</p:attrName>
                                        </p:attrNameLst>
                                      </p:cBhvr>
                                      <p:to>
                                        <p:strVal val="visible"/>
                                      </p:to>
                                    </p:set>
                                    <p:anim calcmode="lin" valueType="num">
                                      <p:cBhvr>
                                        <p:cTn id="98" dur="500" fill="hold"/>
                                        <p:tgtEl>
                                          <p:spTgt spid="160802"/>
                                        </p:tgtEl>
                                        <p:attrNameLst>
                                          <p:attrName>ppt_w</p:attrName>
                                        </p:attrNameLst>
                                      </p:cBhvr>
                                      <p:tavLst>
                                        <p:tav tm="0">
                                          <p:val>
                                            <p:strVal val="4/3*#ppt_w"/>
                                          </p:val>
                                        </p:tav>
                                        <p:tav tm="100000">
                                          <p:val>
                                            <p:strVal val="#ppt_w"/>
                                          </p:val>
                                        </p:tav>
                                      </p:tavLst>
                                    </p:anim>
                                    <p:anim calcmode="lin" valueType="num">
                                      <p:cBhvr>
                                        <p:cTn id="99" dur="500" fill="hold"/>
                                        <p:tgtEl>
                                          <p:spTgt spid="160802"/>
                                        </p:tgtEl>
                                        <p:attrNameLst>
                                          <p:attrName>ppt_h</p:attrName>
                                        </p:attrNameLst>
                                      </p:cBhvr>
                                      <p:tavLst>
                                        <p:tav tm="0">
                                          <p:val>
                                            <p:strVal val="4/3*#ppt_h"/>
                                          </p:val>
                                        </p:tav>
                                        <p:tav tm="100000">
                                          <p:val>
                                            <p:strVal val="#ppt_h"/>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1" presetClass="entr" presetSubtype="0" fill="hold" grpId="0" nodeType="clickEffect">
                                  <p:stCondLst>
                                    <p:cond delay="0"/>
                                  </p:stCondLst>
                                  <p:childTnLst>
                                    <p:set>
                                      <p:cBhvr>
                                        <p:cTn id="103" dur="1000">
                                          <p:stCondLst>
                                            <p:cond delay="0"/>
                                          </p:stCondLst>
                                        </p:cTn>
                                        <p:tgtEl>
                                          <p:spTgt spid="160803"/>
                                        </p:tgtEl>
                                        <p:attrNameLst>
                                          <p:attrName>style.visibility</p:attrName>
                                        </p:attrNameLst>
                                      </p:cBhvr>
                                      <p:to>
                                        <p:strVal val="visible"/>
                                      </p:to>
                                    </p:se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1" presetClass="entr" presetSubtype="0" fill="hold" grpId="0" nodeType="clickEffect">
                                  <p:stCondLst>
                                    <p:cond delay="0"/>
                                  </p:stCondLst>
                                  <p:childTnLst>
                                    <p:set>
                                      <p:cBhvr>
                                        <p:cTn id="107" dur="1000">
                                          <p:stCondLst>
                                            <p:cond delay="0"/>
                                          </p:stCondLst>
                                        </p:cTn>
                                        <p:tgtEl>
                                          <p:spTgt spid="160804"/>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1" presetClass="entr" presetSubtype="0" fill="hold" grpId="0" nodeType="clickEffect">
                                  <p:stCondLst>
                                    <p:cond delay="0"/>
                                  </p:stCondLst>
                                  <p:childTnLst>
                                    <p:set>
                                      <p:cBhvr>
                                        <p:cTn id="111" dur="1000">
                                          <p:stCondLst>
                                            <p:cond delay="0"/>
                                          </p:stCondLst>
                                        </p:cTn>
                                        <p:tgtEl>
                                          <p:spTgt spid="160805"/>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1" presetClass="entr" presetSubtype="0" fill="hold" grpId="0" nodeType="clickEffect">
                                  <p:stCondLst>
                                    <p:cond delay="0"/>
                                  </p:stCondLst>
                                  <p:childTnLst>
                                    <p:set>
                                      <p:cBhvr>
                                        <p:cTn id="115" dur="1000">
                                          <p:stCondLst>
                                            <p:cond delay="0"/>
                                          </p:stCondLst>
                                        </p:cTn>
                                        <p:tgtEl>
                                          <p:spTgt spid="160806"/>
                                        </p:tgtEl>
                                        <p:attrNameLst>
                                          <p:attrName>style.visibility</p:attrName>
                                        </p:attrNameLst>
                                      </p:cBhvr>
                                      <p:to>
                                        <p:strVal val="visible"/>
                                      </p:to>
                                    </p:se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4" fill="hold" grpId="0" nodeType="clickEffect">
                                  <p:stCondLst>
                                    <p:cond delay="0"/>
                                  </p:stCondLst>
                                  <p:childTnLst>
                                    <p:set>
                                      <p:cBhvr>
                                        <p:cTn id="119" dur="1" fill="hold">
                                          <p:stCondLst>
                                            <p:cond delay="0"/>
                                          </p:stCondLst>
                                        </p:cTn>
                                        <p:tgtEl>
                                          <p:spTgt spid="160820"/>
                                        </p:tgtEl>
                                        <p:attrNameLst>
                                          <p:attrName>style.visibility</p:attrName>
                                        </p:attrNameLst>
                                      </p:cBhvr>
                                      <p:to>
                                        <p:strVal val="visible"/>
                                      </p:to>
                                    </p:set>
                                    <p:animEffect transition="in" filter="wipe(down)">
                                      <p:cBhvr>
                                        <p:cTn id="120" dur="500"/>
                                        <p:tgtEl>
                                          <p:spTgt spid="160820"/>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1" presetClass="entr" presetSubtype="0" fill="hold" grpId="0" nodeType="clickEffect">
                                  <p:stCondLst>
                                    <p:cond delay="0"/>
                                  </p:stCondLst>
                                  <p:childTnLst>
                                    <p:set>
                                      <p:cBhvr>
                                        <p:cTn id="124" dur="1000">
                                          <p:stCondLst>
                                            <p:cond delay="0"/>
                                          </p:stCondLst>
                                        </p:cTn>
                                        <p:tgtEl>
                                          <p:spTgt spid="160807"/>
                                        </p:tgtEl>
                                        <p:attrNameLst>
                                          <p:attrName>style.visibility</p:attrName>
                                        </p:attrNameLst>
                                      </p:cBhvr>
                                      <p:to>
                                        <p:strVal val="visible"/>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1" presetClass="entr" presetSubtype="0" fill="hold" grpId="0" nodeType="clickEffect">
                                  <p:stCondLst>
                                    <p:cond delay="0"/>
                                  </p:stCondLst>
                                  <p:childTnLst>
                                    <p:set>
                                      <p:cBhvr>
                                        <p:cTn id="128" dur="1000">
                                          <p:stCondLst>
                                            <p:cond delay="0"/>
                                          </p:stCondLst>
                                        </p:cTn>
                                        <p:tgtEl>
                                          <p:spTgt spid="160808"/>
                                        </p:tgtEl>
                                        <p:attrNameLst>
                                          <p:attrName>style.visibility</p:attrName>
                                        </p:attrNameLst>
                                      </p:cBhvr>
                                      <p:to>
                                        <p:strVal val="visible"/>
                                      </p:to>
                                    </p:se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4" fill="hold" grpId="0" nodeType="clickEffect">
                                  <p:stCondLst>
                                    <p:cond delay="0"/>
                                  </p:stCondLst>
                                  <p:childTnLst>
                                    <p:set>
                                      <p:cBhvr>
                                        <p:cTn id="132" dur="1" fill="hold">
                                          <p:stCondLst>
                                            <p:cond delay="0"/>
                                          </p:stCondLst>
                                        </p:cTn>
                                        <p:tgtEl>
                                          <p:spTgt spid="160821"/>
                                        </p:tgtEl>
                                        <p:attrNameLst>
                                          <p:attrName>style.visibility</p:attrName>
                                        </p:attrNameLst>
                                      </p:cBhvr>
                                      <p:to>
                                        <p:strVal val="visible"/>
                                      </p:to>
                                    </p:set>
                                    <p:animEffect transition="in" filter="wipe(down)">
                                      <p:cBhvr>
                                        <p:cTn id="133" dur="500"/>
                                        <p:tgtEl>
                                          <p:spTgt spid="160821"/>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60809"/>
                                        </p:tgtEl>
                                        <p:attrNameLst>
                                          <p:attrName>style.visibility</p:attrName>
                                        </p:attrNameLst>
                                      </p:cBhvr>
                                      <p:to>
                                        <p:strVal val="visible"/>
                                      </p:to>
                                    </p:set>
                                    <p:animEffect transition="in" filter="wipe(left)">
                                      <p:cBhvr>
                                        <p:cTn id="138" dur="500"/>
                                        <p:tgtEl>
                                          <p:spTgt spid="160809"/>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160812"/>
                                        </p:tgtEl>
                                        <p:attrNameLst>
                                          <p:attrName>style.visibility</p:attrName>
                                        </p:attrNameLst>
                                      </p:cBhvr>
                                      <p:to>
                                        <p:strVal val="visible"/>
                                      </p:to>
                                    </p:set>
                                    <p:animEffect transition="in" filter="wipe(left)">
                                      <p:cBhvr>
                                        <p:cTn id="143" dur="500"/>
                                        <p:tgtEl>
                                          <p:spTgt spid="160812"/>
                                        </p:tgtEl>
                                      </p:cBhvr>
                                    </p:animEffect>
                                  </p:childTnLst>
                                </p:cTn>
                              </p:par>
                            </p:childTnLst>
                          </p:cTn>
                        </p:par>
                        <p:par>
                          <p:cTn id="144" fill="hold" nodeType="afterGroup">
                            <p:stCondLst>
                              <p:cond delay="500"/>
                            </p:stCondLst>
                            <p:childTnLst>
                              <p:par>
                                <p:cTn id="145" presetID="22" presetClass="entr" presetSubtype="8" fill="hold" grpId="0" nodeType="afterEffect">
                                  <p:stCondLst>
                                    <p:cond delay="0"/>
                                  </p:stCondLst>
                                  <p:childTnLst>
                                    <p:set>
                                      <p:cBhvr>
                                        <p:cTn id="146" dur="1" fill="hold">
                                          <p:stCondLst>
                                            <p:cond delay="0"/>
                                          </p:stCondLst>
                                        </p:cTn>
                                        <p:tgtEl>
                                          <p:spTgt spid="160813"/>
                                        </p:tgtEl>
                                        <p:attrNameLst>
                                          <p:attrName>style.visibility</p:attrName>
                                        </p:attrNameLst>
                                      </p:cBhvr>
                                      <p:to>
                                        <p:strVal val="visible"/>
                                      </p:to>
                                    </p:set>
                                    <p:animEffect transition="in" filter="wipe(left)">
                                      <p:cBhvr>
                                        <p:cTn id="147" dur="500"/>
                                        <p:tgtEl>
                                          <p:spTgt spid="160813"/>
                                        </p:tgtEl>
                                      </p:cBhvr>
                                    </p:animEffect>
                                  </p:childTnLst>
                                </p:cTn>
                              </p:par>
                            </p:childTnLst>
                          </p:cTn>
                        </p:par>
                        <p:par>
                          <p:cTn id="148" fill="hold" nodeType="afterGroup">
                            <p:stCondLst>
                              <p:cond delay="1000"/>
                            </p:stCondLst>
                            <p:childTnLst>
                              <p:par>
                                <p:cTn id="149" presetID="22" presetClass="entr" presetSubtype="8" fill="hold" grpId="0" nodeType="afterEffect">
                                  <p:stCondLst>
                                    <p:cond delay="0"/>
                                  </p:stCondLst>
                                  <p:childTnLst>
                                    <p:set>
                                      <p:cBhvr>
                                        <p:cTn id="150" dur="1" fill="hold">
                                          <p:stCondLst>
                                            <p:cond delay="0"/>
                                          </p:stCondLst>
                                        </p:cTn>
                                        <p:tgtEl>
                                          <p:spTgt spid="160814"/>
                                        </p:tgtEl>
                                        <p:attrNameLst>
                                          <p:attrName>style.visibility</p:attrName>
                                        </p:attrNameLst>
                                      </p:cBhvr>
                                      <p:to>
                                        <p:strVal val="visible"/>
                                      </p:to>
                                    </p:set>
                                    <p:animEffect transition="in" filter="wipe(left)">
                                      <p:cBhvr>
                                        <p:cTn id="151" dur="500"/>
                                        <p:tgtEl>
                                          <p:spTgt spid="160814"/>
                                        </p:tgtEl>
                                      </p:cBhvr>
                                    </p:animEffect>
                                  </p:childTnLst>
                                </p:cTn>
                              </p:par>
                            </p:childTnLst>
                          </p:cTn>
                        </p:par>
                        <p:par>
                          <p:cTn id="152" fill="hold" nodeType="afterGroup">
                            <p:stCondLst>
                              <p:cond delay="1500"/>
                            </p:stCondLst>
                            <p:childTnLst>
                              <p:par>
                                <p:cTn id="153" presetID="22" presetClass="entr" presetSubtype="1" fill="hold" grpId="0" nodeType="afterEffect">
                                  <p:stCondLst>
                                    <p:cond delay="0"/>
                                  </p:stCondLst>
                                  <p:childTnLst>
                                    <p:set>
                                      <p:cBhvr>
                                        <p:cTn id="154" dur="1" fill="hold">
                                          <p:stCondLst>
                                            <p:cond delay="0"/>
                                          </p:stCondLst>
                                        </p:cTn>
                                        <p:tgtEl>
                                          <p:spTgt spid="160815"/>
                                        </p:tgtEl>
                                        <p:attrNameLst>
                                          <p:attrName>style.visibility</p:attrName>
                                        </p:attrNameLst>
                                      </p:cBhvr>
                                      <p:to>
                                        <p:strVal val="visible"/>
                                      </p:to>
                                    </p:set>
                                    <p:animEffect transition="in" filter="wipe(up)">
                                      <p:cBhvr>
                                        <p:cTn id="155" dur="500"/>
                                        <p:tgtEl>
                                          <p:spTgt spid="160815"/>
                                        </p:tgtEl>
                                      </p:cBhvr>
                                    </p:animEffect>
                                  </p:childTnLst>
                                </p:cTn>
                              </p:par>
                            </p:childTnLst>
                          </p:cTn>
                        </p:par>
                        <p:par>
                          <p:cTn id="156" fill="hold" nodeType="afterGroup">
                            <p:stCondLst>
                              <p:cond delay="2000"/>
                            </p:stCondLst>
                            <p:childTnLst>
                              <p:par>
                                <p:cTn id="157" presetID="22" presetClass="entr" presetSubtype="1" fill="hold" grpId="0" nodeType="afterEffect">
                                  <p:stCondLst>
                                    <p:cond delay="0"/>
                                  </p:stCondLst>
                                  <p:childTnLst>
                                    <p:set>
                                      <p:cBhvr>
                                        <p:cTn id="158" dur="1" fill="hold">
                                          <p:stCondLst>
                                            <p:cond delay="0"/>
                                          </p:stCondLst>
                                        </p:cTn>
                                        <p:tgtEl>
                                          <p:spTgt spid="160816"/>
                                        </p:tgtEl>
                                        <p:attrNameLst>
                                          <p:attrName>style.visibility</p:attrName>
                                        </p:attrNameLst>
                                      </p:cBhvr>
                                      <p:to>
                                        <p:strVal val="visible"/>
                                      </p:to>
                                    </p:set>
                                    <p:animEffect transition="in" filter="wipe(up)">
                                      <p:cBhvr>
                                        <p:cTn id="159" dur="500"/>
                                        <p:tgtEl>
                                          <p:spTgt spid="160816"/>
                                        </p:tgtEl>
                                      </p:cBhvr>
                                    </p:animEffect>
                                  </p:childTnLst>
                                </p:cTn>
                              </p:par>
                            </p:childTnLst>
                          </p:cTn>
                        </p:par>
                        <p:par>
                          <p:cTn id="160" fill="hold" nodeType="afterGroup">
                            <p:stCondLst>
                              <p:cond delay="2500"/>
                            </p:stCondLst>
                            <p:childTnLst>
                              <p:par>
                                <p:cTn id="161" presetID="22" presetClass="entr" presetSubtype="8" fill="hold" grpId="0" nodeType="afterEffect">
                                  <p:stCondLst>
                                    <p:cond delay="0"/>
                                  </p:stCondLst>
                                  <p:childTnLst>
                                    <p:set>
                                      <p:cBhvr>
                                        <p:cTn id="162" dur="1" fill="hold">
                                          <p:stCondLst>
                                            <p:cond delay="0"/>
                                          </p:stCondLst>
                                        </p:cTn>
                                        <p:tgtEl>
                                          <p:spTgt spid="160817"/>
                                        </p:tgtEl>
                                        <p:attrNameLst>
                                          <p:attrName>style.visibility</p:attrName>
                                        </p:attrNameLst>
                                      </p:cBhvr>
                                      <p:to>
                                        <p:strVal val="visible"/>
                                      </p:to>
                                    </p:set>
                                    <p:animEffect transition="in" filter="wipe(left)">
                                      <p:cBhvr>
                                        <p:cTn id="163" dur="500"/>
                                        <p:tgtEl>
                                          <p:spTgt spid="160817"/>
                                        </p:tgtEl>
                                      </p:cBhvr>
                                    </p:animEffect>
                                  </p:childTnLst>
                                </p:cTn>
                              </p:par>
                            </p:childTnLst>
                          </p:cTn>
                        </p:par>
                        <p:par>
                          <p:cTn id="164" fill="hold" nodeType="afterGroup">
                            <p:stCondLst>
                              <p:cond delay="3000"/>
                            </p:stCondLst>
                            <p:childTnLst>
                              <p:par>
                                <p:cTn id="165" presetID="22" presetClass="entr" presetSubtype="1" fill="hold" grpId="0" nodeType="afterEffect">
                                  <p:stCondLst>
                                    <p:cond delay="0"/>
                                  </p:stCondLst>
                                  <p:childTnLst>
                                    <p:set>
                                      <p:cBhvr>
                                        <p:cTn id="166" dur="1" fill="hold">
                                          <p:stCondLst>
                                            <p:cond delay="0"/>
                                          </p:stCondLst>
                                        </p:cTn>
                                        <p:tgtEl>
                                          <p:spTgt spid="160818"/>
                                        </p:tgtEl>
                                        <p:attrNameLst>
                                          <p:attrName>style.visibility</p:attrName>
                                        </p:attrNameLst>
                                      </p:cBhvr>
                                      <p:to>
                                        <p:strVal val="visible"/>
                                      </p:to>
                                    </p:set>
                                    <p:animEffect transition="in" filter="wipe(up)">
                                      <p:cBhvr>
                                        <p:cTn id="167" dur="500"/>
                                        <p:tgtEl>
                                          <p:spTgt spid="160818"/>
                                        </p:tgtEl>
                                      </p:cBhvr>
                                    </p:animEffect>
                                  </p:childTnLst>
                                </p:cTn>
                              </p:par>
                            </p:childTnLst>
                          </p:cTn>
                        </p:par>
                        <p:par>
                          <p:cTn id="168" fill="hold" nodeType="afterGroup">
                            <p:stCondLst>
                              <p:cond delay="3500"/>
                            </p:stCondLst>
                            <p:childTnLst>
                              <p:par>
                                <p:cTn id="169" presetID="22" presetClass="entr" presetSubtype="1" fill="hold" grpId="0" nodeType="afterEffect">
                                  <p:stCondLst>
                                    <p:cond delay="0"/>
                                  </p:stCondLst>
                                  <p:childTnLst>
                                    <p:set>
                                      <p:cBhvr>
                                        <p:cTn id="170" dur="1" fill="hold">
                                          <p:stCondLst>
                                            <p:cond delay="0"/>
                                          </p:stCondLst>
                                        </p:cTn>
                                        <p:tgtEl>
                                          <p:spTgt spid="160819"/>
                                        </p:tgtEl>
                                        <p:attrNameLst>
                                          <p:attrName>style.visibility</p:attrName>
                                        </p:attrNameLst>
                                      </p:cBhvr>
                                      <p:to>
                                        <p:strVal val="visible"/>
                                      </p:to>
                                    </p:set>
                                    <p:animEffect transition="in" filter="wipe(up)">
                                      <p:cBhvr>
                                        <p:cTn id="171" dur="500"/>
                                        <p:tgtEl>
                                          <p:spTgt spid="160819"/>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3" presetClass="entr" presetSubtype="5" fill="hold" nodeType="clickEffect">
                                  <p:stCondLst>
                                    <p:cond delay="0"/>
                                  </p:stCondLst>
                                  <p:childTnLst>
                                    <p:set>
                                      <p:cBhvr>
                                        <p:cTn id="175" dur="1" fill="hold">
                                          <p:stCondLst>
                                            <p:cond delay="0"/>
                                          </p:stCondLst>
                                        </p:cTn>
                                        <p:tgtEl>
                                          <p:spTgt spid="160838"/>
                                        </p:tgtEl>
                                        <p:attrNameLst>
                                          <p:attrName>style.visibility</p:attrName>
                                        </p:attrNameLst>
                                      </p:cBhvr>
                                      <p:to>
                                        <p:strVal val="visible"/>
                                      </p:to>
                                    </p:set>
                                    <p:animEffect transition="in" filter="blinds(vertical)">
                                      <p:cBhvr>
                                        <p:cTn id="176" dur="500"/>
                                        <p:tgtEl>
                                          <p:spTgt spid="160838"/>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2" presetClass="entr" presetSubtype="2" fill="hold" nodeType="clickEffect">
                                  <p:stCondLst>
                                    <p:cond delay="0"/>
                                  </p:stCondLst>
                                  <p:childTnLst>
                                    <p:set>
                                      <p:cBhvr>
                                        <p:cTn id="180" dur="1" fill="hold">
                                          <p:stCondLst>
                                            <p:cond delay="0"/>
                                          </p:stCondLst>
                                        </p:cTn>
                                        <p:tgtEl>
                                          <p:spTgt spid="160850"/>
                                        </p:tgtEl>
                                        <p:attrNameLst>
                                          <p:attrName>style.visibility</p:attrName>
                                        </p:attrNameLst>
                                      </p:cBhvr>
                                      <p:to>
                                        <p:strVal val="visible"/>
                                      </p:to>
                                    </p:set>
                                    <p:animEffect transition="in" filter="wipe(right)">
                                      <p:cBhvr>
                                        <p:cTn id="181" dur="500"/>
                                        <p:tgtEl>
                                          <p:spTgt spid="160850"/>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3" presetClass="entr" presetSubtype="10" fill="hold" nodeType="clickEffect">
                                  <p:stCondLst>
                                    <p:cond delay="0"/>
                                  </p:stCondLst>
                                  <p:childTnLst>
                                    <p:set>
                                      <p:cBhvr>
                                        <p:cTn id="185" dur="1" fill="hold">
                                          <p:stCondLst>
                                            <p:cond delay="0"/>
                                          </p:stCondLst>
                                        </p:cTn>
                                        <p:tgtEl>
                                          <p:spTgt spid="160896"/>
                                        </p:tgtEl>
                                        <p:attrNameLst>
                                          <p:attrName>style.visibility</p:attrName>
                                        </p:attrNameLst>
                                      </p:cBhvr>
                                      <p:to>
                                        <p:strVal val="visible"/>
                                      </p:to>
                                    </p:set>
                                    <p:animEffect transition="in" filter="blinds(horizontal)">
                                      <p:cBhvr>
                                        <p:cTn id="186" dur="500"/>
                                        <p:tgtEl>
                                          <p:spTgt spid="160896"/>
                                        </p:tgtEl>
                                      </p:cBhvr>
                                    </p:animEffect>
                                  </p:childTnLst>
                                </p:cTn>
                              </p:par>
                            </p:childTnLst>
                          </p:cTn>
                        </p:par>
                      </p:childTnLst>
                    </p:cTn>
                  </p:par>
                  <p:par>
                    <p:cTn id="187" fill="hold" nodeType="clickPar">
                      <p:stCondLst>
                        <p:cond delay="indefinite"/>
                      </p:stCondLst>
                      <p:childTnLst>
                        <p:par>
                          <p:cTn id="188" fill="hold" nodeType="withGroup">
                            <p:stCondLst>
                              <p:cond delay="0"/>
                            </p:stCondLst>
                            <p:childTnLst>
                              <p:par>
                                <p:cTn id="189" presetID="3" presetClass="entr" presetSubtype="10" fill="hold" nodeType="clickEffect">
                                  <p:stCondLst>
                                    <p:cond delay="0"/>
                                  </p:stCondLst>
                                  <p:childTnLst>
                                    <p:set>
                                      <p:cBhvr>
                                        <p:cTn id="190" dur="1" fill="hold">
                                          <p:stCondLst>
                                            <p:cond delay="0"/>
                                          </p:stCondLst>
                                        </p:cTn>
                                        <p:tgtEl>
                                          <p:spTgt spid="160895"/>
                                        </p:tgtEl>
                                        <p:attrNameLst>
                                          <p:attrName>style.visibility</p:attrName>
                                        </p:attrNameLst>
                                      </p:cBhvr>
                                      <p:to>
                                        <p:strVal val="visible"/>
                                      </p:to>
                                    </p:set>
                                    <p:animEffect transition="in" filter="blinds(horizontal)">
                                      <p:cBhvr>
                                        <p:cTn id="191" dur="500"/>
                                        <p:tgtEl>
                                          <p:spTgt spid="160895"/>
                                        </p:tgtEl>
                                      </p:cBhvr>
                                    </p:animEffect>
                                  </p:childTnLst>
                                </p:cTn>
                              </p:par>
                            </p:childTnLst>
                          </p:cTn>
                        </p:par>
                      </p:childTnLst>
                    </p:cTn>
                  </p:par>
                  <p:par>
                    <p:cTn id="192" fill="hold" nodeType="clickPar">
                      <p:stCondLst>
                        <p:cond delay="indefinite"/>
                      </p:stCondLst>
                      <p:childTnLst>
                        <p:par>
                          <p:cTn id="193" fill="hold" nodeType="withGroup">
                            <p:stCondLst>
                              <p:cond delay="0"/>
                            </p:stCondLst>
                            <p:childTnLst>
                              <p:par>
                                <p:cTn id="194" presetID="22" presetClass="entr" presetSubtype="2" fill="hold" grpId="0" nodeType="clickEffect">
                                  <p:stCondLst>
                                    <p:cond delay="0"/>
                                  </p:stCondLst>
                                  <p:childTnLst>
                                    <p:set>
                                      <p:cBhvr>
                                        <p:cTn id="195" dur="1" fill="hold">
                                          <p:stCondLst>
                                            <p:cond delay="0"/>
                                          </p:stCondLst>
                                        </p:cTn>
                                        <p:tgtEl>
                                          <p:spTgt spid="160923"/>
                                        </p:tgtEl>
                                        <p:attrNameLst>
                                          <p:attrName>style.visibility</p:attrName>
                                        </p:attrNameLst>
                                      </p:cBhvr>
                                      <p:to>
                                        <p:strVal val="visible"/>
                                      </p:to>
                                    </p:set>
                                    <p:animEffect transition="in" filter="wipe(right)">
                                      <p:cBhvr>
                                        <p:cTn id="196" dur="1000"/>
                                        <p:tgtEl>
                                          <p:spTgt spid="160923"/>
                                        </p:tgtEl>
                                      </p:cBhvr>
                                    </p:animEffect>
                                  </p:childTnLst>
                                </p:cTn>
                              </p:par>
                            </p:childTnLst>
                          </p:cTn>
                        </p:par>
                      </p:childTnLst>
                    </p:cTn>
                  </p:par>
                  <p:par>
                    <p:cTn id="197" fill="hold" nodeType="clickPar">
                      <p:stCondLst>
                        <p:cond delay="indefinite"/>
                      </p:stCondLst>
                      <p:childTnLst>
                        <p:par>
                          <p:cTn id="198" fill="hold" nodeType="withGroup">
                            <p:stCondLst>
                              <p:cond delay="0"/>
                            </p:stCondLst>
                            <p:childTnLst>
                              <p:par>
                                <p:cTn id="199" presetID="22" presetClass="entr" presetSubtype="4" fill="hold" grpId="0" nodeType="clickEffect">
                                  <p:stCondLst>
                                    <p:cond delay="0"/>
                                  </p:stCondLst>
                                  <p:childTnLst>
                                    <p:set>
                                      <p:cBhvr>
                                        <p:cTn id="200" dur="1" fill="hold">
                                          <p:stCondLst>
                                            <p:cond delay="0"/>
                                          </p:stCondLst>
                                        </p:cTn>
                                        <p:tgtEl>
                                          <p:spTgt spid="160902"/>
                                        </p:tgtEl>
                                        <p:attrNameLst>
                                          <p:attrName>style.visibility</p:attrName>
                                        </p:attrNameLst>
                                      </p:cBhvr>
                                      <p:to>
                                        <p:strVal val="visible"/>
                                      </p:to>
                                    </p:set>
                                    <p:animEffect transition="in" filter="wipe(down)">
                                      <p:cBhvr>
                                        <p:cTn id="201" dur="500"/>
                                        <p:tgtEl>
                                          <p:spTgt spid="160902"/>
                                        </p:tgtEl>
                                      </p:cBhvr>
                                    </p:animEffect>
                                  </p:childTnLst>
                                </p:cTn>
                              </p:par>
                            </p:childTnLst>
                          </p:cTn>
                        </p:par>
                        <p:par>
                          <p:cTn id="202" fill="hold" nodeType="afterGroup">
                            <p:stCondLst>
                              <p:cond delay="500"/>
                            </p:stCondLst>
                            <p:childTnLst>
                              <p:par>
                                <p:cTn id="203" presetID="22" presetClass="entr" presetSubtype="2" fill="hold" grpId="0" nodeType="afterEffect">
                                  <p:stCondLst>
                                    <p:cond delay="0"/>
                                  </p:stCondLst>
                                  <p:childTnLst>
                                    <p:set>
                                      <p:cBhvr>
                                        <p:cTn id="204" dur="1" fill="hold">
                                          <p:stCondLst>
                                            <p:cond delay="0"/>
                                          </p:stCondLst>
                                        </p:cTn>
                                        <p:tgtEl>
                                          <p:spTgt spid="160903"/>
                                        </p:tgtEl>
                                        <p:attrNameLst>
                                          <p:attrName>style.visibility</p:attrName>
                                        </p:attrNameLst>
                                      </p:cBhvr>
                                      <p:to>
                                        <p:strVal val="visible"/>
                                      </p:to>
                                    </p:set>
                                    <p:animEffect transition="in" filter="wipe(right)">
                                      <p:cBhvr>
                                        <p:cTn id="205" dur="1000"/>
                                        <p:tgtEl>
                                          <p:spTgt spid="160903"/>
                                        </p:tgtEl>
                                      </p:cBhvr>
                                    </p:animEffec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22" presetClass="entr" presetSubtype="4" fill="hold" grpId="0" nodeType="clickEffect">
                                  <p:stCondLst>
                                    <p:cond delay="0"/>
                                  </p:stCondLst>
                                  <p:childTnLst>
                                    <p:set>
                                      <p:cBhvr>
                                        <p:cTn id="209" dur="1" fill="hold">
                                          <p:stCondLst>
                                            <p:cond delay="0"/>
                                          </p:stCondLst>
                                        </p:cTn>
                                        <p:tgtEl>
                                          <p:spTgt spid="160901"/>
                                        </p:tgtEl>
                                        <p:attrNameLst>
                                          <p:attrName>style.visibility</p:attrName>
                                        </p:attrNameLst>
                                      </p:cBhvr>
                                      <p:to>
                                        <p:strVal val="visible"/>
                                      </p:to>
                                    </p:set>
                                    <p:animEffect transition="in" filter="wipe(down)">
                                      <p:cBhvr>
                                        <p:cTn id="210" dur="500"/>
                                        <p:tgtEl>
                                          <p:spTgt spid="160901"/>
                                        </p:tgtEl>
                                      </p:cBhvr>
                                    </p:animEffect>
                                  </p:childTnLst>
                                </p:cTn>
                              </p:par>
                            </p:childTnLst>
                          </p:cTn>
                        </p:par>
                        <p:par>
                          <p:cTn id="211" fill="hold" nodeType="afterGroup">
                            <p:stCondLst>
                              <p:cond delay="500"/>
                            </p:stCondLst>
                            <p:childTnLst>
                              <p:par>
                                <p:cTn id="212" presetID="22" presetClass="entr" presetSubtype="4" fill="hold" grpId="0" nodeType="afterEffect">
                                  <p:stCondLst>
                                    <p:cond delay="0"/>
                                  </p:stCondLst>
                                  <p:childTnLst>
                                    <p:set>
                                      <p:cBhvr>
                                        <p:cTn id="213" dur="1" fill="hold">
                                          <p:stCondLst>
                                            <p:cond delay="0"/>
                                          </p:stCondLst>
                                        </p:cTn>
                                        <p:tgtEl>
                                          <p:spTgt spid="160898"/>
                                        </p:tgtEl>
                                        <p:attrNameLst>
                                          <p:attrName>style.visibility</p:attrName>
                                        </p:attrNameLst>
                                      </p:cBhvr>
                                      <p:to>
                                        <p:strVal val="visible"/>
                                      </p:to>
                                    </p:set>
                                    <p:animEffect transition="in" filter="wipe(down)">
                                      <p:cBhvr>
                                        <p:cTn id="214" dur="500"/>
                                        <p:tgtEl>
                                          <p:spTgt spid="160898"/>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22" presetClass="entr" presetSubtype="2" fill="hold" grpId="0" nodeType="clickEffect">
                                  <p:stCondLst>
                                    <p:cond delay="0"/>
                                  </p:stCondLst>
                                  <p:childTnLst>
                                    <p:set>
                                      <p:cBhvr>
                                        <p:cTn id="218" dur="1" fill="hold">
                                          <p:stCondLst>
                                            <p:cond delay="0"/>
                                          </p:stCondLst>
                                        </p:cTn>
                                        <p:tgtEl>
                                          <p:spTgt spid="160904"/>
                                        </p:tgtEl>
                                        <p:attrNameLst>
                                          <p:attrName>style.visibility</p:attrName>
                                        </p:attrNameLst>
                                      </p:cBhvr>
                                      <p:to>
                                        <p:strVal val="visible"/>
                                      </p:to>
                                    </p:set>
                                    <p:animEffect transition="in" filter="wipe(right)">
                                      <p:cBhvr>
                                        <p:cTn id="219" dur="1000"/>
                                        <p:tgtEl>
                                          <p:spTgt spid="160904"/>
                                        </p:tgtEl>
                                      </p:cBhvr>
                                    </p:animEffect>
                                  </p:childTnLst>
                                </p:cTn>
                              </p:par>
                              <p:par>
                                <p:cTn id="220" presetID="22" presetClass="entr" presetSubtype="2" fill="hold" grpId="0" nodeType="withEffect">
                                  <p:stCondLst>
                                    <p:cond delay="0"/>
                                  </p:stCondLst>
                                  <p:childTnLst>
                                    <p:set>
                                      <p:cBhvr>
                                        <p:cTn id="221" dur="1" fill="hold">
                                          <p:stCondLst>
                                            <p:cond delay="0"/>
                                          </p:stCondLst>
                                        </p:cTn>
                                        <p:tgtEl>
                                          <p:spTgt spid="160906"/>
                                        </p:tgtEl>
                                        <p:attrNameLst>
                                          <p:attrName>style.visibility</p:attrName>
                                        </p:attrNameLst>
                                      </p:cBhvr>
                                      <p:to>
                                        <p:strVal val="visible"/>
                                      </p:to>
                                    </p:set>
                                    <p:animEffect transition="in" filter="wipe(right)">
                                      <p:cBhvr>
                                        <p:cTn id="222" dur="1000"/>
                                        <p:tgtEl>
                                          <p:spTgt spid="160906"/>
                                        </p:tgtEl>
                                      </p:cBhvr>
                                    </p:animEffec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3" presetClass="entr" presetSubtype="10" fill="hold" grpId="0" nodeType="clickEffect">
                                  <p:stCondLst>
                                    <p:cond delay="0"/>
                                  </p:stCondLst>
                                  <p:childTnLst>
                                    <p:set>
                                      <p:cBhvr>
                                        <p:cTn id="226" dur="1" fill="hold">
                                          <p:stCondLst>
                                            <p:cond delay="0"/>
                                          </p:stCondLst>
                                        </p:cTn>
                                        <p:tgtEl>
                                          <p:spTgt spid="160910"/>
                                        </p:tgtEl>
                                        <p:attrNameLst>
                                          <p:attrName>style.visibility</p:attrName>
                                        </p:attrNameLst>
                                      </p:cBhvr>
                                      <p:to>
                                        <p:strVal val="visible"/>
                                      </p:to>
                                    </p:set>
                                    <p:animEffect transition="in" filter="blinds(horizontal)">
                                      <p:cBhvr>
                                        <p:cTn id="227" dur="500"/>
                                        <p:tgtEl>
                                          <p:spTgt spid="160910"/>
                                        </p:tgtEl>
                                      </p:cBhvr>
                                    </p:animEffect>
                                  </p:childTnLst>
                                </p:cTn>
                              </p:par>
                              <p:par>
                                <p:cTn id="228" presetID="3" presetClass="entr" presetSubtype="10" fill="hold" grpId="0" nodeType="withEffect">
                                  <p:stCondLst>
                                    <p:cond delay="0"/>
                                  </p:stCondLst>
                                  <p:childTnLst>
                                    <p:set>
                                      <p:cBhvr>
                                        <p:cTn id="229" dur="1" fill="hold">
                                          <p:stCondLst>
                                            <p:cond delay="0"/>
                                          </p:stCondLst>
                                        </p:cTn>
                                        <p:tgtEl>
                                          <p:spTgt spid="160911"/>
                                        </p:tgtEl>
                                        <p:attrNameLst>
                                          <p:attrName>style.visibility</p:attrName>
                                        </p:attrNameLst>
                                      </p:cBhvr>
                                      <p:to>
                                        <p:strVal val="visible"/>
                                      </p:to>
                                    </p:set>
                                    <p:animEffect transition="in" filter="blinds(horizontal)">
                                      <p:cBhvr>
                                        <p:cTn id="230" dur="500"/>
                                        <p:tgtEl>
                                          <p:spTgt spid="160911"/>
                                        </p:tgtEl>
                                      </p:cBhvr>
                                    </p:animEffect>
                                  </p:childTnLst>
                                </p:cTn>
                              </p:par>
                              <p:par>
                                <p:cTn id="231" presetID="3" presetClass="entr" presetSubtype="10" fill="hold" grpId="0" nodeType="withEffect">
                                  <p:stCondLst>
                                    <p:cond delay="0"/>
                                  </p:stCondLst>
                                  <p:childTnLst>
                                    <p:set>
                                      <p:cBhvr>
                                        <p:cTn id="232" dur="1" fill="hold">
                                          <p:stCondLst>
                                            <p:cond delay="0"/>
                                          </p:stCondLst>
                                        </p:cTn>
                                        <p:tgtEl>
                                          <p:spTgt spid="160912"/>
                                        </p:tgtEl>
                                        <p:attrNameLst>
                                          <p:attrName>style.visibility</p:attrName>
                                        </p:attrNameLst>
                                      </p:cBhvr>
                                      <p:to>
                                        <p:strVal val="visible"/>
                                      </p:to>
                                    </p:set>
                                    <p:animEffect transition="in" filter="blinds(horizontal)">
                                      <p:cBhvr>
                                        <p:cTn id="233" dur="500"/>
                                        <p:tgtEl>
                                          <p:spTgt spid="160912"/>
                                        </p:tgtEl>
                                      </p:cBhvr>
                                    </p:animEffect>
                                  </p:childTnLst>
                                </p:cTn>
                              </p:par>
                              <p:par>
                                <p:cTn id="234" presetID="3" presetClass="entr" presetSubtype="10" fill="hold" grpId="0" nodeType="withEffect">
                                  <p:stCondLst>
                                    <p:cond delay="0"/>
                                  </p:stCondLst>
                                  <p:childTnLst>
                                    <p:set>
                                      <p:cBhvr>
                                        <p:cTn id="235" dur="1" fill="hold">
                                          <p:stCondLst>
                                            <p:cond delay="0"/>
                                          </p:stCondLst>
                                        </p:cTn>
                                        <p:tgtEl>
                                          <p:spTgt spid="160913"/>
                                        </p:tgtEl>
                                        <p:attrNameLst>
                                          <p:attrName>style.visibility</p:attrName>
                                        </p:attrNameLst>
                                      </p:cBhvr>
                                      <p:to>
                                        <p:strVal val="visible"/>
                                      </p:to>
                                    </p:set>
                                    <p:animEffect transition="in" filter="blinds(horizontal)">
                                      <p:cBhvr>
                                        <p:cTn id="236" dur="500"/>
                                        <p:tgtEl>
                                          <p:spTgt spid="160913"/>
                                        </p:tgtEl>
                                      </p:cBhvr>
                                    </p:animEffect>
                                  </p:childTnLst>
                                </p:cTn>
                              </p:par>
                              <p:par>
                                <p:cTn id="237" presetID="3" presetClass="entr" presetSubtype="10" fill="hold" grpId="0" nodeType="withEffect">
                                  <p:stCondLst>
                                    <p:cond delay="0"/>
                                  </p:stCondLst>
                                  <p:childTnLst>
                                    <p:set>
                                      <p:cBhvr>
                                        <p:cTn id="238" dur="1" fill="hold">
                                          <p:stCondLst>
                                            <p:cond delay="0"/>
                                          </p:stCondLst>
                                        </p:cTn>
                                        <p:tgtEl>
                                          <p:spTgt spid="160914"/>
                                        </p:tgtEl>
                                        <p:attrNameLst>
                                          <p:attrName>style.visibility</p:attrName>
                                        </p:attrNameLst>
                                      </p:cBhvr>
                                      <p:to>
                                        <p:strVal val="visible"/>
                                      </p:to>
                                    </p:set>
                                    <p:animEffect transition="in" filter="blinds(horizontal)">
                                      <p:cBhvr>
                                        <p:cTn id="239" dur="500"/>
                                        <p:tgtEl>
                                          <p:spTgt spid="160914"/>
                                        </p:tgtEl>
                                      </p:cBhvr>
                                    </p:animEffect>
                                  </p:childTnLst>
                                </p:cTn>
                              </p:par>
                              <p:par>
                                <p:cTn id="240" presetID="3" presetClass="entr" presetSubtype="10" fill="hold" grpId="0" nodeType="withEffect">
                                  <p:stCondLst>
                                    <p:cond delay="0"/>
                                  </p:stCondLst>
                                  <p:childTnLst>
                                    <p:set>
                                      <p:cBhvr>
                                        <p:cTn id="241" dur="1" fill="hold">
                                          <p:stCondLst>
                                            <p:cond delay="0"/>
                                          </p:stCondLst>
                                        </p:cTn>
                                        <p:tgtEl>
                                          <p:spTgt spid="160915"/>
                                        </p:tgtEl>
                                        <p:attrNameLst>
                                          <p:attrName>style.visibility</p:attrName>
                                        </p:attrNameLst>
                                      </p:cBhvr>
                                      <p:to>
                                        <p:strVal val="visible"/>
                                      </p:to>
                                    </p:set>
                                    <p:animEffect transition="in" filter="blinds(horizontal)">
                                      <p:cBhvr>
                                        <p:cTn id="242" dur="500"/>
                                        <p:tgtEl>
                                          <p:spTgt spid="160915"/>
                                        </p:tgtEl>
                                      </p:cBhvr>
                                    </p:animEffect>
                                  </p:childTnLst>
                                </p:cTn>
                              </p:par>
                              <p:par>
                                <p:cTn id="243" presetID="3" presetClass="entr" presetSubtype="10" fill="hold" grpId="0" nodeType="withEffect">
                                  <p:stCondLst>
                                    <p:cond delay="0"/>
                                  </p:stCondLst>
                                  <p:childTnLst>
                                    <p:set>
                                      <p:cBhvr>
                                        <p:cTn id="244" dur="1" fill="hold">
                                          <p:stCondLst>
                                            <p:cond delay="0"/>
                                          </p:stCondLst>
                                        </p:cTn>
                                        <p:tgtEl>
                                          <p:spTgt spid="160916"/>
                                        </p:tgtEl>
                                        <p:attrNameLst>
                                          <p:attrName>style.visibility</p:attrName>
                                        </p:attrNameLst>
                                      </p:cBhvr>
                                      <p:to>
                                        <p:strVal val="visible"/>
                                      </p:to>
                                    </p:set>
                                    <p:animEffect transition="in" filter="blinds(horizontal)">
                                      <p:cBhvr>
                                        <p:cTn id="245" dur="500"/>
                                        <p:tgtEl>
                                          <p:spTgt spid="160916"/>
                                        </p:tgtEl>
                                      </p:cBhvr>
                                    </p:animEffect>
                                  </p:childTnLst>
                                </p:cTn>
                              </p:par>
                              <p:par>
                                <p:cTn id="246" presetID="3" presetClass="entr" presetSubtype="10" fill="hold" grpId="0" nodeType="withEffect">
                                  <p:stCondLst>
                                    <p:cond delay="0"/>
                                  </p:stCondLst>
                                  <p:childTnLst>
                                    <p:set>
                                      <p:cBhvr>
                                        <p:cTn id="247" dur="1" fill="hold">
                                          <p:stCondLst>
                                            <p:cond delay="0"/>
                                          </p:stCondLst>
                                        </p:cTn>
                                        <p:tgtEl>
                                          <p:spTgt spid="160917"/>
                                        </p:tgtEl>
                                        <p:attrNameLst>
                                          <p:attrName>style.visibility</p:attrName>
                                        </p:attrNameLst>
                                      </p:cBhvr>
                                      <p:to>
                                        <p:strVal val="visible"/>
                                      </p:to>
                                    </p:set>
                                    <p:animEffect transition="in" filter="blinds(horizontal)">
                                      <p:cBhvr>
                                        <p:cTn id="248" dur="500"/>
                                        <p:tgtEl>
                                          <p:spTgt spid="160917"/>
                                        </p:tgtEl>
                                      </p:cBhvr>
                                    </p:animEffect>
                                  </p:childTnLst>
                                </p:cTn>
                              </p:par>
                            </p:childTnLst>
                          </p:cTn>
                        </p:par>
                      </p:childTnLst>
                    </p:cTn>
                  </p:par>
                  <p:par>
                    <p:cTn id="249" fill="hold" nodeType="clickPar">
                      <p:stCondLst>
                        <p:cond delay="indefinite"/>
                      </p:stCondLst>
                      <p:childTnLst>
                        <p:par>
                          <p:cTn id="250" fill="hold" nodeType="withGroup">
                            <p:stCondLst>
                              <p:cond delay="0"/>
                            </p:stCondLst>
                            <p:childTnLst>
                              <p:par>
                                <p:cTn id="251" presetID="22" presetClass="entr" presetSubtype="8" fill="hold" grpId="0" nodeType="clickEffect">
                                  <p:stCondLst>
                                    <p:cond delay="0"/>
                                  </p:stCondLst>
                                  <p:childTnLst>
                                    <p:set>
                                      <p:cBhvr>
                                        <p:cTn id="252" dur="1" fill="hold">
                                          <p:stCondLst>
                                            <p:cond delay="0"/>
                                          </p:stCondLst>
                                        </p:cTn>
                                        <p:tgtEl>
                                          <p:spTgt spid="160918"/>
                                        </p:tgtEl>
                                        <p:attrNameLst>
                                          <p:attrName>style.visibility</p:attrName>
                                        </p:attrNameLst>
                                      </p:cBhvr>
                                      <p:to>
                                        <p:strVal val="visible"/>
                                      </p:to>
                                    </p:set>
                                    <p:animEffect transition="in" filter="wipe(left)">
                                      <p:cBhvr>
                                        <p:cTn id="253" dur="500"/>
                                        <p:tgtEl>
                                          <p:spTgt spid="160918"/>
                                        </p:tgtEl>
                                      </p:cBhvr>
                                    </p:animEffect>
                                  </p:childTnLst>
                                </p:cTn>
                              </p:par>
                            </p:childTnLst>
                          </p:cTn>
                        </p:par>
                      </p:childTnLst>
                    </p:cTn>
                  </p:par>
                  <p:par>
                    <p:cTn id="254" fill="hold" nodeType="clickPar">
                      <p:stCondLst>
                        <p:cond delay="indefinite"/>
                      </p:stCondLst>
                      <p:childTnLst>
                        <p:par>
                          <p:cTn id="255" fill="hold" nodeType="withGroup">
                            <p:stCondLst>
                              <p:cond delay="0"/>
                            </p:stCondLst>
                            <p:childTnLst>
                              <p:par>
                                <p:cTn id="256" presetID="22" presetClass="entr" presetSubtype="1" fill="hold" grpId="0" nodeType="clickEffect">
                                  <p:stCondLst>
                                    <p:cond delay="0"/>
                                  </p:stCondLst>
                                  <p:childTnLst>
                                    <p:set>
                                      <p:cBhvr>
                                        <p:cTn id="257" dur="1" fill="hold">
                                          <p:stCondLst>
                                            <p:cond delay="0"/>
                                          </p:stCondLst>
                                        </p:cTn>
                                        <p:tgtEl>
                                          <p:spTgt spid="160920"/>
                                        </p:tgtEl>
                                        <p:attrNameLst>
                                          <p:attrName>style.visibility</p:attrName>
                                        </p:attrNameLst>
                                      </p:cBhvr>
                                      <p:to>
                                        <p:strVal val="visible"/>
                                      </p:to>
                                    </p:set>
                                    <p:animEffect transition="in" filter="wipe(up)">
                                      <p:cBhvr>
                                        <p:cTn id="258" dur="500"/>
                                        <p:tgtEl>
                                          <p:spTgt spid="160920"/>
                                        </p:tgtEl>
                                      </p:cBhvr>
                                    </p:animEffect>
                                  </p:childTnLst>
                                </p:cTn>
                              </p:par>
                            </p:childTnLst>
                          </p:cTn>
                        </p:par>
                      </p:childTnLst>
                    </p:cTn>
                  </p:par>
                  <p:par>
                    <p:cTn id="259" fill="hold" nodeType="clickPar">
                      <p:stCondLst>
                        <p:cond delay="indefinite"/>
                      </p:stCondLst>
                      <p:childTnLst>
                        <p:par>
                          <p:cTn id="260" fill="hold" nodeType="withGroup">
                            <p:stCondLst>
                              <p:cond delay="0"/>
                            </p:stCondLst>
                            <p:childTnLst>
                              <p:par>
                                <p:cTn id="261" presetID="22" presetClass="entr" presetSubtype="2" fill="hold" grpId="0" nodeType="clickEffect">
                                  <p:stCondLst>
                                    <p:cond delay="0"/>
                                  </p:stCondLst>
                                  <p:childTnLst>
                                    <p:set>
                                      <p:cBhvr>
                                        <p:cTn id="262" dur="1" fill="hold">
                                          <p:stCondLst>
                                            <p:cond delay="0"/>
                                          </p:stCondLst>
                                        </p:cTn>
                                        <p:tgtEl>
                                          <p:spTgt spid="160919"/>
                                        </p:tgtEl>
                                        <p:attrNameLst>
                                          <p:attrName>style.visibility</p:attrName>
                                        </p:attrNameLst>
                                      </p:cBhvr>
                                      <p:to>
                                        <p:strVal val="visible"/>
                                      </p:to>
                                    </p:set>
                                    <p:animEffect transition="in" filter="wipe(right)">
                                      <p:cBhvr>
                                        <p:cTn id="263" dur="500"/>
                                        <p:tgtEl>
                                          <p:spTgt spid="160919"/>
                                        </p:tgtEl>
                                      </p:cBhvr>
                                    </p:animEffect>
                                  </p:childTnLst>
                                </p:cTn>
                              </p:par>
                            </p:childTnLst>
                          </p:cTn>
                        </p:par>
                      </p:childTnLst>
                    </p:cTn>
                  </p:par>
                  <p:par>
                    <p:cTn id="264" fill="hold" nodeType="clickPar">
                      <p:stCondLst>
                        <p:cond delay="indefinite"/>
                      </p:stCondLst>
                      <p:childTnLst>
                        <p:par>
                          <p:cTn id="265" fill="hold" nodeType="withGroup">
                            <p:stCondLst>
                              <p:cond delay="0"/>
                            </p:stCondLst>
                            <p:childTnLst>
                              <p:par>
                                <p:cTn id="266" presetID="22" presetClass="entr" presetSubtype="1" fill="hold" grpId="0" nodeType="clickEffect">
                                  <p:stCondLst>
                                    <p:cond delay="0"/>
                                  </p:stCondLst>
                                  <p:childTnLst>
                                    <p:set>
                                      <p:cBhvr>
                                        <p:cTn id="267" dur="1" fill="hold">
                                          <p:stCondLst>
                                            <p:cond delay="0"/>
                                          </p:stCondLst>
                                        </p:cTn>
                                        <p:tgtEl>
                                          <p:spTgt spid="160921"/>
                                        </p:tgtEl>
                                        <p:attrNameLst>
                                          <p:attrName>style.visibility</p:attrName>
                                        </p:attrNameLst>
                                      </p:cBhvr>
                                      <p:to>
                                        <p:strVal val="visible"/>
                                      </p:to>
                                    </p:set>
                                    <p:animEffect transition="in" filter="wipe(up)">
                                      <p:cBhvr>
                                        <p:cTn id="268" dur="500"/>
                                        <p:tgtEl>
                                          <p:spTgt spid="160921"/>
                                        </p:tgtEl>
                                      </p:cBhvr>
                                    </p:animEffect>
                                  </p:childTnLst>
                                </p:cTn>
                              </p:par>
                            </p:childTnLst>
                          </p:cTn>
                        </p:par>
                      </p:childTnLst>
                    </p:cTn>
                  </p:par>
                  <p:par>
                    <p:cTn id="269" fill="hold" nodeType="clickPar">
                      <p:stCondLst>
                        <p:cond delay="indefinite"/>
                      </p:stCondLst>
                      <p:childTnLst>
                        <p:par>
                          <p:cTn id="270" fill="hold" nodeType="withGroup">
                            <p:stCondLst>
                              <p:cond delay="0"/>
                            </p:stCondLst>
                            <p:childTnLst>
                              <p:par>
                                <p:cTn id="271" presetID="22" presetClass="entr" presetSubtype="1" fill="hold" grpId="0" nodeType="clickEffect">
                                  <p:stCondLst>
                                    <p:cond delay="0"/>
                                  </p:stCondLst>
                                  <p:childTnLst>
                                    <p:set>
                                      <p:cBhvr>
                                        <p:cTn id="272" dur="1" fill="hold">
                                          <p:stCondLst>
                                            <p:cond delay="0"/>
                                          </p:stCondLst>
                                        </p:cTn>
                                        <p:tgtEl>
                                          <p:spTgt spid="160922"/>
                                        </p:tgtEl>
                                        <p:attrNameLst>
                                          <p:attrName>style.visibility</p:attrName>
                                        </p:attrNameLst>
                                      </p:cBhvr>
                                      <p:to>
                                        <p:strVal val="visible"/>
                                      </p:to>
                                    </p:set>
                                    <p:animEffect transition="in" filter="wipe(up)">
                                      <p:cBhvr>
                                        <p:cTn id="273" dur="500"/>
                                        <p:tgtEl>
                                          <p:spTgt spid="160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autoUpdateAnimBg="0"/>
      <p:bldP spid="160783" grpId="0" animBg="1"/>
      <p:bldP spid="160784" grpId="0" animBg="1"/>
      <p:bldP spid="160785" grpId="0" animBg="1"/>
      <p:bldP spid="160786" grpId="0" animBg="1"/>
      <p:bldP spid="160787" grpId="0" animBg="1"/>
      <p:bldP spid="160788" grpId="0" animBg="1"/>
      <p:bldP spid="160789" grpId="0" animBg="1"/>
      <p:bldP spid="160790" grpId="0" animBg="1"/>
      <p:bldP spid="160795" grpId="0" animBg="1"/>
      <p:bldP spid="160796" grpId="0" animBg="1"/>
      <p:bldP spid="160797" grpId="0" animBg="1"/>
      <p:bldP spid="160798" grpId="0" animBg="1"/>
      <p:bldP spid="160799" grpId="0" animBg="1"/>
      <p:bldP spid="160800" grpId="0" animBg="1"/>
      <p:bldP spid="160801" grpId="0" animBg="1"/>
      <p:bldP spid="160802" grpId="0" animBg="1"/>
      <p:bldP spid="160803" grpId="0" animBg="1"/>
      <p:bldP spid="160804" grpId="0" animBg="1"/>
      <p:bldP spid="160805" grpId="0" animBg="1"/>
      <p:bldP spid="160806" grpId="0" animBg="1"/>
      <p:bldP spid="160807" grpId="0" animBg="1"/>
      <p:bldP spid="160808" grpId="0" animBg="1"/>
      <p:bldP spid="160809" grpId="0" animBg="1"/>
      <p:bldP spid="160812" grpId="0" animBg="1"/>
      <p:bldP spid="160813" grpId="0" animBg="1"/>
      <p:bldP spid="160814" grpId="0" animBg="1"/>
      <p:bldP spid="160815" grpId="0" animBg="1"/>
      <p:bldP spid="160816" grpId="0" animBg="1"/>
      <p:bldP spid="160817" grpId="0" animBg="1"/>
      <p:bldP spid="160818" grpId="0" animBg="1"/>
      <p:bldP spid="160819" grpId="0" animBg="1"/>
      <p:bldP spid="160820" grpId="0" animBg="1"/>
      <p:bldP spid="160821" grpId="0" animBg="1"/>
      <p:bldP spid="160827" grpId="0" animBg="1"/>
      <p:bldP spid="160828" grpId="0" animBg="1"/>
      <p:bldP spid="160829" grpId="0" animBg="1"/>
      <p:bldP spid="160830" grpId="0" animBg="1"/>
      <p:bldP spid="160898" grpId="0" animBg="1"/>
      <p:bldP spid="160901" grpId="0" animBg="1"/>
      <p:bldP spid="160902" grpId="0" animBg="1"/>
      <p:bldP spid="160903" grpId="0" animBg="1"/>
      <p:bldP spid="160904" grpId="0" animBg="1"/>
      <p:bldP spid="160906" grpId="0" animBg="1"/>
      <p:bldP spid="160910" grpId="0" animBg="1"/>
      <p:bldP spid="160911" grpId="0" animBg="1"/>
      <p:bldP spid="160912" grpId="0" animBg="1"/>
      <p:bldP spid="160913" grpId="0" animBg="1"/>
      <p:bldP spid="160914" grpId="0" animBg="1"/>
      <p:bldP spid="160915" grpId="0" animBg="1"/>
      <p:bldP spid="160916" grpId="0" animBg="1"/>
      <p:bldP spid="160917" grpId="0" animBg="1"/>
      <p:bldP spid="160918" grpId="0" animBg="1"/>
      <p:bldP spid="160919" grpId="0" animBg="1"/>
      <p:bldP spid="160920" grpId="0" animBg="1"/>
      <p:bldP spid="160921" grpId="0" animBg="1"/>
      <p:bldP spid="160922" grpId="0" autoUpdateAnimBg="0"/>
      <p:bldP spid="1609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p:spPr>
        <p:txBody>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50000"/>
              </a:spcBef>
              <a:buClrTx/>
              <a:buFontTx/>
              <a:buNone/>
            </a:pPr>
            <a:fld id="{AD6C254B-C5B6-4AAF-9774-EB6123974BF1}" type="slidenum">
              <a:rPr lang="en-US" altLang="zh-CN" sz="1400" smtClean="0">
                <a:solidFill>
                  <a:schemeClr val="bg2"/>
                </a:solidFill>
              </a:rPr>
              <a:pPr algn="r" eaLnBrk="1" hangingPunct="1">
                <a:spcBef>
                  <a:spcPct val="50000"/>
                </a:spcBef>
                <a:buClrTx/>
                <a:buFontTx/>
                <a:buNone/>
              </a:pPr>
              <a:t>10</a:t>
            </a:fld>
            <a:endParaRPr lang="en-US" altLang="zh-CN" sz="1400" smtClean="0">
              <a:solidFill>
                <a:schemeClr val="bg2"/>
              </a:solidFill>
            </a:endParaRPr>
          </a:p>
        </p:txBody>
      </p:sp>
      <p:sp>
        <p:nvSpPr>
          <p:cNvPr id="107617" name="Line 97"/>
          <p:cNvSpPr>
            <a:spLocks noChangeShapeType="1"/>
          </p:cNvSpPr>
          <p:nvPr/>
        </p:nvSpPr>
        <p:spPr bwMode="auto">
          <a:xfrm flipH="1">
            <a:off x="4932363" y="1578502"/>
            <a:ext cx="1239837" cy="0"/>
          </a:xfrm>
          <a:prstGeom prst="line">
            <a:avLst/>
          </a:prstGeom>
          <a:noFill/>
          <a:ln w="31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54" name="Line 34"/>
          <p:cNvSpPr>
            <a:spLocks noChangeShapeType="1"/>
          </p:cNvSpPr>
          <p:nvPr/>
        </p:nvSpPr>
        <p:spPr bwMode="auto">
          <a:xfrm>
            <a:off x="5551488" y="1372127"/>
            <a:ext cx="622300" cy="0"/>
          </a:xfrm>
          <a:prstGeom prst="line">
            <a:avLst/>
          </a:prstGeom>
          <a:noFill/>
          <a:ln w="31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81" name="Arc 61"/>
          <p:cNvSpPr>
            <a:spLocks/>
          </p:cNvSpPr>
          <p:nvPr/>
        </p:nvSpPr>
        <p:spPr bwMode="auto">
          <a:xfrm>
            <a:off x="4918075" y="1372127"/>
            <a:ext cx="1258888" cy="428625"/>
          </a:xfrm>
          <a:custGeom>
            <a:avLst/>
            <a:gdLst>
              <a:gd name="T0" fmla="*/ 0 w 37474"/>
              <a:gd name="T1" fmla="*/ 2147483647 h 21600"/>
              <a:gd name="T2" fmla="*/ 2147483647 w 37474"/>
              <a:gd name="T3" fmla="*/ 2147483647 h 21600"/>
              <a:gd name="T4" fmla="*/ 2147483647 w 37474"/>
              <a:gd name="T5" fmla="*/ 2147483647 h 21600"/>
              <a:gd name="T6" fmla="*/ 0 60000 65536"/>
              <a:gd name="T7" fmla="*/ 0 60000 65536"/>
              <a:gd name="T8" fmla="*/ 0 60000 65536"/>
            </a:gdLst>
            <a:ahLst/>
            <a:cxnLst>
              <a:cxn ang="T6">
                <a:pos x="T0" y="T1"/>
              </a:cxn>
              <a:cxn ang="T7">
                <a:pos x="T2" y="T3"/>
              </a:cxn>
              <a:cxn ang="T8">
                <a:pos x="T4" y="T5"/>
              </a:cxn>
            </a:cxnLst>
            <a:rect l="0" t="0" r="r" b="b"/>
            <a:pathLst>
              <a:path w="37474" h="21600" fill="none" extrusionOk="0">
                <a:moveTo>
                  <a:pt x="-1" y="10965"/>
                </a:moveTo>
                <a:cubicBezTo>
                  <a:pt x="3832" y="4189"/>
                  <a:pt x="11015" y="-1"/>
                  <a:pt x="18801" y="0"/>
                </a:cubicBezTo>
                <a:cubicBezTo>
                  <a:pt x="26494" y="0"/>
                  <a:pt x="33607" y="4092"/>
                  <a:pt x="37474" y="10742"/>
                </a:cubicBezTo>
              </a:path>
              <a:path w="37474" h="21600" stroke="0" extrusionOk="0">
                <a:moveTo>
                  <a:pt x="-1" y="10965"/>
                </a:moveTo>
                <a:cubicBezTo>
                  <a:pt x="3832" y="4189"/>
                  <a:pt x="11015" y="-1"/>
                  <a:pt x="18801" y="0"/>
                </a:cubicBezTo>
                <a:cubicBezTo>
                  <a:pt x="26494" y="0"/>
                  <a:pt x="33607" y="4092"/>
                  <a:pt x="37474" y="10742"/>
                </a:cubicBezTo>
                <a:lnTo>
                  <a:pt x="18801" y="21600"/>
                </a:lnTo>
                <a:lnTo>
                  <a:pt x="-1" y="10965"/>
                </a:lnTo>
                <a:close/>
              </a:path>
            </a:pathLst>
          </a:custGeom>
          <a:noFill/>
          <a:ln w="3175">
            <a:solidFill>
              <a:schemeClr val="tx1"/>
            </a:solidFill>
            <a:round/>
            <a:headEnd/>
            <a:tailEnd type="none" w="sm" len="lg"/>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602" name="Rectangle 82"/>
          <p:cNvSpPr>
            <a:spLocks noChangeArrowheads="1"/>
          </p:cNvSpPr>
          <p:nvPr/>
        </p:nvSpPr>
        <p:spPr bwMode="auto">
          <a:xfrm>
            <a:off x="4402138" y="-23286"/>
            <a:ext cx="2663825" cy="4840288"/>
          </a:xfrm>
          <a:prstGeom prst="rect">
            <a:avLst/>
          </a:prstGeom>
          <a:solidFill>
            <a:srgbClr val="FFFFFF"/>
          </a:solidFill>
          <a:ln>
            <a:noFill/>
          </a:ln>
          <a:effectLst/>
          <a:extLst>
            <a:ext uri="{91240B29-F687-4F45-9708-019B960494DF}">
              <a14:hiddenLine xmlns:a14="http://schemas.microsoft.com/office/drawing/2010/main" w="3175">
                <a:solidFill>
                  <a:srgbClr val="FF33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24" name="Line 4"/>
          <p:cNvSpPr>
            <a:spLocks noChangeShapeType="1"/>
          </p:cNvSpPr>
          <p:nvPr/>
        </p:nvSpPr>
        <p:spPr bwMode="auto">
          <a:xfrm>
            <a:off x="7956550" y="1261002"/>
            <a:ext cx="0" cy="947737"/>
          </a:xfrm>
          <a:prstGeom prst="line">
            <a:avLst/>
          </a:prstGeom>
          <a:noFill/>
          <a:ln w="9525">
            <a:solidFill>
              <a:schemeClr val="tx1"/>
            </a:solidFill>
            <a:prstDash val="lgDashDot"/>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25" name="Arc 5"/>
          <p:cNvSpPr>
            <a:spLocks/>
          </p:cNvSpPr>
          <p:nvPr/>
        </p:nvSpPr>
        <p:spPr bwMode="auto">
          <a:xfrm>
            <a:off x="7212013" y="1372127"/>
            <a:ext cx="1484312" cy="738187"/>
          </a:xfrm>
          <a:custGeom>
            <a:avLst/>
            <a:gdLst>
              <a:gd name="T0" fmla="*/ 0 w 43200"/>
              <a:gd name="T1" fmla="*/ 2147483647 h 21697"/>
              <a:gd name="T2" fmla="*/ 2147483647 w 43200"/>
              <a:gd name="T3" fmla="*/ 2147483647 h 21697"/>
              <a:gd name="T4" fmla="*/ 2147483647 w 43200"/>
              <a:gd name="T5" fmla="*/ 2147483647 h 21697"/>
              <a:gd name="T6" fmla="*/ 0 60000 65536"/>
              <a:gd name="T7" fmla="*/ 0 60000 65536"/>
              <a:gd name="T8" fmla="*/ 0 60000 65536"/>
            </a:gdLst>
            <a:ahLst/>
            <a:cxnLst>
              <a:cxn ang="T6">
                <a:pos x="T0" y="T1"/>
              </a:cxn>
              <a:cxn ang="T7">
                <a:pos x="T2" y="T3"/>
              </a:cxn>
              <a:cxn ang="T8">
                <a:pos x="T4" y="T5"/>
              </a:cxn>
            </a:cxnLst>
            <a:rect l="0" t="0" r="r" b="b"/>
            <a:pathLst>
              <a:path w="43200" h="21697" fill="none" extrusionOk="0">
                <a:moveTo>
                  <a:pt x="0" y="21696"/>
                </a:moveTo>
                <a:cubicBezTo>
                  <a:pt x="0" y="21664"/>
                  <a:pt x="0" y="21632"/>
                  <a:pt x="0" y="21600"/>
                </a:cubicBezTo>
                <a:cubicBezTo>
                  <a:pt x="0" y="9670"/>
                  <a:pt x="9670" y="0"/>
                  <a:pt x="21600" y="0"/>
                </a:cubicBezTo>
                <a:cubicBezTo>
                  <a:pt x="33493" y="-1"/>
                  <a:pt x="43149" y="9614"/>
                  <a:pt x="43199" y="21508"/>
                </a:cubicBezTo>
              </a:path>
              <a:path w="43200" h="21697" stroke="0" extrusionOk="0">
                <a:moveTo>
                  <a:pt x="0" y="21696"/>
                </a:moveTo>
                <a:cubicBezTo>
                  <a:pt x="0" y="21664"/>
                  <a:pt x="0" y="21632"/>
                  <a:pt x="0" y="21600"/>
                </a:cubicBezTo>
                <a:cubicBezTo>
                  <a:pt x="0" y="9670"/>
                  <a:pt x="9670" y="0"/>
                  <a:pt x="21600" y="0"/>
                </a:cubicBezTo>
                <a:cubicBezTo>
                  <a:pt x="33493" y="-1"/>
                  <a:pt x="43149" y="9614"/>
                  <a:pt x="43199" y="21508"/>
                </a:cubicBezTo>
                <a:lnTo>
                  <a:pt x="21600" y="21600"/>
                </a:lnTo>
                <a:lnTo>
                  <a:pt x="0" y="21696"/>
                </a:lnTo>
                <a:close/>
              </a:path>
            </a:pathLst>
          </a:custGeom>
          <a:noFill/>
          <a:ln w="19050">
            <a:solidFill>
              <a:schemeClr val="tx1"/>
            </a:solidFill>
            <a:round/>
            <a:headEnd/>
            <a:tailEnd type="none" w="sm" len="lg"/>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7527" name="Line 7"/>
          <p:cNvSpPr>
            <a:spLocks noChangeShapeType="1"/>
          </p:cNvSpPr>
          <p:nvPr/>
        </p:nvSpPr>
        <p:spPr bwMode="auto">
          <a:xfrm>
            <a:off x="4383088" y="3627964"/>
            <a:ext cx="2432050" cy="0"/>
          </a:xfrm>
          <a:prstGeom prst="line">
            <a:avLst/>
          </a:prstGeom>
          <a:noFill/>
          <a:ln w="9525">
            <a:solidFill>
              <a:schemeClr val="tx1"/>
            </a:solidFill>
            <a:prstDash val="lgDashDot"/>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28" name="Line 8"/>
          <p:cNvSpPr>
            <a:spLocks noChangeShapeType="1"/>
          </p:cNvSpPr>
          <p:nvPr/>
        </p:nvSpPr>
        <p:spPr bwMode="auto">
          <a:xfrm flipH="1">
            <a:off x="6165850" y="1580089"/>
            <a:ext cx="2312988" cy="0"/>
          </a:xfrm>
          <a:prstGeom prst="line">
            <a:avLst/>
          </a:prstGeom>
          <a:noFill/>
          <a:ln w="31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35" name="Freeform 15"/>
          <p:cNvSpPr>
            <a:spLocks/>
          </p:cNvSpPr>
          <p:nvPr/>
        </p:nvSpPr>
        <p:spPr bwMode="auto">
          <a:xfrm>
            <a:off x="4462463" y="2886602"/>
            <a:ext cx="2259012" cy="1463675"/>
          </a:xfrm>
          <a:custGeom>
            <a:avLst/>
            <a:gdLst>
              <a:gd name="T0" fmla="*/ 0 w 1423"/>
              <a:gd name="T1" fmla="*/ 2147483647 h 922"/>
              <a:gd name="T2" fmla="*/ 0 w 1423"/>
              <a:gd name="T3" fmla="*/ 0 h 922"/>
              <a:gd name="T4" fmla="*/ 2147483647 w 1423"/>
              <a:gd name="T5" fmla="*/ 0 h 922"/>
              <a:gd name="T6" fmla="*/ 2147483647 w 1423"/>
              <a:gd name="T7" fmla="*/ 2147483647 h 922"/>
              <a:gd name="T8" fmla="*/ 0 w 1423"/>
              <a:gd name="T9" fmla="*/ 2147483647 h 9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3" h="922">
                <a:moveTo>
                  <a:pt x="0" y="922"/>
                </a:moveTo>
                <a:lnTo>
                  <a:pt x="0" y="0"/>
                </a:lnTo>
                <a:lnTo>
                  <a:pt x="1423" y="0"/>
                </a:lnTo>
                <a:lnTo>
                  <a:pt x="1423" y="922"/>
                </a:lnTo>
                <a:lnTo>
                  <a:pt x="0" y="922"/>
                </a:lnTo>
                <a:close/>
              </a:path>
            </a:pathLst>
          </a:custGeom>
          <a:noFill/>
          <a:ln w="19050" cap="flat" cmpd="sng">
            <a:solidFill>
              <a:schemeClr val="tx1"/>
            </a:solidFill>
            <a:prstDash val="solid"/>
            <a:round/>
            <a:headEnd type="none" w="med" len="med"/>
            <a:tailEnd type="none" w="sm" len="lg"/>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7537" name="Freeform 17"/>
          <p:cNvSpPr>
            <a:spLocks/>
          </p:cNvSpPr>
          <p:nvPr/>
        </p:nvSpPr>
        <p:spPr bwMode="auto">
          <a:xfrm>
            <a:off x="4938713" y="3102502"/>
            <a:ext cx="1235075" cy="1042987"/>
          </a:xfrm>
          <a:custGeom>
            <a:avLst/>
            <a:gdLst>
              <a:gd name="T0" fmla="*/ 0 w 778"/>
              <a:gd name="T1" fmla="*/ 2147483647 h 445"/>
              <a:gd name="T2" fmla="*/ 0 w 778"/>
              <a:gd name="T3" fmla="*/ 0 h 445"/>
              <a:gd name="T4" fmla="*/ 2147483647 w 778"/>
              <a:gd name="T5" fmla="*/ 0 h 445"/>
              <a:gd name="T6" fmla="*/ 0 w 778"/>
              <a:gd name="T7" fmla="*/ 2147483647 h 4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8" h="445">
                <a:moveTo>
                  <a:pt x="0" y="445"/>
                </a:moveTo>
                <a:lnTo>
                  <a:pt x="0" y="0"/>
                </a:lnTo>
                <a:lnTo>
                  <a:pt x="778" y="0"/>
                </a:lnTo>
                <a:lnTo>
                  <a:pt x="0" y="445"/>
                </a:lnTo>
                <a:close/>
              </a:path>
            </a:pathLst>
          </a:custGeom>
          <a:noFill/>
          <a:ln w="19050" cap="flat" cmpd="sng">
            <a:solidFill>
              <a:schemeClr val="tx1"/>
            </a:solidFill>
            <a:prstDash val="solid"/>
            <a:round/>
            <a:headEnd type="none" w="med" len="med"/>
            <a:tailEnd type="none" w="sm" len="lg"/>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42" name="Line 22"/>
          <p:cNvSpPr>
            <a:spLocks noChangeShapeType="1"/>
          </p:cNvSpPr>
          <p:nvPr/>
        </p:nvSpPr>
        <p:spPr bwMode="auto">
          <a:xfrm>
            <a:off x="5554663" y="1372127"/>
            <a:ext cx="0" cy="2257425"/>
          </a:xfrm>
          <a:prstGeom prst="line">
            <a:avLst/>
          </a:prstGeom>
          <a:noFill/>
          <a:ln w="31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47" name="Line 27"/>
          <p:cNvSpPr>
            <a:spLocks noChangeShapeType="1"/>
          </p:cNvSpPr>
          <p:nvPr/>
        </p:nvSpPr>
        <p:spPr bwMode="auto">
          <a:xfrm>
            <a:off x="7212013" y="2115077"/>
            <a:ext cx="1485900" cy="0"/>
          </a:xfrm>
          <a:prstGeom prst="line">
            <a:avLst/>
          </a:prstGeom>
          <a:noFill/>
          <a:ln w="1905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7548" name="Freeform 28"/>
          <p:cNvSpPr>
            <a:spLocks/>
          </p:cNvSpPr>
          <p:nvPr/>
        </p:nvSpPr>
        <p:spPr bwMode="auto">
          <a:xfrm>
            <a:off x="4459288" y="1067327"/>
            <a:ext cx="2257425" cy="1047750"/>
          </a:xfrm>
          <a:custGeom>
            <a:avLst/>
            <a:gdLst>
              <a:gd name="T0" fmla="*/ 0 w 1422"/>
              <a:gd name="T1" fmla="*/ 2147483647 h 660"/>
              <a:gd name="T2" fmla="*/ 0 w 1422"/>
              <a:gd name="T3" fmla="*/ 2147483647 h 660"/>
              <a:gd name="T4" fmla="*/ 2147483647 w 1422"/>
              <a:gd name="T5" fmla="*/ 2147483647 h 660"/>
              <a:gd name="T6" fmla="*/ 2147483647 w 1422"/>
              <a:gd name="T7" fmla="*/ 0 h 660"/>
              <a:gd name="T8" fmla="*/ 2147483647 w 1422"/>
              <a:gd name="T9" fmla="*/ 0 h 660"/>
              <a:gd name="T10" fmla="*/ 2147483647 w 1422"/>
              <a:gd name="T11" fmla="*/ 2147483647 h 660"/>
              <a:gd name="T12" fmla="*/ 2147483647 w 1422"/>
              <a:gd name="T13" fmla="*/ 2147483647 h 660"/>
              <a:gd name="T14" fmla="*/ 2147483647 w 1422"/>
              <a:gd name="T15" fmla="*/ 2147483647 h 660"/>
              <a:gd name="T16" fmla="*/ 0 w 1422"/>
              <a:gd name="T17" fmla="*/ 2147483647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22" h="660">
                <a:moveTo>
                  <a:pt x="0" y="660"/>
                </a:moveTo>
                <a:lnTo>
                  <a:pt x="0" y="192"/>
                </a:lnTo>
                <a:lnTo>
                  <a:pt x="300" y="192"/>
                </a:lnTo>
                <a:lnTo>
                  <a:pt x="300" y="0"/>
                </a:lnTo>
                <a:lnTo>
                  <a:pt x="1080" y="0"/>
                </a:lnTo>
                <a:lnTo>
                  <a:pt x="1080" y="192"/>
                </a:lnTo>
                <a:lnTo>
                  <a:pt x="1422" y="192"/>
                </a:lnTo>
                <a:lnTo>
                  <a:pt x="1422" y="660"/>
                </a:lnTo>
                <a:lnTo>
                  <a:pt x="0" y="660"/>
                </a:lnTo>
                <a:close/>
              </a:path>
            </a:pathLst>
          </a:custGeom>
          <a:noFill/>
          <a:ln w="19050" cap="flat" cmpd="sng">
            <a:solidFill>
              <a:schemeClr val="tx1"/>
            </a:solidFill>
            <a:prstDash val="solid"/>
            <a:round/>
            <a:headEnd type="none" w="med" len="med"/>
            <a:tailEnd type="none" w="sm" len="lg"/>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7549" name="Freeform 29"/>
          <p:cNvSpPr>
            <a:spLocks/>
          </p:cNvSpPr>
          <p:nvPr/>
        </p:nvSpPr>
        <p:spPr bwMode="auto">
          <a:xfrm>
            <a:off x="7427913" y="1070502"/>
            <a:ext cx="1050925" cy="508000"/>
          </a:xfrm>
          <a:custGeom>
            <a:avLst/>
            <a:gdLst>
              <a:gd name="T0" fmla="*/ 0 w 450"/>
              <a:gd name="T1" fmla="*/ 2147483647 h 252"/>
              <a:gd name="T2" fmla="*/ 0 w 450"/>
              <a:gd name="T3" fmla="*/ 0 h 252"/>
              <a:gd name="T4" fmla="*/ 2147483647 w 450"/>
              <a:gd name="T5" fmla="*/ 0 h 252"/>
              <a:gd name="T6" fmla="*/ 2147483647 w 450"/>
              <a:gd name="T7" fmla="*/ 2147483647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0" h="252">
                <a:moveTo>
                  <a:pt x="0" y="252"/>
                </a:moveTo>
                <a:lnTo>
                  <a:pt x="0" y="0"/>
                </a:lnTo>
                <a:lnTo>
                  <a:pt x="450" y="0"/>
                </a:lnTo>
                <a:lnTo>
                  <a:pt x="450" y="252"/>
                </a:lnTo>
              </a:path>
            </a:pathLst>
          </a:custGeom>
          <a:noFill/>
          <a:ln w="19050" cap="flat" cmpd="sng">
            <a:solidFill>
              <a:schemeClr val="tx1"/>
            </a:solidFill>
            <a:prstDash val="solid"/>
            <a:round/>
            <a:headEnd type="none" w="med" len="med"/>
            <a:tailEnd type="none" w="sm" len="lg"/>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50" name="Text Box 30"/>
          <p:cNvSpPr txBox="1">
            <a:spLocks noChangeArrowheads="1"/>
          </p:cNvSpPr>
          <p:nvPr/>
        </p:nvSpPr>
        <p:spPr bwMode="auto">
          <a:xfrm>
            <a:off x="4667250" y="2912002"/>
            <a:ext cx="609600" cy="366712"/>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en-US" altLang="zh-CN" sz="1800">
                <a:latin typeface="ISOCPEUR" pitchFamily="34" charset="0"/>
              </a:rPr>
              <a:t>3 </a:t>
            </a:r>
          </a:p>
        </p:txBody>
      </p:sp>
      <p:sp>
        <p:nvSpPr>
          <p:cNvPr id="107551" name="Text Box 31"/>
          <p:cNvSpPr txBox="1">
            <a:spLocks noChangeArrowheads="1"/>
          </p:cNvSpPr>
          <p:nvPr/>
        </p:nvSpPr>
        <p:spPr bwMode="auto">
          <a:xfrm>
            <a:off x="6126163" y="2885014"/>
            <a:ext cx="306387"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kumimoji="0" lang="en-US" altLang="zh-CN" sz="1800">
                <a:latin typeface="ISOCPEUR" pitchFamily="34" charset="0"/>
              </a:rPr>
              <a:t>4</a:t>
            </a:r>
          </a:p>
        </p:txBody>
      </p:sp>
      <p:sp>
        <p:nvSpPr>
          <p:cNvPr id="107552" name="Text Box 32"/>
          <p:cNvSpPr txBox="1">
            <a:spLocks noChangeArrowheads="1"/>
          </p:cNvSpPr>
          <p:nvPr/>
        </p:nvSpPr>
        <p:spPr bwMode="auto">
          <a:xfrm>
            <a:off x="5434013" y="3561289"/>
            <a:ext cx="338137"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kumimoji="0" lang="en-US" altLang="zh-CN" sz="1800">
                <a:latin typeface="ISOCPEUR" pitchFamily="34" charset="0"/>
              </a:rPr>
              <a:t>5</a:t>
            </a:r>
          </a:p>
        </p:txBody>
      </p:sp>
      <p:sp>
        <p:nvSpPr>
          <p:cNvPr id="107553" name="Text Box 33"/>
          <p:cNvSpPr txBox="1">
            <a:spLocks noChangeArrowheads="1"/>
          </p:cNvSpPr>
          <p:nvPr/>
        </p:nvSpPr>
        <p:spPr bwMode="auto">
          <a:xfrm>
            <a:off x="4945063" y="3770839"/>
            <a:ext cx="601662"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kumimoji="0" lang="en-US" altLang="zh-CN" sz="1800">
                <a:latin typeface="ISOCPEUR" pitchFamily="34" charset="0"/>
              </a:rPr>
              <a:t>a</a:t>
            </a:r>
          </a:p>
        </p:txBody>
      </p:sp>
      <p:sp>
        <p:nvSpPr>
          <p:cNvPr id="107555" name="Text Box 35"/>
          <p:cNvSpPr txBox="1">
            <a:spLocks noChangeArrowheads="1"/>
          </p:cNvSpPr>
          <p:nvPr/>
        </p:nvSpPr>
        <p:spPr bwMode="auto">
          <a:xfrm>
            <a:off x="8242300" y="1216552"/>
            <a:ext cx="352425" cy="366712"/>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en-US" altLang="zh-CN" sz="1800">
                <a:latin typeface="ISOCPEUR" pitchFamily="34" charset="0"/>
              </a:rPr>
              <a:t>1</a:t>
            </a:r>
            <a:r>
              <a:rPr kumimoji="0" lang="en-US" altLang="zh-CN" sz="1800" b="0">
                <a:latin typeface="ISOCPEUR" pitchFamily="34" charset="0"/>
              </a:rPr>
              <a:t>”</a:t>
            </a:r>
            <a:endParaRPr kumimoji="0" lang="en-US" altLang="zh-CN" sz="1800">
              <a:latin typeface="ISOCPEUR" pitchFamily="34" charset="0"/>
            </a:endParaRPr>
          </a:p>
        </p:txBody>
      </p:sp>
      <p:sp>
        <p:nvSpPr>
          <p:cNvPr id="107556" name="Text Box 36"/>
          <p:cNvSpPr txBox="1">
            <a:spLocks noChangeArrowheads="1"/>
          </p:cNvSpPr>
          <p:nvPr/>
        </p:nvSpPr>
        <p:spPr bwMode="auto">
          <a:xfrm>
            <a:off x="6145213" y="1405464"/>
            <a:ext cx="360362"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kumimoji="0" lang="en-US" altLang="zh-CN" sz="1800">
                <a:latin typeface="ISOCPEUR" pitchFamily="34" charset="0"/>
              </a:rPr>
              <a:t>4</a:t>
            </a:r>
            <a:r>
              <a:rPr kumimoji="0" lang="en-US" altLang="zh-CN" sz="1800" b="0">
                <a:latin typeface="ISOCPEUR" pitchFamily="34" charset="0"/>
              </a:rPr>
              <a:t>’</a:t>
            </a:r>
          </a:p>
        </p:txBody>
      </p:sp>
      <p:sp>
        <p:nvSpPr>
          <p:cNvPr id="107557" name="Text Box 37"/>
          <p:cNvSpPr txBox="1">
            <a:spLocks noChangeArrowheads="1"/>
          </p:cNvSpPr>
          <p:nvPr/>
        </p:nvSpPr>
        <p:spPr bwMode="auto">
          <a:xfrm>
            <a:off x="7586663" y="1322914"/>
            <a:ext cx="635000"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2</a:t>
            </a:r>
            <a:r>
              <a:rPr kumimoji="0" lang="en-US" altLang="zh-CN" sz="1800" b="0">
                <a:latin typeface="ISOCPEUR" pitchFamily="34" charset="0"/>
              </a:rPr>
              <a:t>”,</a:t>
            </a:r>
            <a:r>
              <a:rPr kumimoji="0" lang="en-US" altLang="zh-CN" sz="1800">
                <a:latin typeface="ISOCPEUR" pitchFamily="34" charset="0"/>
              </a:rPr>
              <a:t>5</a:t>
            </a:r>
            <a:r>
              <a:rPr kumimoji="0" lang="en-US" altLang="zh-CN" sz="1800" b="0">
                <a:latin typeface="ISOCPEUR" pitchFamily="34" charset="0"/>
              </a:rPr>
              <a:t>”</a:t>
            </a:r>
            <a:endParaRPr kumimoji="0" lang="en-US" altLang="zh-CN" sz="1800">
              <a:latin typeface="ISOCPEUR" pitchFamily="34" charset="0"/>
            </a:endParaRPr>
          </a:p>
        </p:txBody>
      </p:sp>
      <p:sp>
        <p:nvSpPr>
          <p:cNvPr id="107558" name="Text Box 38"/>
          <p:cNvSpPr txBox="1">
            <a:spLocks noChangeArrowheads="1"/>
          </p:cNvSpPr>
          <p:nvPr/>
        </p:nvSpPr>
        <p:spPr bwMode="auto">
          <a:xfrm>
            <a:off x="7205663" y="1132414"/>
            <a:ext cx="650875"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3</a:t>
            </a:r>
            <a:r>
              <a:rPr kumimoji="0" lang="en-US" altLang="zh-CN" sz="1800" b="0">
                <a:latin typeface="ISOCPEUR" pitchFamily="34" charset="0"/>
              </a:rPr>
              <a:t>”,</a:t>
            </a:r>
            <a:r>
              <a:rPr kumimoji="0" lang="en-US" altLang="zh-CN" sz="1800">
                <a:latin typeface="ISOCPEUR" pitchFamily="34" charset="0"/>
              </a:rPr>
              <a:t>4</a:t>
            </a:r>
            <a:r>
              <a:rPr kumimoji="0" lang="en-US" altLang="zh-CN" sz="1800" b="0">
                <a:latin typeface="ISOCPEUR" pitchFamily="34" charset="0"/>
              </a:rPr>
              <a:t>”</a:t>
            </a:r>
            <a:endParaRPr kumimoji="0" lang="en-US" altLang="zh-CN" sz="1800">
              <a:latin typeface="ISOCPEUR" pitchFamily="34" charset="0"/>
            </a:endParaRPr>
          </a:p>
        </p:txBody>
      </p:sp>
      <p:sp>
        <p:nvSpPr>
          <p:cNvPr id="107559" name="Line 39"/>
          <p:cNvSpPr>
            <a:spLocks noChangeShapeType="1"/>
          </p:cNvSpPr>
          <p:nvPr/>
        </p:nvSpPr>
        <p:spPr bwMode="auto">
          <a:xfrm flipV="1">
            <a:off x="4935538" y="1572152"/>
            <a:ext cx="0" cy="1527175"/>
          </a:xfrm>
          <a:prstGeom prst="line">
            <a:avLst/>
          </a:prstGeom>
          <a:noFill/>
          <a:ln w="31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60" name="Line 40"/>
          <p:cNvSpPr>
            <a:spLocks noChangeShapeType="1"/>
          </p:cNvSpPr>
          <p:nvPr/>
        </p:nvSpPr>
        <p:spPr bwMode="auto">
          <a:xfrm flipV="1">
            <a:off x="6173788" y="1578502"/>
            <a:ext cx="0" cy="1514475"/>
          </a:xfrm>
          <a:prstGeom prst="line">
            <a:avLst/>
          </a:prstGeom>
          <a:noFill/>
          <a:ln w="31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62" name="Line 42"/>
          <p:cNvSpPr>
            <a:spLocks noChangeShapeType="1"/>
          </p:cNvSpPr>
          <p:nvPr/>
        </p:nvSpPr>
        <p:spPr bwMode="auto">
          <a:xfrm>
            <a:off x="4935538" y="1372127"/>
            <a:ext cx="0" cy="200025"/>
          </a:xfrm>
          <a:prstGeom prst="line">
            <a:avLst/>
          </a:prstGeom>
          <a:noFill/>
          <a:ln w="1905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65" name="Arc 45"/>
          <p:cNvSpPr>
            <a:spLocks/>
          </p:cNvSpPr>
          <p:nvPr/>
        </p:nvSpPr>
        <p:spPr bwMode="auto">
          <a:xfrm>
            <a:off x="5551488" y="1378477"/>
            <a:ext cx="617537" cy="414337"/>
          </a:xfrm>
          <a:custGeom>
            <a:avLst/>
            <a:gdLst>
              <a:gd name="T0" fmla="*/ 0 w 18694"/>
              <a:gd name="T1" fmla="*/ 49281166 h 21600"/>
              <a:gd name="T2" fmla="*/ 2147483647 w 18694"/>
              <a:gd name="T3" fmla="*/ 2147483647 h 21600"/>
              <a:gd name="T4" fmla="*/ 2147483647 w 18694"/>
              <a:gd name="T5" fmla="*/ 2147483647 h 21600"/>
              <a:gd name="T6" fmla="*/ 0 60000 65536"/>
              <a:gd name="T7" fmla="*/ 0 60000 65536"/>
              <a:gd name="T8" fmla="*/ 0 60000 65536"/>
            </a:gdLst>
            <a:ahLst/>
            <a:cxnLst>
              <a:cxn ang="T6">
                <a:pos x="T0" y="T1"/>
              </a:cxn>
              <a:cxn ang="T7">
                <a:pos x="T2" y="T3"/>
              </a:cxn>
              <a:cxn ang="T8">
                <a:pos x="T4" y="T5"/>
              </a:cxn>
            </a:cxnLst>
            <a:rect l="0" t="0" r="r" b="b"/>
            <a:pathLst>
              <a:path w="18694" h="21600" fill="none" extrusionOk="0">
                <a:moveTo>
                  <a:pt x="-1" y="0"/>
                </a:moveTo>
                <a:cubicBezTo>
                  <a:pt x="55" y="0"/>
                  <a:pt x="110" y="-1"/>
                  <a:pt x="166" y="0"/>
                </a:cubicBezTo>
                <a:cubicBezTo>
                  <a:pt x="7757" y="0"/>
                  <a:pt x="14791" y="3985"/>
                  <a:pt x="18693" y="10497"/>
                </a:cubicBezTo>
              </a:path>
              <a:path w="18694" h="21600" stroke="0" extrusionOk="0">
                <a:moveTo>
                  <a:pt x="-1" y="0"/>
                </a:moveTo>
                <a:cubicBezTo>
                  <a:pt x="55" y="0"/>
                  <a:pt x="110" y="-1"/>
                  <a:pt x="166" y="0"/>
                </a:cubicBezTo>
                <a:cubicBezTo>
                  <a:pt x="7757" y="0"/>
                  <a:pt x="14791" y="3985"/>
                  <a:pt x="18693" y="10497"/>
                </a:cubicBezTo>
                <a:lnTo>
                  <a:pt x="166" y="21600"/>
                </a:lnTo>
                <a:lnTo>
                  <a:pt x="-1" y="0"/>
                </a:lnTo>
                <a:close/>
              </a:path>
            </a:pathLst>
          </a:custGeom>
          <a:noFill/>
          <a:ln w="9525">
            <a:solidFill>
              <a:schemeClr val="tx1"/>
            </a:solidFill>
            <a:prstDash val="lgDash"/>
            <a:round/>
            <a:headEnd/>
            <a:tailEnd type="none" w="sm" len="lg"/>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66" name="Line 46"/>
          <p:cNvSpPr>
            <a:spLocks noChangeShapeType="1"/>
          </p:cNvSpPr>
          <p:nvPr/>
        </p:nvSpPr>
        <p:spPr bwMode="auto">
          <a:xfrm flipV="1">
            <a:off x="5283200" y="1395939"/>
            <a:ext cx="0" cy="2452688"/>
          </a:xfrm>
          <a:prstGeom prst="line">
            <a:avLst/>
          </a:prstGeom>
          <a:noFill/>
          <a:ln w="31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67" name="Line 47"/>
          <p:cNvSpPr>
            <a:spLocks noChangeShapeType="1"/>
          </p:cNvSpPr>
          <p:nvPr/>
        </p:nvSpPr>
        <p:spPr bwMode="auto">
          <a:xfrm>
            <a:off x="4340225" y="3848627"/>
            <a:ext cx="2776538" cy="0"/>
          </a:xfrm>
          <a:prstGeom prst="line">
            <a:avLst/>
          </a:prstGeom>
          <a:noFill/>
          <a:ln w="31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69" name="Line 49"/>
          <p:cNvSpPr>
            <a:spLocks noChangeShapeType="1"/>
          </p:cNvSpPr>
          <p:nvPr/>
        </p:nvSpPr>
        <p:spPr bwMode="auto">
          <a:xfrm flipV="1">
            <a:off x="8174038" y="905402"/>
            <a:ext cx="0" cy="1376362"/>
          </a:xfrm>
          <a:prstGeom prst="line">
            <a:avLst/>
          </a:prstGeom>
          <a:noFill/>
          <a:ln w="31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70" name="Line 50"/>
          <p:cNvSpPr>
            <a:spLocks noChangeShapeType="1"/>
          </p:cNvSpPr>
          <p:nvPr/>
        </p:nvSpPr>
        <p:spPr bwMode="auto">
          <a:xfrm flipH="1">
            <a:off x="5278438" y="1400702"/>
            <a:ext cx="2895600" cy="0"/>
          </a:xfrm>
          <a:prstGeom prst="line">
            <a:avLst/>
          </a:prstGeom>
          <a:noFill/>
          <a:ln w="31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71" name="Line 51"/>
          <p:cNvSpPr>
            <a:spLocks noChangeShapeType="1"/>
          </p:cNvSpPr>
          <p:nvPr/>
        </p:nvSpPr>
        <p:spPr bwMode="auto">
          <a:xfrm>
            <a:off x="6172200" y="1329264"/>
            <a:ext cx="0" cy="257175"/>
          </a:xfrm>
          <a:prstGeom prst="line">
            <a:avLst/>
          </a:prstGeom>
          <a:noFill/>
          <a:ln w="9525">
            <a:solidFill>
              <a:schemeClr val="tx1"/>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72" name="Text Box 52"/>
          <p:cNvSpPr txBox="1">
            <a:spLocks noChangeArrowheads="1"/>
          </p:cNvSpPr>
          <p:nvPr/>
        </p:nvSpPr>
        <p:spPr bwMode="auto">
          <a:xfrm>
            <a:off x="4425950" y="1437214"/>
            <a:ext cx="612775"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1</a:t>
            </a:r>
            <a:r>
              <a:rPr kumimoji="0" lang="en-US" altLang="zh-CN" sz="1800" b="0">
                <a:latin typeface="ISOCPEUR" pitchFamily="34" charset="0"/>
              </a:rPr>
              <a:t>’,</a:t>
            </a:r>
            <a:r>
              <a:rPr kumimoji="0" lang="en-US" altLang="zh-CN" sz="1800">
                <a:latin typeface="ISOCPEUR" pitchFamily="34" charset="0"/>
              </a:rPr>
              <a:t>3</a:t>
            </a:r>
            <a:r>
              <a:rPr kumimoji="0" lang="en-US" altLang="zh-CN" sz="1800" b="0">
                <a:latin typeface="ISOCPEUR" pitchFamily="34" charset="0"/>
              </a:rPr>
              <a:t>’  </a:t>
            </a:r>
          </a:p>
        </p:txBody>
      </p:sp>
      <p:sp>
        <p:nvSpPr>
          <p:cNvPr id="107573" name="Text Box 53"/>
          <p:cNvSpPr txBox="1">
            <a:spLocks noChangeArrowheads="1"/>
          </p:cNvSpPr>
          <p:nvPr/>
        </p:nvSpPr>
        <p:spPr bwMode="auto">
          <a:xfrm>
            <a:off x="4597400" y="1076852"/>
            <a:ext cx="344488" cy="366712"/>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2</a:t>
            </a:r>
            <a:r>
              <a:rPr kumimoji="0" lang="en-US" altLang="zh-CN" sz="1800" b="0">
                <a:latin typeface="ISOCPEUR" pitchFamily="34" charset="0"/>
              </a:rPr>
              <a:t>’</a:t>
            </a:r>
          </a:p>
        </p:txBody>
      </p:sp>
      <p:sp>
        <p:nvSpPr>
          <p:cNvPr id="107574" name="Text Box 54"/>
          <p:cNvSpPr txBox="1">
            <a:spLocks noChangeArrowheads="1"/>
          </p:cNvSpPr>
          <p:nvPr/>
        </p:nvSpPr>
        <p:spPr bwMode="auto">
          <a:xfrm>
            <a:off x="5505450" y="1068914"/>
            <a:ext cx="344488"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50000"/>
              </a:spcBef>
              <a:buClrTx/>
              <a:buFontTx/>
              <a:buNone/>
            </a:pPr>
            <a:r>
              <a:rPr kumimoji="0" lang="en-US" altLang="zh-CN" sz="1800">
                <a:latin typeface="ISOCPEUR" pitchFamily="34" charset="0"/>
              </a:rPr>
              <a:t>5</a:t>
            </a:r>
            <a:r>
              <a:rPr kumimoji="0" lang="en-US" altLang="zh-CN" sz="1800" b="0">
                <a:latin typeface="ISOCPEUR" pitchFamily="34" charset="0"/>
              </a:rPr>
              <a:t>’</a:t>
            </a:r>
          </a:p>
        </p:txBody>
      </p:sp>
      <p:sp>
        <p:nvSpPr>
          <p:cNvPr id="107575" name="Text Box 55"/>
          <p:cNvSpPr txBox="1">
            <a:spLocks noChangeArrowheads="1"/>
          </p:cNvSpPr>
          <p:nvPr/>
        </p:nvSpPr>
        <p:spPr bwMode="auto">
          <a:xfrm>
            <a:off x="5016500" y="1062564"/>
            <a:ext cx="477838"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kumimoji="0" lang="en-US" altLang="zh-CN" sz="1800">
                <a:latin typeface="ISOCPEUR" pitchFamily="34" charset="0"/>
              </a:rPr>
              <a:t>a</a:t>
            </a:r>
            <a:r>
              <a:rPr kumimoji="0" lang="en-US" altLang="zh-CN" sz="1800" b="0">
                <a:latin typeface="ISOCPEUR" pitchFamily="34" charset="0"/>
              </a:rPr>
              <a:t>’  </a:t>
            </a:r>
          </a:p>
        </p:txBody>
      </p:sp>
      <p:sp>
        <p:nvSpPr>
          <p:cNvPr id="107577" name="Text Box 57"/>
          <p:cNvSpPr txBox="1">
            <a:spLocks noChangeArrowheads="1"/>
          </p:cNvSpPr>
          <p:nvPr/>
        </p:nvSpPr>
        <p:spPr bwMode="auto">
          <a:xfrm>
            <a:off x="8097838" y="1080027"/>
            <a:ext cx="382587" cy="366712"/>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en-US" altLang="zh-CN" sz="1800">
                <a:latin typeface="ISOCPEUR" pitchFamily="34" charset="0"/>
              </a:rPr>
              <a:t>a</a:t>
            </a:r>
            <a:r>
              <a:rPr kumimoji="0" lang="en-US" altLang="zh-CN" sz="1800" b="0">
                <a:latin typeface="ISOCPEUR" pitchFamily="34" charset="0"/>
              </a:rPr>
              <a:t>”</a:t>
            </a:r>
          </a:p>
        </p:txBody>
      </p:sp>
      <p:sp>
        <p:nvSpPr>
          <p:cNvPr id="107579" name="Arc 59"/>
          <p:cNvSpPr>
            <a:spLocks/>
          </p:cNvSpPr>
          <p:nvPr/>
        </p:nvSpPr>
        <p:spPr bwMode="auto">
          <a:xfrm>
            <a:off x="4924425" y="1372127"/>
            <a:ext cx="623888" cy="392112"/>
          </a:xfrm>
          <a:custGeom>
            <a:avLst/>
            <a:gdLst>
              <a:gd name="T0" fmla="*/ 0 w 19245"/>
              <a:gd name="T1" fmla="*/ 2147483647 h 21600"/>
              <a:gd name="T2" fmla="*/ 2147483647 w 19245"/>
              <a:gd name="T3" fmla="*/ 35510952 h 21600"/>
              <a:gd name="T4" fmla="*/ 2147483647 w 19245"/>
              <a:gd name="T5" fmla="*/ 2147483647 h 21600"/>
              <a:gd name="T6" fmla="*/ 0 60000 65536"/>
              <a:gd name="T7" fmla="*/ 0 60000 65536"/>
              <a:gd name="T8" fmla="*/ 0 60000 65536"/>
            </a:gdLst>
            <a:ahLst/>
            <a:cxnLst>
              <a:cxn ang="T6">
                <a:pos x="T0" y="T1"/>
              </a:cxn>
              <a:cxn ang="T7">
                <a:pos x="T2" y="T3"/>
              </a:cxn>
              <a:cxn ang="T8">
                <a:pos x="T4" y="T5"/>
              </a:cxn>
            </a:cxnLst>
            <a:rect l="0" t="0" r="r" b="b"/>
            <a:pathLst>
              <a:path w="19245" h="21600" fill="none" extrusionOk="0">
                <a:moveTo>
                  <a:pt x="-1" y="11424"/>
                </a:moveTo>
                <a:cubicBezTo>
                  <a:pt x="3755" y="4392"/>
                  <a:pt x="11080" y="-1"/>
                  <a:pt x="19053" y="0"/>
                </a:cubicBezTo>
                <a:cubicBezTo>
                  <a:pt x="19117" y="0"/>
                  <a:pt x="19181" y="0"/>
                  <a:pt x="19245" y="0"/>
                </a:cubicBezTo>
              </a:path>
              <a:path w="19245" h="21600" stroke="0" extrusionOk="0">
                <a:moveTo>
                  <a:pt x="-1" y="11424"/>
                </a:moveTo>
                <a:cubicBezTo>
                  <a:pt x="3755" y="4392"/>
                  <a:pt x="11080" y="-1"/>
                  <a:pt x="19053" y="0"/>
                </a:cubicBezTo>
                <a:cubicBezTo>
                  <a:pt x="19117" y="0"/>
                  <a:pt x="19181" y="0"/>
                  <a:pt x="19245" y="0"/>
                </a:cubicBezTo>
                <a:lnTo>
                  <a:pt x="19053" y="21600"/>
                </a:lnTo>
                <a:lnTo>
                  <a:pt x="-1" y="11424"/>
                </a:lnTo>
                <a:close/>
              </a:path>
            </a:pathLst>
          </a:custGeom>
          <a:noFill/>
          <a:ln w="19050">
            <a:solidFill>
              <a:schemeClr val="tx1"/>
            </a:solidFill>
            <a:round/>
            <a:headEnd/>
            <a:tailEnd type="none" w="sm" len="lg"/>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580" name="Line 60"/>
          <p:cNvSpPr>
            <a:spLocks noChangeShapeType="1"/>
          </p:cNvSpPr>
          <p:nvPr/>
        </p:nvSpPr>
        <p:spPr bwMode="auto">
          <a:xfrm>
            <a:off x="5545138" y="1372127"/>
            <a:ext cx="623887" cy="0"/>
          </a:xfrm>
          <a:prstGeom prst="line">
            <a:avLst/>
          </a:prstGeom>
          <a:noFill/>
          <a:ln w="1905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7583" name="AutoShape 63"/>
          <p:cNvSpPr>
            <a:spLocks noChangeArrowheads="1"/>
          </p:cNvSpPr>
          <p:nvPr/>
        </p:nvSpPr>
        <p:spPr bwMode="auto">
          <a:xfrm>
            <a:off x="5265738" y="1381652"/>
            <a:ext cx="36512" cy="36512"/>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84" name="AutoShape 64"/>
          <p:cNvSpPr>
            <a:spLocks noChangeArrowheads="1"/>
          </p:cNvSpPr>
          <p:nvPr/>
        </p:nvSpPr>
        <p:spPr bwMode="auto">
          <a:xfrm>
            <a:off x="5535613" y="1351489"/>
            <a:ext cx="36512" cy="36513"/>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85" name="AutoShape 65"/>
          <p:cNvSpPr>
            <a:spLocks noChangeArrowheads="1"/>
          </p:cNvSpPr>
          <p:nvPr/>
        </p:nvSpPr>
        <p:spPr bwMode="auto">
          <a:xfrm>
            <a:off x="6154738" y="1565802"/>
            <a:ext cx="36512" cy="36512"/>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86" name="AutoShape 66"/>
          <p:cNvSpPr>
            <a:spLocks noChangeArrowheads="1"/>
          </p:cNvSpPr>
          <p:nvPr/>
        </p:nvSpPr>
        <p:spPr bwMode="auto">
          <a:xfrm>
            <a:off x="4911725" y="1353077"/>
            <a:ext cx="36513" cy="36512"/>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87" name="AutoShape 67"/>
          <p:cNvSpPr>
            <a:spLocks noChangeArrowheads="1"/>
          </p:cNvSpPr>
          <p:nvPr/>
        </p:nvSpPr>
        <p:spPr bwMode="auto">
          <a:xfrm>
            <a:off x="7412038" y="1564214"/>
            <a:ext cx="36512" cy="36513"/>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88" name="AutoShape 68"/>
          <p:cNvSpPr>
            <a:spLocks noChangeArrowheads="1"/>
          </p:cNvSpPr>
          <p:nvPr/>
        </p:nvSpPr>
        <p:spPr bwMode="auto">
          <a:xfrm>
            <a:off x="7937500" y="1353077"/>
            <a:ext cx="36513" cy="36512"/>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89" name="AutoShape 69"/>
          <p:cNvSpPr>
            <a:spLocks noChangeArrowheads="1"/>
          </p:cNvSpPr>
          <p:nvPr/>
        </p:nvSpPr>
        <p:spPr bwMode="auto">
          <a:xfrm>
            <a:off x="8154988" y="1384827"/>
            <a:ext cx="36512" cy="36512"/>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90" name="AutoShape 70"/>
          <p:cNvSpPr>
            <a:spLocks noChangeArrowheads="1"/>
          </p:cNvSpPr>
          <p:nvPr/>
        </p:nvSpPr>
        <p:spPr bwMode="auto">
          <a:xfrm>
            <a:off x="4921250" y="4124852"/>
            <a:ext cx="36513" cy="36512"/>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91" name="AutoShape 71"/>
          <p:cNvSpPr>
            <a:spLocks noChangeArrowheads="1"/>
          </p:cNvSpPr>
          <p:nvPr/>
        </p:nvSpPr>
        <p:spPr bwMode="auto">
          <a:xfrm>
            <a:off x="4916488" y="3610502"/>
            <a:ext cx="36512" cy="36512"/>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92" name="AutoShape 72"/>
          <p:cNvSpPr>
            <a:spLocks noChangeArrowheads="1"/>
          </p:cNvSpPr>
          <p:nvPr/>
        </p:nvSpPr>
        <p:spPr bwMode="auto">
          <a:xfrm>
            <a:off x="4921250" y="3086627"/>
            <a:ext cx="36513" cy="36512"/>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93" name="AutoShape 73"/>
          <p:cNvSpPr>
            <a:spLocks noChangeArrowheads="1"/>
          </p:cNvSpPr>
          <p:nvPr/>
        </p:nvSpPr>
        <p:spPr bwMode="auto">
          <a:xfrm>
            <a:off x="6154738" y="3081864"/>
            <a:ext cx="36512" cy="36513"/>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94" name="AutoShape 74"/>
          <p:cNvSpPr>
            <a:spLocks noChangeArrowheads="1"/>
          </p:cNvSpPr>
          <p:nvPr/>
        </p:nvSpPr>
        <p:spPr bwMode="auto">
          <a:xfrm>
            <a:off x="5538788" y="3608914"/>
            <a:ext cx="36512" cy="36513"/>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95" name="AutoShape 75"/>
          <p:cNvSpPr>
            <a:spLocks noChangeArrowheads="1"/>
          </p:cNvSpPr>
          <p:nvPr/>
        </p:nvSpPr>
        <p:spPr bwMode="auto">
          <a:xfrm>
            <a:off x="5264150" y="3829577"/>
            <a:ext cx="36513" cy="36512"/>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596" name="Text Box 76"/>
          <p:cNvSpPr txBox="1">
            <a:spLocks noChangeArrowheads="1"/>
          </p:cNvSpPr>
          <p:nvPr/>
        </p:nvSpPr>
        <p:spPr bwMode="auto">
          <a:xfrm>
            <a:off x="6945313" y="3804177"/>
            <a:ext cx="600075" cy="366712"/>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kumimoji="0" lang="en-US" altLang="zh-CN" sz="1800" dirty="0">
                <a:latin typeface="ISOCPEUR" pitchFamily="34" charset="0"/>
              </a:rPr>
              <a:t>P</a:t>
            </a:r>
            <a:r>
              <a:rPr kumimoji="0" lang="en-US" altLang="zh-CN" sz="1800" baseline="-8000" dirty="0">
                <a:latin typeface="ISOCPEUR" pitchFamily="34" charset="0"/>
              </a:rPr>
              <a:t>H</a:t>
            </a:r>
          </a:p>
        </p:txBody>
      </p:sp>
      <p:sp>
        <p:nvSpPr>
          <p:cNvPr id="107599" name="Text Box 79"/>
          <p:cNvSpPr txBox="1">
            <a:spLocks noChangeArrowheads="1"/>
          </p:cNvSpPr>
          <p:nvPr/>
        </p:nvSpPr>
        <p:spPr bwMode="auto">
          <a:xfrm>
            <a:off x="8194675" y="2046814"/>
            <a:ext cx="419100"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kumimoji="0" lang="en-US" altLang="zh-CN" sz="1800" dirty="0">
                <a:latin typeface="ISOCPEUR" pitchFamily="34" charset="0"/>
              </a:rPr>
              <a:t>P</a:t>
            </a:r>
            <a:r>
              <a:rPr kumimoji="0" lang="en-US" altLang="zh-CN" sz="1800" baseline="-8000" dirty="0">
                <a:latin typeface="ISOCPEUR" pitchFamily="34" charset="0"/>
              </a:rPr>
              <a:t>W</a:t>
            </a:r>
            <a:endParaRPr kumimoji="0" lang="en-US" altLang="zh-CN" sz="1800" b="0" dirty="0">
              <a:latin typeface="ISOCPEUR" pitchFamily="34" charset="0"/>
            </a:endParaRPr>
          </a:p>
        </p:txBody>
      </p:sp>
      <p:sp>
        <p:nvSpPr>
          <p:cNvPr id="107601" name="AutoShape 81"/>
          <p:cNvSpPr>
            <a:spLocks noChangeArrowheads="1"/>
          </p:cNvSpPr>
          <p:nvPr/>
        </p:nvSpPr>
        <p:spPr bwMode="auto">
          <a:xfrm>
            <a:off x="8458200" y="1561039"/>
            <a:ext cx="36513" cy="36513"/>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603" name="Text Box 83"/>
          <p:cNvSpPr txBox="1">
            <a:spLocks noChangeArrowheads="1"/>
          </p:cNvSpPr>
          <p:nvPr/>
        </p:nvSpPr>
        <p:spPr bwMode="auto">
          <a:xfrm>
            <a:off x="130175" y="891114"/>
            <a:ext cx="4373563" cy="3074988"/>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i="0">
                <a:latin typeface="黑体" pitchFamily="49" charset="-122"/>
                <a:ea typeface="黑体" pitchFamily="49" charset="-122"/>
              </a:rPr>
              <a:t>作题步骤</a:t>
            </a:r>
            <a:r>
              <a:rPr lang="en-US" altLang="zh-CN" sz="2800" i="0">
                <a:latin typeface="黑体" pitchFamily="49" charset="-122"/>
                <a:ea typeface="黑体" pitchFamily="49" charset="-122"/>
              </a:rPr>
              <a:t>:</a:t>
            </a:r>
          </a:p>
          <a:p>
            <a:pPr eaLnBrk="1" hangingPunct="1">
              <a:spcBef>
                <a:spcPct val="0"/>
              </a:spcBef>
              <a:buClrTx/>
              <a:buFontTx/>
              <a:buNone/>
            </a:pPr>
            <a:endParaRPr lang="en-US" altLang="zh-CN" sz="2400" i="0">
              <a:latin typeface="黑体" pitchFamily="49" charset="-122"/>
              <a:ea typeface="黑体" pitchFamily="49" charset="-122"/>
            </a:endParaRPr>
          </a:p>
          <a:p>
            <a:pPr eaLnBrk="1" hangingPunct="1">
              <a:spcBef>
                <a:spcPct val="0"/>
              </a:spcBef>
              <a:buClrTx/>
              <a:buFontTx/>
              <a:buChar char="•"/>
            </a:pPr>
            <a:r>
              <a:rPr lang="en-US" altLang="zh-CN" sz="2400" i="0">
                <a:latin typeface="黑体" pitchFamily="49" charset="-122"/>
                <a:ea typeface="黑体" pitchFamily="49" charset="-122"/>
              </a:rPr>
              <a:t>  </a:t>
            </a:r>
            <a:r>
              <a:rPr lang="zh-CN" altLang="en-US" sz="2400" i="0">
                <a:latin typeface="黑体" pitchFamily="49" charset="-122"/>
                <a:ea typeface="黑体" pitchFamily="49" charset="-122"/>
              </a:rPr>
              <a:t>找到相贯线的已知投影；</a:t>
            </a:r>
          </a:p>
          <a:p>
            <a:pPr eaLnBrk="1" hangingPunct="1">
              <a:spcBef>
                <a:spcPct val="0"/>
              </a:spcBef>
              <a:buClrTx/>
              <a:buFontTx/>
              <a:buChar char="•"/>
            </a:pPr>
            <a:r>
              <a:rPr lang="zh-CN" altLang="en-US" sz="2400" i="0">
                <a:latin typeface="黑体" pitchFamily="49" charset="-122"/>
                <a:ea typeface="黑体" pitchFamily="49" charset="-122"/>
              </a:rPr>
              <a:t>  辅助面法找点</a:t>
            </a:r>
            <a:r>
              <a:rPr lang="en-US" altLang="zh-CN" sz="2400" i="0">
                <a:latin typeface="黑体" pitchFamily="49" charset="-122"/>
                <a:ea typeface="黑体" pitchFamily="49" charset="-122"/>
              </a:rPr>
              <a:t>(</a:t>
            </a:r>
            <a:r>
              <a:rPr lang="zh-CN" altLang="en-US" sz="2400" i="0">
                <a:latin typeface="黑体" pitchFamily="49" charset="-122"/>
                <a:ea typeface="黑体" pitchFamily="49" charset="-122"/>
              </a:rPr>
              <a:t>先特殊点，</a:t>
            </a:r>
          </a:p>
          <a:p>
            <a:pPr eaLnBrk="1" hangingPunct="1">
              <a:spcBef>
                <a:spcPct val="0"/>
              </a:spcBef>
              <a:buClrTx/>
              <a:buFontTx/>
              <a:buNone/>
            </a:pPr>
            <a:r>
              <a:rPr lang="zh-CN" altLang="en-US" sz="2400" i="0">
                <a:latin typeface="黑体" pitchFamily="49" charset="-122"/>
                <a:ea typeface="黑体" pitchFamily="49" charset="-122"/>
              </a:rPr>
              <a:t>   后中间点</a:t>
            </a:r>
            <a:r>
              <a:rPr lang="en-US" altLang="zh-CN" sz="2400" i="0">
                <a:latin typeface="黑体" pitchFamily="49" charset="-122"/>
                <a:ea typeface="黑体" pitchFamily="49" charset="-122"/>
              </a:rPr>
              <a:t>)</a:t>
            </a:r>
            <a:r>
              <a:rPr lang="zh-CN" altLang="en-US" sz="2400" i="0">
                <a:latin typeface="黑体" pitchFamily="49" charset="-122"/>
                <a:ea typeface="黑体" pitchFamily="49" charset="-122"/>
              </a:rPr>
              <a:t>；</a:t>
            </a:r>
          </a:p>
          <a:p>
            <a:pPr eaLnBrk="1" hangingPunct="1">
              <a:spcBef>
                <a:spcPct val="0"/>
              </a:spcBef>
              <a:buClrTx/>
              <a:buFontTx/>
              <a:buChar char="•"/>
            </a:pPr>
            <a:r>
              <a:rPr lang="zh-CN" altLang="en-US" sz="2400" i="0">
                <a:latin typeface="黑体" pitchFamily="49" charset="-122"/>
                <a:ea typeface="黑体" pitchFamily="49" charset="-122"/>
              </a:rPr>
              <a:t>  顺序、光滑连接各点；</a:t>
            </a:r>
          </a:p>
          <a:p>
            <a:pPr eaLnBrk="1" hangingPunct="1">
              <a:spcBef>
                <a:spcPct val="0"/>
              </a:spcBef>
              <a:buClrTx/>
              <a:buFontTx/>
              <a:buChar char="•"/>
            </a:pPr>
            <a:r>
              <a:rPr lang="zh-CN" altLang="en-US" sz="2400" i="0">
                <a:latin typeface="黑体" pitchFamily="49" charset="-122"/>
                <a:ea typeface="黑体" pitchFamily="49" charset="-122"/>
              </a:rPr>
              <a:t>  完成轮廓线；</a:t>
            </a:r>
          </a:p>
          <a:p>
            <a:pPr eaLnBrk="1" hangingPunct="1">
              <a:spcBef>
                <a:spcPct val="0"/>
              </a:spcBef>
              <a:buClrTx/>
              <a:buFontTx/>
              <a:buChar char="•"/>
            </a:pPr>
            <a:r>
              <a:rPr lang="zh-CN" altLang="en-US" sz="2400" i="0">
                <a:latin typeface="黑体" pitchFamily="49" charset="-122"/>
                <a:ea typeface="黑体" pitchFamily="49" charset="-122"/>
              </a:rPr>
              <a:t>  判断可见性。</a:t>
            </a:r>
          </a:p>
        </p:txBody>
      </p:sp>
      <p:sp>
        <p:nvSpPr>
          <p:cNvPr id="107615" name="Text Box 95"/>
          <p:cNvSpPr txBox="1">
            <a:spLocks noChangeArrowheads="1"/>
          </p:cNvSpPr>
          <p:nvPr/>
        </p:nvSpPr>
        <p:spPr bwMode="auto">
          <a:xfrm>
            <a:off x="4694238" y="3329514"/>
            <a:ext cx="381000"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en-US" altLang="zh-CN" sz="1800">
                <a:latin typeface="ISOCPEUR" pitchFamily="34" charset="0"/>
              </a:rPr>
              <a:t>2 </a:t>
            </a:r>
          </a:p>
        </p:txBody>
      </p:sp>
      <p:sp>
        <p:nvSpPr>
          <p:cNvPr id="107616" name="Text Box 96"/>
          <p:cNvSpPr txBox="1">
            <a:spLocks noChangeArrowheads="1"/>
          </p:cNvSpPr>
          <p:nvPr/>
        </p:nvSpPr>
        <p:spPr bwMode="auto">
          <a:xfrm>
            <a:off x="4664075" y="3970864"/>
            <a:ext cx="400050" cy="3667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en-US" altLang="zh-CN" sz="1800">
                <a:latin typeface="ISOCPEUR" pitchFamily="34" charset="0"/>
              </a:rPr>
              <a:t>1</a:t>
            </a:r>
          </a:p>
        </p:txBody>
      </p:sp>
      <p:sp>
        <p:nvSpPr>
          <p:cNvPr id="107563" name="Line 43"/>
          <p:cNvSpPr>
            <a:spLocks noChangeShapeType="1"/>
          </p:cNvSpPr>
          <p:nvPr/>
        </p:nvSpPr>
        <p:spPr bwMode="auto">
          <a:xfrm>
            <a:off x="4935538" y="1584852"/>
            <a:ext cx="1238250" cy="0"/>
          </a:xfrm>
          <a:prstGeom prst="line">
            <a:avLst/>
          </a:prstGeom>
          <a:noFill/>
          <a:ln w="9525">
            <a:solidFill>
              <a:schemeClr val="tx1"/>
            </a:solidFill>
            <a:prstDash val="lg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7582" name="AutoShape 62"/>
          <p:cNvSpPr>
            <a:spLocks noChangeArrowheads="1"/>
          </p:cNvSpPr>
          <p:nvPr/>
        </p:nvSpPr>
        <p:spPr bwMode="auto">
          <a:xfrm>
            <a:off x="4916488" y="1565802"/>
            <a:ext cx="36512" cy="36512"/>
          </a:xfrm>
          <a:prstGeom prst="flowChartConnector">
            <a:avLst/>
          </a:prstGeom>
          <a:solidFill>
            <a:srgbClr val="FFFFFF"/>
          </a:solidFill>
          <a:ln w="9525">
            <a:solidFill>
              <a:schemeClr val="tx1"/>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07618" name="Text Box 98"/>
          <p:cNvSpPr txBox="1">
            <a:spLocks noChangeArrowheads="1"/>
          </p:cNvSpPr>
          <p:nvPr/>
        </p:nvSpPr>
        <p:spPr bwMode="auto">
          <a:xfrm>
            <a:off x="277809" y="4731700"/>
            <a:ext cx="3899079" cy="830997"/>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1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400" i="0" dirty="0">
                <a:solidFill>
                  <a:srgbClr val="FF3300"/>
                </a:solidFill>
                <a:latin typeface="黑体" pitchFamily="49" charset="-122"/>
                <a:ea typeface="黑体" pitchFamily="49" charset="-122"/>
              </a:rPr>
              <a:t>注意</a:t>
            </a:r>
            <a:r>
              <a:rPr lang="zh-CN" altLang="en-US" sz="2400" i="0" dirty="0">
                <a:latin typeface="黑体" pitchFamily="49" charset="-122"/>
                <a:ea typeface="黑体" pitchFamily="49" charset="-122"/>
              </a:rPr>
              <a:t>：轮廓线与相对应的轮廓线上的特殊点必须相连。</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7524"/>
                                        </p:tgtEl>
                                        <p:attrNameLst>
                                          <p:attrName>style.visibility</p:attrName>
                                        </p:attrNameLst>
                                      </p:cBhvr>
                                      <p:to>
                                        <p:strVal val="visible"/>
                                      </p:to>
                                    </p:set>
                                    <p:animEffect transition="in" filter="wipe(up)">
                                      <p:cBhvr>
                                        <p:cTn id="7" dur="500"/>
                                        <p:tgtEl>
                                          <p:spTgt spid="107524"/>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7525"/>
                                        </p:tgtEl>
                                        <p:attrNameLst>
                                          <p:attrName>style.visibility</p:attrName>
                                        </p:attrNameLst>
                                      </p:cBhvr>
                                      <p:to>
                                        <p:strVal val="visible"/>
                                      </p:to>
                                    </p:set>
                                    <p:animEffect transition="in" filter="wipe(up)">
                                      <p:cBhvr>
                                        <p:cTn id="11" dur="500"/>
                                        <p:tgtEl>
                                          <p:spTgt spid="107525"/>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7547"/>
                                        </p:tgtEl>
                                        <p:attrNameLst>
                                          <p:attrName>style.visibility</p:attrName>
                                        </p:attrNameLst>
                                      </p:cBhvr>
                                      <p:to>
                                        <p:strVal val="visible"/>
                                      </p:to>
                                    </p:set>
                                    <p:animEffect transition="in" filter="wipe(left)">
                                      <p:cBhvr>
                                        <p:cTn id="15" dur="500"/>
                                        <p:tgtEl>
                                          <p:spTgt spid="107547"/>
                                        </p:tgtEl>
                                      </p:cBhvr>
                                    </p:animEffect>
                                  </p:childTnLst>
                                </p:cTn>
                              </p:par>
                            </p:childTnLst>
                          </p:cTn>
                        </p:par>
                        <p:par>
                          <p:cTn id="16" fill="hold" nodeType="afterGroup">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07549"/>
                                        </p:tgtEl>
                                        <p:attrNameLst>
                                          <p:attrName>style.visibility</p:attrName>
                                        </p:attrNameLst>
                                      </p:cBhvr>
                                      <p:to>
                                        <p:strVal val="visible"/>
                                      </p:to>
                                    </p:set>
                                    <p:animEffect transition="in" filter="wipe(up)">
                                      <p:cBhvr>
                                        <p:cTn id="19" dur="500"/>
                                        <p:tgtEl>
                                          <p:spTgt spid="107549"/>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7527"/>
                                        </p:tgtEl>
                                        <p:attrNameLst>
                                          <p:attrName>style.visibility</p:attrName>
                                        </p:attrNameLst>
                                      </p:cBhvr>
                                      <p:to>
                                        <p:strVal val="visible"/>
                                      </p:to>
                                    </p:set>
                                    <p:animEffect transition="in" filter="wipe(left)">
                                      <p:cBhvr>
                                        <p:cTn id="23" dur="500"/>
                                        <p:tgtEl>
                                          <p:spTgt spid="107527"/>
                                        </p:tgtEl>
                                      </p:cBhvr>
                                    </p:animEffect>
                                  </p:childTnLst>
                                </p:cTn>
                              </p:par>
                            </p:childTnLst>
                          </p:cTn>
                        </p:par>
                        <p:par>
                          <p:cTn id="24" fill="hold" nodeType="afterGroup">
                            <p:stCondLst>
                              <p:cond delay="2500"/>
                            </p:stCondLst>
                            <p:childTnLst>
                              <p:par>
                                <p:cTn id="25" presetID="22" presetClass="entr" presetSubtype="2" fill="hold" grpId="0" nodeType="afterEffect">
                                  <p:stCondLst>
                                    <p:cond delay="0"/>
                                  </p:stCondLst>
                                  <p:childTnLst>
                                    <p:set>
                                      <p:cBhvr>
                                        <p:cTn id="26" dur="1" fill="hold">
                                          <p:stCondLst>
                                            <p:cond delay="0"/>
                                          </p:stCondLst>
                                        </p:cTn>
                                        <p:tgtEl>
                                          <p:spTgt spid="107535"/>
                                        </p:tgtEl>
                                        <p:attrNameLst>
                                          <p:attrName>style.visibility</p:attrName>
                                        </p:attrNameLst>
                                      </p:cBhvr>
                                      <p:to>
                                        <p:strVal val="visible"/>
                                      </p:to>
                                    </p:set>
                                    <p:animEffect transition="in" filter="wipe(right)">
                                      <p:cBhvr>
                                        <p:cTn id="27" dur="500"/>
                                        <p:tgtEl>
                                          <p:spTgt spid="107535"/>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07537"/>
                                        </p:tgtEl>
                                        <p:attrNameLst>
                                          <p:attrName>style.visibility</p:attrName>
                                        </p:attrNameLst>
                                      </p:cBhvr>
                                      <p:to>
                                        <p:strVal val="visible"/>
                                      </p:to>
                                    </p:set>
                                    <p:animEffect transition="in" filter="wipe(left)">
                                      <p:cBhvr>
                                        <p:cTn id="31" dur="500"/>
                                        <p:tgtEl>
                                          <p:spTgt spid="107537"/>
                                        </p:tgtEl>
                                      </p:cBhvr>
                                    </p:animEffect>
                                  </p:childTnLst>
                                </p:cTn>
                              </p:par>
                            </p:childTnLst>
                          </p:cTn>
                        </p:par>
                        <p:par>
                          <p:cTn id="32" fill="hold" nodeType="afterGroup">
                            <p:stCondLst>
                              <p:cond delay="3500"/>
                            </p:stCondLst>
                            <p:childTnLst>
                              <p:par>
                                <p:cTn id="33" presetID="22" presetClass="entr" presetSubtype="2" fill="hold" grpId="0" nodeType="afterEffect">
                                  <p:stCondLst>
                                    <p:cond delay="0"/>
                                  </p:stCondLst>
                                  <p:childTnLst>
                                    <p:set>
                                      <p:cBhvr>
                                        <p:cTn id="34" dur="1" fill="hold">
                                          <p:stCondLst>
                                            <p:cond delay="0"/>
                                          </p:stCondLst>
                                        </p:cTn>
                                        <p:tgtEl>
                                          <p:spTgt spid="107548"/>
                                        </p:tgtEl>
                                        <p:attrNameLst>
                                          <p:attrName>style.visibility</p:attrName>
                                        </p:attrNameLst>
                                      </p:cBhvr>
                                      <p:to>
                                        <p:strVal val="visible"/>
                                      </p:to>
                                    </p:set>
                                    <p:animEffect transition="in" filter="wipe(right)">
                                      <p:cBhvr>
                                        <p:cTn id="35" dur="500"/>
                                        <p:tgtEl>
                                          <p:spTgt spid="10754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107603"/>
                                        </p:tgtEl>
                                        <p:attrNameLst>
                                          <p:attrName>style.visibility</p:attrName>
                                        </p:attrNameLst>
                                      </p:cBhvr>
                                      <p:to>
                                        <p:strVal val="visible"/>
                                      </p:to>
                                    </p:set>
                                    <p:animEffect transition="in" filter="wipe(up)">
                                      <p:cBhvr>
                                        <p:cTn id="40" dur="500"/>
                                        <p:tgtEl>
                                          <p:spTgt spid="10760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07590"/>
                                        </p:tgtEl>
                                        <p:attrNameLst>
                                          <p:attrName>style.visibility</p:attrName>
                                        </p:attrNameLst>
                                      </p:cBhvr>
                                      <p:to>
                                        <p:strVal val="visible"/>
                                      </p:to>
                                    </p:set>
                                    <p:animEffect transition="in" filter="wipe(up)">
                                      <p:cBhvr>
                                        <p:cTn id="45" dur="500"/>
                                        <p:tgtEl>
                                          <p:spTgt spid="107590"/>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107591"/>
                                        </p:tgtEl>
                                        <p:attrNameLst>
                                          <p:attrName>style.visibility</p:attrName>
                                        </p:attrNameLst>
                                      </p:cBhvr>
                                      <p:to>
                                        <p:strVal val="visible"/>
                                      </p:to>
                                    </p:set>
                                    <p:animEffect transition="in" filter="wipe(up)">
                                      <p:cBhvr>
                                        <p:cTn id="48" dur="500"/>
                                        <p:tgtEl>
                                          <p:spTgt spid="107591"/>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107592"/>
                                        </p:tgtEl>
                                        <p:attrNameLst>
                                          <p:attrName>style.visibility</p:attrName>
                                        </p:attrNameLst>
                                      </p:cBhvr>
                                      <p:to>
                                        <p:strVal val="visible"/>
                                      </p:to>
                                    </p:set>
                                    <p:animEffect transition="in" filter="wipe(up)">
                                      <p:cBhvr>
                                        <p:cTn id="51" dur="500"/>
                                        <p:tgtEl>
                                          <p:spTgt spid="107592"/>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107593"/>
                                        </p:tgtEl>
                                        <p:attrNameLst>
                                          <p:attrName>style.visibility</p:attrName>
                                        </p:attrNameLst>
                                      </p:cBhvr>
                                      <p:to>
                                        <p:strVal val="visible"/>
                                      </p:to>
                                    </p:set>
                                    <p:animEffect transition="in" filter="wipe(up)">
                                      <p:cBhvr>
                                        <p:cTn id="54" dur="500"/>
                                        <p:tgtEl>
                                          <p:spTgt spid="107593"/>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107594"/>
                                        </p:tgtEl>
                                        <p:attrNameLst>
                                          <p:attrName>style.visibility</p:attrName>
                                        </p:attrNameLst>
                                      </p:cBhvr>
                                      <p:to>
                                        <p:strVal val="visible"/>
                                      </p:to>
                                    </p:set>
                                    <p:animEffect transition="in" filter="wipe(up)">
                                      <p:cBhvr>
                                        <p:cTn id="57" dur="500"/>
                                        <p:tgtEl>
                                          <p:spTgt spid="107594"/>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07616"/>
                                        </p:tgtEl>
                                        <p:attrNameLst>
                                          <p:attrName>style.visibility</p:attrName>
                                        </p:attrNameLst>
                                      </p:cBhvr>
                                      <p:to>
                                        <p:strVal val="visible"/>
                                      </p:to>
                                    </p:set>
                                    <p:animEffect transition="in" filter="wipe(down)">
                                      <p:cBhvr>
                                        <p:cTn id="60" dur="500"/>
                                        <p:tgtEl>
                                          <p:spTgt spid="107616"/>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07615"/>
                                        </p:tgtEl>
                                        <p:attrNameLst>
                                          <p:attrName>style.visibility</p:attrName>
                                        </p:attrNameLst>
                                      </p:cBhvr>
                                      <p:to>
                                        <p:strVal val="visible"/>
                                      </p:to>
                                    </p:set>
                                    <p:animEffect transition="in" filter="wipe(down)">
                                      <p:cBhvr>
                                        <p:cTn id="63" dur="500"/>
                                        <p:tgtEl>
                                          <p:spTgt spid="107615"/>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107550"/>
                                        </p:tgtEl>
                                        <p:attrNameLst>
                                          <p:attrName>style.visibility</p:attrName>
                                        </p:attrNameLst>
                                      </p:cBhvr>
                                      <p:to>
                                        <p:strVal val="visible"/>
                                      </p:to>
                                    </p:set>
                                    <p:animEffect transition="in" filter="wipe(down)">
                                      <p:cBhvr>
                                        <p:cTn id="66" dur="500"/>
                                        <p:tgtEl>
                                          <p:spTgt spid="107550"/>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107551"/>
                                        </p:tgtEl>
                                        <p:attrNameLst>
                                          <p:attrName>style.visibility</p:attrName>
                                        </p:attrNameLst>
                                      </p:cBhvr>
                                      <p:to>
                                        <p:strVal val="visible"/>
                                      </p:to>
                                    </p:set>
                                    <p:animEffect transition="in" filter="wipe(up)">
                                      <p:cBhvr>
                                        <p:cTn id="69" dur="500"/>
                                        <p:tgtEl>
                                          <p:spTgt spid="107551"/>
                                        </p:tgtEl>
                                      </p:cBhvr>
                                    </p:animEffect>
                                  </p:childTnLst>
                                </p:cTn>
                              </p:par>
                              <p:par>
                                <p:cTn id="70" presetID="22" presetClass="entr" presetSubtype="1" fill="hold" grpId="0" nodeType="withEffect">
                                  <p:stCondLst>
                                    <p:cond delay="0"/>
                                  </p:stCondLst>
                                  <p:childTnLst>
                                    <p:set>
                                      <p:cBhvr>
                                        <p:cTn id="71" dur="1" fill="hold">
                                          <p:stCondLst>
                                            <p:cond delay="0"/>
                                          </p:stCondLst>
                                        </p:cTn>
                                        <p:tgtEl>
                                          <p:spTgt spid="107552"/>
                                        </p:tgtEl>
                                        <p:attrNameLst>
                                          <p:attrName>style.visibility</p:attrName>
                                        </p:attrNameLst>
                                      </p:cBhvr>
                                      <p:to>
                                        <p:strVal val="visible"/>
                                      </p:to>
                                    </p:set>
                                    <p:animEffect transition="in" filter="wipe(up)">
                                      <p:cBhvr>
                                        <p:cTn id="72" dur="500"/>
                                        <p:tgtEl>
                                          <p:spTgt spid="10755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107601"/>
                                        </p:tgtEl>
                                        <p:attrNameLst>
                                          <p:attrName>style.visibility</p:attrName>
                                        </p:attrNameLst>
                                      </p:cBhvr>
                                      <p:to>
                                        <p:strVal val="visible"/>
                                      </p:to>
                                    </p:set>
                                    <p:animEffect transition="in" filter="wipe(up)">
                                      <p:cBhvr>
                                        <p:cTn id="77" dur="500"/>
                                        <p:tgtEl>
                                          <p:spTgt spid="107601"/>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107555"/>
                                        </p:tgtEl>
                                        <p:attrNameLst>
                                          <p:attrName>style.visibility</p:attrName>
                                        </p:attrNameLst>
                                      </p:cBhvr>
                                      <p:to>
                                        <p:strVal val="visible"/>
                                      </p:to>
                                    </p:set>
                                    <p:animEffect transition="in" filter="wipe(up)">
                                      <p:cBhvr>
                                        <p:cTn id="80" dur="500"/>
                                        <p:tgtEl>
                                          <p:spTgt spid="107555"/>
                                        </p:tgtEl>
                                      </p:cBhvr>
                                    </p:animEffect>
                                  </p:childTnLst>
                                </p:cTn>
                              </p:par>
                              <p:par>
                                <p:cTn id="81" presetID="22" presetClass="entr" presetSubtype="1" fill="hold" grpId="0" nodeType="withEffect">
                                  <p:stCondLst>
                                    <p:cond delay="0"/>
                                  </p:stCondLst>
                                  <p:childTnLst>
                                    <p:set>
                                      <p:cBhvr>
                                        <p:cTn id="82" dur="1" fill="hold">
                                          <p:stCondLst>
                                            <p:cond delay="0"/>
                                          </p:stCondLst>
                                        </p:cTn>
                                        <p:tgtEl>
                                          <p:spTgt spid="107588"/>
                                        </p:tgtEl>
                                        <p:attrNameLst>
                                          <p:attrName>style.visibility</p:attrName>
                                        </p:attrNameLst>
                                      </p:cBhvr>
                                      <p:to>
                                        <p:strVal val="visible"/>
                                      </p:to>
                                    </p:set>
                                    <p:animEffect transition="in" filter="wipe(up)">
                                      <p:cBhvr>
                                        <p:cTn id="83" dur="500"/>
                                        <p:tgtEl>
                                          <p:spTgt spid="107588"/>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107557"/>
                                        </p:tgtEl>
                                        <p:attrNameLst>
                                          <p:attrName>style.visibility</p:attrName>
                                        </p:attrNameLst>
                                      </p:cBhvr>
                                      <p:to>
                                        <p:strVal val="visible"/>
                                      </p:to>
                                    </p:set>
                                    <p:animEffect transition="in" filter="wipe(left)">
                                      <p:cBhvr>
                                        <p:cTn id="86" dur="500"/>
                                        <p:tgtEl>
                                          <p:spTgt spid="107557"/>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107587"/>
                                        </p:tgtEl>
                                        <p:attrNameLst>
                                          <p:attrName>style.visibility</p:attrName>
                                        </p:attrNameLst>
                                      </p:cBhvr>
                                      <p:to>
                                        <p:strVal val="visible"/>
                                      </p:to>
                                    </p:set>
                                    <p:animEffect transition="in" filter="wipe(left)">
                                      <p:cBhvr>
                                        <p:cTn id="89" dur="500"/>
                                        <p:tgtEl>
                                          <p:spTgt spid="107587"/>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107558"/>
                                        </p:tgtEl>
                                        <p:attrNameLst>
                                          <p:attrName>style.visibility</p:attrName>
                                        </p:attrNameLst>
                                      </p:cBhvr>
                                      <p:to>
                                        <p:strVal val="visible"/>
                                      </p:to>
                                    </p:set>
                                    <p:animEffect transition="in" filter="wipe(left)">
                                      <p:cBhvr>
                                        <p:cTn id="92" dur="500"/>
                                        <p:tgtEl>
                                          <p:spTgt spid="107558"/>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2" fill="hold" grpId="0" nodeType="clickEffect">
                                  <p:stCondLst>
                                    <p:cond delay="0"/>
                                  </p:stCondLst>
                                  <p:childTnLst>
                                    <p:set>
                                      <p:cBhvr>
                                        <p:cTn id="96" dur="1" fill="hold">
                                          <p:stCondLst>
                                            <p:cond delay="0"/>
                                          </p:stCondLst>
                                        </p:cTn>
                                        <p:tgtEl>
                                          <p:spTgt spid="107528"/>
                                        </p:tgtEl>
                                        <p:attrNameLst>
                                          <p:attrName>style.visibility</p:attrName>
                                        </p:attrNameLst>
                                      </p:cBhvr>
                                      <p:to>
                                        <p:strVal val="visible"/>
                                      </p:to>
                                    </p:set>
                                    <p:animEffect transition="in" filter="wipe(right)">
                                      <p:cBhvr>
                                        <p:cTn id="97" dur="500"/>
                                        <p:tgtEl>
                                          <p:spTgt spid="107528"/>
                                        </p:tgtEl>
                                      </p:cBhvr>
                                    </p:animEffect>
                                  </p:childTnLst>
                                </p:cTn>
                              </p:par>
                            </p:childTnLst>
                          </p:cTn>
                        </p:par>
                        <p:par>
                          <p:cTn id="98" fill="hold" nodeType="afterGroup">
                            <p:stCondLst>
                              <p:cond delay="500"/>
                            </p:stCondLst>
                            <p:childTnLst>
                              <p:par>
                                <p:cTn id="99" presetID="22" presetClass="entr" presetSubtype="2" fill="hold" grpId="0" nodeType="afterEffect">
                                  <p:stCondLst>
                                    <p:cond delay="0"/>
                                  </p:stCondLst>
                                  <p:childTnLst>
                                    <p:set>
                                      <p:cBhvr>
                                        <p:cTn id="100" dur="1" fill="hold">
                                          <p:stCondLst>
                                            <p:cond delay="0"/>
                                          </p:stCondLst>
                                        </p:cTn>
                                        <p:tgtEl>
                                          <p:spTgt spid="107617"/>
                                        </p:tgtEl>
                                        <p:attrNameLst>
                                          <p:attrName>style.visibility</p:attrName>
                                        </p:attrNameLst>
                                      </p:cBhvr>
                                      <p:to>
                                        <p:strVal val="visible"/>
                                      </p:to>
                                    </p:set>
                                    <p:animEffect transition="in" filter="wipe(right)">
                                      <p:cBhvr>
                                        <p:cTn id="101" dur="500"/>
                                        <p:tgtEl>
                                          <p:spTgt spid="107617"/>
                                        </p:tgtEl>
                                      </p:cBhvr>
                                    </p:animEffect>
                                  </p:childTnLst>
                                </p:cTn>
                              </p:par>
                            </p:childTnLst>
                          </p:cTn>
                        </p:par>
                        <p:par>
                          <p:cTn id="102" fill="hold" nodeType="afterGroup">
                            <p:stCondLst>
                              <p:cond delay="1000"/>
                            </p:stCondLst>
                            <p:childTnLst>
                              <p:par>
                                <p:cTn id="103" presetID="22" presetClass="entr" presetSubtype="4" fill="hold" grpId="0" nodeType="afterEffect">
                                  <p:stCondLst>
                                    <p:cond delay="0"/>
                                  </p:stCondLst>
                                  <p:childTnLst>
                                    <p:set>
                                      <p:cBhvr>
                                        <p:cTn id="104" dur="1" fill="hold">
                                          <p:stCondLst>
                                            <p:cond delay="0"/>
                                          </p:stCondLst>
                                        </p:cTn>
                                        <p:tgtEl>
                                          <p:spTgt spid="107559"/>
                                        </p:tgtEl>
                                        <p:attrNameLst>
                                          <p:attrName>style.visibility</p:attrName>
                                        </p:attrNameLst>
                                      </p:cBhvr>
                                      <p:to>
                                        <p:strVal val="visible"/>
                                      </p:to>
                                    </p:set>
                                    <p:animEffect transition="in" filter="wipe(down)">
                                      <p:cBhvr>
                                        <p:cTn id="105" dur="500"/>
                                        <p:tgtEl>
                                          <p:spTgt spid="107559"/>
                                        </p:tgtEl>
                                      </p:cBhvr>
                                    </p:animEffect>
                                  </p:childTnLst>
                                </p:cTn>
                              </p:par>
                            </p:childTnLst>
                          </p:cTn>
                        </p:par>
                        <p:par>
                          <p:cTn id="106" fill="hold" nodeType="afterGroup">
                            <p:stCondLst>
                              <p:cond delay="1500"/>
                            </p:stCondLst>
                            <p:childTnLst>
                              <p:par>
                                <p:cTn id="107" presetID="22" presetClass="entr" presetSubtype="1" fill="hold" grpId="0" nodeType="afterEffect">
                                  <p:stCondLst>
                                    <p:cond delay="0"/>
                                  </p:stCondLst>
                                  <p:childTnLst>
                                    <p:set>
                                      <p:cBhvr>
                                        <p:cTn id="108" dur="1" fill="hold">
                                          <p:stCondLst>
                                            <p:cond delay="0"/>
                                          </p:stCondLst>
                                        </p:cTn>
                                        <p:tgtEl>
                                          <p:spTgt spid="107582"/>
                                        </p:tgtEl>
                                        <p:attrNameLst>
                                          <p:attrName>style.visibility</p:attrName>
                                        </p:attrNameLst>
                                      </p:cBhvr>
                                      <p:to>
                                        <p:strVal val="visible"/>
                                      </p:to>
                                    </p:set>
                                    <p:animEffect transition="in" filter="wipe(up)">
                                      <p:cBhvr>
                                        <p:cTn id="109" dur="500"/>
                                        <p:tgtEl>
                                          <p:spTgt spid="107582"/>
                                        </p:tgtEl>
                                      </p:cBhvr>
                                    </p:animEffect>
                                  </p:childTnLst>
                                </p:cTn>
                              </p:par>
                            </p:childTnLst>
                          </p:cTn>
                        </p:par>
                        <p:par>
                          <p:cTn id="110" fill="hold" nodeType="afterGroup">
                            <p:stCondLst>
                              <p:cond delay="2000"/>
                            </p:stCondLst>
                            <p:childTnLst>
                              <p:par>
                                <p:cTn id="111" presetID="22" presetClass="entr" presetSubtype="8" fill="hold" grpId="0" nodeType="afterEffect">
                                  <p:stCondLst>
                                    <p:cond delay="0"/>
                                  </p:stCondLst>
                                  <p:childTnLst>
                                    <p:set>
                                      <p:cBhvr>
                                        <p:cTn id="112" dur="1" fill="hold">
                                          <p:stCondLst>
                                            <p:cond delay="0"/>
                                          </p:stCondLst>
                                        </p:cTn>
                                        <p:tgtEl>
                                          <p:spTgt spid="107572"/>
                                        </p:tgtEl>
                                        <p:attrNameLst>
                                          <p:attrName>style.visibility</p:attrName>
                                        </p:attrNameLst>
                                      </p:cBhvr>
                                      <p:to>
                                        <p:strVal val="visible"/>
                                      </p:to>
                                    </p:set>
                                    <p:animEffect transition="in" filter="wipe(left)">
                                      <p:cBhvr>
                                        <p:cTn id="113" dur="500"/>
                                        <p:tgtEl>
                                          <p:spTgt spid="107572"/>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1" fill="hold" grpId="0" nodeType="clickEffect">
                                  <p:stCondLst>
                                    <p:cond delay="0"/>
                                  </p:stCondLst>
                                  <p:childTnLst>
                                    <p:set>
                                      <p:cBhvr>
                                        <p:cTn id="117" dur="1" fill="hold">
                                          <p:stCondLst>
                                            <p:cond delay="0"/>
                                          </p:stCondLst>
                                        </p:cTn>
                                        <p:tgtEl>
                                          <p:spTgt spid="107586"/>
                                        </p:tgtEl>
                                        <p:attrNameLst>
                                          <p:attrName>style.visibility</p:attrName>
                                        </p:attrNameLst>
                                      </p:cBhvr>
                                      <p:to>
                                        <p:strVal val="visible"/>
                                      </p:to>
                                    </p:set>
                                    <p:animEffect transition="in" filter="wipe(up)">
                                      <p:cBhvr>
                                        <p:cTn id="118" dur="500"/>
                                        <p:tgtEl>
                                          <p:spTgt spid="107586"/>
                                        </p:tgtEl>
                                      </p:cBhvr>
                                    </p:animEffect>
                                  </p:childTnLst>
                                </p:cTn>
                              </p:par>
                            </p:childTnLst>
                          </p:cTn>
                        </p:par>
                        <p:par>
                          <p:cTn id="119" fill="hold" nodeType="afterGroup">
                            <p:stCondLst>
                              <p:cond delay="500"/>
                            </p:stCondLst>
                            <p:childTnLst>
                              <p:par>
                                <p:cTn id="120" presetID="22" presetClass="entr" presetSubtype="1" fill="hold" grpId="0" nodeType="afterEffect">
                                  <p:stCondLst>
                                    <p:cond delay="0"/>
                                  </p:stCondLst>
                                  <p:childTnLst>
                                    <p:set>
                                      <p:cBhvr>
                                        <p:cTn id="121" dur="1" fill="hold">
                                          <p:stCondLst>
                                            <p:cond delay="0"/>
                                          </p:stCondLst>
                                        </p:cTn>
                                        <p:tgtEl>
                                          <p:spTgt spid="107573"/>
                                        </p:tgtEl>
                                        <p:attrNameLst>
                                          <p:attrName>style.visibility</p:attrName>
                                        </p:attrNameLst>
                                      </p:cBhvr>
                                      <p:to>
                                        <p:strVal val="visible"/>
                                      </p:to>
                                    </p:set>
                                    <p:animEffect transition="in" filter="wipe(up)">
                                      <p:cBhvr>
                                        <p:cTn id="122" dur="500"/>
                                        <p:tgtEl>
                                          <p:spTgt spid="107573"/>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107560"/>
                                        </p:tgtEl>
                                        <p:attrNameLst>
                                          <p:attrName>style.visibility</p:attrName>
                                        </p:attrNameLst>
                                      </p:cBhvr>
                                      <p:to>
                                        <p:strVal val="visible"/>
                                      </p:to>
                                    </p:set>
                                    <p:animEffect transition="in" filter="wipe(down)">
                                      <p:cBhvr>
                                        <p:cTn id="127" dur="500"/>
                                        <p:tgtEl>
                                          <p:spTgt spid="107560"/>
                                        </p:tgtEl>
                                      </p:cBhvr>
                                    </p:animEffect>
                                  </p:childTnLst>
                                </p:cTn>
                              </p:par>
                            </p:childTnLst>
                          </p:cTn>
                        </p:par>
                        <p:par>
                          <p:cTn id="128" fill="hold" nodeType="afterGroup">
                            <p:stCondLst>
                              <p:cond delay="500"/>
                            </p:stCondLst>
                            <p:childTnLst>
                              <p:par>
                                <p:cTn id="129" presetID="22" presetClass="entr" presetSubtype="1" fill="hold" grpId="0" nodeType="afterEffect">
                                  <p:stCondLst>
                                    <p:cond delay="0"/>
                                  </p:stCondLst>
                                  <p:childTnLst>
                                    <p:set>
                                      <p:cBhvr>
                                        <p:cTn id="130" dur="1" fill="hold">
                                          <p:stCondLst>
                                            <p:cond delay="0"/>
                                          </p:stCondLst>
                                        </p:cTn>
                                        <p:tgtEl>
                                          <p:spTgt spid="107585"/>
                                        </p:tgtEl>
                                        <p:attrNameLst>
                                          <p:attrName>style.visibility</p:attrName>
                                        </p:attrNameLst>
                                      </p:cBhvr>
                                      <p:to>
                                        <p:strVal val="visible"/>
                                      </p:to>
                                    </p:set>
                                    <p:animEffect transition="in" filter="wipe(up)">
                                      <p:cBhvr>
                                        <p:cTn id="131" dur="500"/>
                                        <p:tgtEl>
                                          <p:spTgt spid="107585"/>
                                        </p:tgtEl>
                                      </p:cBhvr>
                                    </p:animEffect>
                                  </p:childTnLst>
                                </p:cTn>
                              </p:par>
                            </p:childTnLst>
                          </p:cTn>
                        </p:par>
                        <p:par>
                          <p:cTn id="132" fill="hold" nodeType="afterGroup">
                            <p:stCondLst>
                              <p:cond delay="1000"/>
                            </p:stCondLst>
                            <p:childTnLst>
                              <p:par>
                                <p:cTn id="133" presetID="22" presetClass="entr" presetSubtype="1" fill="hold" grpId="0" nodeType="afterEffect">
                                  <p:stCondLst>
                                    <p:cond delay="0"/>
                                  </p:stCondLst>
                                  <p:childTnLst>
                                    <p:set>
                                      <p:cBhvr>
                                        <p:cTn id="134" dur="1" fill="hold">
                                          <p:stCondLst>
                                            <p:cond delay="0"/>
                                          </p:stCondLst>
                                        </p:cTn>
                                        <p:tgtEl>
                                          <p:spTgt spid="107556"/>
                                        </p:tgtEl>
                                        <p:attrNameLst>
                                          <p:attrName>style.visibility</p:attrName>
                                        </p:attrNameLst>
                                      </p:cBhvr>
                                      <p:to>
                                        <p:strVal val="visible"/>
                                      </p:to>
                                    </p:set>
                                    <p:animEffect transition="in" filter="wipe(up)">
                                      <p:cBhvr>
                                        <p:cTn id="135" dur="500"/>
                                        <p:tgtEl>
                                          <p:spTgt spid="107556"/>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2" fill="hold" grpId="0" nodeType="clickEffect">
                                  <p:stCondLst>
                                    <p:cond delay="0"/>
                                  </p:stCondLst>
                                  <p:childTnLst>
                                    <p:set>
                                      <p:cBhvr>
                                        <p:cTn id="139" dur="1" fill="hold">
                                          <p:stCondLst>
                                            <p:cond delay="0"/>
                                          </p:stCondLst>
                                        </p:cTn>
                                        <p:tgtEl>
                                          <p:spTgt spid="107554"/>
                                        </p:tgtEl>
                                        <p:attrNameLst>
                                          <p:attrName>style.visibility</p:attrName>
                                        </p:attrNameLst>
                                      </p:cBhvr>
                                      <p:to>
                                        <p:strVal val="visible"/>
                                      </p:to>
                                    </p:set>
                                    <p:animEffect transition="in" filter="wipe(right)">
                                      <p:cBhvr>
                                        <p:cTn id="140" dur="500"/>
                                        <p:tgtEl>
                                          <p:spTgt spid="107554"/>
                                        </p:tgtEl>
                                      </p:cBhvr>
                                    </p:animEffect>
                                  </p:childTnLst>
                                </p:cTn>
                              </p:par>
                            </p:childTnLst>
                          </p:cTn>
                        </p:par>
                        <p:par>
                          <p:cTn id="141" fill="hold" nodeType="afterGroup">
                            <p:stCondLst>
                              <p:cond delay="500"/>
                            </p:stCondLst>
                            <p:childTnLst>
                              <p:par>
                                <p:cTn id="142" presetID="22" presetClass="entr" presetSubtype="4" fill="hold" grpId="0" nodeType="afterEffect">
                                  <p:stCondLst>
                                    <p:cond delay="0"/>
                                  </p:stCondLst>
                                  <p:childTnLst>
                                    <p:set>
                                      <p:cBhvr>
                                        <p:cTn id="143" dur="1" fill="hold">
                                          <p:stCondLst>
                                            <p:cond delay="0"/>
                                          </p:stCondLst>
                                        </p:cTn>
                                        <p:tgtEl>
                                          <p:spTgt spid="107542"/>
                                        </p:tgtEl>
                                        <p:attrNameLst>
                                          <p:attrName>style.visibility</p:attrName>
                                        </p:attrNameLst>
                                      </p:cBhvr>
                                      <p:to>
                                        <p:strVal val="visible"/>
                                      </p:to>
                                    </p:set>
                                    <p:animEffect transition="in" filter="wipe(down)">
                                      <p:cBhvr>
                                        <p:cTn id="144" dur="500"/>
                                        <p:tgtEl>
                                          <p:spTgt spid="107542"/>
                                        </p:tgtEl>
                                      </p:cBhvr>
                                    </p:animEffect>
                                  </p:childTnLst>
                                </p:cTn>
                              </p:par>
                            </p:childTnLst>
                          </p:cTn>
                        </p:par>
                        <p:par>
                          <p:cTn id="145" fill="hold" nodeType="afterGroup">
                            <p:stCondLst>
                              <p:cond delay="1000"/>
                            </p:stCondLst>
                            <p:childTnLst>
                              <p:par>
                                <p:cTn id="146" presetID="22" presetClass="entr" presetSubtype="1" fill="hold" grpId="0" nodeType="afterEffect">
                                  <p:stCondLst>
                                    <p:cond delay="0"/>
                                  </p:stCondLst>
                                  <p:childTnLst>
                                    <p:set>
                                      <p:cBhvr>
                                        <p:cTn id="147" dur="1" fill="hold">
                                          <p:stCondLst>
                                            <p:cond delay="0"/>
                                          </p:stCondLst>
                                        </p:cTn>
                                        <p:tgtEl>
                                          <p:spTgt spid="107584"/>
                                        </p:tgtEl>
                                        <p:attrNameLst>
                                          <p:attrName>style.visibility</p:attrName>
                                        </p:attrNameLst>
                                      </p:cBhvr>
                                      <p:to>
                                        <p:strVal val="visible"/>
                                      </p:to>
                                    </p:set>
                                    <p:animEffect transition="in" filter="wipe(up)">
                                      <p:cBhvr>
                                        <p:cTn id="148" dur="500"/>
                                        <p:tgtEl>
                                          <p:spTgt spid="107584"/>
                                        </p:tgtEl>
                                      </p:cBhvr>
                                    </p:animEffect>
                                  </p:childTnLst>
                                </p:cTn>
                              </p:par>
                            </p:childTnLst>
                          </p:cTn>
                        </p:par>
                        <p:par>
                          <p:cTn id="149" fill="hold" nodeType="afterGroup">
                            <p:stCondLst>
                              <p:cond delay="1500"/>
                            </p:stCondLst>
                            <p:childTnLst>
                              <p:par>
                                <p:cTn id="150" presetID="22" presetClass="entr" presetSubtype="1" fill="hold" grpId="0" nodeType="afterEffect">
                                  <p:stCondLst>
                                    <p:cond delay="0"/>
                                  </p:stCondLst>
                                  <p:childTnLst>
                                    <p:set>
                                      <p:cBhvr>
                                        <p:cTn id="151" dur="1" fill="hold">
                                          <p:stCondLst>
                                            <p:cond delay="0"/>
                                          </p:stCondLst>
                                        </p:cTn>
                                        <p:tgtEl>
                                          <p:spTgt spid="107574"/>
                                        </p:tgtEl>
                                        <p:attrNameLst>
                                          <p:attrName>style.visibility</p:attrName>
                                        </p:attrNameLst>
                                      </p:cBhvr>
                                      <p:to>
                                        <p:strVal val="visible"/>
                                      </p:to>
                                    </p:set>
                                    <p:animEffect transition="in" filter="wipe(up)">
                                      <p:cBhvr>
                                        <p:cTn id="152" dur="500"/>
                                        <p:tgtEl>
                                          <p:spTgt spid="107574"/>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107567"/>
                                        </p:tgtEl>
                                        <p:attrNameLst>
                                          <p:attrName>style.visibility</p:attrName>
                                        </p:attrNameLst>
                                      </p:cBhvr>
                                      <p:to>
                                        <p:strVal val="visible"/>
                                      </p:to>
                                    </p:set>
                                    <p:animEffect transition="in" filter="wipe(left)">
                                      <p:cBhvr>
                                        <p:cTn id="157" dur="500"/>
                                        <p:tgtEl>
                                          <p:spTgt spid="107567"/>
                                        </p:tgtEl>
                                      </p:cBhvr>
                                    </p:animEffect>
                                  </p:childTnLst>
                                </p:cTn>
                              </p:par>
                            </p:childTnLst>
                          </p:cTn>
                        </p:par>
                        <p:par>
                          <p:cTn id="158" fill="hold" nodeType="afterGroup">
                            <p:stCondLst>
                              <p:cond delay="500"/>
                            </p:stCondLst>
                            <p:childTnLst>
                              <p:par>
                                <p:cTn id="159" presetID="22" presetClass="entr" presetSubtype="1" fill="hold" grpId="0" nodeType="afterEffect">
                                  <p:stCondLst>
                                    <p:cond delay="0"/>
                                  </p:stCondLst>
                                  <p:childTnLst>
                                    <p:set>
                                      <p:cBhvr>
                                        <p:cTn id="160" dur="1" fill="hold">
                                          <p:stCondLst>
                                            <p:cond delay="0"/>
                                          </p:stCondLst>
                                        </p:cTn>
                                        <p:tgtEl>
                                          <p:spTgt spid="107596"/>
                                        </p:tgtEl>
                                        <p:attrNameLst>
                                          <p:attrName>style.visibility</p:attrName>
                                        </p:attrNameLst>
                                      </p:cBhvr>
                                      <p:to>
                                        <p:strVal val="visible"/>
                                      </p:to>
                                    </p:set>
                                    <p:animEffect transition="in" filter="wipe(up)">
                                      <p:cBhvr>
                                        <p:cTn id="161" dur="500"/>
                                        <p:tgtEl>
                                          <p:spTgt spid="107596"/>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1" fill="hold" grpId="0" nodeType="clickEffect">
                                  <p:stCondLst>
                                    <p:cond delay="0"/>
                                  </p:stCondLst>
                                  <p:childTnLst>
                                    <p:set>
                                      <p:cBhvr>
                                        <p:cTn id="165" dur="1" fill="hold">
                                          <p:stCondLst>
                                            <p:cond delay="0"/>
                                          </p:stCondLst>
                                        </p:cTn>
                                        <p:tgtEl>
                                          <p:spTgt spid="107595"/>
                                        </p:tgtEl>
                                        <p:attrNameLst>
                                          <p:attrName>style.visibility</p:attrName>
                                        </p:attrNameLst>
                                      </p:cBhvr>
                                      <p:to>
                                        <p:strVal val="visible"/>
                                      </p:to>
                                    </p:set>
                                    <p:animEffect transition="in" filter="wipe(up)">
                                      <p:cBhvr>
                                        <p:cTn id="166" dur="500"/>
                                        <p:tgtEl>
                                          <p:spTgt spid="107595"/>
                                        </p:tgtEl>
                                      </p:cBhvr>
                                    </p:animEffect>
                                  </p:childTnLst>
                                </p:cTn>
                              </p:par>
                            </p:childTnLst>
                          </p:cTn>
                        </p:par>
                        <p:par>
                          <p:cTn id="167" fill="hold" nodeType="afterGroup">
                            <p:stCondLst>
                              <p:cond delay="500"/>
                            </p:stCondLst>
                            <p:childTnLst>
                              <p:par>
                                <p:cTn id="168" presetID="22" presetClass="entr" presetSubtype="1" fill="hold" grpId="0" nodeType="afterEffect">
                                  <p:stCondLst>
                                    <p:cond delay="0"/>
                                  </p:stCondLst>
                                  <p:childTnLst>
                                    <p:set>
                                      <p:cBhvr>
                                        <p:cTn id="169" dur="1" fill="hold">
                                          <p:stCondLst>
                                            <p:cond delay="0"/>
                                          </p:stCondLst>
                                        </p:cTn>
                                        <p:tgtEl>
                                          <p:spTgt spid="107553"/>
                                        </p:tgtEl>
                                        <p:attrNameLst>
                                          <p:attrName>style.visibility</p:attrName>
                                        </p:attrNameLst>
                                      </p:cBhvr>
                                      <p:to>
                                        <p:strVal val="visible"/>
                                      </p:to>
                                    </p:set>
                                    <p:animEffect transition="in" filter="wipe(up)">
                                      <p:cBhvr>
                                        <p:cTn id="170" dur="500"/>
                                        <p:tgtEl>
                                          <p:spTgt spid="107553"/>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4" fill="hold" grpId="0" nodeType="clickEffect">
                                  <p:stCondLst>
                                    <p:cond delay="0"/>
                                  </p:stCondLst>
                                  <p:childTnLst>
                                    <p:set>
                                      <p:cBhvr>
                                        <p:cTn id="174" dur="1" fill="hold">
                                          <p:stCondLst>
                                            <p:cond delay="0"/>
                                          </p:stCondLst>
                                        </p:cTn>
                                        <p:tgtEl>
                                          <p:spTgt spid="107569"/>
                                        </p:tgtEl>
                                        <p:attrNameLst>
                                          <p:attrName>style.visibility</p:attrName>
                                        </p:attrNameLst>
                                      </p:cBhvr>
                                      <p:to>
                                        <p:strVal val="visible"/>
                                      </p:to>
                                    </p:set>
                                    <p:animEffect transition="in" filter="wipe(down)">
                                      <p:cBhvr>
                                        <p:cTn id="175" dur="500"/>
                                        <p:tgtEl>
                                          <p:spTgt spid="107569"/>
                                        </p:tgtEl>
                                      </p:cBhvr>
                                    </p:animEffect>
                                  </p:childTnLst>
                                </p:cTn>
                              </p:par>
                            </p:childTnLst>
                          </p:cTn>
                        </p:par>
                        <p:par>
                          <p:cTn id="176" fill="hold" nodeType="afterGroup">
                            <p:stCondLst>
                              <p:cond delay="500"/>
                            </p:stCondLst>
                            <p:childTnLst>
                              <p:par>
                                <p:cTn id="177" presetID="22" presetClass="entr" presetSubtype="1" fill="hold" grpId="0" nodeType="afterEffect">
                                  <p:stCondLst>
                                    <p:cond delay="0"/>
                                  </p:stCondLst>
                                  <p:childTnLst>
                                    <p:set>
                                      <p:cBhvr>
                                        <p:cTn id="178" dur="1" fill="hold">
                                          <p:stCondLst>
                                            <p:cond delay="0"/>
                                          </p:stCondLst>
                                        </p:cTn>
                                        <p:tgtEl>
                                          <p:spTgt spid="107599"/>
                                        </p:tgtEl>
                                        <p:attrNameLst>
                                          <p:attrName>style.visibility</p:attrName>
                                        </p:attrNameLst>
                                      </p:cBhvr>
                                      <p:to>
                                        <p:strVal val="visible"/>
                                      </p:to>
                                    </p:set>
                                    <p:animEffect transition="in" filter="wipe(up)">
                                      <p:cBhvr>
                                        <p:cTn id="179" dur="500"/>
                                        <p:tgtEl>
                                          <p:spTgt spid="107599"/>
                                        </p:tgtEl>
                                      </p:cBhvr>
                                    </p:animEffect>
                                  </p:childTnLst>
                                </p:cTn>
                              </p:par>
                            </p:childTnLst>
                          </p:cTn>
                        </p:par>
                        <p:par>
                          <p:cTn id="180" fill="hold" nodeType="afterGroup">
                            <p:stCondLst>
                              <p:cond delay="1000"/>
                            </p:stCondLst>
                            <p:childTnLst>
                              <p:par>
                                <p:cTn id="181" presetID="22" presetClass="entr" presetSubtype="1" fill="hold" grpId="0" nodeType="afterEffect">
                                  <p:stCondLst>
                                    <p:cond delay="0"/>
                                  </p:stCondLst>
                                  <p:childTnLst>
                                    <p:set>
                                      <p:cBhvr>
                                        <p:cTn id="182" dur="1" fill="hold">
                                          <p:stCondLst>
                                            <p:cond delay="0"/>
                                          </p:stCondLst>
                                        </p:cTn>
                                        <p:tgtEl>
                                          <p:spTgt spid="107589"/>
                                        </p:tgtEl>
                                        <p:attrNameLst>
                                          <p:attrName>style.visibility</p:attrName>
                                        </p:attrNameLst>
                                      </p:cBhvr>
                                      <p:to>
                                        <p:strVal val="visible"/>
                                      </p:to>
                                    </p:set>
                                    <p:animEffect transition="in" filter="wipe(up)">
                                      <p:cBhvr>
                                        <p:cTn id="183" dur="500"/>
                                        <p:tgtEl>
                                          <p:spTgt spid="107589"/>
                                        </p:tgtEl>
                                      </p:cBhvr>
                                    </p:animEffect>
                                  </p:childTnLst>
                                </p:cTn>
                              </p:par>
                            </p:childTnLst>
                          </p:cTn>
                        </p:par>
                        <p:par>
                          <p:cTn id="184" fill="hold" nodeType="afterGroup">
                            <p:stCondLst>
                              <p:cond delay="1500"/>
                            </p:stCondLst>
                            <p:childTnLst>
                              <p:par>
                                <p:cTn id="185" presetID="22" presetClass="entr" presetSubtype="1" fill="hold" grpId="0" nodeType="afterEffect">
                                  <p:stCondLst>
                                    <p:cond delay="0"/>
                                  </p:stCondLst>
                                  <p:childTnLst>
                                    <p:set>
                                      <p:cBhvr>
                                        <p:cTn id="186" dur="1" fill="hold">
                                          <p:stCondLst>
                                            <p:cond delay="0"/>
                                          </p:stCondLst>
                                        </p:cTn>
                                        <p:tgtEl>
                                          <p:spTgt spid="107577"/>
                                        </p:tgtEl>
                                        <p:attrNameLst>
                                          <p:attrName>style.visibility</p:attrName>
                                        </p:attrNameLst>
                                      </p:cBhvr>
                                      <p:to>
                                        <p:strVal val="visible"/>
                                      </p:to>
                                    </p:set>
                                    <p:animEffect transition="in" filter="wipe(up)">
                                      <p:cBhvr>
                                        <p:cTn id="187" dur="500"/>
                                        <p:tgtEl>
                                          <p:spTgt spid="107577"/>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2" presetClass="entr" presetSubtype="2" fill="hold" grpId="0" nodeType="clickEffect">
                                  <p:stCondLst>
                                    <p:cond delay="0"/>
                                  </p:stCondLst>
                                  <p:childTnLst>
                                    <p:set>
                                      <p:cBhvr>
                                        <p:cTn id="191" dur="1" fill="hold">
                                          <p:stCondLst>
                                            <p:cond delay="0"/>
                                          </p:stCondLst>
                                        </p:cTn>
                                        <p:tgtEl>
                                          <p:spTgt spid="107570"/>
                                        </p:tgtEl>
                                        <p:attrNameLst>
                                          <p:attrName>style.visibility</p:attrName>
                                        </p:attrNameLst>
                                      </p:cBhvr>
                                      <p:to>
                                        <p:strVal val="visible"/>
                                      </p:to>
                                    </p:set>
                                    <p:animEffect transition="in" filter="wipe(right)">
                                      <p:cBhvr>
                                        <p:cTn id="192" dur="500"/>
                                        <p:tgtEl>
                                          <p:spTgt spid="107570"/>
                                        </p:tgtEl>
                                      </p:cBhvr>
                                    </p:animEffect>
                                  </p:childTnLst>
                                </p:cTn>
                              </p:par>
                            </p:childTnLst>
                          </p:cTn>
                        </p:par>
                        <p:par>
                          <p:cTn id="193" fill="hold" nodeType="afterGroup">
                            <p:stCondLst>
                              <p:cond delay="500"/>
                            </p:stCondLst>
                            <p:childTnLst>
                              <p:par>
                                <p:cTn id="194" presetID="22" presetClass="entr" presetSubtype="4" fill="hold" grpId="0" nodeType="afterEffect">
                                  <p:stCondLst>
                                    <p:cond delay="0"/>
                                  </p:stCondLst>
                                  <p:childTnLst>
                                    <p:set>
                                      <p:cBhvr>
                                        <p:cTn id="195" dur="1" fill="hold">
                                          <p:stCondLst>
                                            <p:cond delay="0"/>
                                          </p:stCondLst>
                                        </p:cTn>
                                        <p:tgtEl>
                                          <p:spTgt spid="107566"/>
                                        </p:tgtEl>
                                        <p:attrNameLst>
                                          <p:attrName>style.visibility</p:attrName>
                                        </p:attrNameLst>
                                      </p:cBhvr>
                                      <p:to>
                                        <p:strVal val="visible"/>
                                      </p:to>
                                    </p:set>
                                    <p:animEffect transition="in" filter="wipe(down)">
                                      <p:cBhvr>
                                        <p:cTn id="196" dur="500"/>
                                        <p:tgtEl>
                                          <p:spTgt spid="107566"/>
                                        </p:tgtEl>
                                      </p:cBhvr>
                                    </p:animEffect>
                                  </p:childTnLst>
                                </p:cTn>
                              </p:par>
                            </p:childTnLst>
                          </p:cTn>
                        </p:par>
                        <p:par>
                          <p:cTn id="197" fill="hold" nodeType="afterGroup">
                            <p:stCondLst>
                              <p:cond delay="1000"/>
                            </p:stCondLst>
                            <p:childTnLst>
                              <p:par>
                                <p:cTn id="198" presetID="22" presetClass="entr" presetSubtype="1" fill="hold" grpId="0" nodeType="afterEffect">
                                  <p:stCondLst>
                                    <p:cond delay="0"/>
                                  </p:stCondLst>
                                  <p:childTnLst>
                                    <p:set>
                                      <p:cBhvr>
                                        <p:cTn id="199" dur="1" fill="hold">
                                          <p:stCondLst>
                                            <p:cond delay="0"/>
                                          </p:stCondLst>
                                        </p:cTn>
                                        <p:tgtEl>
                                          <p:spTgt spid="107583"/>
                                        </p:tgtEl>
                                        <p:attrNameLst>
                                          <p:attrName>style.visibility</p:attrName>
                                        </p:attrNameLst>
                                      </p:cBhvr>
                                      <p:to>
                                        <p:strVal val="visible"/>
                                      </p:to>
                                    </p:set>
                                    <p:animEffect transition="in" filter="wipe(up)">
                                      <p:cBhvr>
                                        <p:cTn id="200" dur="500"/>
                                        <p:tgtEl>
                                          <p:spTgt spid="107583"/>
                                        </p:tgtEl>
                                      </p:cBhvr>
                                    </p:animEffect>
                                  </p:childTnLst>
                                </p:cTn>
                              </p:par>
                            </p:childTnLst>
                          </p:cTn>
                        </p:par>
                        <p:par>
                          <p:cTn id="201" fill="hold" nodeType="afterGroup">
                            <p:stCondLst>
                              <p:cond delay="1500"/>
                            </p:stCondLst>
                            <p:childTnLst>
                              <p:par>
                                <p:cTn id="202" presetID="22" presetClass="entr" presetSubtype="1" fill="hold" grpId="0" nodeType="afterEffect">
                                  <p:stCondLst>
                                    <p:cond delay="0"/>
                                  </p:stCondLst>
                                  <p:childTnLst>
                                    <p:set>
                                      <p:cBhvr>
                                        <p:cTn id="203" dur="1" fill="hold">
                                          <p:stCondLst>
                                            <p:cond delay="0"/>
                                          </p:stCondLst>
                                        </p:cTn>
                                        <p:tgtEl>
                                          <p:spTgt spid="107575"/>
                                        </p:tgtEl>
                                        <p:attrNameLst>
                                          <p:attrName>style.visibility</p:attrName>
                                        </p:attrNameLst>
                                      </p:cBhvr>
                                      <p:to>
                                        <p:strVal val="visible"/>
                                      </p:to>
                                    </p:set>
                                    <p:animEffect transition="in" filter="wipe(up)">
                                      <p:cBhvr>
                                        <p:cTn id="204" dur="500"/>
                                        <p:tgtEl>
                                          <p:spTgt spid="107575"/>
                                        </p:tgtEl>
                                      </p:cBhvr>
                                    </p:animEffec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22" presetClass="entr" presetSubtype="8" fill="hold" grpId="0" nodeType="clickEffect">
                                  <p:stCondLst>
                                    <p:cond delay="0"/>
                                  </p:stCondLst>
                                  <p:childTnLst>
                                    <p:set>
                                      <p:cBhvr>
                                        <p:cTn id="208" dur="1" fill="hold">
                                          <p:stCondLst>
                                            <p:cond delay="0"/>
                                          </p:stCondLst>
                                        </p:cTn>
                                        <p:tgtEl>
                                          <p:spTgt spid="107581"/>
                                        </p:tgtEl>
                                        <p:attrNameLst>
                                          <p:attrName>style.visibility</p:attrName>
                                        </p:attrNameLst>
                                      </p:cBhvr>
                                      <p:to>
                                        <p:strVal val="visible"/>
                                      </p:to>
                                    </p:set>
                                    <p:animEffect transition="in" filter="wipe(left)">
                                      <p:cBhvr>
                                        <p:cTn id="209" dur="500"/>
                                        <p:tgtEl>
                                          <p:spTgt spid="107581"/>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22" presetClass="entr" presetSubtype="4" fill="hold" grpId="0" nodeType="clickEffect">
                                  <p:stCondLst>
                                    <p:cond delay="0"/>
                                  </p:stCondLst>
                                  <p:childTnLst>
                                    <p:set>
                                      <p:cBhvr>
                                        <p:cTn id="213" dur="1" fill="hold">
                                          <p:stCondLst>
                                            <p:cond delay="0"/>
                                          </p:stCondLst>
                                        </p:cTn>
                                        <p:tgtEl>
                                          <p:spTgt spid="107562"/>
                                        </p:tgtEl>
                                        <p:attrNameLst>
                                          <p:attrName>style.visibility</p:attrName>
                                        </p:attrNameLst>
                                      </p:cBhvr>
                                      <p:to>
                                        <p:strVal val="visible"/>
                                      </p:to>
                                    </p:set>
                                    <p:animEffect transition="in" filter="wipe(down)">
                                      <p:cBhvr>
                                        <p:cTn id="214" dur="500"/>
                                        <p:tgtEl>
                                          <p:spTgt spid="107562"/>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22" presetClass="entr" presetSubtype="8" fill="hold" grpId="0" nodeType="clickEffect">
                                  <p:stCondLst>
                                    <p:cond delay="0"/>
                                  </p:stCondLst>
                                  <p:childTnLst>
                                    <p:set>
                                      <p:cBhvr>
                                        <p:cTn id="218" dur="1" fill="hold">
                                          <p:stCondLst>
                                            <p:cond delay="0"/>
                                          </p:stCondLst>
                                        </p:cTn>
                                        <p:tgtEl>
                                          <p:spTgt spid="107563"/>
                                        </p:tgtEl>
                                        <p:attrNameLst>
                                          <p:attrName>style.visibility</p:attrName>
                                        </p:attrNameLst>
                                      </p:cBhvr>
                                      <p:to>
                                        <p:strVal val="visible"/>
                                      </p:to>
                                    </p:set>
                                    <p:animEffect transition="in" filter="wipe(left)">
                                      <p:cBhvr>
                                        <p:cTn id="219" dur="500"/>
                                        <p:tgtEl>
                                          <p:spTgt spid="107563"/>
                                        </p:tgtEl>
                                      </p:cBhvr>
                                    </p:animEffect>
                                  </p:childTnLst>
                                </p:cTn>
                              </p:par>
                            </p:childTnLst>
                          </p:cTn>
                        </p:par>
                      </p:childTnLst>
                    </p:cTn>
                  </p:par>
                  <p:par>
                    <p:cTn id="220" fill="hold" nodeType="clickPar">
                      <p:stCondLst>
                        <p:cond delay="indefinite"/>
                      </p:stCondLst>
                      <p:childTnLst>
                        <p:par>
                          <p:cTn id="221" fill="hold" nodeType="withGroup">
                            <p:stCondLst>
                              <p:cond delay="0"/>
                            </p:stCondLst>
                            <p:childTnLst>
                              <p:par>
                                <p:cTn id="222" presetID="22" presetClass="entr" presetSubtype="2" fill="hold" grpId="0" nodeType="clickEffect">
                                  <p:stCondLst>
                                    <p:cond delay="0"/>
                                  </p:stCondLst>
                                  <p:childTnLst>
                                    <p:set>
                                      <p:cBhvr>
                                        <p:cTn id="223" dur="1" fill="hold">
                                          <p:stCondLst>
                                            <p:cond delay="0"/>
                                          </p:stCondLst>
                                        </p:cTn>
                                        <p:tgtEl>
                                          <p:spTgt spid="107565"/>
                                        </p:tgtEl>
                                        <p:attrNameLst>
                                          <p:attrName>style.visibility</p:attrName>
                                        </p:attrNameLst>
                                      </p:cBhvr>
                                      <p:to>
                                        <p:strVal val="visible"/>
                                      </p:to>
                                    </p:set>
                                    <p:animEffect transition="in" filter="wipe(right)">
                                      <p:cBhvr>
                                        <p:cTn id="224" dur="500"/>
                                        <p:tgtEl>
                                          <p:spTgt spid="107565"/>
                                        </p:tgtEl>
                                      </p:cBhvr>
                                    </p:animEffect>
                                  </p:childTnLst>
                                </p:cTn>
                              </p:par>
                            </p:childTnLst>
                          </p:cTn>
                        </p:par>
                      </p:childTnLst>
                    </p:cTn>
                  </p:par>
                  <p:par>
                    <p:cTn id="225" fill="hold" nodeType="clickPar">
                      <p:stCondLst>
                        <p:cond delay="indefinite"/>
                      </p:stCondLst>
                      <p:childTnLst>
                        <p:par>
                          <p:cTn id="226" fill="hold" nodeType="withGroup">
                            <p:stCondLst>
                              <p:cond delay="0"/>
                            </p:stCondLst>
                            <p:childTnLst>
                              <p:par>
                                <p:cTn id="227" presetID="22" presetClass="entr" presetSubtype="2" fill="hold" grpId="0" nodeType="clickEffect">
                                  <p:stCondLst>
                                    <p:cond delay="0"/>
                                  </p:stCondLst>
                                  <p:childTnLst>
                                    <p:set>
                                      <p:cBhvr>
                                        <p:cTn id="228" dur="1" fill="hold">
                                          <p:stCondLst>
                                            <p:cond delay="0"/>
                                          </p:stCondLst>
                                        </p:cTn>
                                        <p:tgtEl>
                                          <p:spTgt spid="107579"/>
                                        </p:tgtEl>
                                        <p:attrNameLst>
                                          <p:attrName>style.visibility</p:attrName>
                                        </p:attrNameLst>
                                      </p:cBhvr>
                                      <p:to>
                                        <p:strVal val="visible"/>
                                      </p:to>
                                    </p:set>
                                    <p:animEffect transition="in" filter="wipe(right)">
                                      <p:cBhvr>
                                        <p:cTn id="229" dur="500"/>
                                        <p:tgtEl>
                                          <p:spTgt spid="107579"/>
                                        </p:tgtEl>
                                      </p:cBhvr>
                                    </p:animEffec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22" presetClass="entr" presetSubtype="1" fill="hold" grpId="0" nodeType="clickEffect">
                                  <p:stCondLst>
                                    <p:cond delay="0"/>
                                  </p:stCondLst>
                                  <p:childTnLst>
                                    <p:set>
                                      <p:cBhvr>
                                        <p:cTn id="233" dur="1" fill="hold">
                                          <p:stCondLst>
                                            <p:cond delay="0"/>
                                          </p:stCondLst>
                                        </p:cTn>
                                        <p:tgtEl>
                                          <p:spTgt spid="107618"/>
                                        </p:tgtEl>
                                        <p:attrNameLst>
                                          <p:attrName>style.visibility</p:attrName>
                                        </p:attrNameLst>
                                      </p:cBhvr>
                                      <p:to>
                                        <p:strVal val="visible"/>
                                      </p:to>
                                    </p:set>
                                    <p:animEffect transition="in" filter="wipe(up)">
                                      <p:cBhvr>
                                        <p:cTn id="234" dur="500"/>
                                        <p:tgtEl>
                                          <p:spTgt spid="107618"/>
                                        </p:tgtEl>
                                      </p:cBhvr>
                                    </p:animEffect>
                                  </p:childTnLst>
                                </p:cTn>
                              </p:par>
                            </p:childTnLst>
                          </p:cTn>
                        </p:par>
                      </p:childTnLst>
                    </p:cTn>
                  </p:par>
                  <p:par>
                    <p:cTn id="235" fill="hold" nodeType="clickPar">
                      <p:stCondLst>
                        <p:cond delay="indefinite"/>
                      </p:stCondLst>
                      <p:childTnLst>
                        <p:par>
                          <p:cTn id="236" fill="hold" nodeType="withGroup">
                            <p:stCondLst>
                              <p:cond delay="0"/>
                            </p:stCondLst>
                            <p:childTnLst>
                              <p:par>
                                <p:cTn id="237" presetID="22" presetClass="entr" presetSubtype="2" fill="hold" grpId="0" nodeType="clickEffect">
                                  <p:stCondLst>
                                    <p:cond delay="0"/>
                                  </p:stCondLst>
                                  <p:childTnLst>
                                    <p:set>
                                      <p:cBhvr>
                                        <p:cTn id="238" dur="1" fill="hold">
                                          <p:stCondLst>
                                            <p:cond delay="0"/>
                                          </p:stCondLst>
                                        </p:cTn>
                                        <p:tgtEl>
                                          <p:spTgt spid="107580"/>
                                        </p:tgtEl>
                                        <p:attrNameLst>
                                          <p:attrName>style.visibility</p:attrName>
                                        </p:attrNameLst>
                                      </p:cBhvr>
                                      <p:to>
                                        <p:strVal val="visible"/>
                                      </p:to>
                                    </p:set>
                                    <p:animEffect transition="in" filter="wipe(right)">
                                      <p:cBhvr>
                                        <p:cTn id="239" dur="500"/>
                                        <p:tgtEl>
                                          <p:spTgt spid="107580"/>
                                        </p:tgtEl>
                                      </p:cBhvr>
                                    </p:animEffect>
                                  </p:childTnLst>
                                </p:cTn>
                              </p:par>
                            </p:childTnLst>
                          </p:cTn>
                        </p:par>
                      </p:childTnLst>
                    </p:cTn>
                  </p:par>
                  <p:par>
                    <p:cTn id="240" fill="hold" nodeType="clickPar">
                      <p:stCondLst>
                        <p:cond delay="indefinite"/>
                      </p:stCondLst>
                      <p:childTnLst>
                        <p:par>
                          <p:cTn id="241" fill="hold" nodeType="withGroup">
                            <p:stCondLst>
                              <p:cond delay="0"/>
                            </p:stCondLst>
                            <p:childTnLst>
                              <p:par>
                                <p:cTn id="242" presetID="22" presetClass="entr" presetSubtype="1" fill="hold" grpId="0" nodeType="clickEffect">
                                  <p:stCondLst>
                                    <p:cond delay="0"/>
                                  </p:stCondLst>
                                  <p:childTnLst>
                                    <p:set>
                                      <p:cBhvr>
                                        <p:cTn id="243" dur="1" fill="hold">
                                          <p:stCondLst>
                                            <p:cond delay="0"/>
                                          </p:stCondLst>
                                        </p:cTn>
                                        <p:tgtEl>
                                          <p:spTgt spid="107571"/>
                                        </p:tgtEl>
                                        <p:attrNameLst>
                                          <p:attrName>style.visibility</p:attrName>
                                        </p:attrNameLst>
                                      </p:cBhvr>
                                      <p:to>
                                        <p:strVal val="visible"/>
                                      </p:to>
                                    </p:set>
                                    <p:animEffect transition="in" filter="wipe(up)">
                                      <p:cBhvr>
                                        <p:cTn id="244" dur="500"/>
                                        <p:tgtEl>
                                          <p:spTgt spid="107571"/>
                                        </p:tgtEl>
                                      </p:cBhvr>
                                    </p:animEffect>
                                  </p:childTnLst>
                                </p:cTn>
                              </p:par>
                            </p:childTnLst>
                          </p:cTn>
                        </p:par>
                      </p:childTnLst>
                    </p:cTn>
                  </p:par>
                  <p:par>
                    <p:cTn id="245" fill="hold" nodeType="clickPar">
                      <p:stCondLst>
                        <p:cond delay="indefinite"/>
                      </p:stCondLst>
                      <p:childTnLst>
                        <p:par>
                          <p:cTn id="246" fill="hold" nodeType="withGroup">
                            <p:stCondLst>
                              <p:cond delay="0"/>
                            </p:stCondLst>
                            <p:childTnLst>
                              <p:par>
                                <p:cTn id="247" presetID="22" presetClass="entr" presetSubtype="8" fill="hold" grpId="0" nodeType="clickEffect">
                                  <p:stCondLst>
                                    <p:cond delay="0"/>
                                  </p:stCondLst>
                                  <p:childTnLst>
                                    <p:set>
                                      <p:cBhvr>
                                        <p:cTn id="248" dur="1" fill="hold">
                                          <p:stCondLst>
                                            <p:cond delay="0"/>
                                          </p:stCondLst>
                                        </p:cTn>
                                        <p:tgtEl>
                                          <p:spTgt spid="107602"/>
                                        </p:tgtEl>
                                        <p:attrNameLst>
                                          <p:attrName>style.visibility</p:attrName>
                                        </p:attrNameLst>
                                      </p:cBhvr>
                                      <p:to>
                                        <p:strVal val="visible"/>
                                      </p:to>
                                    </p:set>
                                    <p:animEffect transition="in" filter="wipe(left)">
                                      <p:cBhvr>
                                        <p:cTn id="249" dur="500"/>
                                        <p:tgtEl>
                                          <p:spTgt spid="107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617" grpId="0" animBg="1"/>
      <p:bldP spid="107554" grpId="0" animBg="1"/>
      <p:bldP spid="107581" grpId="0" animBg="1"/>
      <p:bldP spid="107602" grpId="0" animBg="1"/>
      <p:bldP spid="107524" grpId="0" animBg="1"/>
      <p:bldP spid="107525" grpId="0" animBg="1"/>
      <p:bldP spid="107527" grpId="0" animBg="1"/>
      <p:bldP spid="107528" grpId="0" animBg="1"/>
      <p:bldP spid="107535" grpId="0" animBg="1"/>
      <p:bldP spid="107537" grpId="0" animBg="1"/>
      <p:bldP spid="107542" grpId="0" animBg="1"/>
      <p:bldP spid="107547" grpId="0" animBg="1"/>
      <p:bldP spid="107548" grpId="0" animBg="1"/>
      <p:bldP spid="107549" grpId="0" animBg="1"/>
      <p:bldP spid="107550" grpId="0" autoUpdateAnimBg="0"/>
      <p:bldP spid="107551" grpId="0" autoUpdateAnimBg="0"/>
      <p:bldP spid="107552" grpId="0" autoUpdateAnimBg="0"/>
      <p:bldP spid="107553" grpId="0" autoUpdateAnimBg="0"/>
      <p:bldP spid="107555" grpId="0" autoUpdateAnimBg="0"/>
      <p:bldP spid="107556" grpId="0" autoUpdateAnimBg="0"/>
      <p:bldP spid="107557" grpId="0" autoUpdateAnimBg="0"/>
      <p:bldP spid="107558" grpId="0" autoUpdateAnimBg="0"/>
      <p:bldP spid="107559" grpId="0" animBg="1"/>
      <p:bldP spid="107560" grpId="0" animBg="1"/>
      <p:bldP spid="107562" grpId="0" animBg="1"/>
      <p:bldP spid="107565" grpId="0" animBg="1"/>
      <p:bldP spid="107566" grpId="0" animBg="1"/>
      <p:bldP spid="107567" grpId="0" animBg="1"/>
      <p:bldP spid="107569" grpId="0" animBg="1"/>
      <p:bldP spid="107570" grpId="0" animBg="1"/>
      <p:bldP spid="107571" grpId="0" animBg="1"/>
      <p:bldP spid="107572" grpId="0" autoUpdateAnimBg="0"/>
      <p:bldP spid="107573" grpId="0" autoUpdateAnimBg="0"/>
      <p:bldP spid="107574" grpId="0" autoUpdateAnimBg="0"/>
      <p:bldP spid="107575" grpId="0" autoUpdateAnimBg="0"/>
      <p:bldP spid="107577" grpId="0" autoUpdateAnimBg="0"/>
      <p:bldP spid="107579" grpId="0" animBg="1"/>
      <p:bldP spid="107580" grpId="0" animBg="1"/>
      <p:bldP spid="107583" grpId="0" animBg="1"/>
      <p:bldP spid="107584" grpId="0" animBg="1"/>
      <p:bldP spid="107585" grpId="0" animBg="1"/>
      <p:bldP spid="107586" grpId="0" animBg="1"/>
      <p:bldP spid="107587" grpId="0" animBg="1"/>
      <p:bldP spid="107588" grpId="0" animBg="1"/>
      <p:bldP spid="107589" grpId="0" animBg="1"/>
      <p:bldP spid="107590" grpId="0" animBg="1"/>
      <p:bldP spid="107591" grpId="0" animBg="1"/>
      <p:bldP spid="107592" grpId="0" animBg="1"/>
      <p:bldP spid="107593" grpId="0" animBg="1"/>
      <p:bldP spid="107594" grpId="0" animBg="1"/>
      <p:bldP spid="107595" grpId="0" animBg="1"/>
      <p:bldP spid="107596" grpId="0" autoUpdateAnimBg="0"/>
      <p:bldP spid="107599" grpId="0" autoUpdateAnimBg="0"/>
      <p:bldP spid="107601" grpId="0" animBg="1"/>
      <p:bldP spid="107603" grpId="0" autoUpdateAnimBg="0"/>
      <p:bldP spid="107615" grpId="0" autoUpdateAnimBg="0"/>
      <p:bldP spid="107616" grpId="0" autoUpdateAnimBg="0"/>
      <p:bldP spid="107563" grpId="0" animBg="1"/>
      <p:bldP spid="107582" grpId="0" animBg="1"/>
      <p:bldP spid="107618"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p:spPr>
        <p:txBody>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50000"/>
              </a:spcBef>
              <a:buClrTx/>
              <a:buFontTx/>
              <a:buNone/>
            </a:pPr>
            <a:fld id="{7FF80D1D-DDCA-4D28-A079-3F76F9B5A526}" type="slidenum">
              <a:rPr lang="en-US" altLang="zh-CN" sz="1400" smtClean="0">
                <a:solidFill>
                  <a:schemeClr val="bg2"/>
                </a:solidFill>
              </a:rPr>
              <a:pPr algn="r" eaLnBrk="1" hangingPunct="1">
                <a:spcBef>
                  <a:spcPct val="50000"/>
                </a:spcBef>
                <a:buClrTx/>
                <a:buFontTx/>
                <a:buNone/>
              </a:pPr>
              <a:t>11</a:t>
            </a:fld>
            <a:endParaRPr lang="en-US" altLang="zh-CN" sz="1400" smtClean="0">
              <a:solidFill>
                <a:schemeClr val="bg2"/>
              </a:solidFill>
            </a:endParaRPr>
          </a:p>
        </p:txBody>
      </p:sp>
      <p:sp>
        <p:nvSpPr>
          <p:cNvPr id="25603" name="AutoShape 2">
            <a:hlinkClick r:id="" action="ppaction://hlinkshowjump?jump=firstslide" highlightClick="1"/>
          </p:cNvPr>
          <p:cNvSpPr>
            <a:spLocks noChangeArrowheads="1"/>
          </p:cNvSpPr>
          <p:nvPr/>
        </p:nvSpPr>
        <p:spPr bwMode="auto">
          <a:xfrm>
            <a:off x="0" y="0"/>
            <a:ext cx="9144000" cy="6858000"/>
          </a:xfrm>
          <a:prstGeom prst="actionButtonBlank">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000"/>
          </a:p>
        </p:txBody>
      </p:sp>
      <p:sp>
        <p:nvSpPr>
          <p:cNvPr id="164867" name="Rectangle 3"/>
          <p:cNvSpPr>
            <a:spLocks noChangeArrowheads="1"/>
          </p:cNvSpPr>
          <p:nvPr/>
        </p:nvSpPr>
        <p:spPr bwMode="auto">
          <a:xfrm>
            <a:off x="576263" y="698500"/>
            <a:ext cx="7913687" cy="496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57200" indent="-457200" algn="l"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914400" indent="-457200" algn="l"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371600" indent="-457200" algn="l" eaLnBrk="0" hangingPunct="0">
              <a:spcBef>
                <a:spcPct val="20000"/>
              </a:spcBef>
              <a:buChar char="•"/>
              <a:defRPr kumimoji="1" sz="2400">
                <a:solidFill>
                  <a:schemeClr val="tx1"/>
                </a:solidFill>
                <a:latin typeface="Times New Roman" pitchFamily="18" charset="0"/>
                <a:ea typeface="宋体" pitchFamily="2" charset="-122"/>
              </a:defRPr>
            </a:lvl3pPr>
            <a:lvl4pPr marL="1828800" indent="-457200" algn="l" eaLnBrk="0" hangingPunct="0">
              <a:spcBef>
                <a:spcPct val="20000"/>
              </a:spcBef>
              <a:buChar char="–"/>
              <a:defRPr kumimoji="1" sz="2000">
                <a:solidFill>
                  <a:schemeClr val="tx1"/>
                </a:solidFill>
                <a:latin typeface="Times New Roman" pitchFamily="18" charset="0"/>
                <a:ea typeface="宋体" pitchFamily="2" charset="-122"/>
              </a:defRPr>
            </a:lvl4pPr>
            <a:lvl5pPr marL="2286000" indent="-457200" algn="l" eaLnBrk="0" hangingPunct="0">
              <a:spcBef>
                <a:spcPct val="20000"/>
              </a:spcBef>
              <a:buChar char="»"/>
              <a:defRPr kumimoji="1" sz="2000">
                <a:solidFill>
                  <a:schemeClr val="tx1"/>
                </a:solidFill>
                <a:latin typeface="Times New Roman" pitchFamily="18" charset="0"/>
                <a:ea typeface="宋体" pitchFamily="2" charset="-122"/>
              </a:defRPr>
            </a:lvl5pPr>
            <a:lvl6pPr marL="2743200" indent="-4572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3200400" indent="-4572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657600" indent="-4572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4114800" indent="-4572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dirty="0"/>
              <a:t>Think Graphically</a:t>
            </a:r>
          </a:p>
          <a:p>
            <a:pPr eaLnBrk="1" hangingPunct="1">
              <a:spcBef>
                <a:spcPct val="0"/>
              </a:spcBef>
              <a:buClrTx/>
              <a:buFontTx/>
              <a:buNone/>
            </a:pPr>
            <a:endParaRPr lang="en-US" altLang="zh-CN" sz="2000" dirty="0"/>
          </a:p>
          <a:p>
            <a:pPr eaLnBrk="1" hangingPunct="1">
              <a:spcBef>
                <a:spcPct val="0"/>
              </a:spcBef>
              <a:buClrTx/>
              <a:buFontTx/>
              <a:buNone/>
            </a:pPr>
            <a:r>
              <a:rPr lang="en-US" altLang="zh-CN" sz="2000" dirty="0"/>
              <a:t>       </a:t>
            </a:r>
            <a:r>
              <a:rPr lang="en-US" altLang="zh-CN" sz="2400" dirty="0"/>
              <a:t>The words of the language, as they are written or spoken, do not seem to play any role in my mechanism of thought. The psychical entities which seem to serve as elements in thought are certain signs and more or less clear images which can be “voluntarily” reproduced and combined -- this combinatory play seems to be the essential feature in productive thought before there is any connection with logical construction in words or other kinds of signs which are communicated to others</a:t>
            </a:r>
          </a:p>
          <a:p>
            <a:pPr eaLnBrk="1" hangingPunct="1">
              <a:spcBef>
                <a:spcPct val="0"/>
              </a:spcBef>
              <a:buClrTx/>
              <a:buFontTx/>
              <a:buNone/>
            </a:pPr>
            <a:endParaRPr lang="en-US" altLang="zh-CN" sz="2400" dirty="0"/>
          </a:p>
          <a:p>
            <a:pPr eaLnBrk="1" hangingPunct="1">
              <a:spcBef>
                <a:spcPct val="0"/>
              </a:spcBef>
              <a:buClrTx/>
              <a:buFontTx/>
              <a:buNone/>
            </a:pPr>
            <a:r>
              <a:rPr lang="en-US" altLang="zh-CN" sz="2000" dirty="0"/>
              <a:t>						</a:t>
            </a:r>
            <a:r>
              <a:rPr lang="en-US" altLang="zh-CN" sz="2800" dirty="0"/>
              <a:t>Albert Einstein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867"/>
                                        </p:tgtEl>
                                        <p:attrNameLst>
                                          <p:attrName>style.visibility</p:attrName>
                                        </p:attrNameLst>
                                      </p:cBhvr>
                                      <p:to>
                                        <p:strVal val="visible"/>
                                      </p:to>
                                    </p:set>
                                    <p:animEffect transition="in" filter="blinds(horizontal)">
                                      <p:cBhvr>
                                        <p:cTn id="7" dur="500"/>
                                        <p:tgtEl>
                                          <p:spTgt spid="164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p:bldLst>
  </p:timing>
</p:sld>
</file>

<file path=ppt/theme/theme1.xml><?xml version="1.0" encoding="utf-8"?>
<a:theme xmlns:a="http://schemas.openxmlformats.org/drawingml/2006/main" name="场景型模板">
  <a:themeElements>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fontScheme name="场景型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000" b="1" i="1"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000" b="1" i="1"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Office\Templates\演示文稿设计\场景型模板.pot</Template>
  <TotalTime>14056</TotalTime>
  <Words>805</Words>
  <Application>Microsoft Office PowerPoint</Application>
  <PresentationFormat>全屏显示(4:3)</PresentationFormat>
  <Paragraphs>180</Paragraphs>
  <Slides>11</Slides>
  <Notes>0</Notes>
  <HiddenSlides>0</HiddenSlides>
  <MMClips>3</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11</vt:i4>
      </vt:variant>
    </vt:vector>
  </HeadingPairs>
  <TitlesOfParts>
    <vt:vector size="13" baseType="lpstr">
      <vt:lpstr>场景型模板</vt:lpstr>
      <vt:lpstr>位图图像</vt:lpstr>
      <vt:lpstr> 第六讲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ENGINEERING GRAPHICS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第一讲            1999.9.29</dc:title>
  <dc:creator>TSINGHUA UNIVERSITY</dc:creator>
  <cp:lastModifiedBy>Li Tiemin</cp:lastModifiedBy>
  <cp:revision>329</cp:revision>
  <dcterms:created xsi:type="dcterms:W3CDTF">1999-09-22T00:31:18Z</dcterms:created>
  <dcterms:modified xsi:type="dcterms:W3CDTF">2023-10-27T05:40:27Z</dcterms:modified>
</cp:coreProperties>
</file>